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9144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6" d="100"/>
          <a:sy n="86" d="100"/>
        </p:scale>
        <p:origin x="13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2:48.8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0 128 9144 0 0,'34'-3'156'0'0,"18"1"59"0"0,23-3 534 0 0,-64 3-595 0 0,0-1 1 0 0,-1 0 0 0 0,1-1 0 0 0,0 0 0 0 0,16-10-1 0 0,22-8 391 0 0,39-17 127 0 0,-80 38-620 0 0,-1 0 0 0 0,1 0 1 0 0,0 1-1 0 0,0 0 0 0 0,0 0 1 0 0,0 1-1 0 0,0 0 0 0 0,-1 0 0 0 0,1 1 1 0 0,0 0-1 0 0,-1 0 0 0 0,1 1 0 0 0,-1 0 1 0 0,12 7-1 0 0,-7-7-28 0 0,0 1 1 0 0,0-2-1 0 0,0 0 0 0 0,0 0 1 0 0,0-1-1 0 0,16 0 0 0 0,22 2 21 0 0,31 6 28 0 0,89 16 24 0 0,-63-3-34 0 0,7 10 40 0 0,-98-27-64 0 0,1-1 0 0 0,-1 0 1 0 0,20 0-1 0 0,11 3 20 0 0,78 9 68 0 0,-83-12-59 0 0,66 13 1 0 0,6 6 60 0 0,177 13 1 0 0,-42-8 124 0 0,38-4 82 0 0,-109-12-39 0 0,125 2 196 0 0,-244-13-379 0 0,178-6 139 0 0,82-12 188 0 0,-215 9-329 0 0,11 2 167 0 0,67-7 130 0 0,149-9 90 0 0,-219 17-310 0 0,208-7 405 0 0,-34 10-41 0 0,-41-1 29 0 0,-44 0-357 0 0,251 10 415 0 0,-378-6-529 0 0,457-1 574 0 0,-293 5-476 0 0,-44-4-64 0 0,-71 1-58 0 0,88 9 61 0 0,-128-3-77 0 0,109-5-1 0 0,67-4 3 0 0,58-3 8 0 0,-154-7-51 0 0,-137 10-20 0 0,-1 1 0 0 0,36 3 0 0 0,32 1 8 0 0,164-3 80 0 0,-142 3-22 0 0,118-13 0 0 0,158-9 116 0 0,-79 6-15 0 0,112-1 111 0 0,-248 11-133 0 0,48 4-42 0 0,108-5 23 0 0,-58-6-20 0 0,67-2 35 0 0,-94 1-26 0 0,139-10 42 0 0,-129 3-45 0 0,-143 11-81 0 0,155-4 54 0 0,374 21 91 0 0,-111 0 15 0 0,-216-14-57 0 0,74-16 13 0 0,-116 10-41 0 0,159 0 50 0 0,-292 5-94 0 0,11 1-10 0 0,160-1 84 0 0,-198-1-88 0 0,-36 4-34 0 0,131-9 52 0 0,104-15 33 0 0,47-6-20 0 0,332-20 56 0 0,-408 51-57 0 0,-199 2-71 0 0,214 13 41 0 0,-133-6-26 0 0,199 19 53 0 0,-207-20-33 0 0,389 32 224 0 0,-378-9-163 0 0,-29 0-18 0 0,-68-18-32 0 0,-70-13-29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2:50.4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10248 0 0,'14'20'234'0'0,"8"14"779"0"0,-8-12-128 0 0,-4-7-242 0 0,0 0 0 0 0,1-1 0 0 0,22 22 0 0 0,-11-19-512 0 0,7 6 538 0 0,-18-13-292 0 0,0 0 1 0 0,1-1 0 0 0,1 0 0 0 0,18 9 0 0 0,-4-1-176 0 0,-7-5-46 0 0,-1-1-1 0 0,2-2 1 0 0,-1 0-1 0 0,1-1 1 0 0,0-1-1 0 0,1-1 1 0 0,25 4-1 0 0,160 11-81 0 0,-62-9-101 0 0,-77-4-14 0 0,1-3 0 0 0,75-4 0 0 0,-73-3-19 0 0,82-7-77 0 0,83-12-78 0 0,24-1-65 0 0,-79 8 187 0 0,-42 3 33 0 0,100-4-50 0 0,95-12 28 0 0,138-2 59 0 0,-459 29 23 0 0,251-19 0 0 0,220 11 8 0 0,-157 17 14 0 0,-295-8-20 0 0,50 5 7 0 0,174 6 77 0 0,41 6 29 0 0,0 0 66 0 0,-25-10 119 0 0,201-1 259 0 0,-140-5-57 0 0,-27 2-44 0 0,29 0 66 0 0,-81-8-243 0 0,170-10 144 0 0,-76-6-146 0 0,279-28 178 0 0,-409 39-312 0 0,-45 5-71 0 0,481-5 224 0 0,-497 9-236 0 0,692 8 402 0 0,-524-14-316 0 0,-67 1-43 0 0,-39-1 47 0 0,539 43 314 0 0,92 39 48 0 0,-427-43-327 0 0,-71 9-42 0 0,13 5 14 0 0,122 9 64 0 0,-412-46-194 0 0,166 13 165 0 0,345-10 0 0 0,-323-28-81 0 0,-169 8-66 0 0,97-15 46 0 0,-15 1-15 0 0,48-1 53 0 0,90-6 50 0 0,-174 17-123 0 0,92-2 49 0 0,596 38 405 0 0,-256 22-159 0 0,-543-44-338 0 0,2 0 5 0 0,-7-1 6 0 0,0 1-1 0 0,36 9 1 0 0,16 3 26 0 0,2 0 3 0 0,62 19 87 0 0,-98-30-62 0 0,-33-3-28 0 0,-13-1 15 0 0,3 0-51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2:52.1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0 229 8640 0 0,'9'-1'438'0'0,"8"0"482"0"0,-5 3 514 0 0,-6-4-761 0 0,-1-1 0 0 0,0 1 1 0 0,0-1-1 0 0,-1 0 0 0 0,1 0 1 0 0,8-7-1 0 0,-10 8-594 0 0,0 0 1 0 0,0 1-1 0 0,0-1 1 0 0,1 1-1 0 0,-1 0 0 0 0,0 0 1 0 0,1 0-1 0 0,-1 1 1 0 0,1-1-1 0 0,-1 1 1 0 0,1-1-1 0 0,4 2 0 0 0,26-6 111 0 0,-8-1-131 0 0,0 2-1 0 0,53-2 0 0 0,2-1 15 0 0,-35 2-74 0 0,1 1 0 0 0,-1 2 0 0 0,0 3 0 0 0,50 6 0 0 0,91 6-107 0 0,15 6-10 0 0,61 8-139 0 0,-81-11 145 0 0,-52-7 71 0 0,197 7-21 0 0,-121-10 37 0 0,71 2 25 0 0,-72-10 14 0 0,-70-1-5 0 0,526 1 114 0 0,-450 0-78 0 0,270-12 96 0 0,-135-9-35 0 0,60 0 170 0 0,-310 19-231 0 0,1053-54 1268 0 0,-802 49-900 0 0,-225 7-184 0 0,164 16 151 0 0,-116-2 6 0 0,277 17 308 0 0,27 2-219 0 0,3-28-88 0 0,-90-19-23 0 0,298 1 232 0 0,-434 11-445 0 0,-161 0-110 0 0,-45 3-19 0 0,384-17 291 0 0,-9-21 52 0 0,23-13-98 0 0,-238 30-127 0 0,369-22 232 0 0,-432 40-261 0 0,172 3 106 0 0,626 25 430 0 0,-748-22-551 0 0,338 6 174 0 0,-307-7-197 0 0,218 10 154 0 0,-145 6-81 0 0,-90-6 0 0 0,540 15 177 0 0,-385-33-162 0 0,-77 0-55 0 0,128 2 67 0 0,311 42 191 0 0,-354-9-234 0 0,30 3 13 0 0,-178-14 14 0 0,253-12-1 0 0,-227-9 3 0 0,-214 3-113 0 0,1 2 0 0 0,0 1 0 0 0,56 12 0 0 0,-79-12-21 0 0,12 1 27 0 0,-22-3-50 0 0,-1 0 1 0 0,1 0-1 0 0,-1 0 1 0 0,1 0-1 0 0,-1 0 1 0 0,1 0 0 0 0,0 1-1 0 0,-1-1 1 0 0,1 0-1 0 0,-1 0 1 0 0,1 0-1 0 0,-1 1 1 0 0,1-1-1 0 0,-1 0 1 0 0,1 1-1 0 0,-1-1 1 0 0,0 1-1 0 0,1-1 1 0 0,-1 0 0 0 0,1 1-1 0 0,-1-1 1 0 0,0 1-1 0 0,1-1 1 0 0,-1 1-1 0 0,0 0 121 0 0,-21-9-66 0 0,-8-1-10 0 0,9 6-30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2:53.9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44 175 9944 0 0,'13'12'491'0'0,"17"13"2731"0"0,-78-25-121 0 0,9 0-114 0 0,65 5-2935 0 0,41 9-49 0 0,20 6-4 0 0,17 3-15 0 0,13-9-24 0 0,-94-11 30 0 0,46-3 0 0 0,-31 0-11 0 0,129-12-35 0 0,-96 9 4 0 0,126-24 0 0 0,-20 2 13 0 0,42-13 18 0 0,-89 12 9 0 0,-54 13 9 0 0,63-11-7 0 0,212-10 0 0 0,202 43 18 0 0,-365 3 6 0 0,126 13 22 0 0,-281-22-31 0 0,468 41 79 0 0,-229-34 23 0 0,71 0 2 0 0,9 1 83 0 0,-98-5-87 0 0,284 9 219 0 0,-219-7-172 0 0,85-11 106 0 0,307-22 294 0 0,-590 16-478 0 0,332-15 381 0 0,-70 4-85 0 0,-316 15-271 0 0,346-30 195 0 0,-200 11-145 0 0,7-1 27 0 0,-38 12-63 0 0,904-45 595 0 0,-598 64-518 0 0,-84 0-22 0 0,153-1 41 0 0,149 3 28 0 0,-317 0-101 0 0,-197-2-36 0 0,316 9 107 0 0,-1-5-65 0 0,-418-9-113 0 0,385 10 115 0 0,306 39 152 0 0,-515-29-179 0 0,208 25 36 0 0,182 1-5 0 0,-376-32-72 0 0,-56 0 2 0 0,-74-2-22 0 0,122 11 51 0 0,-124-8-28 0 0,-14-1-28 0 0,-53-4 10 0 0,137 0 1 0 0,-88-17 11 0 0,-89 7-40 0 0,-25-2-17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2:56.5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4720 0 0,'0'22'9'0'0,"0"-18"5"0"0,12 28 737 0 0,3-23-547 0 0,0-1 0 0 0,1-1-1 0 0,0 0 1 0 0,1-1 0 0 0,0-1-1 0 0,24 5 1 0 0,254 34 1344 0 0,-164-27-1152 0 0,-98-15-289 0 0,1-1 1 0 0,-1-1-1 0 0,57-9 1 0 0,-29 3 63 0 0,68-11 131 0 0,-70 8-62 0 0,83-2 1 0 0,68 6 287 0 0,144 13 177 0 0,-237 2-375 0 0,-4 0 93 0 0,80 3-27 0 0,-13 4 302 0 0,-8 10-281 0 0,-113-19 147 0 0,80 24 0 0 0,-60-12-387 0 0,22 6 72 0 0,98 20 594 0 0,-47-17-526 0 0,-62-10 49 0 0,1-4 1 0 0,141 5-1 0 0,182-33 303 0 0,189 4 105 0 0,-355 9-534 0 0,-12 0 17 0 0,-2-5-90 0 0,-91-2-65 0 0,107 1 94 0 0,215-2 203 0 0,-223 17-250 0 0,-2-1 35 0 0,136 3 135 0 0,-200-11-156 0 0,337 4 279 0 0,-144 27-35 0 0,-163-11-239 0 0,-70-7-2 0 0,225 9 177 0 0,-159-20-168 0 0,-91 1-26 0 0,155-16 1 0 0,-123-2-47 0 0,83-12 75 0 0,245-30 69 0 0,-70 8-65 0 0,-273 35-131 0 0,146-11 64 0 0,1 4-25 0 0,-44 3 0 0 0,75-6 18 0 0,28-2 21 0 0,-69 8-37 0 0,126-5 11 0 0,-381 23-100 0 0,457 5 167 0 0,-120 11-27 0 0,59 3 17 0 0,-110-8-38 0 0,204 9 88 0 0,359 16 156 0 0,-522-26-222 0 0,383 3 162 0 0,-178-30-133 0 0,-265-2-79 0 0,64-1 36 0 0,-99 19-38 0 0,67 2 31 0 0,-196 3-69 0 0,439 34 189 0 0,-412-21-187 0 0,210 38 146 0 0,-50-4-31 0 0,-287-49-160 0 0,296 37 214 0 0,-297-36-208 0 0,0 0-1 0 0,-1 0 1 0 0,1 1 0 0 0,-1 0-1 0 0,0 1 1 0 0,0 1 0 0 0,19 12-1 0 0,-28-17-4 0 0,-10 8 19 0 0,-5-1-14 0 0,1 0 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2:58.7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27 12664 0 0,'10'-1'89'0'0,"42"-12"7337"0"0,-27 8-7173 0 0,-1 1-1 0 0,1 2 1 0 0,0 0-1 0 0,0 2 1 0 0,42 4-1 0 0,6 4-233 0 0,178 25 51 0 0,-44-3-79 0 0,5-2-16 0 0,8-3-5 0 0,-102-15 12 0 0,-40-5 4 0 0,112 5 6 0 0,-40-8 8 0 0,-90-2 0 0 0,139-13 5 0 0,-64 2-2 0 0,226-14 29 0 0,-262 17-2 0 0,269-5 52 0 0,-84 10 41 0 0,-30 0 20 0 0,141 3 57 0 0,-62-11-35 0 0,-57 1-34 0 0,-31 4 76 0 0,271 26 0 0 0,-126 43 1 0 0,-191-25-89 0 0,247 19 166 0 0,389-7 187 0 0,-434-37-221 0 0,-388-13-246 0 0,494 11 377 0 0,-86-23-92 0 0,263 15 100 0 0,-661-2-380 0 0,653 35 313 0 0,-290-23-53 0 0,-232-11-188 0 0,127 0 87 0 0,249 11 111 0 0,-221-1-126 0 0,-12-13 5 0 0,-262-1-134 0 0,215-16 119 0 0,6 0-16 0 0,176-7 88 0 0,-13 1 9 0 0,-81 2-29 0 0,116-17 29 0 0,115-6 48 0 0,-488 41-241 0 0,124 2 71 0 0,-78 2-40 0 0,85 9 24 0 0,-100-2-44 0 0,215 13 123 0 0,3 11-16 0 0,-100-8-28 0 0,126 16-10 0 0,-148-24-58 0 0,69 6 32 0 0,164 3 113 0 0,-217-17-120 0 0,166-2 55 0 0,99 4 94 0 0,-44-4-8 0 0,-338-9-155 0 0,164-28 0 0 0,-129 13-3 0 0,-50 8-29 0 0,398-53 182 0 0,-419 59-142 0 0,108 5 0 0 0,-74 2-11 0 0,476 13 156 0 0,-382-9-122 0 0,0-8-1 0 0,206-30 1 0 0,-370 27-54 0 0,0-2 0 0 0,44-14-1 0 0,-78 21-39 0 0,-1 0-1 0 0,1-1 0 0 0,-1 1 1 0 0,1 0-1 0 0,-1 0 0 0 0,0 0 0 0 0,1 0 1 0 0,-1-1-1 0 0,1 1 0 0 0,-1 0 1 0 0,1 0-1 0 0,-1-1 0 0 0,0 1 0 0 0,1 0 1 0 0,-1-1-1 0 0,0 1 0 0 0,1 0 1 0 0,-1-1-1 0 0,0 1 0 0 0,1-1 0 0 0,-1 1 1 0 0,0 0-1 0 0,0-1 0 0 0,0 1 1 0 0,1-1-1 0 0,-1 1 0 0 0,0-1 0 0 0,0 1 1 0 0,0-1-1 0 0,0 0 0 0 0,-8-13 21 0 0,-23-8-2 0 0,30 22-19 0 0,-26-15 7 0 0,-5 1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3:00.1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0 446 13768 0 0,'35'3'219'0'0,"19"4"735"0"0,13 1 677 0 0,-41-5-780 0 0,50-2 0 0 0,309-20 2489 0 0,-318 17-2989 0 0,73 6 0 0 0,-7 0 236 0 0,199-1 31 0 0,28-5-480 0 0,-78 7-71 0 0,-70 2-34 0 0,306-2-34 0 0,89-25-13 0 0,-310 7-9 0 0,86-9-3 0 0,-41-9 12 0 0,5 0 6 0 0,369-17 6 0 0,86 12 2 0 0,-511 24 0 0 0,-161 5 0 0 0,95-2 0 0 0,394-30 11 0 0,-387 19-7 0 0,631-71 44 0 0,506-2 183 0 0,-850 103-149 0 0,-273-2-26 0 0,368 16 123 0 0,-550-21-129 0 0,838 57 457 0 0,-4-3 44 0 0,-503-42-246 0 0,163 2 319 0 0,403-23 167 0 0,-625 3-525 0 0,94 22 125 0 0,-341-13-351 0 0,70 4 132 0 0,253 48 0 0 0,97 86 372 0 0,-427-116-412 0 0,109 32 120 0 0,-160-53-156 0 0,-1 0 0 0 0,1-3 0 0 0,0 0 0 0 0,57-1 0 0 0,-79-4-58 0 0,0 0-1 0 0,0-1 0 0 0,0 0 1 0 0,15-6-1 0 0,-21 7-23 0 0,1 0 0 0 0,-1 0 0 0 0,0 0 0 0 0,0-1 0 0 0,0 0 0 0 0,0 1-1 0 0,0-1 1 0 0,-1 0 0 0 0,1 0 0 0 0,0 0 0 0 0,-1-1 0 0 0,0 1 0 0 0,1-1 0 0 0,-1 1 0 0 0,2-4-1 0 0,-3 4 42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5:24.6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8136 0 0,'40'0'26'0'0,"-14"-1"12"0"0,13 1 36 0 0,-21 1-36 0 0,-1 0 0 0 0,0 1 0 0 0,27 6 0 0 0,-41-7-27 0 0,0-1 5 0 0,1 1 0 0 0,-1-1 0 0 0,0 1 1 0 0,0 0-1 0 0,1 0 0 0 0,-1 0 0 0 0,0 1 0 0 0,0-1 0 0 0,0 1 1 0 0,0-1-1 0 0,0 1 0 0 0,-1 0 0 0 0,1 0 0 0 0,-1 0 0 0 0,1 1 1 0 0,-1-1-1 0 0,0 1 0 0 0,1-1 0 0 0,-1 1 0 0 0,-1 0 0 0 0,1-1 1 0 0,0 1-1 0 0,-1 0 0 0 0,2 4 0 0 0,4 13 104 0 0,-1 0-1 0 0,-1 1 1 0 0,0-1 0 0 0,-2 1-1 0 0,0 0 1 0 0,-2 0 0 0 0,-1 25 0 0 0,3 24 113 0 0,2 93 231 0 0,-24 247 1 0 0,3-163-316 0 0,-9 18-5 0 0,5-80-53 0 0,17-150-74 0 0,-41 675 199 0 0,33-19-56 0 0,-3-169-57 0 0,10-270-18 0 0,2 190 47 0 0,13 555 39 0 0,-7-612-7 0 0,9 244 244 0 0,21-119-17 0 0,-20-201 62 0 0,-10-188-329 0 0,-2-28-37 0 0,-3 4 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5:31.8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11760 0 0,'0'0'3218'0'0,"1"5"-3138"0"0,26 181 239 0 0,-13-68-122 0 0,-8-88-48 0 0,-3 0 0 0 0,0 0 0 0 0,-2 1-1 0 0,-4 41 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5:32.1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0 110 11352 0 0,'13'-23'2097'0'0,"20"5"-1694"0"0,1 2 0 0 0,52-19 0 0 0,-74 31-360 0 0,0 0-1 0 0,0 1 1 0 0,1 1-1 0 0,-1 0 1 0 0,0 0-1 0 0,1 1 0 0 0,0 1 1 0 0,-1 0-1 0 0,1 1 1 0 0,-1 0-1 0 0,18 5 1 0 0,-26-5-205 0 0,0 0 1 0 0,0 1 0 0 0,0 0 0 0 0,-1 0 0 0 0,1 0 0 0 0,-1 0 0 0 0,1 1 0 0 0,-1-1 0 0 0,1 1 0 0 0,4 6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5:32.7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1 189 11448 0 0,'0'0'1853'0'0,"4"-3"-1338"0"0,16-18-182 0 0,-1 0 0 0 0,-1-1 0 0 0,17-28 0 0 0,16-19 80 0 0,-49 66-225 0 0,-9 12-150 0 0,-1 0 0 0 0,1 0 0 0 0,1 1 0 0 0,-1 0 0 0 0,2 0 1 0 0,-1 0-1 0 0,2 1 0 0 0,-8 21 0 0 0,9-23-23 0 0,1 0 0 0 0,0 1 0 0 0,0-1 0 0 0,1 0 0 0 0,0 0 0 0 0,1 1 0 0 0,0-1 0 0 0,1 0 0 0 0,-1 1 0 0 0,2-1 0 0 0,3 15 0 0 0,-5-23-13 0 0,0 0 1 0 0,0-1-1 0 0,1 1 1 0 0,-1 0-1 0 0,0 0 1 0 0,0-1-1 0 0,1 1 1 0 0,-1 0 0 0 0,0-1-1 0 0,1 1 1 0 0,-1 0-1 0 0,1-1 1 0 0,-1 1-1 0 0,1-1 1 0 0,-1 1 0 0 0,1 0-1 0 0,-1-1 1 0 0,1 1-1 0 0,0-1 1 0 0,-1 0-1 0 0,1 1 1 0 0,0-1-1 0 0,-1 0 1 0 0,1 1 0 0 0,0-1-1 0 0,-1 0 1 0 0,1 1-1 0 0,0-1 1 0 0,0 0-1 0 0,0 0 1 0 0,-1 0 0 0 0,1 0-1 0 0,0 0 1 0 0,1 0-1 0 0,0-1 6 0 0,0 0-1 0 0,1 0 1 0 0,-1 0 0 0 0,0 0-1 0 0,0 0 1 0 0,0-1 0 0 0,0 1-1 0 0,0-1 1 0 0,0 1-1 0 0,3-4 1 0 0,5-6 42 0 0,0-1-1 0 0,11-17 1 0 0,-14 17 11 0 0,1 0 0 0 0,-2-1 1 0 0,9-23-1 0 0,-13 30-30 0 0,0 1 0 0 0,0-1 1 0 0,-1 0-1 0 0,0 0 1 0 0,0-1-1 0 0,-1 1 0 0 0,0 0 1 0 0,0 0-1 0 0,0 0 1 0 0,-1 0-1 0 0,-1-7 0 0 0,2 12-22 0 0,0-1 0 0 0,0 1-1 0 0,0 0 1 0 0,-1 0-1 0 0,1 0 1 0 0,0 0 0 0 0,-1 0-1 0 0,1-1 1 0 0,-1 1-1 0 0,1 0 1 0 0,-1 0 0 0 0,1 0-1 0 0,-1 0 1 0 0,0 0-1 0 0,1 0 1 0 0,-1 1-1 0 0,0-1 1 0 0,0 0 0 0 0,0 0-1 0 0,0 0 1 0 0,0 1-1 0 0,0-1 1 0 0,0 0 0 0 0,0 1-1 0 0,0-1 1 0 0,0 1-1 0 0,0 0 1 0 0,0-1 0 0 0,0 1-1 0 0,0 0 1 0 0,0-1-1 0 0,-1 1 1 0 0,1 0-1 0 0,0 0 1 0 0,0 0 0 0 0,0 0-1 0 0,0 0 1 0 0,-3 1-1 0 0,2-1 1 0 0,0 1 0 0 0,0 0 0 0 0,0 1 0 0 0,0-1 0 0 0,1 0 0 0 0,-1 1 0 0 0,0-1 0 0 0,1 1 0 0 0,-1-1 0 0 0,0 1 0 0 0,1 0 0 0 0,0-1 0 0 0,-1 1 0 0 0,1 0 0 0 0,0 0 0 0 0,0 0 0 0 0,0 0 0 0 0,0 0 0 0 0,1 0 0 0 0,-2 3 0 0 0,1 1-6 0 0,0 0 0 0 0,0 0-1 0 0,0 1 1 0 0,1-1 0 0 0,0 0-1 0 0,0 0 1 0 0,1 1-1 0 0,0-1 1 0 0,0 0 0 0 0,0 0-1 0 0,0 0 1 0 0,1 0-1 0 0,0 0 1 0 0,1 0 0 0 0,-1 0-1 0 0,1-1 1 0 0,0 1 0 0 0,1-1-1 0 0,-1 0 1 0 0,6 6-1 0 0,-4-5 0 0 0,-1-1 0 0 0,1-1 0 0 0,0 1 0 0 0,0-1 0 0 0,1 0 0 0 0,-1 0 0 0 0,1 0 0 0 0,0-1 0 0 0,0 0 0 0 0,0 0 0 0 0,0-1 0 0 0,1 1 0 0 0,-1-1 0 0 0,1-1 0 0 0,-1 1 0 0 0,1-1 0 0 0,0 0 0 0 0,10 0-1 0 0,14-3-2231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5:33.5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1 350 11448 0 0,'1'-2'505'0'0,"10"-16"325"0"0,1 1 0 0 0,1 1 0 0 0,28-30 0 0 0,-35 40-785 0 0,0 1 0 0 0,0 0 0 0 0,1 0 0 0 0,0 1 0 0 0,0 0 0 0 0,0 0 0 0 0,0 1 0 0 0,0 0 0 0 0,1 0 0 0 0,-1 0 0 0 0,1 1 0 0 0,0 0 0 0 0,15-1 1 0 0,-14 2-21 0 0,1 1 0 0 0,-1 1 0 0 0,1-1 0 0 0,-1 2 0 0 0,1-1 0 0 0,-1 1-1 0 0,0 1 1 0 0,13 4 0 0 0,-20-6-20 0 0,0 0-1 0 0,0 0 0 0 0,0 0 0 0 0,0 0 0 0 0,0 0 0 0 0,0 0 0 0 0,0 1 0 0 0,0-1 0 0 0,0 1 1 0 0,0-1-1 0 0,-1 1 0 0 0,1 0 0 0 0,-1 0 0 0 0,1 0 0 0 0,-1 0 0 0 0,0 0 0 0 0,0 0 0 0 0,0 0 1 0 0,0 0-1 0 0,0 0 0 0 0,0 0 0 0 0,-1 1 0 0 0,1-1 0 0 0,-1 0 0 0 0,1 1 0 0 0,-1-1 0 0 0,0 0 1 0 0,0 1-1 0 0,0-1 0 0 0,0 0 0 0 0,0 1 0 0 0,-1-1 0 0 0,1 0 0 0 0,-1 1 0 0 0,1-1 0 0 0,-1 0 1 0 0,0 0-1 0 0,-1 3 0 0 0,-1 1 4 0 0,1 0 0 0 0,-1 0 0 0 0,0-1 1 0 0,-1 0-1 0 0,1 1 0 0 0,-1-1 0 0 0,0 0 1 0 0,0-1-1 0 0,-1 1 0 0 0,0-1 0 0 0,1 0 0 0 0,-1 0 1 0 0,0 0-1 0 0,-1-1 0 0 0,1 0 0 0 0,-1 0 0 0 0,1 0 1 0 0,-1-1-1 0 0,0 1 0 0 0,0-1 0 0 0,0-1 1 0 0,0 1-1 0 0,-1-1 0 0 0,-11 1 0 0 0,27-17 13 0 0,-1 8-5 0 0,0 0 0 0 0,1 1-1 0 0,0 0 1 0 0,0 0 0 0 0,1 1-1 0 0,11-5 1 0 0,15-8 49 0 0,4-6 69 0 0,58-44 0 0 0,-87 59-101 0 0,0 0-1 0 0,0-1 0 0 0,-1 0 0 0 0,-1-1 0 0 0,1 0 0 0 0,-2 0 0 0 0,0-1 0 0 0,0 0 0 0 0,9-21 0 0 0,-16 31-22 0 0,-1 1 0 0 0,1 0-1 0 0,-1-1 1 0 0,1 1 0 0 0,-1-1-1 0 0,0 1 1 0 0,0-1-1 0 0,1 1 1 0 0,-1-1 0 0 0,0 1-1 0 0,0-1 1 0 0,-1 1 0 0 0,1-1-1 0 0,0 1 1 0 0,0-1-1 0 0,-1 1 1 0 0,1-1 0 0 0,-1 1-1 0 0,1-1 1 0 0,-1 1 0 0 0,0 0-1 0 0,0-1 1 0 0,1 1-1 0 0,-1 0 1 0 0,0 0 0 0 0,0 0-1 0 0,0-1 1 0 0,0 1-1 0 0,0 0 1 0 0,-1 0 0 0 0,1 0-1 0 0,0 1 1 0 0,0-1 0 0 0,-3-1-1 0 0,2 1 9 0 0,-1 0-1 0 0,1 0 1 0 0,0 0 0 0 0,0 1-1 0 0,-1-1 1 0 0,1 1-1 0 0,-1-1 1 0 0,1 1 0 0 0,0 0-1 0 0,-1 0 1 0 0,1 0-1 0 0,-1 0 1 0 0,1 0 0 0 0,0 1-1 0 0,-1-1 1 0 0,1 1-1 0 0,0 0 1 0 0,-1-1 0 0 0,1 1-1 0 0,0 0 1 0 0,-3 2-1 0 0,4-2-8 0 0,0 1 0 0 0,-1-1 0 0 0,1 1 0 0 0,0-1 0 0 0,0 1 0 0 0,-1 0 0 0 0,1 0 0 0 0,1-1 0 0 0,-1 1 0 0 0,0 0 0 0 0,0 0 0 0 0,1 0-1 0 0,-1 0 1 0 0,1 0 0 0 0,-1 0 0 0 0,1 0 0 0 0,0 0 0 0 0,0 0 0 0 0,0 0 0 0 0,0 0 0 0 0,0 0 0 0 0,1 0 0 0 0,-1 0 0 0 0,0 0-1 0 0,1 0 1 0 0,0 0 0 0 0,-1 0 0 0 0,1 0 0 0 0,0 0 0 0 0,1 2 0 0 0,0 0 2 0 0,-1 0 0 0 0,1-1-1 0 0,0 1 1 0 0,1 0 0 0 0,-1-1 0 0 0,1 1 0 0 0,-1-1 0 0 0,1 0-1 0 0,0 0 1 0 0,0 0 0 0 0,0 0 0 0 0,1 0 0 0 0,4 3-1 0 0,0-4 4 0 0,0 1 0 0 0,0-1 0 0 0,0 0 0 0 0,0-1 0 0 0,0 0 0 0 0,1 0 0 0 0,-1-1 0 0 0,0 0 0 0 0,1-1 0 0 0,-1 0 0 0 0,0 0-1 0 0,0 0 1 0 0,0-1 0 0 0,0 0 0 0 0,13-6 0 0 0,-15 6-7 0 0,-1 0 1 0 0,0-1-1 0 0,0 0 0 0 0,0 0 0 0 0,0 0 1 0 0,0 0-1 0 0,-1-1 0 0 0,1 0 0 0 0,-1 0 1 0 0,0 0-1 0 0,0 0 0 0 0,0-1 0 0 0,-1 0 1 0 0,0 1-1 0 0,0-1 0 0 0,0 0 0 0 0,0-1 1 0 0,-1 1-1 0 0,0 0 0 0 0,0-1 0 0 0,0 1 1 0 0,2-13-1 0 0,-5 16-3 0 0,1-1 0 0 0,0 0 0 0 0,-1 0 1 0 0,1 1-1 0 0,-1-1 0 0 0,0 0 0 0 0,0 1 0 0 0,0-1 0 0 0,-2-3 1 0 0,-5-1 27 0 0,7 7-31 0 0,1 0 0 0 0,-1 1 0 0 0,1-1 0 0 0,-1 0 0 0 0,1 1 0 0 0,0-1 0 0 0,-1 0 1 0 0,1 1-1 0 0,-1-1 0 0 0,1 1 0 0 0,0-1 0 0 0,-1 1 0 0 0,1-1 0 0 0,0 1 0 0 0,-1-1 0 0 0,1 1 0 0 0,0-1 0 0 0,0 1 0 0 0,0-1 0 0 0,0 1 1 0 0,-1-1-1 0 0,1 1 0 0 0,0 1 0 0 0,-4 15 41 0 0,1 0 0 0 0,1 0 0 0 0,0 1-1 0 0,1-1 1 0 0,1 0 0 0 0,1 1 0 0 0,3 18 0 0 0,-4-29-153 0 0,1-1 0 0 0,0 1 0 0 0,1-1 0 0 0,-1 0 0 0 0,1 1 0 0 0,0-1 0 0 0,1 0 0 0 0,0 0 0 0 0,0 0 0 0 0,0-1-1 0 0,1 1 1 0 0,-1-1 0 0 0,1 0 0 0 0,1 0 0 0 0,-1 0 0 0 0,1 0 0 0 0,-1-1 0 0 0,1 0 0 0 0,1 0 0 0 0,-1 0 0 0 0,7 3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5:34.5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0 493 11048 0 0,'0'0'2256'0'0,"2"-5"-1259"0"0,48-129 846 0 0,-28 61-1574 0 0,-22 71-250 0 0,2 4-16 0 0,0-1 0 0 0,0 1 1 0 0,-1 0-1 0 0,1-1 1 0 0,-1 1-1 0 0,1 0 1 0 0,-1 0-1 0 0,0 0 1 0 0,0 0-1 0 0,0 0 1 0 0,0 0-1 0 0,0 0 1 0 0,0 1-1 0 0,0 2 1 0 0,1 1 1 0 0,1-2 1 0 0,-1 1-1 0 0,0 0 1 0 0,1 0 0 0 0,0-1 0 0 0,0 1-1 0 0,1-1 1 0 0,-1 0 0 0 0,1 0-1 0 0,0 0 1 0 0,0-1 0 0 0,0 1 0 0 0,0-1-1 0 0,7 3 1 0 0,-9-4 0 0 0,2-1 1 0 0,-1 0-1 0 0,0 0 0 0 0,0 0 0 0 0,0 0 1 0 0,0-1-1 0 0,1 1 0 0 0,-1-1 1 0 0,0 0-1 0 0,1 0 0 0 0,-1 0 0 0 0,0 0 1 0 0,0 0-1 0 0,1-1 0 0 0,-1 0 0 0 0,0 1 1 0 0,0-1-1 0 0,0-1 0 0 0,0 1 0 0 0,0 0 1 0 0,0-1-1 0 0,0 1 0 0 0,3-3 0 0 0,1-2 12 0 0,0 1-1 0 0,0-1 1 0 0,-1 0-1 0 0,0-1 1 0 0,0 0-1 0 0,-1 0 1 0 0,1 0-1 0 0,-1-1 1 0 0,-1 1-1 0 0,0-1 1 0 0,0 0-1 0 0,0-1 1 0 0,4-16-1 0 0,-2 2 62 0 0,-1-1 0 0 0,0 0 0 0 0,1-47-1 0 0,-6 59-15 0 0,0 0 0 0 0,-1 0 0 0 0,0 0 0 0 0,0 0 0 0 0,-2 0 0 0 0,1 1 0 0 0,-8-19 0 0 0,6 41 121 0 0,0 19-112 0 0,2 0-1 0 0,1 1 1 0 0,5 54-1 0 0,0-16-6 0 0,0 27 12 0 0,2 75 37 0 0,-7-137-83 0 0,-1-1 0 0 0,-2 0 1 0 0,-8 34-1 0 0,11-63-26 0 0,0 0 0 0 0,0 0 0 0 0,0-1 1 0 0,0 1-1 0 0,-1 0 0 0 0,0-1 0 0 0,0 1 0 0 0,0-1 0 0 0,0 0 0 0 0,-3 4 0 0 0,3-6-3 0 0,1 0 0 0 0,0 0 0 0 0,0 0 0 0 0,-1 0 0 0 0,1 0 0 0 0,-1 0 0 0 0,1-1 0 0 0,-1 1 0 0 0,1 0 0 0 0,-1-1 0 0 0,1 1 0 0 0,-1-1 0 0 0,1 0 0 0 0,-1 0 0 0 0,0 1 0 0 0,1-1 0 0 0,-1 0 0 0 0,1 0 0 0 0,-1-1 0 0 0,0 1 0 0 0,1 0 0 0 0,-1 0 0 0 0,1-1 0 0 0,-1 1-1 0 0,0-1 1 0 0,-1 0 0 0 0,-2-1 7 0 0,-1-1-1 0 0,1 0 1 0 0,0 0-1 0 0,0 0 1 0 0,0 0-1 0 0,0-1 0 0 0,0 0 1 0 0,1 0-1 0 0,0 0 1 0 0,0-1-1 0 0,0 1 1 0 0,0-1-1 0 0,1 0 0 0 0,0 0 1 0 0,0 0-1 0 0,-3-7 1 0 0,-7-31-2374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5:34.9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12864 0 0,'0'0'2328'0'0,"8"28"-1832"0"0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5:35.8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0 542 11448 0 0,'0'0'597'0'0,"3"-4"-89"0"0,6-15-169 0 0,-1 1 0 0 0,-1-2 0 0 0,0 1 0 0 0,-1-1-1 0 0,-2 0 1 0 0,5-29 0 0 0,2-132-102 0 0,-8 102-9 0 0,-1-33 262 0 0,-1 123-449 0 0,0 0 1 0 0,1-1 0 0 0,3 13 0 0 0,2 14 5 0 0,-3-8-14 0 0,14 83 48 0 0,-16-101-68 0 0,1 0 0 0 0,1 1 0 0 0,0-1 0 0 0,1-1 0 0 0,0 1 0 0 0,1-1 0 0 0,9 14-1 0 0,-14-22-8 0 0,0-1-1 0 0,1 1 0 0 0,-1-1 0 0 0,0 1 0 0 0,0-1 0 0 0,1 0 0 0 0,-1 1 0 0 0,1-1 0 0 0,-1 0 0 0 0,1 0 0 0 0,0 0 0 0 0,-1 0 0 0 0,1-1 0 0 0,0 1 0 0 0,0 0 0 0 0,-1-1 0 0 0,1 1 0 0 0,0-1 0 0 0,0 0 0 0 0,0 1 0 0 0,0-1 0 0 0,0 0 1 0 0,-1 0-1 0 0,1 0 0 0 0,0 0 0 0 0,0-1 0 0 0,0 1 0 0 0,0-1 0 0 0,0 1 0 0 0,-1-1 0 0 0,1 1 0 0 0,0-1 0 0 0,0 0 0 0 0,-1 0 0 0 0,1 0 0 0 0,0 0 0 0 0,-1 0 0 0 0,1 0 0 0 0,-1 0 0 0 0,2-2 0 0 0,7-6 11 0 0,-1 0 0 0 0,0-1-1 0 0,0 0 1 0 0,11-18 0 0 0,-14 19-6 0 0,5-5 7 0 0,-3 3 24 0 0,0 0-1 0 0,0-1 1 0 0,-1 1-1 0 0,11-26 1 0 0,-18 35 39 0 0,-8 11-53 0 0,1 1 0 0 0,-1 0 0 0 0,2 0 0 0 0,-1 1 0 0 0,1 0 0 0 0,1 0 0 0 0,0 1 0 0 0,1-1 0 0 0,0 1 0 0 0,0 0 0 0 0,1 0 0 0 0,1 0 0 0 0,0 1 0 0 0,1-1 0 0 0,0 0 0 0 0,1 1 0 0 0,3 22 0 0 0,-3-32-15 0 0,0 0 0 0 0,1 0 0 0 0,-1 0 0 0 0,1 0 0 0 0,0 0 0 0 0,-1 0-1 0 0,1-1 1 0 0,1 1 0 0 0,-1 0 0 0 0,0 0 0 0 0,1-1 0 0 0,-1 1 0 0 0,1-1 0 0 0,0 1 0 0 0,0-1 0 0 0,4 4 0 0 0,-5-5-6 0 0,1 0 1 0 0,-1-1 0 0 0,1 1-1 0 0,0 0 1 0 0,-1-1-1 0 0,1 1 1 0 0,0-1-1 0 0,-1 0 1 0 0,1 1-1 0 0,0-1 1 0 0,-1 0 0 0 0,1 0-1 0 0,0 0 1 0 0,-1 0-1 0 0,1-1 1 0 0,0 1-1 0 0,-1 0 1 0 0,1-1-1 0 0,0 1 1 0 0,-1-1-1 0 0,1 1 1 0 0,-1-1 0 0 0,1 0-1 0 0,-1 0 1 0 0,1 0-1 0 0,-1 1 1 0 0,1-2-1 0 0,-1 1 1 0 0,0 0-1 0 0,1 0 1 0 0,0-2-1 0 0,37-40-2159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5:36.7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75 87 12664 0 0,'0'-1'57'0'0,"1"0"1"0"0,-1 0 0 0 0,0 0 0 0 0,0 0 0 0 0,0-1-1 0 0,-1 1 1 0 0,1 0 0 0 0,0 0 0 0 0,0 0-1 0 0,-1 0 1 0 0,1 0 0 0 0,0 0 0 0 0,-1 0 0 0 0,1 0-1 0 0,-1 0 1 0 0,1 0 0 0 0,-1 1 0 0 0,0-1-1 0 0,1 0 1 0 0,-1 0 0 0 0,0 0 0 0 0,0 1 0 0 0,1-1-1 0 0,-1 0 1 0 0,0 1 0 0 0,0-1 0 0 0,0 1 0 0 0,0-1-1 0 0,0 1 1 0 0,0-1 0 0 0,0 1 0 0 0,0-1-1 0 0,0 1 1 0 0,0 0 0 0 0,0 0 0 0 0,0 0 0 0 0,0-1-1 0 0,0 1 1 0 0,0 0 0 0 0,0 0 0 0 0,0 1 0 0 0,0-1-1 0 0,0 0 1 0 0,0 0 0 0 0,-1 0 0 0 0,1 1-1 0 0,0-1 1 0 0,0 0 0 0 0,0 1 0 0 0,1-1 0 0 0,-1 1-1 0 0,0-1 1 0 0,0 1 0 0 0,0 0 0 0 0,0-1-1 0 0,0 1 1 0 0,1 0 0 0 0,-1 0 0 0 0,0-1 0 0 0,0 1-1 0 0,0 1 1 0 0,-2 2 4 0 0,0 0-1 0 0,0 1 1 0 0,0 0-1 0 0,0-1 1 0 0,1 1-1 0 0,-1 0 1 0 0,1 0-1 0 0,1 0 1 0 0,-1 0-1 0 0,1 0 1 0 0,-2 11-1 0 0,3-15-49 0 0,0 1-1 0 0,-1-1 0 0 0,1 1 0 0 0,0 0 0 0 0,0-1 0 0 0,0 1 1 0 0,1 0-1 0 0,-1-1 0 0 0,0 1 0 0 0,1-1 0 0 0,-1 1 0 0 0,1-1 0 0 0,-1 1 1 0 0,1-1-1 0 0,0 1 0 0 0,-1-1 0 0 0,1 1 0 0 0,0-1 0 0 0,0 0 0 0 0,0 1 1 0 0,0-1-1 0 0,0 0 0 0 0,0 0 0 0 0,1 0 0 0 0,-1 0 0 0 0,0 0 1 0 0,1 0-1 0 0,-1 0 0 0 0,0 0 0 0 0,1 0 0 0 0,-1-1 0 0 0,1 1 0 0 0,-1-1 1 0 0,1 1-1 0 0,-1-1 0 0 0,1 0 0 0 0,0 1 0 0 0,-1-1 0 0 0,1 0 0 0 0,0 0 1 0 0,2 0-1 0 0,5-1 13 0 0,0 0 0 0 0,0 0 0 0 0,0 0 0 0 0,0-2 0 0 0,-1 1 0 0 0,1-1 0 0 0,-1 0 0 0 0,1 0 0 0 0,-1-1 0 0 0,0-1 0 0 0,-1 1 0 0 0,1-1 0 0 0,8-7 0 0 0,7-8 114 0 0,0-1 0 0 0,28-33 0 0 0,-49 51-120 0 0,0 1 127 0 0,5 13-65 0 0,-5-3-67 0 0,0 0 0 0 0,-1 0-1 0 0,0 0 1 0 0,0 0 0 0 0,-1 0 0 0 0,0 0-1 0 0,-2 16 1 0 0,1 7 16 0 0,-1 26 30 0 0,-2 0 0 0 0,-3 0 1 0 0,-15 59-1 0 0,21-114-42 0 0,9-31 26 0 0,-1 13-32 0 0,1-9-3 0 0,1 1 1 0 0,1 0-1 0 0,1 1 1 0 0,1 0-1 0 0,2 1 0 0 0,0 0 1 0 0,1 1-1 0 0,23-24 1 0 0,-38 45-9 0 0,1-1 0 0 0,-1 1 1 0 0,1 0-1 0 0,-1-1 0 0 0,1 1 1 0 0,-1 0-1 0 0,1 0 0 0 0,-1 0 1 0 0,1-1-1 0 0,-1 1 0 0 0,1 0 1 0 0,0 0-1 0 0,-1 0 0 0 0,1 0 1 0 0,-1 0-1 0 0,1 0 0 0 0,0 0 1 0 0,-1 0-1 0 0,1 0 0 0 0,-1 1 0 0 0,1-1 1 0 0,-1 0-1 0 0,1 0 0 0 0,-1 0 1 0 0,1 1-1 0 0,0-1 0 0 0,-1 0 1 0 0,1 0-1 0 0,-1 1 0 0 0,0-1 1 0 0,1 1-1 0 0,-1-1 0 0 0,1 0 1 0 0,-1 1-1 0 0,1-1 0 0 0,-1 1 1 0 0,0-1-1 0 0,1 1 0 0 0,-1-1 1 0 0,0 1-1 0 0,1 0 0 0 0,13 22 9 0 0,-13-19-6 0 0,-1-2-2 0 0,0-1 0 0 0,0 0-1 0 0,1 0 1 0 0,-1 1 0 0 0,1-1-1 0 0,-1 0 1 0 0,1 0 0 0 0,-1 0-1 0 0,1 0 1 0 0,0 0 0 0 0,-1 1 0 0 0,1-1-1 0 0,0 0 1 0 0,0-1 0 0 0,0 1-1 0 0,0 0 1 0 0,0 0 0 0 0,1 1-1 0 0,-2-1 1 0 0,1 0 0 0 0,0-1-1 0 0,-1 1 1 0 0,1 0-1 0 0,0 0 1 0 0,0 0 0 0 0,-1 0-1 0 0,1-1 1 0 0,0 1-1 0 0,0 0 1 0 0,0-1 0 0 0,0 1-1 0 0,0-1 1 0 0,0 1-1 0 0,0-1 1 0 0,0 1 0 0 0,0-1-1 0 0,0 0 1 0 0,0 0-1 0 0,2 1 1 0 0,3-5 1 0 0,-1-1 0 0 0,0-1 0 0 0,0 0 0 0 0,0 0 0 0 0,-1 0 0 0 0,0 0 0 0 0,0 0 0 0 0,0-1-1 0 0,-1 0 1 0 0,0 0 0 0 0,3-11 0 0 0,4-5 2 0 0,49-107 36 0 0,-58 128-30 0 0,-2 24 12 0 0,-1 3-13 0 0,-1 3 1 0 0,2 53 0 0 0,1-73-6 0 0,1 1 0 0 0,1-1 0 0 0,-1 0 0 0 0,1 1-1 0 0,0-1 1 0 0,1 0 0 0 0,0 0 0 0 0,1 0 0 0 0,-1-1-1 0 0,9 14 1 0 0,-10-20-3 0 0,-1 0-1 0 0,1 1 1 0 0,-1-1-1 0 0,1 0 1 0 0,0 0-1 0 0,-1 1 1 0 0,1-1-1 0 0,0-1 1 0 0,0 1-1 0 0,0 0 1 0 0,-1 0-1 0 0,1-1 1 0 0,0 1-1 0 0,0-1 1 0 0,0 1-1 0 0,0-1 1 0 0,0 0-1 0 0,0 0 1 0 0,0 0-1 0 0,0 0 1 0 0,0 0-1 0 0,0-1 1 0 0,0 1-1 0 0,0 0 1 0 0,0-1-1 0 0,0 0 1 0 0,0 1-1 0 0,0-1 1 0 0,0 0-1 0 0,2-1 1 0 0,5-2 3 0 0,0-1-1 0 0,0 0 1 0 0,-1 0 0 0 0,14-12 0 0 0,110-99 185 0 0,-131 115-156 0 0,-1 1-31 0 0,0 0 0 0 0,1 0 0 0 0,-1 0 0 0 0,0 0 0 0 0,0 0 0 0 0,1 0 0 0 0,-1 0 0 0 0,0-1 0 0 0,0 1-1 0 0,1 0 1 0 0,-1 0 0 0 0,0 0 0 0 0,0-1 0 0 0,0 1 0 0 0,1 0 0 0 0,-1 0 0 0 0,0 0 0 0 0,0-1 0 0 0,0 1-1 0 0,0 0 1 0 0,0 0 0 0 0,0-1 0 0 0,1 1 0 0 0,-1 0 0 0 0,0 0 0 0 0,0-1 0 0 0,0 1 0 0 0,0 0 0 0 0,0 0-1 0 0,0-1 1 0 0,0 1 0 0 0,0 0 0 0 0,0 0 0 0 0,0-1 0 0 0,-5 0-2339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5:37.0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12864 0 0,'0'0'0'0'0,"1"10"440"0"0,-1 5 0 0 0,3 11 400 0 0,1 11 8 0 0,0 0-392 0 0,3-3 0 0 0,0-3-297 0 0,0-10 17 0 0,-3-1-96 0 0,-1-3 8 0 0,-1-4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5:37.4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0 11856 0 0,'0'0'3680'0'0,"-5"24"-3336"0"0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5:37.8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10848 0 0,'0'0'1072'0'0,"25"1"-120"0"0,-7 5 0 0 0,9-2-448 0 0,5 1 0 0 0,-3-2-288 0 0,-5-6 8 0 0,3-4-104 0 0,4-8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5:38.4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1 240 11256 0 0,'0'0'1617'0'0,"1"-4"-854"0"0,4-11-509 0 0,1 0 0 0 0,1 0 0 0 0,1 0 0 0 0,0 1 0 0 0,0 0 0 0 0,18-20 0 0 0,71-71-158 0 0,-85 97-1953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5:38.7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11256 0 0,'0'0'0'0'0,"4"10"392"0"0,1 0 16 0 0,2 2 448 0 0,4 3 8 0 0,4 3-232 0 0,3 4-8 0 0,0 2-288 0 0,0 1-8 0 0,-3 1-112 0 0,1 1 0 0 0,-1 1-56 0 0,0-1 15 0 0,-2-2-55 0 0,-2 1 16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5:39.9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1 194 10752 0 0,'0'0'3133'0'0,"2"-5"-2593"0"0,4-4-447 0 0,0-1 1 0 0,1 2-1 0 0,0-1 1 0 0,0 1-1 0 0,1 0 0 0 0,0 0 1 0 0,0 1-1 0 0,1 0 1 0 0,0 0-1 0 0,17-9 1 0 0,9-2-53 0 0,65-24 1 0 0,-50 20 7 0 0,-49 22-18 0 0,-1 0-30 0 0,0-1 0 0 0,0 1 0 0 0,0 0 0 0 0,0-1 0 0 0,0 1 1 0 0,0-1-1 0 0,0 1 0 0 0,0 0 0 0 0,0-1 0 0 0,0 1 0 0 0,-1 0 1 0 0,1-1-1 0 0,0 1 0 0 0,0 0 0 0 0,0-1 0 0 0,-1 1 0 0 0,1 0 1 0 0,0-1-1 0 0,-1 1 0 0 0,1 0 0 0 0,0 0 0 0 0,-1-1 0 0 0,1 1 1 0 0,0 0-1 0 0,-1 0 0 0 0,1 0 0 0 0,0-1 0 0 0,-1 1 0 0 0,1 0 1 0 0,0 0-1 0 0,-1 0 0 0 0,1 0 0 0 0,-1 0 0 0 0,1 0 0 0 0,0 0 1 0 0,-1 0-1 0 0,1 0 0 0 0,-1 0 0 0 0,1 0 0 0 0,0 0 0 0 0,-1 0 1 0 0,1 0-1 0 0,-1 0 0 0 0,1 0 0 0 0,0 0 0 0 0,-1 1 0 0 0,-22 8 13 0 0,18-7-9 0 0,-8 4 12 0 0,0 2 1 0 0,0 0-1 0 0,0 0 0 0 0,1 1 1 0 0,1 1-1 0 0,-17 17 0 0 0,7-5 93 0 0,2 1 0 0 0,-23 35 0 0 0,35-46-52 0 0,0 1 1 0 0,2 0-1 0 0,-1 0 1 0 0,1 1 0 0 0,1 0-1 0 0,1-1 1 0 0,0 1-1 0 0,1 1 1 0 0,0-1 0 0 0,1 0-1 0 0,0 1 1 0 0,3 21 0 0 0,-1-28-28 0 0,0 0 0 0 0,0 0 0 0 0,1-1 0 0 0,0 1 1 0 0,1 0-1 0 0,0-1 0 0 0,0 0 0 0 0,0 1 0 0 0,1-1 1 0 0,7 10-1 0 0,-7-13-14 0 0,-1 0 0 0 0,1 0 0 0 0,0 0 0 0 0,0-1 0 0 0,1 1 0 0 0,-1-1 1 0 0,1 0-1 0 0,-1 0 0 0 0,1-1 0 0 0,0 0 0 0 0,0 1 0 0 0,0-2 0 0 0,0 1 0 0 0,0 0 0 0 0,1-1 0 0 0,9 1 0 0 0,3-1 44 0 0,1-1 0 0 0,-1 0 0 0 0,0-1-1 0 0,0-1 1 0 0,1-1 0 0 0,-1-1 0 0 0,-1 0-1 0 0,24-10 1 0 0,-20 6-377 0 0,0-1 0 0 0,-1 0 0 0 0,-1-2 0 0 0,1-1 0 0 0,-2 0 0 0 0,21-17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5:41.1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11 272 11656 0 0,'4'1'489'0'0,"2"1"-244"0"0,0 0 1 0 0,1-1-1 0 0,-1 0 1 0 0,1 0-1 0 0,-1 0 1 0 0,0-1-1 0 0,1 0 1 0 0,-1-1-1 0 0,13-1 1 0 0,-16 1-221 0 0,0 0 0 0 0,0 0 1 0 0,0-1-1 0 0,0 1 0 0 0,0-1 1 0 0,0 0-1 0 0,-1 1 0 0 0,1-2 1 0 0,0 1-1 0 0,-1 0 0 0 0,0 0 1 0 0,1-1-1 0 0,-1 1 0 0 0,0-1 1 0 0,0 1-1 0 0,0-1 0 0 0,-1 0 1 0 0,1 0-1 0 0,-1 0 0 0 0,1 0 1 0 0,-1 0-1 0 0,1-5 0 0 0,-1 3-14 0 0,1-1 0 0 0,-1 0-1 0 0,0 0 1 0 0,-1 0 0 0 0,1 1-1 0 0,-1-1 1 0 0,-1 0 0 0 0,1 0-1 0 0,-1 0 1 0 0,-2-10 0 0 0,2 14-9 0 0,1 1 0 0 0,0-1 0 0 0,-1 1 0 0 0,0-1 0 0 0,1 1 0 0 0,-1-1 0 0 0,0 1 0 0 0,0 0 0 0 0,0-1 0 0 0,0 1 0 0 0,0 0 0 0 0,0 0 0 0 0,0 0 0 0 0,0-1 0 0 0,0 1 0 0 0,-1 0 0 0 0,1 0 1 0 0,0 1-1 0 0,-1-1 0 0 0,1 0 0 0 0,-1 0 0 0 0,1 1 0 0 0,-1-1 0 0 0,1 1 0 0 0,-1-1 0 0 0,1 1 0 0 0,-1 0 0 0 0,0 0 0 0 0,1-1 0 0 0,-1 1 0 0 0,1 0 0 0 0,-1 0 0 0 0,0 1 0 0 0,1-1 0 0 0,-1 0 0 0 0,1 0 0 0 0,-1 1 0 0 0,0-1 0 0 0,1 1 0 0 0,-1 0 0 0 0,1-1 0 0 0,0 1 0 0 0,-1 0 0 0 0,-1 1 1 0 0,-3 1 4 0 0,1 1 0 0 0,-1 0 1 0 0,0 0-1 0 0,1 1 1 0 0,0 0-1 0 0,0-1 0 0 0,0 2 1 0 0,1-1-1 0 0,0 1 1 0 0,0-1-1 0 0,0 1 1 0 0,-5 12-1 0 0,6-12 5 0 0,0-1 0 0 0,1 1 1 0 0,0 0-1 0 0,0 0 0 0 0,0 0 0 0 0,1 1 1 0 0,0-1-1 0 0,0 0 0 0 0,0 1 0 0 0,1-1 1 0 0,0 0-1 0 0,0 1 0 0 0,1-1 0 0 0,1 8 1 0 0,-1-10-3 0 0,0-1 1 0 0,1 1 0 0 0,-1 0-1 0 0,0-1 1 0 0,1 0 0 0 0,0 1-1 0 0,0-1 1 0 0,0 0 0 0 0,1 0-1 0 0,-1 0 1 0 0,0 0 0 0 0,1 0-1 0 0,0-1 1 0 0,0 1 0 0 0,0-1-1 0 0,0 0 1 0 0,5 3 0 0 0,-4-3 2 0 0,1-1 1 0 0,-1 1-1 0 0,1-1 1 0 0,0 0-1 0 0,-1 0 0 0 0,1 0 1 0 0,0-1-1 0 0,0 0 1 0 0,-1 0-1 0 0,1 0 1 0 0,0-1-1 0 0,5 0 1 0 0,12-5 39 0 0,0 0 1 0 0,-1-2 0 0 0,0 0-1 0 0,35-20 1 0 0,-39 20-25 0 0,11-6 50 0 0,0-1 1 0 0,-1-2 0 0 0,-1 0 0 0 0,0-2 0 0 0,-2-1 0 0 0,0 0-1 0 0,-1-2 1 0 0,33-42 0 0 0,-54 63-64 0 0,-1-1 1 0 0,1 0-1 0 0,-1 0 0 0 0,0 0 0 0 0,0 0 0 0 0,0 0 1 0 0,0 0-1 0 0,0 0 0 0 0,0-1 0 0 0,0 1 0 0 0,-1 0 1 0 0,1-1-1 0 0,-1 1 0 0 0,1 0 0 0 0,-1-1 0 0 0,0 1 1 0 0,0 0-1 0 0,0-1 0 0 0,-1 1 0 0 0,0-4 0 0 0,0 4 1 0 0,0 0-1 0 0,0 0 1 0 0,-1 0-1 0 0,1 0 0 0 0,-1 0 1 0 0,0 0-1 0 0,0 0 1 0 0,1 0-1 0 0,-1 1 0 0 0,0-1 1 0 0,-1 1-1 0 0,1 0 1 0 0,0-1-1 0 0,0 1 1 0 0,0 0-1 0 0,-1 0 0 0 0,1 0 1 0 0,-5-1-1 0 0,-5-1 19 0 0,0 0-1 0 0,0 1 1 0 0,-1 0 0 0 0,1 1-1 0 0,-1 0 1 0 0,1 1 0 0 0,0 0-1 0 0,-1 1 1 0 0,1 0 0 0 0,0 1-1 0 0,-23 7 1 0 0,33-9-32 0 0,0 1 0 0 0,0-1 0 0 0,1 1 0 0 0,-1 0 0 0 0,0 0 0 0 0,0 0-1 0 0,1 0 1 0 0,-1 0 0 0 0,0 0 0 0 0,1 0 0 0 0,-1 0 0 0 0,1 1 0 0 0,0-1 0 0 0,-1 0 0 0 0,1 1 0 0 0,0-1 0 0 0,0 1 0 0 0,0 0-1 0 0,0-1 1 0 0,0 1 0 0 0,0 0 0 0 0,0 0 0 0 0,0 3 0 0 0,0-2-1 0 0,1 0-1 0 0,1 0 1 0 0,-1 0 0 0 0,0 0 0 0 0,1-1-1 0 0,-1 1 1 0 0,1 0 0 0 0,0 0-1 0 0,0 0 1 0 0,0 0 0 0 0,0-1-1 0 0,0 1 1 0 0,4 4 0 0 0,3 4 0 0 0,0-1 0 0 0,0 0 1 0 0,1 0-1 0 0,0-1 0 0 0,0 0 0 0 0,12 7 0 0 0,31 20 10 0 0,29 21 18 0 0,-73-50-20 0 0,0-1-1 0 0,0 0 1 0 0,0 0 0 0 0,1-1-1 0 0,0 0 1 0 0,0-1 0 0 0,0 0 0 0 0,0 0-1 0 0,1-1 1 0 0,-1-1 0 0 0,1 1 0 0 0,12 0-1 0 0,-19-3-3 0 0,0 0-1 0 0,1-1 1 0 0,-1 1-1 0 0,0-1 1 0 0,1 0-1 0 0,-1 0 1 0 0,0 0-1 0 0,0 0 1 0 0,0-1-1 0 0,0 1 1 0 0,0-1-1 0 0,0 0 1 0 0,0 0-1 0 0,0 0 1 0 0,-1 0-1 0 0,1 0 1 0 0,-1-1-1 0 0,0 1 1 0 0,1-1-1 0 0,1-3 1 0 0,5-7 13 0 0,-1 1-1 0 0,0-2 1 0 0,6-13 0 0 0,19-66 136 0 0,-37 111-129 0 0,1 0 0 0 0,1-1 0 0 0,0 1 0 0 0,2 0 0 0 0,0 0 1 0 0,0 0-1 0 0,2 0 0 0 0,0 0 0 0 0,9 30 0 0 0,-10-46-15 0 0,0 0 0 0 0,0 0 0 0 0,0 0 0 0 0,0-1 0 0 0,0 1 0 0 0,0-1 0 0 0,1 1 0 0 0,-1-1 0 0 0,1 1 0 0 0,-1-1 0 0 0,1 0-1 0 0,0 0 1 0 0,-1 0 0 0 0,1 0 0 0 0,0 0 0 0 0,0 0 0 0 0,0 0 0 0 0,-1-1 0 0 0,1 1 0 0 0,0 0 0 0 0,0-1 0 0 0,0 0 0 0 0,0 1 0 0 0,0-1 0 0 0,0 0 0 0 0,0 0 0 0 0,0 0 0 0 0,0-1 0 0 0,0 1 0 0 0,4-1 0 0 0,8-1 21 0 0,1-1 1 0 0,-1-1 0 0 0,16-5 0 0 0,-16 4-1 0 0,179-57 348 0 0,-189 61-353 0 0,0 0 0 0 0,0 1 0 0 0,0-1 1 0 0,0 1-1 0 0,0 0 0 0 0,0 0 0 0 0,0 0 0 0 0,5 1 1 0 0,-8-1-20 0 0,0 1 1 0 0,-1-1-1 0 0,1 0 1 0 0,0 0-1 0 0,0 1 1 0 0,0-1-1 0 0,0 1 1 0 0,-1-1-1 0 0,1 1 1 0 0,0-1-1 0 0,0 1 1 0 0,-1-1-1 0 0,1 1 1 0 0,0 0-1 0 0,-1-1 1 0 0,1 1-1 0 0,-1 0 1 0 0,1-1-1 0 0,-1 1 1 0 0,1 0-1 0 0,-1 0 1 0 0,0 0-1 0 0,1-1 0 0 0,-1 1 1 0 0,0 0-1 0 0,1 0 1 0 0,-1 0-1 0 0,0 0 1 0 0,0 0-1 0 0,0 0 1 0 0,0-1-1 0 0,0 1 1 0 0,0 0-1 0 0,0 0 1 0 0,0 0-1 0 0,0 0 1 0 0,-1 0-1 0 0,1 0 1 0 0,0 0-1 0 0,0-1 1 0 0,-1 1-1 0 0,1 0 1 0 0,-1 1-1 0 0,-4 8 46 0 0,1-1-1 0 0,-1 0 1 0 0,-1 1 0 0 0,0-2-1 0 0,0 1 1 0 0,-13 12-1 0 0,-5 4-2602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5:41.5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1 674 15472 0 0,'0'0'632'0'0,"2"-1"69"0"0,85-16 2252 0 0,-74 12-2937 0 0,-1-1 1 0 0,0 0-1 0 0,0 0 1 0 0,-1-2-1 0 0,0 1 1 0 0,0-1-1 0 0,-1-1 0 0 0,0 1 1 0 0,10-13-1 0 0,-6 5 10 0 0,-1-1 0 0 0,0-1 0 0 0,-2 0 0 0 0,0 0 0 0 0,9-23 0 0 0,0-9 14 0 0,-3-1 1 0 0,-1-1-1 0 0,13-88 0 0 0,-12 15-49 0 0,-18 105 1 0 0,-3 14 5 0 0,0 9 1 0 0,2 1 2 0 0,0 0-1 0 0,0 0 1 0 0,0 1 0 0 0,1-1 0 0 0,-1 0 0 0 0,1 0 0 0 0,0 1 0 0 0,1-1 0 0 0,-1 1 0 0 0,1-1-1 0 0,0 1 1 0 0,0 7 0 0 0,0 5 0 0 0,-2 4 5 0 0,-1-1 29 0 0,2-1-1 0 0,2 40 0 0 0,-1-53-26 0 0,1-1 0 0 0,0 0 0 0 0,0 1 0 0 0,1-1 0 0 0,-1 0 0 0 0,1 0 0 0 0,0 0 0 0 0,1 0 0 0 0,-1 0 0 0 0,1 0 0 0 0,0-1 0 0 0,0 1 0 0 0,0-1-1 0 0,1 0 1 0 0,7 7 0 0 0,-1-3 29 0 0,2-1-1 0 0,-1 0 1 0 0,1-1-1 0 0,0 0 1 0 0,0-1-1 0 0,1 0 1 0 0,-1-1 0 0 0,16 3-1 0 0,-8-1 59 0 0,1 0 0 0 0,20 11 0 0 0,-39-17-89 0 0,0 2 0 0 0,0-1 0 0 0,0 0-1 0 0,0 0 1 0 0,0 1 0 0 0,0-1 0 0 0,-1 1 0 0 0,1-1 0 0 0,0 1 0 0 0,-1 0 0 0 0,1-1 0 0 0,-1 1 0 0 0,0 0 0 0 0,1 0 0 0 0,-1 0 0 0 0,0 0 0 0 0,0 1 0 0 0,0-1 0 0 0,-1 0-1 0 0,1 0 1 0 0,0 0 0 0 0,-1 1 0 0 0,1-1 0 0 0,-1 0 0 0 0,0 1 0 0 0,0-1 0 0 0,0 0 0 0 0,0 1 0 0 0,0-1 0 0 0,-1 3 0 0 0,-2 6-4 0 0,0 0 0 0 0,-1 0 1 0 0,0 0-1 0 0,-11 20 0 0 0,8-15 5 0 0,-1-1-5 0 0,3-1-1 0 0,-1 0 0 0 0,-1 0 0 0 0,-1-1 0 0 0,1 0 0 0 0,-2-1 0 0 0,0 0 0 0 0,-21 21 0 0 0,29-32 0 0 0,0 0 0 0 0,0 0 0 0 0,0 0 0 0 0,0 0 0 0 0,-1 0 0 0 0,1-1-1 0 0,0 1 1 0 0,0 0 0 0 0,-1-1 0 0 0,1 0 0 0 0,0 1 0 0 0,-1-1 0 0 0,1 1 0 0 0,-1-1-1 0 0,1 0 1 0 0,0 0 0 0 0,-1 0 0 0 0,1 0 0 0 0,-1 0 0 0 0,1 0 0 0 0,-1-1 0 0 0,1 1-1 0 0,0 0 1 0 0,-1-1 0 0 0,1 1 0 0 0,0-1 0 0 0,-1 1 0 0 0,1-1 0 0 0,0 1 0 0 0,0-1-1 0 0,-1 0 1 0 0,1 0 0 0 0,0 0 0 0 0,0 0 0 0 0,0 0 0 0 0,0 0 0 0 0,0 0 0 0 0,0 0-1 0 0,0 0 1 0 0,1 0 0 0 0,-1 0 0 0 0,0-1 0 0 0,1 1 0 0 0,-2-3 0 0 0,-4-7-2 0 0,1-1 0 0 0,1 1 1 0 0,-1-1-1 0 0,-1-13 0 0 0,4 17 2 0 0,-9-30-2650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5:41.9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13360 0 0,'0'0'1024'0'0,"28"18"-240"0"0,-9-6 0 0 0,8 0-313 0 0,2 3 17 0 0,4-1-376 0 0,3-2 8 0 0,-5-1-104 0 0,-5-4 0 0 0,-2-1-16 0 0,-6-5 0 0 0,-3-1 0 0 0,-2 3 0 0 0,-4-3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5:42.2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74 11152 0 0,'0'0'680'0'0,"30"-21"72"0"0,-16 9 0 0 0,1-7-160 0 0,-1-3 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6:03.4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1 558 5720 0 0,'15'1'0'0'0,"9"1"9"0"0,7 0 18 0 0,-25-2-14 0 0,0 1 1 0 0,0-2 0 0 0,0 1-1 0 0,0-1 1 0 0,6-1-1 0 0,-10 2 638 0 0,12-38 26 0 0,30-110 376 0 0,-32 120-907 0 0,1 0-1 0 0,0 1 0 0 0,2 1 1 0 0,34-45-1 0 0,-32 49-40 0 0,0 1 1 0 0,1 1-1 0 0,39-34 0 0 0,-44 44-46 0 0,-1 1-1 0 0,1 0 0 0 0,0 1 1 0 0,1 1-1 0 0,0 0 0 0 0,0 0 1 0 0,30-8-1 0 0,-40 14-144 0 0,-4 1 112 0 0,1-1 0 0 0,-1 1 0 0 0,1 0 0 0 0,-1-1 1 0 0,1 1-1 0 0,-1 0 0 0 0,1 0 0 0 0,0 0 1 0 0,-1-1-1 0 0,1 1 0 0 0,-1 0 0 0 0,1 0 0 0 0,0 0 1 0 0,-1 0-1 0 0,1 0 0 0 0,-1 0 0 0 0,1 0 0 0 0,-1 0 1 0 0,1 0-1 0 0,0 0 0 0 0,-1 0 0 0 0,1 1 1 0 0,-1-1-1 0 0,1 0 0 0 0,-1 0 0 0 0,1 1 0 0 0,0-1 1 0 0,-1 0-1 0 0,1 1 0 0 0,-1-1 0 0 0,0 0 1 0 0,1 1-1 0 0,-1-1 0 0 0,1 1 0 0 0,-1-1 0 0 0,0 0 1 0 0,1 1-1 0 0,-1-1 0 0 0,0 1 0 0 0,1 0 0 0 0,-1 0 1 0 0,1 1 113 0 0,-1-2-120 0 0,-1 0-1 0 0,1 0 1 0 0,0 0 0 0 0,0 0 0 0 0,-1 0 0 0 0,1 0 0 0 0,0 1 0 0 0,0-1 0 0 0,-1 0 0 0 0,1 0 0 0 0,0 0-1 0 0,0 1 1 0 0,-1-1 0 0 0,1 0 0 0 0,0 0 0 0 0,0 1 0 0 0,0-1 0 0 0,0 0 0 0 0,-1 0 0 0 0,1 1 0 0 0,0-1-1 0 0,0 0 1 0 0,0 1 0 0 0,0-1 0 0 0,0 0 0 0 0,0 0 0 0 0,0 1 0 0 0,0-1 0 0 0,0 0 0 0 0,0 1 0 0 0,0-1-1 0 0,0 0 1 0 0,0 1 0 0 0,0-1 0 0 0,0 0 0 0 0,0 1 0 0 0,0-1 0 0 0,0 0 0 0 0,0 0 0 0 0,1 1 0 0 0,-1-1-1 0 0,0 0 1 0 0,0 0 0 0 0,1 1 0 0 0,5 13 487 0 0,-6-13-468 0 0,1 0 148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6:03.8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48 10248 0 0,'6'0'15'0'0,"21"0"199"0"0,14-8 226 0 0,-8-4 298 0 0,68-14 0 0 0,-98 26-708 0 0,1-1 0 0 0,-1 1 0 0 0,1 0-1 0 0,-1 0 1 0 0,1 0 0 0 0,-1 1 0 0 0,1-1 0 0 0,-1 1 0 0 0,1 0-1 0 0,-1 0 1 0 0,0 0 0 0 0,1 0 0 0 0,-1 0 0 0 0,0 1 0 0 0,0 0 0 0 0,0 0-1 0 0,0-1 1 0 0,0 2 0 0 0,4 3 0 0 0,1 3 12 0 0,0 0 0 0 0,-1 0 0 0 0,-1 0 0 0 0,10 17 0 0 0,-10-15-52 0 0,-3-4 18 0 0,1 0-1 0 0,-1 0 0 0 0,0 0 0 0 0,-1 0 1 0 0,3 14-1 0 0,4 14 7 0 0,-5-22-15 0 0,-1 0 0 0 0,-1 0 0 0 0,0 1 0 0 0,0-1 0 0 0,-2 1 0 0 0,0 0 0 0 0,-2 24 0 0 0,1-36-1 0 0,1 0 1 0 0,-1 0-1 0 0,1 0 1 0 0,-1 0-1 0 0,0 0 1 0 0,1 0-1 0 0,-1-1 1 0 0,0 1-1 0 0,0 0 1 0 0,-1 0-1 0 0,-1 2 1 0 0,-9 16-7 0 0,6 14-5 0 0,5-28 11 0 0,0 0 0 0 0,0 0-1 0 0,0 0 1 0 0,0-1 0 0 0,-1 1-1 0 0,0 0 1 0 0,0-1 0 0 0,-1 0-1 0 0,1 1 1 0 0,-6 7 0 0 0,-5-1-6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6:04.4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8136 0 0,'2'1'0'0'0,"9"3"12"0"0,4 1 31 0 0,0 2 24 0 0,5 4 60 0 0,-17-8-102 0 0,1-1 1 0 0,-1 1 0 0 0,0 0 0 0 0,0 0 0 0 0,0 0 0 0 0,-1 0-1 0 0,4 5 1 0 0,6 20 53 0 0,-7-5 79 0 0,-1 0 0 0 0,-2 0 0 0 0,0 0 0 0 0,-1 0 0 0 0,-3 25-1 0 0,2 37 96 0 0,0-76-212 0 0,0 1-1 0 0,-1-1 1 0 0,0 0-1 0 0,0 0 1 0 0,-6 18-1 0 0,7-5 56 0 0,1-7-40 0 0,-3 13 47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6:04.7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66 7832 0 0,'22'1'41'0'0,"8"-5"66"0"0,-11-1 65 0 0,36-14 0 0 0,-50 17-152 0 0,27-9 222 0 0,49-9 1 0 0,-67 18-160 0 0,0 1 0 0 0,24-1 1 0 0,-12 2 71 0 0,-18 0-107 0 0,0 0 0 0 0,0 1 0 0 0,0 0 0 0 0,13 4 0 0 0,5 1 38 0 0,-9 3-8 0 0,-8-7-52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6:05.3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0 240 7136 0 0,'14'-1'4'0'0,"7"-2"13"0"0,-3 1 7 0 0,10-2 20 0 0,-21 3-33 0 0,0 0 1 0 0,-1-1 0 0 0,1 0-1 0 0,0-1 1 0 0,-1 0-1 0 0,1 0 1 0 0,9-6-1 0 0,7-6 35 0 0,-6 4 155 0 0,0-1-1 0 0,19-17 1 0 0,60-45 612 0 0,-68 54-405 0 0,-27 18-288 0 0,-15 28 74 0 0,-49 78 56 0 0,61-99-218 0 0,-6 10 46 0 0,0 0 1 0 0,-8 26-1 0 0,15-37-52 0 0,0 0 1 0 0,0 0-1 0 0,0 0 1 0 0,1 0-1 0 0,-1 0 1 0 0,1 0-1 0 0,0 0 0 0 0,0 0 1 0 0,0 0-1 0 0,1 0 1 0 0,-1 0-1 0 0,1 0 1 0 0,0 0-1 0 0,0 0 0 0 0,1 0 1 0 0,2 5-1 0 0,-2-6-7 0 0,-1-1 0 0 0,1 0-1 0 0,0 0 1 0 0,0 0 0 0 0,1-1-1 0 0,-1 1 1 0 0,0 0 0 0 0,0-1-1 0 0,1 0 1 0 0,-1 1 0 0 0,1-1 0 0 0,0 0-1 0 0,-1 0 1 0 0,1-1 0 0 0,0 1-1 0 0,-1 0 1 0 0,1-1 0 0 0,0 0-1 0 0,0 1 1 0 0,-1-1 0 0 0,1 0-1 0 0,0-1 1 0 0,0 1 0 0 0,0 0-1 0 0,2-1 1 0 0,3-1 12 0 0,-1 1-1 0 0,0-1 1 0 0,1 0-1 0 0,-1 0 0 0 0,0-1 1 0 0,0 0-1 0 0,0 0 1 0 0,6-5-1 0 0,-1-1 32 0 0,0-1-1 0 0,-1-1 0 0 0,0 0 1 0 0,0-1-1 0 0,-1 0 0 0 0,-1-1 1 0 0,0 1-1 0 0,-1-2 0 0 0,-1 1 1 0 0,0-1-1 0 0,0-1 0 0 0,-1 1 1 0 0,-1-1-1 0 0,-1 0 0 0 0,5-27 1 0 0,-8 37-18 0 0,-1 1 1 0 0,0-1-1 0 0,0 0 1 0 0,0 1 0 0 0,-1-1-1 0 0,0 0 1 0 0,0 1-1 0 0,0-1 1 0 0,0 1-1 0 0,-1 0 1 0 0,0-1 0 0 0,1 1-1 0 0,-2 0 1 0 0,1 0-1 0 0,-3-4 1 0 0,4 7-22 0 0,0 0 0 0 0,0 0 0 0 0,0 0 0 0 0,0 0 0 0 0,0 0 0 0 0,-1 0 0 0 0,1 1 0 0 0,0-1-1 0 0,-1 0 1 0 0,1 1 0 0 0,0-1 0 0 0,-1 0 0 0 0,1 1 0 0 0,-1 0 0 0 0,1-1 0 0 0,-1 1 0 0 0,1 0 0 0 0,0 0 0 0 0,-1 0 0 0 0,1 0 0 0 0,-1 0 0 0 0,1 0 0 0 0,-1 0 0 0 0,1 1 0 0 0,-1-1 0 0 0,1 0 0 0 0,-1 1-1 0 0,1-1 1 0 0,0 1 0 0 0,-1 0 0 0 0,-2 1 0 0 0,0 0 5 0 0,1 0-1 0 0,-1 0 1 0 0,0 1-1 0 0,0-1 0 0 0,1 1 1 0 0,0 0-1 0 0,-1 0 1 0 0,-4 7-1 0 0,1 1 30 0 0,1 2 1 0 0,0-1-1 0 0,1 1 0 0 0,1 0 0 0 0,0 0 1 0 0,0 0-1 0 0,1 0 0 0 0,1 1 0 0 0,0 0 0 0 0,1 26 1 0 0,1-18 60 0 0,0 0 0 0 0,6 32 0 0 0,-6-47-88 0 0,2 0-1 0 0,-1 0 1 0 0,1 0-1 0 0,0 0 0 0 0,1-1 1 0 0,0 1-1 0 0,0-1 1 0 0,0 0-1 0 0,1 1 1 0 0,-1-2-1 0 0,9 11 1 0 0,-10-14-13 0 0,0-1 0 0 0,1 1 1 0 0,-1 0-1 0 0,0-1 1 0 0,1 1-1 0 0,-1-1 0 0 0,1 0 1 0 0,-1 0-1 0 0,1 0 0 0 0,0 0 1 0 0,0 0-1 0 0,-1 0 1 0 0,1-1-1 0 0,0 0 0 0 0,0 1 1 0 0,0-1-1 0 0,-1 0 1 0 0,1 0-1 0 0,0 0 0 0 0,0-1 1 0 0,4 0-1 0 0,5-2 41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6:07.1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0 269 10544 0 0,'0'0'162'0'0,"4"0"9"0"0,3 0-70 0 0,-6 0-45 0 0,1 1-1 0 0,0-1 0 0 0,0 0 0 0 0,-1 0 0 0 0,1 0 0 0 0,0 0 0 0 0,-1 0 0 0 0,1 0 0 0 0,0-1 0 0 0,0 1 0 0 0,-1 0 0 0 0,1-1 0 0 0,-1 0 0 0 0,1 1 0 0 0,0-1 0 0 0,-1 0 0 0 0,1 0 1 0 0,-1 0-1 0 0,3-1 0 0 0,-3 0 447 0 0,22-28-17 0 0,-13 16-378 0 0,20-27 201 0 0,-24 31-249 0 0,1 1 0 0 0,-1 1-1 0 0,1-1 1 0 0,15-13 0 0 0,-15 17-48 0 0,-1-1-1 0 0,0 0 0 0 0,0 0 0 0 0,-1 0 0 0 0,0-1 0 0 0,6-11 1 0 0,3-6-21 0 0,-14 15-4 0 0,-5 3 7 0 0,-3 8 6 0 0,-2 7 1 0 0,2 0 0 0 0,-1 1 0 0 0,1 0 0 0 0,-13 22 0 0 0,9-12 14 0 0,1 0 0 0 0,1 0 1 0 0,0 1-1 0 0,2 0 0 0 0,1 0 1 0 0,0 1-1 0 0,-7 43 0 0 0,14-62 1 0 0,0-1 0 0 0,0 1 0 0 0,0-1-1 0 0,0 1 1 0 0,0 0 0 0 0,0-1 0 0 0,1 1 0 0 0,-1-1-1 0 0,1 1 1 0 0,-1-1 0 0 0,1 0 0 0 0,0 1 0 0 0,0-1-1 0 0,0 0 1 0 0,1 1 0 0 0,-1-1 0 0 0,0 0 0 0 0,1 0-1 0 0,0 0 1 0 0,-1 0 0 0 0,1 0 0 0 0,0 0 0 0 0,0-1-1 0 0,0 1 1 0 0,0-1 0 0 0,0 1 0 0 0,0-1 0 0 0,0 0 0 0 0,1 0-1 0 0,-1 0 1 0 0,1 0 0 0 0,-1 0 0 0 0,0 0 0 0 0,1-1-1 0 0,-1 1 1 0 0,1-1 0 0 0,-1 1 0 0 0,1-1 0 0 0,0 0-1 0 0,-1 0 1 0 0,1-1 0 0 0,-1 1 0 0 0,1 0 0 0 0,-1-1-1 0 0,1 1 1 0 0,-1-1 0 0 0,1 0 0 0 0,3-2 0 0 0,5-3 47 0 0,1 0 1 0 0,-1-1 0 0 0,0 0 0 0 0,0-1-1 0 0,-1-1 1 0 0,0 1 0 0 0,-1-2 0 0 0,1 1-1 0 0,-2-1 1 0 0,10-14 0 0 0,-7 7 31 0 0,0-1 0 0 0,-1 0 1 0 0,-1-1-1 0 0,0 0 0 0 0,10-39 1 0 0,-1-8 203 0 0,-18 65-282 0 0,0 0 1 0 0,1 0-1 0 0,-1 0 0 0 0,0 0 1 0 0,0 0-1 0 0,0 0 0 0 0,0 0 1 0 0,0 0-1 0 0,0-1 0 0 0,0 1 0 0 0,0 0 1 0 0,0 0-1 0 0,-1 0 0 0 0,1 0 1 0 0,0 0-1 0 0,-1 0 0 0 0,1 0 1 0 0,-1 0-1 0 0,1 0 0 0 0,-1 0 0 0 0,1 0 1 0 0,-1 0-1 0 0,-1-1 0 0 0,1 1-6 0 0,0 1 0 0 0,0 0 1 0 0,0-1-1 0 0,0 1 0 0 0,0 0 0 0 0,0-1 0 0 0,0 1 0 0 0,0 0 0 0 0,0 0 0 0 0,0 0 0 0 0,-1 0 0 0 0,1 0 0 0 0,0 0 0 0 0,0 0 1 0 0,0 0-1 0 0,0 1 0 0 0,0-1 0 0 0,-2 1 0 0 0,-3 2 12 0 0,0-1 0 0 0,0 1 0 0 0,1 0 0 0 0,0 0 0 0 0,-1 1 0 0 0,1 0 0 0 0,0 0 0 0 0,-4 4 0 0 0,0 2 18 0 0,1 0 0 0 0,0 0 0 0 0,1 1 0 0 0,0 0 0 0 0,1 1 0 0 0,0-1 0 0 0,0 1 0 0 0,1 0-1 0 0,1 0 1 0 0,-4 20 0 0 0,7-31-34 0 0,1-1 0 0 0,0 1-1 0 0,0-1 1 0 0,-1 1 0 0 0,1 0-1 0 0,0-1 1 0 0,0 1 0 0 0,0-1-1 0 0,0 1 1 0 0,0 0 0 0 0,0-1-1 0 0,0 1 1 0 0,0-1 0 0 0,0 1-1 0 0,0 0 1 0 0,0-1 0 0 0,0 1 0 0 0,1-1-1 0 0,-1 1 1 0 0,0-1 0 0 0,0 1-1 0 0,1 0 1 0 0,-1-1 0 0 0,0 1-1 0 0,1-1 1 0 0,-1 0 0 0 0,0 1-1 0 0,1-1 1 0 0,-1 1 0 0 0,1-1-1 0 0,-1 1 1 0 0,1-1 0 0 0,-1 0 0 0 0,1 1-1 0 0,-1-1 1 0 0,1 0 0 0 0,-1 0-1 0 0,1 1 1 0 0,-1-1 0 0 0,1 0-1 0 0,0 0 1 0 0,-1 0 0 0 0,1 0-1 0 0,-1 0 1 0 0,1 1 0 0 0,0-1-1 0 0,-1 0 1 0 0,1 0 0 0 0,-1-1 0 0 0,1 1-1 0 0,0 0 1 0 0,-1 0 0 0 0,1 0-1 0 0,-1 0 1 0 0,1 0 0 0 0,0-1-1 0 0,3 0 15 0 0,-1-1-1 0 0,1 0 1 0 0,-1 0-1 0 0,1 0 1 0 0,-1 0-1 0 0,0 0 1 0 0,6-5-1 0 0,57-58 174 0 0,28-26 129 0 0,-56 52 75 0 0,-37 37-329 0 0,0 2-50 0 0,0 0 0 0 0,0 1 0 0 0,-1-1 1 0 0,1 0-1 0 0,0 0 0 0 0,0 1 0 0 0,-1-1 0 0 0,1 0 0 0 0,0 1 0 0 0,-1-1 0 0 0,1 1 0 0 0,-1-1 0 0 0,1 1 1 0 0,0-1-1 0 0,-1 1 0 0 0,1-1 0 0 0,-1 1 0 0 0,1 0 0 0 0,0 9 19 0 0,-1-1 0 0 0,0 1 0 0 0,-1-1 0 0 0,0 0 0 0 0,0 1 0 0 0,-1-1 0 0 0,0 0 1 0 0,-6 15-1 0 0,5-12-8 0 0,-29 80 97 0 0,19-60-51 0 0,-13 53 0 0 0,17-50-21 0 0,-14 33 1 0 0,3-12-3 0 0,-12 20 65 0 0,31-75-112 0 0,0 1 0 0 0,1-1 0 0 0,-1 0 0 0 0,0 1 0 0 0,1-1 0 0 0,-1 0 0 0 0,0 0 0 0 0,0 1 0 0 0,0-1 0 0 0,0 0 0 0 0,0 0 0 0 0,0 0 0 0 0,0 0 0 0 0,-1 0 0 0 0,1-1 0 0 0,0 1 0 0 0,0 0 0 0 0,-2 0 0 0 0,15-42 15 0 0,1 12-16 0 0,1 1 1 0 0,18-26-1 0 0,-21 36-4 0 0,-6 9-2 0 0,1 1-8 0 0,20-5 0 0 0,-16 9 8 0 0,2-1-6 0 0,1 2 0 0 0,-12 3 7 0 0,-1 0 1 0 0,1-1 0 0 0,-1 1 0 0 0,1 0 0 0 0,0 0-1 0 0,-1 0 1 0 0,1 0 0 0 0,-1 0 0 0 0,1 0 0 0 0,-1 0 0 0 0,1 0-1 0 0,0 0 1 0 0,-1 0 0 0 0,1 0 0 0 0,-1 0 0 0 0,1 0 0 0 0,-1 0-1 0 0,1 1 1 0 0,-1-1 0 0 0,1 0 0 0 0,0 0 0 0 0,-1 1-1 0 0,1-1 1 0 0,13 7-4 0 0,-7-5-6 0 0,-1 0 0 0 0,1 0 0 0 0,0-1 0 0 0,0 0 0 0 0,0 0 0 0 0,1 0-1 0 0,11-2 1 0 0,-13 1 4 0 0,-1-1 2 0 0,-1-1 0 0 0,0 1 0 0 0,-1-1-1 0 0,1 0 1 0 0,0 0 0 0 0,0-1-1 0 0,-1 1 1 0 0,0-1 0 0 0,1 0 0 0 0,-1 0-1 0 0,0 0 1 0 0,0 0 0 0 0,4-7-1 0 0,-2 4 1 0 0,11-13-8 0 0,-2 0 0 0 0,0-1 0 0 0,-1-1 0 0 0,-1 0 0 0 0,-1 0 0 0 0,-1-1 0 0 0,-1-1 0 0 0,8-29 0 0 0,-14 37 8 0 0,1 1 4 0 0,-3 11 2 0 0,-1 0-1 0 0,1 0 0 0 0,-1 0 0 0 0,1 0 0 0 0,-1-1 0 0 0,0 1 0 0 0,0 0 0 0 0,0 0 0 0 0,-1 0 1 0 0,1-1-1 0 0,-1 1 0 0 0,0 0 0 0 0,0 0 0 0 0,0 0 0 0 0,0 0 0 0 0,0 0 0 0 0,-2-3 1 0 0,2 5 0 0 0,0-1 0 0 0,0 1 0 0 0,0 0-1 0 0,0 0 1 0 0,0 0 0 0 0,0 0 0 0 0,0 0-1 0 0,-1 0 1 0 0,1 0 0 0 0,0 1 0 0 0,0-1 0 0 0,-1 0-1 0 0,1 1 1 0 0,0-1 0 0 0,-1 0 0 0 0,1 1-1 0 0,-1 0 1 0 0,1-1 0 0 0,-1 1 0 0 0,1 0 0 0 0,-1 0-1 0 0,1 0 1 0 0,-1 0 0 0 0,1 0 0 0 0,-1 0-1 0 0,1 0 1 0 0,-1 1 0 0 0,1-1 0 0 0,-1 0 0 0 0,1 1-1 0 0,0-1 1 0 0,-1 1 0 0 0,-1 1 0 0 0,-1 0 4 0 0,0 0 0 0 0,1 0 1 0 0,-1 1-1 0 0,0 0 1 0 0,1-1-1 0 0,0 1 0 0 0,0 1 1 0 0,0-1-1 0 0,0 0 0 0 0,0 1 1 0 0,1 0-1 0 0,-5 6 1 0 0,-20 51 123 0 0,25-56-118 0 0,0 0 0 0 0,0 0-1 0 0,0 1 1 0 0,1-1 0 0 0,0 0 0 0 0,0 1-1 0 0,0-1 1 0 0,1 1 0 0 0,0-1 0 0 0,0 1-1 0 0,0-1 1 0 0,0 1 0 0 0,1-1 0 0 0,0 0 0 0 0,0 1-1 0 0,3 6 1 0 0,-3-10 4 0 0,2-1-11 0 0,0-1 1 0 0,0 1-1 0 0,0-1 0 0 0,0 1 1 0 0,0-1-1 0 0,0 0 0 0 0,0 0 0 0 0,0 0 1 0 0,4-1-1 0 0,-3 1-2 0 0,4-3-1 0 0,1 1 1 0 0,0-2-1 0 0,-1 1 0 0 0,14-8 1 0 0,26-10 26 0 0,-46 20-23 0 0,1 1-1 0 0,0-1 1 0 0,0 1 0 0 0,0 0 0 0 0,0-1 0 0 0,-1 1 0 0 0,1 1 0 0 0,0-1 0 0 0,0 0 0 0 0,0 1 0 0 0,0-1 0 0 0,-1 1 0 0 0,1 0 0 0 0,0 0 0 0 0,2 1 0 0 0,-3 0 3 0 0,-1 0 0 0 0,0 0 0 0 0,0 1 0 0 0,0-1 0 0 0,0 0 0 0 0,0 1 0 0 0,-1-1 0 0 0,1 0 0 0 0,-1 1 0 0 0,0-1 0 0 0,1 1 0 0 0,-1-1 0 0 0,0 0 0 0 0,0 1 0 0 0,-1 4 0 0 0,1-3 7 0 0,0 16 28 0 0,1-12-6 0 0,-1 0 0 0 0,0-1 1 0 0,0 1-1 0 0,-1 0 1 0 0,0 0-1 0 0,-1 0 0 0 0,-3 11 1 0 0,4-17 206 0 0,16-31-93 0 0,-10 21-117 0 0,-1 1 0 0 0,1 1 0 0 0,1-1 0 0 0,0 1 1 0 0,0 0-1 0 0,0 0 0 0 0,0 0 0 0 0,1 1 0 0 0,0 0 0 0 0,0 1 0 0 0,14-8 0 0 0,-20 12-29 0 0,0 0-1 0 0,0 0 0 0 0,0 0 0 0 0,0 0 1 0 0,0 0-1 0 0,0 0 0 0 0,0 0 0 0 0,0 1 1 0 0,0-1-1 0 0,1 0 0 0 0,-1 1 0 0 0,0-1 1 0 0,0 0-1 0 0,0 1 0 0 0,0-1 0 0 0,-1 1 1 0 0,1 0-1 0 0,0-1 0 0 0,0 1 0 0 0,0 0 0 0 0,0-1 1 0 0,-1 1-1 0 0,1 0 0 0 0,0 0 0 0 0,0 0 1 0 0,-1 0-1 0 0,1 0 0 0 0,-1 0 0 0 0,1 0 1 0 0,-1 0-1 0 0,1 0 0 0 0,-1 0 0 0 0,1 2 1 0 0,9 36 78 0 0,-6 13-8 0 0,-4-36-49 0 0,2 1 0 0 0,-1-1 1 0 0,2 0-1 0 0,8 29 0 0 0,-7-33-6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6:08.2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0 163 13464 0 0,'0'0'3251'0'0,"7"-3"-3055"0"0,31-14-15 0 0,0-2-1 0 0,-2-1 1 0 0,47-35-1 0 0,-54 36-34 0 0,-4-5 25 0 0,-20 19-130 0 0,-14 13-58 0 0,-20 23-32 0 0,15-9-29 0 0,0 1 0 0 0,-17 41 0 0 0,26-52 24 0 0,1 0 0 0 0,0 1-1 0 0,0-1 1 0 0,2 1 0 0 0,-1 0-1 0 0,2 0 1 0 0,-1 23 0 0 0,10-6-149 0 0,-8-29 192 0 0,0 0 1 0 0,1 0-1 0 0,-1 0 1 0 0,1 0-1 0 0,-1 0 1 0 0,1 0-1 0 0,0 0 0 0 0,-1 0 1 0 0,1 0-1 0 0,0 0 1 0 0,0-1-1 0 0,-1 1 1 0 0,1 0-1 0 0,0 0 1 0 0,0-1-1 0 0,0 1 1 0 0,0 0-1 0 0,0-1 1 0 0,0 1-1 0 0,0-1 0 0 0,0 0 1 0 0,1 1-1 0 0,1-1 1 0 0,-1-1 3 0 0,0 0 1 0 0,1-1-1 0 0,-1 0 0 0 0,0 0 1 0 0,0 1-1 0 0,0-1 0 0 0,0-1 1 0 0,0 1-1 0 0,-1 0 0 0 0,1 0 1 0 0,2-5-1 0 0,-2 4-5 0 0,61-76-18 0 0,-40 53 19 0 0,-2-1 1 0 0,28-46-1 0 0,-1-2 21 0 0,-44 69 25 0 0,-6 8 28 0 0,-6 12-19 0 0,6-1-30 0 0,0-1-1 0 0,0 0 0 0 0,1 0 0 0 0,1 1 1 0 0,0-1-1 0 0,1 0 0 0 0,4 23 0 0 0,-4-22-3 0 0,2 8 17 0 0,0 0 0 0 0,2 1-1 0 0,0-1 1 0 0,1-1 0 0 0,1 1-1 0 0,18 35 1 0 0,-23-52-17 0 0,0 1 0 0 0,1 0 0 0 0,0-1 0 0 0,0 1 0 0 0,0-1 0 0 0,0 0 0 0 0,1 0-1 0 0,-1 0 1 0 0,1-1 0 0 0,0 1 0 0 0,0-1 0 0 0,0 0 0 0 0,1 0 0 0 0,-1 0 0 0 0,9 3 0 0 0,6 1 32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6:08.9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11256 0 0,'4'1'178'0'0,"-1"0"-138"0"0,-1 0 0 0 0,0 1 0 0 0,1-1 1 0 0,-1 0-1 0 0,0 1 0 0 0,0 0 0 0 0,0-1 0 0 0,0 1 0 0 0,0 0 0 0 0,0 0 0 0 0,-1 0 0 0 0,1 0 0 0 0,-1 0 0 0 0,1 1 0 0 0,-1-1 0 0 0,0 0 0 0 0,0 1 0 0 0,0-1 0 0 0,0 1 0 0 0,0-1 0 0 0,0 1 1 0 0,-1 0-1 0 0,1 3 0 0 0,6 25 239 0 0,-2 0 0 0 0,-1 0 0 0 0,0 33 1 0 0,-6 101 163 0 0,1-118-309 0 0,-1-18-65 0 0,0 14 32 0 0,7 81 0 0 0,-3-121-89 0 0,7 3-9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6:09.2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41 9536 0 0,'12'-1'78'0'0,"6"-2"48"0"0,0-1 17 0 0,9-5 120 0 0,9-2 225 0 0,-17 8-293 0 0,1 0-1 0 0,-1 1 0 0 0,0 1 0 0 0,25 2 1 0 0,38-3 127 0 0,-69 0-274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6:10.8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0 402 8840 0 0,'25'-12'121'0'0,"9"-8"36"0"0,42-36 235 0 0,-41 29-165 0 0,27-36 526 0 0,-23 33-516 0 0,-21 18-94 0 0,1-2 0 0 0,-2 0 1 0 0,0-1-1 0 0,-1-1 0 0 0,0-1 0 0 0,-1 0 1 0 0,13-21-1 0 0,-4-3 182 0 0,-23 40-269 0 0,-27 13 82 0 0,16-3-110 0 0,0 2 1 0 0,0-1-1 0 0,1 2 0 0 0,0-1 1 0 0,1 1-1 0 0,1 0 1 0 0,0 1-1 0 0,-10 22 1 0 0,14-26-6 0 0,0-1 1 0 0,0 0 0 0 0,1 1 0 0 0,0 0 0 0 0,-1 16 0 0 0,-4 18 235 0 0,4-34-197 0 0,2 0 0 0 0,-1-1 0 0 0,1 1 0 0 0,0 0 0 0 0,1 10 0 0 0,0-15-22 0 0,0-1-1 0 0,1 1 0 0 0,0-1 1 0 0,0 1-1 0 0,0-1 0 0 0,0 0 1 0 0,0 1-1 0 0,1-1 0 0 0,-1 0 1 0 0,1 0-1 0 0,0 0 0 0 0,0 0 1 0 0,0 0-1 0 0,0-1 0 0 0,3 4 1 0 0,-4-6-27 0 0,-1 1 0 0 0,1-1 0 0 0,-1 1 0 0 0,1-1 0 0 0,0 1 0 0 0,-1-1 0 0 0,1 0 0 0 0,0 1 0 0 0,-1-1 0 0 0,1 0 0 0 0,0 0 1 0 0,-1 1-1 0 0,1-1 0 0 0,0 0 0 0 0,0 0 0 0 0,-1 0 0 0 0,1 0 0 0 0,0 0 0 0 0,0 0 0 0 0,-1 0 0 0 0,1 0 0 0 0,0 0 0 0 0,0 0 1 0 0,-1 0-1 0 0,1 0 0 0 0,0-1 0 0 0,-1 1 0 0 0,1 0 0 0 0,0-1 0 0 0,-1 1 0 0 0,1 0 0 0 0,0-1 0 0 0,-1 1 0 0 0,1-1 0 0 0,-1 1 1 0 0,1-1-1 0 0,-1 1 0 0 0,1-1 0 0 0,0 0 0 0 0,19-28 152 0 0,-16 21-128 0 0,24-34 230 0 0,-2-2-1 0 0,31-70 1 0 0,-57 113-265 0 0,2-3 28 0 0,0-1 0 0 0,0 0 0 0 0,0 1 0 0 0,0-1 0 0 0,-1 0 1 0 0,0 0-1 0 0,0-1 0 0 0,0 1 0 0 0,-1 0 0 0 0,0 0 0 0 0,0 0 1 0 0,0 0-1 0 0,-1-7 0 0 0,0 9 26 0 0,-10-5 169 0 0,-10-5-69 0 0,20 13-150 0 0,0 0 0 0 0,0 0 0 0 0,0 0 0 0 0,0 0 1 0 0,0 0-1 0 0,0 0 0 0 0,0 1 0 0 0,0-1 1 0 0,1 0-1 0 0,-1 1 0 0 0,0-1 0 0 0,0 0 0 0 0,0 1 1 0 0,0-1-1 0 0,1 1 0 0 0,-1-1 0 0 0,0 1 0 0 0,0 0 1 0 0,1-1-1 0 0,-1 1 0 0 0,1 0 0 0 0,-1-1 0 0 0,0 1 1 0 0,1 0-1 0 0,-1 0 0 0 0,1 0 0 0 0,0-1 1 0 0,-1 1-1 0 0,1 0 0 0 0,-1 1 0 0 0,-4 8 35 0 0,0 0 1 0 0,0 0-1 0 0,1 1 0 0 0,0 0 0 0 0,1 0 0 0 0,0 0 0 0 0,1 0 1 0 0,-1 14-1 0 0,2-24-38 0 0,1 0 1 0 0,0 0-1 0 0,0-1 1 0 0,0 1-1 0 0,0 0 0 0 0,0 0 1 0 0,0-1-1 0 0,1 1 1 0 0,-1 0-1 0 0,0 0 0 0 0,0 0 1 0 0,0-1-1 0 0,1 1 1 0 0,-1 0-1 0 0,0 0 1 0 0,1-1-1 0 0,-1 1 0 0 0,1 0 1 0 0,-1-1-1 0 0,1 1 1 0 0,-1-1-1 0 0,1 1 1 0 0,-1 0-1 0 0,1-1 0 0 0,-1 1 1 0 0,1-1-1 0 0,0 0 1 0 0,-1 1-1 0 0,1-1 1 0 0,0 1-1 0 0,0-1 0 0 0,-1 0 1 0 0,1 0-1 0 0,0 1 1 0 0,0-1-1 0 0,-1 0 0 0 0,1 0 1 0 0,0 0-1 0 0,0 0 1 0 0,0 0-1 0 0,-1 0 1 0 0,1 0-1 0 0,0 0 0 0 0,1 0 1 0 0,34-13 42 0 0,-30 10-25 0 0,1 0-10 0 0,0 0-1 0 0,0-1 1 0 0,-1 1-1 0 0,0-2 1 0 0,0 1-1 0 0,0-1 1 0 0,0 0-1 0 0,-1 0 1 0 0,0 0-1 0 0,0-1 1 0 0,0 0-1 0 0,0 0 1 0 0,-1 0-1 0 0,0 0 1 0 0,-1-1-1 0 0,5-10 1 0 0,-3 6 10 0 0,1 0 0 0 0,0 0 1 0 0,7-10-1 0 0,-12 20-14 0 0,-1 0-1 0 0,1 0 1 0 0,-1 0-1 0 0,1 0 1 0 0,-1 0-1 0 0,1 1 1 0 0,-1-1-1 0 0,1 0 1 0 0,0 0-1 0 0,0 1 1 0 0,-1-1 0 0 0,1 0-1 0 0,0 1 1 0 0,0-1-1 0 0,0 1 1 0 0,0-1-1 0 0,0 1 1 0 0,-1-1-1 0 0,1 1 1 0 0,0 0-1 0 0,0 0 1 0 0,0-1-1 0 0,0 1 1 0 0,0 0-1 0 0,2 0 1 0 0,-2 0-3 0 0,0 1 0 0 0,0 0-1 0 0,0-1 1 0 0,-1 1 0 0 0,1 0 0 0 0,0 0 0 0 0,0 0-1 0 0,-1-1 1 0 0,1 1 0 0 0,0 0 0 0 0,-1 0 0 0 0,1 0-1 0 0,-1 0 1 0 0,1 0 0 0 0,-1 0 0 0 0,1 0 0 0 0,-1 0-1 0 0,0 2 1 0 0,3 6 7 0 0,-2 0 0 0 0,0 0 0 0 0,0 0 0 0 0,0 10 0 0 0,-1-4 0 0 0,-1 27 29 0 0,-2 0-1 0 0,-11 56 1 0 0,-4 0 45 0 0,13-61-22 0 0,-2-1-1 0 0,-1 0 1 0 0,-22 56 0 0 0,30-90-53 0 0,-1 0-1 0 0,1-1 1 0 0,-1 1 0 0 0,0 0 0 0 0,1 0-1 0 0,-1-1 1 0 0,0 1 0 0 0,0-1 0 0 0,0 1 0 0 0,-1-1-1 0 0,1 1 1 0 0,0-1 0 0 0,0 0 0 0 0,-1 1-1 0 0,1-1 1 0 0,-1 0 0 0 0,-2 2 0 0 0,3-3 44 0 0,-4-24 65 0 0,12-4-73 0 0,1 1 0 0 0,0-1 0 0 0,2 2 0 0 0,2-1 0 0 0,0 2 0 0 0,26-41 0 0 0,-1 0 64 0 0,-36 64-100 0 0,-1 0 0 0 0,1 1 0 0 0,0-1 0 0 0,0 1-1 0 0,0-1 1 0 0,0 1 0 0 0,0-1 0 0 0,0 1 0 0 0,1-1 0 0 0,-1 1 0 0 0,0 0 0 0 0,1 0-1 0 0,-1 0 1 0 0,1 0 0 0 0,-1 0 0 0 0,4-2 0 0 0,-4 3 6 0 0,1 0 0 0 0,-1 1-1 0 0,0-1 1 0 0,0 0 0 0 0,0 0 0 0 0,0 1 0 0 0,0-1-1 0 0,0 1 1 0 0,0-1 0 0 0,0 1 0 0 0,0-1 0 0 0,0 1 0 0 0,0 0-1 0 0,0-1 1 0 0,-1 1 0 0 0,1 0 0 0 0,0 0 0 0 0,0-1-1 0 0,-1 1 1 0 0,1 0 0 0 0,0 0 0 0 0,-1 0 0 0 0,1 0-1 0 0,-1 0 1 0 0,1 0 0 0 0,-1 0 0 0 0,1 2 0 0 0,3 7 81 0 0,4 5 75 0 0,-7-15-168 0 0,-1 0 0 0 0,0 0 0 0 0,1 0 0 0 0,-1 0 0 0 0,1 0 0 0 0,-1 0 0 0 0,1 0 0 0 0,-1 0 0 0 0,0 0 0 0 0,1 0 0 0 0,-1 0 0 0 0,1 0 0 0 0,-1 0 0 0 0,1 0 0 0 0,-1 0 0 0 0,0-1 0 0 0,1 1 0 0 0,-1 0 0 0 0,1 0 0 0 0,-1-1 0 0 0,0 1 0 0 0,1 0 0 0 0,-1 0 0 0 0,0-1 0 0 0,1 1 0 0 0,-1 0 0 0 0,0-1 0 0 0,0 1 0 0 0,1 0 0 0 0,-1-1 0 0 0,0 1 0 0 0,0 0 0 0 0,0-1 0 0 0,1 1 0 0 0,-1-1 0 0 0,0 1 0 0 0,0-1 0 0 0,122-193 315 0 0,-73 130-190 0 0,-36 51 0 0 0,-4 14 42 0 0,-8 0-160 0 0,0 1 0 0 0,0-1 1 0 0,0 1-1 0 0,0-1 0 0 0,-1 1 1 0 0,1 0-1 0 0,-1-1 1 0 0,1 1-1 0 0,-1 0 0 0 0,0 0 1 0 0,0-1-1 0 0,0 1 0 0 0,0 3 1 0 0,0 4 34 0 0,1 0 0 0 0,0 0 1 0 0,1 0-1 0 0,-1 0 1 0 0,2 0-1 0 0,-1 0 0 0 0,1-1 1 0 0,1 1-1 0 0,6 12 1 0 0,-8-18-5 0 0,0-3-23 0 0,0 0-1 0 0,0 0 1 0 0,0 0-1 0 0,0 0 0 0 0,1 0 1 0 0,-1 0-1 0 0,0-1 1 0 0,0 1-1 0 0,0-1 1 0 0,0 0-1 0 0,0 1 0 0 0,0-1 1 0 0,0 0-1 0 0,-1 0 1 0 0,1 0-1 0 0,0 0 0 0 0,1-2 1 0 0,32-27 58 0 0,-21 17-8 0 0,-3 3-14 0 0,0-1 1 0 0,14-21-1 0 0,-13 16-12 0 0,-6 4-6 0 0,3-7 15 0 0,-6 21-8 0 0,-1 14 22 0 0,-2 10-34 0 0,0-24 22 0 0,1 1-29 0 0,0 0-1 0 0,0 0 0 0 0,-1 1 1 0 0,1-1-1 0 0,-1 1 0 0 0,0-1 0 0 0,0 0 1 0 0,0 7-1 0 0,0-8 16 0 0,0-1 16 0 0,0 18 533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6:11.5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1 279 14064 0 0,'16'-22'325'0'0,"12"-8"896"0"0,5-8 143 0 0,-24 27-909 0 0,0 1-1 0 0,18-16 1 0 0,4-5-202 0 0,-6 6-71 0 0,-18 18-123 0 0,0 0 0 0 0,0-1 0 0 0,0 0 1 0 0,6-11-1 0 0,-7 5-49 0 0,-1-5 8 0 0,-6 19-21 0 0,1 0 1 0 0,0 0-1 0 0,0 0 1 0 0,0 0-1 0 0,0 0 1 0 0,0 0-1 0 0,0 0 1 0 0,0 0-1 0 0,0 0 1 0 0,0 0-1 0 0,0 0 1 0 0,-1 0 0 0 0,1 0-1 0 0,0 0 1 0 0,0 0-1 0 0,0 0 1 0 0,0 0-1 0 0,0 0 1 0 0,0 0-1 0 0,0 0 1 0 0,0 0-1 0 0,0 0 1 0 0,0 0-1 0 0,0 0 1 0 0,-1 0-1 0 0,1 0 1 0 0,0-1-1 0 0,0 1 1 0 0,0 0-1 0 0,0 0 1 0 0,0 0-1 0 0,0 0 1 0 0,0 0-1 0 0,0 0 1 0 0,0 0-1 0 0,0 0 1 0 0,0 0-1 0 0,0 0 1 0 0,0 0 0 0 0,0-1-1 0 0,0 1 1 0 0,0 0-1 0 0,0 0 1 0 0,0 0-1 0 0,0 0 1 0 0,0 0-1 0 0,0 0 1 0 0,0 0-1 0 0,0 0 1 0 0,0 0-1 0 0,0 0 1 0 0,0-1-1 0 0,0 1 1 0 0,0 0-1 0 0,0 0 1 0 0,0 0-1 0 0,0 0 1 0 0,0 0-1 0 0,0 0 1 0 0,1 0-1 0 0,-1 0 1 0 0,0 0-1 0 0,0 0 1 0 0,-10 7-80 0 0,-17 20 29 0 0,20-21 31 0 0,-10 11-32 0 0,0 1 0 0 0,2 0 0 0 0,-19 28 0 0 0,30-39 42 0 0,-1 0 0 0 0,1 1 0 0 0,0 0 0 0 0,0 0 0 0 0,1 0 0 0 0,0 0 0 0 0,1 0 0 0 0,-1 1 0 0 0,2-1 0 0 0,-1 1 0 0 0,1-1 0 0 0,0 13 0 0 0,3-14 11 0 0,0 0 1 0 0,0 0-1 0 0,1 0 0 0 0,0 0 1 0 0,0 0-1 0 0,1 0 1 0 0,0-1-1 0 0,0 0 1 0 0,0 0-1 0 0,1 0 0 0 0,0 0 1 0 0,0-1-1 0 0,0 1 1 0 0,1-1-1 0 0,6 4 0 0 0,-8-7 3 0 0,0 0-1 0 0,0 0 1 0 0,0-1-1 0 0,0 1 1 0 0,0-1-1 0 0,0 0 1 0 0,0-1-1 0 0,1 1 1 0 0,-1-1-1 0 0,0 0 1 0 0,0 0-1 0 0,1 0 1 0 0,-1 0-1 0 0,0-1 1 0 0,0 0-1 0 0,0 1 0 0 0,0-2 1 0 0,8-2-1 0 0,-7 2 2 0 0,0 0 0 0 0,0 0 0 0 0,0-1 0 0 0,0 1-1 0 0,0-1 1 0 0,0-1 0 0 0,-1 1 0 0 0,0 0-1 0 0,1-1 1 0 0,-1 0 0 0 0,-1 0 0 0 0,8-9-1 0 0,-7 6 17 0 0,-2 3-8 0 0,1 0 0 0 0,-1 0 0 0 0,0 0 0 0 0,0 0 0 0 0,0 0 0 0 0,-1 0 1 0 0,1-1-1 0 0,-1 1 0 0 0,0-1 0 0 0,-1 1 0 0 0,1-1 0 0 0,-1 1 0 0 0,1-1 1 0 0,-2-5-1 0 0,0-5 35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6:11.8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13168 0 0,'0'0'312'0'0,"27"13"320"0"0,-16-12 64 0 0,0 7 640 0 0,-3-8-521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17:56.3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347 0 7632 0 0,'-5'7'20'0'0,"0"0"-1"0"0,1 0 1 0 0,0 0 0 0 0,-5 11 0 0 0,8-13-2 0 0,-1 0-1 0 0,1 0 1 0 0,0 0 0 0 0,0 1-1 0 0,1-1 1 0 0,-1 0 0 0 0,1 0-1 0 0,0 0 1 0 0,1 1 0 0 0,-1-1-1 0 0,1 0 1 0 0,0 0 0 0 0,2 6-1 0 0,2 5 134 0 0,0 1 1 0 0,-1 1-1 0 0,-1-1 0 0 0,0 0 0 0 0,-2 1 0 0 0,0-1 0 0 0,0 1 0 0 0,-2 0 0 0 0,-5 33 0 0 0,-14 55-4 0 0,12-54-77 0 0,-3-2 0 0 0,-17 52 0 0 0,5-20 5 0 0,3 0 0 0 0,-16 137 0 0 0,23-127-42 0 0,-1-22-12 0 0,8-45-10 0 0,1 0 0 0 0,-2 34 0 0 0,3-3 11 0 0,-11 55-1 0 0,13-91-6 0 0,-1 40-1 0 0,0 4 2 0 0,-22 256 43 0 0,19-187-42 0 0,-1 24 5 0 0,-10 108 18 0 0,6-150-28 0 0,5-75-2 0 0,0 40 1 0 0,-10 342 70 0 0,-2-155-10 0 0,15-166-39 0 0,2 84 1 0 0,10 122 39 0 0,-3-209-39 0 0,13 141 34 0 0,-3-75-32 0 0,47 192 36 0 0,-9-57 1 0 0,-19-91-25 0 0,-9-49-12 0 0,51 414 113 0 0,-58-396-101 0 0,6 142 36 0 0,2 16-11 0 0,0 3-10 0 0,1 192 32 0 0,-20-291-66 0 0,4 43 3 0 0,20 347 32 0 0,0-119-29 0 0,-21-235-16 0 0,-9-178-5 0 0,-2 81 4 0 0,-17 53 26 0 0,-64 312 0 0 0,75-514-42 0 0,-13 53 15 0 0,4 2 1 0 0,-7 155-1 0 0,22-202-16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1:12.2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8432 0 0,'10'0'10'0'0,"6"0"39"0"0,-1 0 30 0 0,7 1 73 0 0,41 1 187 0 0,-74 24 1881 0 0,-3 20-1632 0 0,2 0 0 0 0,3 1 0 0 0,-6 57 0 0 0,10-3-53 0 0,-5 29 178 0 0,9-121-645 0 0,1 0 1 0 0,0 0-1 0 0,1-1 1 0 0,2 12-1 0 0,-3-17-35 0 0,1 0-9 0 0,0-1 0 0 0,0 1 0 0 0,0-1 0 0 0,0 1 0 0 0,1-1 0 0 0,-1 0 1 0 0,1 0-1 0 0,-1 1 0 0 0,1-1 0 0 0,0 0 0 0 0,0-1 0 0 0,0 1 1 0 0,0 0-1 0 0,0 0 0 0 0,0-1 0 0 0,0 1 0 0 0,1-1 0 0 0,-1 0 0 0 0,1 0 1 0 0,-1 0-1 0 0,1 0 0 0 0,-1 0 0 0 0,1 0 0 0 0,-1-1 0 0 0,4 1 1 0 0,10 3 48 0 0,0-2 0 0 0,29 2 0 0 0,-33-3-31 0 0,1-1 0 0 0,0 0 0 0 0,0 0 0 0 0,0-2 0 0 0,-1 1 0 0 0,1-2 0 0 0,0 1 0 0 0,-1-2 0 0 0,1 0 0 0 0,-1 0 0 0 0,0-1 0 0 0,-1-1 0 0 0,1 0 0 0 0,-1 0 0 0 0,0-1 0 0 0,0 0 0 0 0,-1-1 0 0 0,0-1 0 0 0,-1 1 0 0 0,0-2 0 0 0,0 1 0 0 0,11-17 0 0 0,-14 19 12 0 0,-1-1 0 0 0,0 0 0 0 0,0-1 0 0 0,-1 1 0 0 0,0-1 1 0 0,-1 0-1 0 0,1 0 0 0 0,-2 0 0 0 0,1 0 0 0 0,-1-1 0 0 0,-1 1 0 0 0,0 0 1 0 0,0-1-1 0 0,-2-18 0 0 0,1 27-38 0 0,0-1 1 0 0,-1 1-1 0 0,1-1 0 0 0,-1 1 1 0 0,1-1-1 0 0,-1 1 1 0 0,0-1-1 0 0,1 1 0 0 0,-1-1 1 0 0,0 1-1 0 0,0 0 1 0 0,0 0-1 0 0,0-1 0 0 0,0 1 1 0 0,-1 0-1 0 0,1 0 1 0 0,0 0-1 0 0,0 0 0 0 0,-1 0 1 0 0,1 1-1 0 0,-1-1 1 0 0,1 0-1 0 0,-1 0 0 0 0,1 1 1 0 0,-1-1-1 0 0,1 1 1 0 0,-1 0-1 0 0,1-1 0 0 0,-1 1 1 0 0,1 0-1 0 0,-1 0 1 0 0,0 0-1 0 0,1 0 0 0 0,-1 0 1 0 0,-1 1-1 0 0,0-1 7 0 0,1 0 0 0 0,-1 0 0 0 0,1 1 0 0 0,-1 0 0 0 0,1-1 0 0 0,0 1 0 0 0,-1 0 0 0 0,1 0 0 0 0,0 0 0 0 0,-1 0 0 0 0,1 1 0 0 0,0-1 0 0 0,0 0 0 0 0,0 1 1 0 0,0 0-1 0 0,1-1 0 0 0,-1 1 0 0 0,0 0 0 0 0,1 0 0 0 0,-1 0 0 0 0,1 0 0 0 0,-2 4 0 0 0,2-5-17 0 0,1 0 1 0 0,0 0 0 0 0,0 0 0 0 0,0-1-1 0 0,0 1 1 0 0,0 0 0 0 0,0 0-1 0 0,0 0 1 0 0,0 0 0 0 0,0 0 0 0 0,0 0-1 0 0,1-1 1 0 0,-1 1 0 0 0,0 0-1 0 0,1 0 1 0 0,-1 0 0 0 0,0 0 0 0 0,1-1-1 0 0,-1 1 1 0 0,1 0 0 0 0,-1 0 0 0 0,1-1-1 0 0,0 1 1 0 0,-1-1 0 0 0,1 1-1 0 0,0 0 1 0 0,-1-1 0 0 0,1 1 0 0 0,0-1-1 0 0,0 1 1 0 0,-1-1 0 0 0,1 0-1 0 0,0 1 1 0 0,1-1 0 0 0,36 13 76 0 0,-29-11-72 0 0,4 1 0 0 0,0 0 1 0 0,-1 1-1 0 0,1 0 0 0 0,-1 1 0 0 0,0 1 1 0 0,0 0-1 0 0,-1 0 0 0 0,18 14 0 0 0,-27-18-9 0 0,1 2 0 0 0,-1-1 0 0 0,0 0 0 0 0,0 0 0 0 0,0 1 0 0 0,-1-1 0 0 0,1 0 0 0 0,-1 1 0 0 0,0 0 0 0 0,0-1 0 0 0,0 1 0 0 0,0 0 0 0 0,-1 0-1 0 0,1-1 1 0 0,-1 1 0 0 0,0 0 0 0 0,0 0 0 0 0,-1 4 0 0 0,-1 4 0 0 0,0-1 0 0 0,0 0 0 0 0,-1 1 0 0 0,-8 16 0 0 0,6-17-1 0 0,0 0 0 0 0,-1 0 0 0 0,0 0 0 0 0,-1-1 0 0 0,0 0 0 0 0,-1 0 0 0 0,-10 9 0 0 0,14-15 0 0 0,1 0 0 0 0,-1-1-1 0 0,0 1 1 0 0,0-1 0 0 0,-1 0 0 0 0,1-1 0 0 0,0 1-1 0 0,-1-1 1 0 0,0 0 0 0 0,0 0 0 0 0,1 0 0 0 0,-1-1-1 0 0,0 1 1 0 0,0-1 0 0 0,0 0 0 0 0,-1-1 0 0 0,1 1-1 0 0,0-1 1 0 0,-8-1 0 0 0,2-2 0 0 0,2-3-1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1:12.9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1 280 12360 0 0,'9'-5'25'0'0,"5"-1"96"0"0,1-1 69 0 0,7-3 156 0 0,24-11 182 0 0,-28 16 174 0 0,-16 5 34 0 0,9 3 2 0 0,2 10-687 0 0,-2 2-1 0 0,0 0 1 0 0,0 0-1 0 0,-1 1 1 0 0,-1 0-1 0 0,-1 1 1 0 0,-1 0 0 0 0,7 20-1 0 0,36 152 377 0 0,-45-164-418 0 0,-2-14-15 0 0,-1 11-7 0 0,-2-22 13 0 0,0 0-1 0 0,0 0 1 0 0,0 0 0 0 0,0 0-1 0 0,0 0 1 0 0,0-1 0 0 0,0 1-1 0 0,0 0 1 0 0,0 0-1 0 0,0 0 1 0 0,0 0 0 0 0,0 0-1 0 0,0 0 1 0 0,0 0 0 0 0,0 0-1 0 0,-1 0 1 0 0,1 0-1 0 0,0 0 1 0 0,0 0 0 0 0,0 0-1 0 0,0 0 1 0 0,0 0 0 0 0,0 0-1 0 0,0 0 1 0 0,0 0 0 0 0,0 0-1 0 0,0 0 1 0 0,0 0-1 0 0,0 0 1 0 0,0 0 0 0 0,-1 0-1 0 0,1 0 1 0 0,0 0 0 0 0,0 0-1 0 0,0 0 1 0 0,0 0-1 0 0,0 0 1 0 0,0 0 0 0 0,0 0-1 0 0,0 0 1 0 0,0 0 0 0 0,0 0-1 0 0,0 0 1 0 0,0 0-1 0 0,-1 0 1 0 0,1 0 0 0 0,0 0-1 0 0,0 0 1 0 0,0 0 0 0 0,0 0-1 0 0,0 0 1 0 0,0 0-1 0 0,0 0 1 0 0,0 0 0 0 0,0 0-1 0 0,0 0 1 0 0,0 0 0 0 0,0 1-1 0 0,0-1 1 0 0,-8-19-28 0 0,-8-40 2 0 0,3-1 0 0 0,-9-110 0 0 0,13-125-48 0 0,11 284 74 0 0,2 0 0 0 0,4 2 0 0 0,2 7 1 0 0,256 2 277 0 0,-264-1-261 0 0,0 1 0 0 0,0 0 0 0 0,0 0 0 0 0,-1 0 0 0 0,1 1 0 0 0,0-1 0 0 0,0 0 0 0 0,0 1 0 0 0,-1-1 0 0 0,1 1 0 0 0,0-1 0 0 0,-1 1 0 0 0,1 0 0 0 0,0 0 0 0 0,-1 0 0 0 0,1 0 0 0 0,-1 0 0 0 0,3 2 0 0 0,5 4 267 0 0,-29 14 572 0 0,8-14-743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1:13.3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53 12864 0 0,'23'1'103'0'0,"14"-2"333"0"0,-12-1 133 0 0,38-8 0 0 0,-17-16 1404 0 0,-16 12-1462 0 0,-29 14-329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1:14.3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1 416 11448 0 0,'17'4'142'0'0,"1"0"0"0"0,32 3 1 0 0,-10-2 246 0 0,-37-5-325 0 0,0 0-1 0 0,0 0 1 0 0,-1 0 0 0 0,1 0 0 0 0,0-1 0 0 0,0 1 0 0 0,-1-1 0 0 0,1 0 0 0 0,0 0 0 0 0,-1 0-1 0 0,1 0 1 0 0,-1 0 0 0 0,1 0 0 0 0,2-3 0 0 0,35-27 430 0 0,-23 16-388 0 0,50-42 184 0 0,-4-2 0 0 0,76-91 0 0 0,-110 113-261 0 0,-13 20 3 0 0,-15 16 8 0 0,-9 7-19 0 0,0 1-17 0 0,0 1 0 0 0,1 1 0 0 0,1-1 0 0 0,-1 1-1 0 0,1 0 1 0 0,1 1 0 0 0,-1-1 0 0 0,2 1 0 0 0,-1 0 0 0 0,-3 14-1 0 0,-14 27 14 0 0,14-34 3 0 0,0 0 0 0 0,1 1 1 0 0,-6 27-1 0 0,11-38-6 0 0,0 0 1 0 0,1 0 0 0 0,1 0-1 0 0,-1 0 1 0 0,1 0-1 0 0,0 0 1 0 0,0 0 0 0 0,1 0-1 0 0,0 0 1 0 0,1 0-1 0 0,-1 0 1 0 0,4 9 0 0 0,-4-14-6 0 0,0 0 1 0 0,0 0 0 0 0,0 0 0 0 0,0 0 0 0 0,1 0 0 0 0,-1 0 0 0 0,1-1 0 0 0,-1 1 0 0 0,1 0-1 0 0,0-1 1 0 0,-1 1 0 0 0,1-1 0 0 0,0 1 0 0 0,0-1 0 0 0,0 0 0 0 0,0 0 0 0 0,0 0-1 0 0,0 0 1 0 0,0 0 0 0 0,1 0 0 0 0,-1-1 0 0 0,0 1 0 0 0,0-1 0 0 0,1 0 0 0 0,-1 1 0 0 0,0-1-1 0 0,1 0 1 0 0,-1 0 0 0 0,0-1 0 0 0,1 1 0 0 0,-1 0 0 0 0,0-1 0 0 0,1 1 0 0 0,-1-1 0 0 0,0 0-1 0 0,0 0 1 0 0,4-2 0 0 0,4-1 34 0 0,1-2 1 0 0,-1 1-1 0 0,0-1 0 0 0,0-1 1 0 0,16-15-1 0 0,-18 13 5 0 0,0-1 0 0 0,-1 0 0 0 0,0 0 0 0 0,-1 0 0 0 0,0-1 0 0 0,-1 0 0 0 0,0 0 0 0 0,-1-1 0 0 0,0 1 0 0 0,-1-1 0 0 0,0 0 0 0 0,-1 0 0 0 0,2-15 1 0 0,-4 22 2 0 0,0-1 1 0 0,0 1 0 0 0,0-1 0 0 0,-1 1-1 0 0,1-1 1 0 0,-1 1 0 0 0,-3-9 0 0 0,3 12-20 0 0,0 0 0 0 0,0 0 0 0 0,0 0 0 0 0,0 0 1 0 0,-1 0-1 0 0,1 0 0 0 0,0 1 0 0 0,-1-1 0 0 0,0 0 0 0 0,1 1 1 0 0,-1-1-1 0 0,0 1 0 0 0,1 0 0 0 0,-1 0 0 0 0,0-1 0 0 0,0 1 1 0 0,0 0-1 0 0,0 1 0 0 0,0-1 0 0 0,-1 0 0 0 0,-3 0 0 0 0,0-1 77 0 0,0 1-1 0 0,-1 0 0 0 0,1 0 0 0 0,0 1 0 0 0,-1 0 1 0 0,1 0-1 0 0,-1 1 0 0 0,-6 0 0 0 0,13 0-90 0 0,-1-1 1 0 0,0 0-1 0 0,1 1 0 0 0,-1-1 1 0 0,1 1-1 0 0,-1-1 0 0 0,0 1 1 0 0,1-1-1 0 0,-1 1 0 0 0,1-1 0 0 0,-1 1 1 0 0,1 0-1 0 0,-1-1 0 0 0,1 1 1 0 0,0 0-1 0 0,-1-1 0 0 0,1 1 1 0 0,0 0-1 0 0,0-1 0 0 0,-1 1 0 0 0,1 0 1 0 0,0 0-1 0 0,0-1 0 0 0,0 1 1 0 0,0 0-1 0 0,0 0 0 0 0,0 0 1 0 0,0-1-1 0 0,0 1 0 0 0,0 0 1 0 0,0 0-1 0 0,0-1 0 0 0,1 1 0 0 0,-1 0 1 0 0,1 1-1 0 0,8 22 371 0 0,-6-17-306 0 0,1-1 0 0 0,-1 0 0 0 0,1 0 0 0 0,1-1 0 0 0,-1 1 0 0 0,11 9 0 0 0,-14-14-66 0 0,1 0 0 0 0,0 0 0 0 0,0 0 1 0 0,-1 0-1 0 0,1-1 0 0 0,0 1 0 0 0,0 0 0 0 0,0-1 0 0 0,0 1 0 0 0,0-1 1 0 0,0 0-1 0 0,0 0 0 0 0,0 0 0 0 0,0 0 0 0 0,0 0 0 0 0,0 0 0 0 0,0 0 1 0 0,0-1-1 0 0,0 1 0 0 0,0-1 0 0 0,0 1 0 0 0,0-1 0 0 0,0 0 0 0 0,0 0 1 0 0,0 0-1 0 0,-1 0 0 0 0,1 0 0 0 0,0 0 0 0 0,1-2 0 0 0,7-5 48 0 0,-1 0-1 0 0,0 0 0 0 0,-1-1 1 0 0,1-1-1 0 0,12-18 0 0 0,9-11 71 0 0,-9 14-18 0 0,-11 13-58 0 0,1-1 1 0 0,0 1-1 0 0,0 1 1 0 0,1 0-1 0 0,1 1 1 0 0,0 0-1 0 0,19-11 1 0 0,-30 20-48 0 0,0 0 0 0 0,-1 0 1 0 0,1 1-1 0 0,0-1 1 0 0,0 1-1 0 0,0-1 1 0 0,0 1-1 0 0,0 0 0 0 0,0 0 1 0 0,0 0-1 0 0,1 0 1 0 0,-1 0-1 0 0,0 0 0 0 0,0 1 1 0 0,0-1-1 0 0,0 0 1 0 0,-1 1-1 0 0,1 0 1 0 0,0 0-1 0 0,0-1 0 0 0,0 1 1 0 0,0 0-1 0 0,-1 0 1 0 0,1 1-1 0 0,0-1 0 0 0,-1 0 1 0 0,1 0-1 0 0,-1 1 1 0 0,1-1-1 0 0,-1 1 1 0 0,2 3-1 0 0,0-1 8 0 0,-1 1 0 0 0,1 0 0 0 0,-1-1 0 0 0,1 1 0 0 0,0-1 0 0 0,4 4 0 0 0,-3-4 1 0 0,-1 0 1 0 0,0 0-1 0 0,-1 0 0 0 0,1 0 1 0 0,3 8-1 0 0,-2-3 11 0 0,1 0 0 0 0,0 0-1 0 0,1 0 1 0 0,8 10 0 0 0,9 14 66 0 0,-22-31-75 0 0,9 7 45 0 0,-10-8-61 0 0,1 0 0 0 0,-1 0 1 0 0,1-1-1 0 0,-1 1 1 0 0,1 0-1 0 0,-1-1 0 0 0,1 1 1 0 0,0 0-1 0 0,-1-1 1 0 0,1 1-1 0 0,0-1 0 0 0,0 1 1 0 0,-1-1-1 0 0,1 1 1 0 0,0-1-1 0 0,0 1 0 0 0,0-1 1 0 0,0 0-1 0 0,-1 1 1 0 0,1-1-1 0 0,0 0 0 0 0,0 0 1 0 0,0 0-1 0 0,1 0 1 0 0,2-2 6 0 0,0 0 1 0 0,0-1 0 0 0,0 0 0 0 0,-1 0 0 0 0,1 0 0 0 0,-1 0-1 0 0,0 0 1 0 0,5-7 0 0 0,-5 6 5 0 0,1-1-1 0 0,0 1 1 0 0,0 0 0 0 0,1 0 0 0 0,8-6-1 0 0,-12 10-13 0 0,1 0 0 0 0,-1 0 0 0 0,1-1 0 0 0,-1 1 0 0 0,1 0 0 0 0,-1 0 0 0 0,1 0 0 0 0,-1 0-1 0 0,1 1 1 0 0,-1-1 0 0 0,0 0 0 0 0,1 1 0 0 0,-1-1 0 0 0,1 1 0 0 0,-1-1 0 0 0,0 1 0 0 0,1-1 0 0 0,-1 1 0 0 0,0 0-1 0 0,0 0 1 0 0,0 0 0 0 0,1 0 0 0 0,-1 0 0 0 0,0 0 0 0 0,0 0 0 0 0,0 0 0 0 0,-1 0 0 0 0,1 0 0 0 0,0 1 0 0 0,1 1-1 0 0,25 49 108 0 0,-22-40-88 0 0,4 5 35 0 0,0 0 1 0 0,12 16 0 0 0,-19-30-29 0 0,11 3 95 0 0,-3-2-2 0 0,-9-4-123 0 0,0 0-1 0 0,-1-1 1 0 0,1 1 0 0 0,-1-1 0 0 0,1 1-1 0 0,0-1 1 0 0,-1 1 0 0 0,1-1-1 0 0,-1 1 1 0 0,1-1 0 0 0,-1 0 0 0 0,1 1-1 0 0,-1-1 1 0 0,0 0 0 0 0,1 0-1 0 0,-1 1 1 0 0,0-1 0 0 0,1 0-1 0 0,-1 0 1 0 0,0 0 0 0 0,11-33 108 0 0,12-27-9 0 0,1 1-16 0 0,-16 37-15 0 0,1 0 0 0 0,1 1 1 0 0,16-26-1 0 0,-26 47-63 0 0,0 0-1 0 0,1 0 1 0 0,-1 1 0 0 0,1-1-1 0 0,-1 0 1 0 0,1 1 0 0 0,-1-1 0 0 0,1 0-1 0 0,-1 1 1 0 0,1-1 0 0 0,-1 1-1 0 0,1-1 1 0 0,0 1 0 0 0,0-1 0 0 0,-1 1-1 0 0,1-1 1 0 0,0 1 0 0 0,0 0-1 0 0,-1-1 1 0 0,1 1 0 0 0,0 0-1 0 0,0 0 1 0 0,0-1 0 0 0,0 2-4 0 0,0-1 1 0 0,-1 1-1 0 0,1-1 1 0 0,-1 1 0 0 0,1-1-1 0 0,-1 1 1 0 0,1-1-1 0 0,-1 1 1 0 0,1-1-1 0 0,-1 1 1 0 0,0 0-1 0 0,1-1 1 0 0,-1 1-1 0 0,0 0 1 0 0,1-1-1 0 0,-1 1 1 0 0,0 0-1 0 0,0-1 1 0 0,0 1-1 0 0,1 1 1 0 0,2 55 61 0 0,-2-41-36 0 0,1 22 19 0 0,-1 5 4 0 0,2 0-1 0 0,3-1 1 0 0,11 50 0 0 0,5-32 13 0 0,-20-57-60 0 0,-1 0 0 0 0,0 1 0 0 0,1-1 0 0 0,0 0 0 0 0,0 0 0 0 0,0-1 0 0 0,0 1 0 0 0,0 0 0 0 0,1-1 0 0 0,-1 1 0 0 0,1-1 1 0 0,-1 0-1 0 0,1 1 0 0 0,0-1 0 0 0,5 2 0 0 0,-6-4-3 0 0,0 0 1 0 0,-1 0-1 0 0,1 0 1 0 0,0 0 0 0 0,0 0-1 0 0,0-1 1 0 0,-1 1-1 0 0,1-1 1 0 0,0 1 0 0 0,0-1-1 0 0,-1 0 1 0 0,1 1-1 0 0,-1-1 1 0 0,1 0 0 0 0,0 0-1 0 0,-1 0 1 0 0,0-1-1 0 0,1 1 1 0 0,-1 0 0 0 0,0 0-1 0 0,1-1 1 0 0,-1 1-1 0 0,0-1 1 0 0,0 1 0 0 0,1-3-1 0 0,26-47 53 0 0,-23 42-47 0 0,63-143 127 0 0,-54 119-90 0 0,-1 0-1 0 0,-2-1 0 0 0,9-41 1 0 0,-13 40 7 0 0,-7 33-32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1:14.8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1 187 16384 0 0,'4'0'531'0'0,"-1"0"-434"0"0,-1 1-1 0 0,1-1 0 0 0,0 1 1 0 0,0-1-1 0 0,-1 1 0 0 0,1 0 0 0 0,-1 0 1 0 0,1 1-1 0 0,-1-1 0 0 0,1 0 0 0 0,-1 1 1 0 0,0-1-1 0 0,0 1 0 0 0,1 0 0 0 0,-1 0 1 0 0,0 0-1 0 0,-1 0 0 0 0,1 0 1 0 0,3 5-1 0 0,53 75 2310 0 0,-27-42-1932 0 0,-29-38-268 0 0,-2-2-206 0 0,1 0 0 0 0,-1 0 0 0 0,0 1 0 0 0,0-1 0 0 0,0 0 0 0 0,1 0 0 0 0,-1 1 0 0 0,0-1 0 0 0,0 0 0 0 0,0 0 0 0 0,1 0 0 0 0,-1 1 0 0 0,0-1 0 0 0,1 0 0 0 0,-1 0 0 0 0,0 0 0 0 0,0 0 0 0 0,1 0 0 0 0,-1 0 0 0 0,0 0 0 0 0,1 0 0 0 0,-1 0 0 0 0,0 1 0 0 0,1-1 0 0 0,-1 0 0 0 0,0-1 0 0 0,1 1 0 0 0,-1 0 0 0 0,0 0 0 0 0,0 0 0 0 0,1 0 0 0 0,-1 0 0 0 0,0 0 0 0 0,1 0 0 0 0,1-4-3 0 0,-1 1 0 0 0,1-1 0 0 0,-1 0 0 0 0,0 0 0 0 0,0 1 0 0 0,0-1 0 0 0,-1 0-1 0 0,0 0 1 0 0,1 0 0 0 0,-2-6 0 0 0,2-12-52 0 0,1-29-194 0 0,-1 6-225 0 0,1 0 0 0 0,15-77 0 0 0,-16 120 378 0 0,-7-7-696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1:16.1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20 316 10544 0 0,'-13'-11'72'0'0,"12"11"-58"0"0,0-1 0 0 0,1 0 0 0 0,-1 0 0 0 0,1 1 0 0 0,-1-1 0 0 0,1 0 0 0 0,0 0 0 0 0,-1 0 0 0 0,1 1 0 0 0,0-1 0 0 0,-1 0 0 0 0,1 0 0 0 0,0 0-1 0 0,0 0 1 0 0,0 0 0 0 0,0 0 0 0 0,0 0 0 0 0,0 0 0 0 0,0-1 0 0 0,1 1 3 0 0,-1 0-1 0 0,1-1 1 0 0,0 1-1 0 0,0-1 0 0 0,0 1 1 0 0,0 0-1 0 0,0-1 1 0 0,0 1-1 0 0,0 0 0 0 0,0 0 1 0 0,0 0-1 0 0,1 0 1 0 0,-1 0-1 0 0,0 0 0 0 0,1 0 1 0 0,-1 0-1 0 0,1 1 1 0 0,-1-1-1 0 0,1 1 0 0 0,-1-1 1 0 0,1 1-1 0 0,-1-1 1 0 0,4 1-1 0 0,6-4 156 0 0,-1 0 0 0 0,1 0 0 0 0,9-6-1 0 0,29-10 542 0 0,-45 17-628 0 0,0 0 0 0 0,0 0-1 0 0,-1 0 1 0 0,1-1 0 0 0,5-6 0 0 0,-5 5 54 0 0,-2 5-116 0 0,-1-1 0 0 0,0 0 0 0 0,1 0 0 0 0,-1 1 0 0 0,0-1 0 0 0,0 0-1 0 0,0 0 1 0 0,0 0 0 0 0,0 0 0 0 0,0-1 0 0 0,0 1 0 0 0,0 0 0 0 0,0 0 0 0 0,-1-1 0 0 0,1 1 0 0 0,0 0 0 0 0,-1-1 0 0 0,1 1 0 0 0,-1 0 0 0 0,0-1 0 0 0,1 1-1 0 0,-1-1 1 0 0,0 1 0 0 0,0-3 0 0 0,0 2 92 0 0,-6 2-72 0 0,5 0-42 0 0,0 0 0 0 0,1 0 0 0 0,-1 0 0 0 0,0 0 1 0 0,0 0-1 0 0,0 0 0 0 0,0 0 0 0 0,0 0 0 0 0,0 0 0 0 0,0 0 0 0 0,0 0 0 0 0,0 1 0 0 0,0-1 0 0 0,0 0 0 0 0,0 1 0 0 0,0-1 0 0 0,-1 2 1 0 0,-4 3 1 0 0,1 0 0 0 0,0 1 0 0 0,0 0 1 0 0,0 0-1 0 0,1 1 0 0 0,0-1 0 0 0,0 1 1 0 0,1 0-1 0 0,0 0 0 0 0,0 0 0 0 0,0 0 0 0 0,-2 11 1 0 0,3-7-2 0 0,0 1 1 0 0,0-1 0 0 0,1 1 0 0 0,0-1-1 0 0,1 1 1 0 0,1-1 0 0 0,3 22 0 0 0,-4-25 6 0 0,4 23-1 0 0,-3-30-3 0 0,-1 1 1 0 0,0-1 0 0 0,1 0-1 0 0,-1 0 1 0 0,1 1-1 0 0,-1-1 1 0 0,1 0 0 0 0,0 0-1 0 0,-1 0 1 0 0,1 0-1 0 0,0 1 1 0 0,0-1 0 0 0,0 0-1 0 0,0-1 1 0 0,0 1-1 0 0,0 0 1 0 0,0 0-1 0 0,0 0 1 0 0,0 0 0 0 0,2 0-1 0 0,-2-1 4 0 0,1 0 0 0 0,-1 0 1 0 0,0 0-1 0 0,1-1 0 0 0,-1 1 0 0 0,0 0 0 0 0,1-1 0 0 0,-1 1 0 0 0,0-1 1 0 0,1 1-1 0 0,-1-1 0 0 0,0 0 0 0 0,0 1 0 0 0,0-1 0 0 0,0 0 0 0 0,0 0 0 0 0,0 0 1 0 0,0 0-1 0 0,0 0 0 0 0,0 0 0 0 0,0 0 0 0 0,0 0 0 0 0,-1 0 0 0 0,2-3 0 0 0,17-32 189 0 0,20-121 570 0 0,-36 146-735 0 0,1-3 427 0 0,-4 14-453 0 0,1 0 1 0 0,-1 0 0 0 0,0 0-1 0 0,1 0 1 0 0,-1 0 0 0 0,0 0-1 0 0,1-1 1 0 0,-1 1 0 0 0,0 0-1 0 0,1 0 1 0 0,-1 0 0 0 0,0 0-1 0 0,1 0 1 0 0,-1 0 0 0 0,0 0-1 0 0,1 1 1 0 0,-1-1 0 0 0,1 0-1 0 0,-1 0 1 0 0,0 0 0 0 0,0 0-1 0 0,1 0 1 0 0,-1 0 0 0 0,0 1-1 0 0,1-1 1 0 0,-1 0 0 0 0,0 0-1 0 0,0 0 1 0 0,1 1 0 0 0,-1-1-1 0 0,0 0 1 0 0,0 0 0 0 0,1 1-1 0 0,-1-1 1 0 0,0 1 0 0 0,1 0 6 0 0,0 1 0 0 0,0 0 1 0 0,0 0-1 0 0,0 0 0 0 0,-1 0 1 0 0,1 0-1 0 0,-1 0 0 0 0,1 1 0 0 0,-1-1 1 0 0,0 0-1 0 0,0 0 0 0 0,0 4 0 0 0,1 3 25 0 0,2 14 8 0 0,-2-9 9 0 0,1 0-1 0 0,0 0 0 0 0,1-1 0 0 0,1 1 0 0 0,0-1 0 0 0,1 1 1 0 0,0-1-1 0 0,8 13 0 0 0,-12-25-46 0 0,0 0 0 0 0,-1 0 1 0 0,1 0-1 0 0,0 0 0 0 0,0 0 0 0 0,0 0 1 0 0,0-1-1 0 0,0 1 0 0 0,0 0 0 0 0,0 0 1 0 0,0-1-1 0 0,0 1 0 0 0,0-1 0 0 0,0 1 1 0 0,0-1-1 0 0,0 1 0 0 0,0-1 0 0 0,1 0 1 0 0,-1 1-1 0 0,0-1 0 0 0,0 0 0 0 0,0 0 1 0 0,1 0-1 0 0,-1 0 0 0 0,0 0 0 0 0,0 0 1 0 0,1 0-1 0 0,-1-1 0 0 0,0 1 0 0 0,0 0 1 0 0,0-1-1 0 0,1 1 0 0 0,-1-1 1 0 0,0 1-1 0 0,0-1 0 0 0,0 1 0 0 0,0-1 1 0 0,0 0-1 0 0,0 1 0 0 0,0-1 0 0 0,0 0 1 0 0,0 0-1 0 0,-1 0 0 0 0,1 0 0 0 0,0 0 1 0 0,0-1-1 0 0,7-7 19 0 0,-1-1 1 0 0,0 0 0 0 0,10-19-1 0 0,-10 18 24 0 0,-3 3-9 0 0,0 0 0 0 0,1 1 0 0 0,0 0 0 0 0,1 0-1 0 0,-1 0 1 0 0,2 0 0 0 0,-1 1 0 0 0,0 0 0 0 0,1 0 0 0 0,0 1 0 0 0,1 0-1 0 0,-1 0 1 0 0,10-4 0 0 0,-15 8-3 0 0,-1 1-27 0 0,1 1 0 0 0,-1-1 0 0 0,0 0 0 0 0,1 1 0 0 0,-1-1 0 0 0,0 1 0 0 0,0 0 0 0 0,1-1 0 0 0,-1 1-1 0 0,0 0 1 0 0,0 0 0 0 0,0-1 0 0 0,0 1 0 0 0,0 0 0 0 0,0 0 0 0 0,0 0 0 0 0,1 3 0 0 0,16 23 137 0 0,-13-18-121 0 0,4 5 55 0 0,12 25 252 0 0,-20-38-301 0 0,1 0-1 0 0,0 0 1 0 0,0-1 0 0 0,0 1-1 0 0,0 0 1 0 0,0 0 0 0 0,0-1-1 0 0,1 0 1 0 0,-1 1 0 0 0,0-1-1 0 0,0 0 1 0 0,0 0 0 0 0,0 0-1 0 0,4-1 1 0 0,17-21 206 0 0,-1-1-1 0 0,25-35 0 0 0,-45 55-153 0 0,7-16 814 0 0,-14 26-869 0 0,1 0-1 0 0,0 1 0 0 0,1 0 1 0 0,-1 0-1 0 0,2 0 0 0 0,-1 0 1 0 0,1 0-1 0 0,0 0 0 0 0,1 1 1 0 0,0-1-1 0 0,0 14 1 0 0,0-9 7 0 0,-3 13 56 0 0,2 0 0 0 0,0-1 0 0 0,2 1 0 0 0,1 0-1 0 0,1 0 1 0 0,1-1 0 0 0,11 45 0 0 0,-13-69-84 0 0,-1 1 1 0 0,1-1-1 0 0,0 0 1 0 0,0 0-1 0 0,0 0 0 0 0,-1 0 1 0 0,1 0-1 0 0,0 0 1 0 0,0 0-1 0 0,0 0 0 0 0,1 0 1 0 0,-1 0-1 0 0,0 0 1 0 0,0-1-1 0 0,0 1 0 0 0,1 0 1 0 0,-1-1-1 0 0,0 1 1 0 0,1-1-1 0 0,-1 1 0 0 0,0-1 1 0 0,1 0-1 0 0,-1 0 1 0 0,2 1-1 0 0,3 0 19 0 0,-4-2-20 0 0,0 0 1 0 0,-1 0-1 0 0,1 0 0 0 0,0-1 1 0 0,0 1-1 0 0,-1 0 1 0 0,1-1-1 0 0,-1 1 1 0 0,1-1-1 0 0,-1 0 1 0 0,0 1-1 0 0,0-1 0 0 0,0 0 1 0 0,0 0-1 0 0,2-4 1 0 0,-1 4 11 0 0,7-18 14 0 0,0-1-1 0 0,-1 0 1 0 0,-1 0 0 0 0,-1-1 0 0 0,-1 1-1 0 0,3-26 1 0 0,2-5 18 0 0,4-38 8 0 0,-13 79-54 0 0,0 1-1 0 0,-1-1 1 0 0,0 0-1 0 0,0 1 1 0 0,-1-1-1 0 0,-1 1 1 0 0,-3-13 0 0 0,0 9 4 0 0,-3-7 1 0 0,2 0-1 0 0,0 0 1 0 0,-4-28-1 0 0,9 47-9 0 0,1-1-1 0 0,0 1 0 0 0,-1-1 0 0 0,0 1 1 0 0,0 0-1 0 0,0-1 0 0 0,0 1 1 0 0,0 0-1 0 0,0-1 0 0 0,0 1 1 0 0,-1 0-1 0 0,1 0 0 0 0,-1 0 0 0 0,0 0 1 0 0,1 0-1 0 0,-1 1 0 0 0,-2-3 1 0 0,2 4 3 0 0,0 4-3 0 0,1 1-1 0 0,-1 0 0 0 0,1 0 0 0 0,0 0 1 0 0,0 0-1 0 0,0 9 0 0 0,1 4 0 0 0,0-1-1 0 0,2 0 0 0 0,0 0 0 0 0,1 0 1 0 0,0 0-1 0 0,7 18 0 0 0,6 29 6 0 0,24 71 19 0 0,7-4 3 0 0,-36-104-20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1:18.5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1 440 14064 0 0,'0'0'4081'0'0,"3"-7"-3933"0"0,11-39 10 0 0,-9 25-54 0 0,13-33 0 0 0,-17 51-93 0 0,38-76 126 0 0,-34 70-137 0 0,0 0 1 0 0,1 1-1 0 0,0 0 0 0 0,1 0 1 0 0,-1 0-1 0 0,1 1 1 0 0,9-7-1 0 0,-15 13-4 0 0,0 0 0 0 0,1 0-1 0 0,-1 0 1 0 0,0 0 0 0 0,1 1 0 0 0,-1-1-1 0 0,1 0 1 0 0,-1 1 0 0 0,1-1 0 0 0,-1 1-1 0 0,1 0 1 0 0,-1-1 0 0 0,1 1 0 0 0,-1 0 0 0 0,1 0-1 0 0,-1 0 1 0 0,1 0 0 0 0,-1 0 0 0 0,1 0-1 0 0,-1 1 1 0 0,1-1 0 0 0,-1 0 0 0 0,1 1-1 0 0,-1 0 1 0 0,1-1 0 0 0,-1 1 0 0 0,1 0-1 0 0,-1-1 1 0 0,0 1 0 0 0,1 0 0 0 0,-1 0-1 0 0,0 0 1 0 0,0 0 0 0 0,0 0 0 0 0,0 0 0 0 0,0 1-1 0 0,0-1 1 0 0,0 0 0 0 0,1 3 0 0 0,2 1-22 0 0,-1 1 0 0 0,0 0 0 0 0,0 0 1 0 0,-1 0-1 0 0,0 0 0 0 0,0 0 0 0 0,0 0 1 0 0,1 11-1 0 0,10 102-261 0 0,-12-112 249 0 0,-1 0-1 0 0,0 0 1 0 0,0 0 0 0 0,-3 10-1 0 0,3-15 8 0 0,0-6-5 0 0,0-4 36 0 0,-1-30-10 0 0,1-1 1 0 0,3 1-1 0 0,1 0 1 0 0,16-67-1 0 0,-20 105 11 0 0,0-1-1 0 0,0 1 1 0 0,0-1-1 0 0,0 1 0 0 0,0-1 1 0 0,0 1-1 0 0,0 0 1 0 0,0-1-1 0 0,0 1 0 0 0,0-1 1 0 0,1 1-1 0 0,-1-1 1 0 0,0 1-1 0 0,0-1 0 0 0,1 1 1 0 0,-1 0-1 0 0,0-1 1 0 0,1 1-1 0 0,-1-1 0 0 0,0 1 1 0 0,1 0-1 0 0,-1-1 1 0 0,0 1-1 0 0,1 0 0 0 0,-1 0 1 0 0,1-1-1 0 0,-1 1 1 0 0,1 0-1 0 0,-1 0 0 0 0,1 0 1 0 0,-1 0-1 0 0,1-1 1 0 0,-1 1-1 0 0,1 0 0 0 0,10 15 33 0 0,5 34 31 0 0,-14-44-59 0 0,4 20 19 0 0,-4-15 5 0 0,0-1 0 0 0,1 0 1 0 0,0 0-1 0 0,1 0 0 0 0,-1-1 0 0 0,8 12 0 0 0,-11-19-13 0 0,1 0 0 0 0,-1-1 0 0 0,0 1-1 0 0,1 0 1 0 0,0 0 0 0 0,-1-1-1 0 0,1 1 1 0 0,-1 0 0 0 0,1-1 0 0 0,0 1-1 0 0,-1-1 1 0 0,1 1 0 0 0,0-1 0 0 0,0 1-1 0 0,-1-1 1 0 0,1 1 0 0 0,0-1-1 0 0,0 0 1 0 0,0 1 0 0 0,0-1 0 0 0,-1 0-1 0 0,1 0 1 0 0,0 1 0 0 0,0-1-1 0 0,0 0 1 0 0,0 0 0 0 0,0 0 0 0 0,1-1-1 0 0,-1 1 5 0 0,1-1 0 0 0,-1 0-1 0 0,0 0 1 0 0,1 0 0 0 0,-1 0-1 0 0,0 0 1 0 0,0 0-1 0 0,0-1 1 0 0,0 1 0 0 0,0 0-1 0 0,0-1 1 0 0,0 1 0 0 0,0 0-1 0 0,0-3 1 0 0,5-10 71 0 0,-2 1-1 0 0,6-27 1 0 0,-7 30-54 0 0,-1 3-17 0 0,5-17 284 0 0,0 0 0 0 0,19-38-1 0 0,-25 60-62 0 0,-1 2-230 0 0,0 0 0 0 0,0 0-1 0 0,0 0 1 0 0,0-1-1 0 0,0 1 1 0 0,0 0-1 0 0,0 0 1 0 0,-1 0 0 0 0,1-1-1 0 0,0 1 1 0 0,0 0-1 0 0,0 0 1 0 0,0-1-1 0 0,0 1 1 0 0,0 0-1 0 0,0 0 1 0 0,0-1 0 0 0,0 1-1 0 0,1 0 1 0 0,-1 0-1 0 0,0 0 1 0 0,0-1-1 0 0,0 1 1 0 0,0 0 0 0 0,0 0-1 0 0,0 0 1 0 0,0-1-1 0 0,0 1 1 0 0,1 0-1 0 0,-1 0 1 0 0,0 0 0 0 0,0 0-1 0 0,0-1 1 0 0,0 1-1 0 0,1 0 1 0 0,-1 0-1 0 0,0 0 1 0 0,0 0 0 0 0,0 0-1 0 0,1 0 1 0 0,-1-1-1 0 0,0 1 1 0 0,0 0-1 0 0,1 0 1 0 0,6 10 297 0 0,5 15-30 0 0,-4 2-14 0 0,17 37 1 0 0,-23-59-206 0 0,0 0-1 0 0,1 0 1 0 0,0 0-1 0 0,0-1 1 0 0,0 1-1 0 0,0-1 1 0 0,1 0-1 0 0,-1 0 1 0 0,1 0 0 0 0,0 0-1 0 0,0 0 1 0 0,7 3-1 0 0,-9-6-40 0 0,-1 0-1 0 0,1 0 1 0 0,-1 0 0 0 0,1 0-1 0 0,0 0 1 0 0,-1-1-1 0 0,1 1 1 0 0,0-1 0 0 0,0 1-1 0 0,-1-1 1 0 0,1 0-1 0 0,0 0 1 0 0,0 0-1 0 0,0 0 1 0 0,-1 0 0 0 0,1 0-1 0 0,0 0 1 0 0,0 0-1 0 0,0-1 1 0 0,-1 1 0 0 0,1-1-1 0 0,0 1 1 0 0,0-1-1 0 0,-1 0 1 0 0,1 0-1 0 0,-1 0 1 0 0,1 0 0 0 0,-1 0-1 0 0,1 0 1 0 0,-1 0-1 0 0,1 0 1 0 0,0-2 0 0 0,3-2 15 0 0,-1 0 0 0 0,1 0 0 0 0,-2-1 1 0 0,1 1-1 0 0,0-1 0 0 0,-1 0 1 0 0,3-7-1 0 0,-2 0 13 0 0,0 0-1 0 0,-1 0 1 0 0,-1 0-1 0 0,0-1 1 0 0,-1 1 0 0 0,0 0-1 0 0,-1-1 1 0 0,-2-18 0 0 0,2 29-28 0 0,0 0-1 0 0,0 0 1 0 0,0 1 0 0 0,0-1 0 0 0,-1 0 0 0 0,1 0 0 0 0,-1 0 0 0 0,0 0 0 0 0,0 1 0 0 0,0-1 0 0 0,0 0 0 0 0,0 1 0 0 0,-1-1 0 0 0,1 1 0 0 0,-1-1 0 0 0,1 1 0 0 0,-1 0 0 0 0,0 0 0 0 0,0 0 0 0 0,0 0 0 0 0,0 0-1 0 0,0 0 1 0 0,-1 0 0 0 0,1 1 0 0 0,-5-3 0 0 0,6 4-15 0 0,0 0 1 0 0,1 0-1 0 0,-1 0 0 0 0,1 0 0 0 0,-1 0 0 0 0,1 0 0 0 0,-1 0 0 0 0,1 0 0 0 0,-1 1 1 0 0,1-1-1 0 0,-1 0 0 0 0,1 0 0 0 0,-1 1 0 0 0,1-1 0 0 0,-1 0 0 0 0,1 1 0 0 0,0-1 1 0 0,-1 0-1 0 0,1 1 0 0 0,-1-1 0 0 0,1 1 0 0 0,0-1 0 0 0,0 1 0 0 0,-1-1 0 0 0,1 1 1 0 0,0-1-1 0 0,0 1 0 0 0,-1 0 0 0 0,-4 13 32 0 0,1 1-2 0 0,2-1 1 0 0,0 0-1 0 0,1 1 1 0 0,0 15-1 0 0,1-23-18 0 0,1 0-1 0 0,0 0 0 0 0,0 0 1 0 0,0-1-1 0 0,1 1 0 0 0,0 0 1 0 0,1-1-1 0 0,-1 0 0 0 0,1 1 1 0 0,6 8-1 0 0,-7-12-3 0 0,0 0-1 0 0,0 0 1 0 0,1-1-1 0 0,-1 1 1 0 0,1-1 0 0 0,0 1-1 0 0,-1-1 1 0 0,1 0-1 0 0,0 0 1 0 0,0 0 0 0 0,1-1-1 0 0,-1 1 1 0 0,0-1-1 0 0,0 0 1 0 0,1 0 0 0 0,5 1-1 0 0,4 0 32 0 0,-1-1-1 0 0,1 0 1 0 0,18-2-1 0 0,-22 0-20 0 0,0 1-1 0 0,0-1 1 0 0,0 2-1 0 0,0-1 1 0 0,0 1 0 0 0,0 1-1 0 0,0 0 1 0 0,-1 0-1 0 0,11 4 1 0 0,-18-6-17 0 0,0 1-1 0 0,0-1 1 0 0,0 0 0 0 0,-1 1-1 0 0,1-1 1 0 0,0 1 0 0 0,-1 0 0 0 0,1-1-1 0 0,0 1 1 0 0,-1 0 0 0 0,1-1-1 0 0,0 1 1 0 0,-1 0 0 0 0,1-1 0 0 0,-1 1-1 0 0,0 0 1 0 0,1 0 0 0 0,-1 0 0 0 0,0 0-1 0 0,1-1 1 0 0,-1 1 0 0 0,0 0-1 0 0,0 0 1 0 0,0 0 0 0 0,0 0 0 0 0,1 0-1 0 0,-1 0 1 0 0,-1 0 0 0 0,1-1-1 0 0,0 1 1 0 0,0 0 0 0 0,0 0 0 0 0,0 0-1 0 0,-1 0 1 0 0,1 0 0 0 0,0-1-1 0 0,-1 1 1 0 0,1 0 0 0 0,0 0 0 0 0,-1 0-1 0 0,0 0 1 0 0,-4 7 13 0 0,0-1-1 0 0,-1 0 1 0 0,-11 11 0 0 0,-2 3 32 0 0,17-18-38 0 0,0 0 1 0 0,0-1 0 0 0,0 1-1 0 0,0 0 1 0 0,-1-1 0 0 0,1 0-1 0 0,-1 1 1 0 0,0-1-1 0 0,0 0 1 0 0,0 0 0 0 0,0-1-1 0 0,0 1 1 0 0,0-1-1 0 0,0 1 1 0 0,0-1 0 0 0,-6 1-1 0 0,8-1 13 0 0,-1-12 62 0 0,2 10-84 0 0,0 0 1 0 0,0 1 0 0 0,0-1 0 0 0,0 0-1 0 0,0 1 1 0 0,0-1 0 0 0,0 0-1 0 0,0 1 1 0 0,0-1 0 0 0,0 0 0 0 0,0 1-1 0 0,0-1 1 0 0,0 0 0 0 0,1 1-1 0 0,-1-1 1 0 0,0 0 0 0 0,0 1 0 0 0,1-1-1 0 0,-1 1 1 0 0,0-1 0 0 0,1 1-1 0 0,0-2 1 0 0,3-2 7 0 0,0-1-1 0 0,0 1 1 0 0,1 0 0 0 0,-1 0-1 0 0,1 0 1 0 0,0 0-1 0 0,0 1 1 0 0,0 0 0 0 0,1 0-1 0 0,-1 0 1 0 0,1 1-1 0 0,0 0 1 0 0,0 0 0 0 0,-1 0-1 0 0,1 1 1 0 0,0 0-1 0 0,11-1 1 0 0,-7 1 10 0 0,1 0-1 0 0,-1 1 1 0 0,0 1-1 0 0,1 0 1 0 0,-1 0-1 0 0,1 0 1 0 0,-1 2-1 0 0,0-1 1 0 0,14 6-1 0 0,-21-6-10 0 0,-1 0 0 0 0,1-1-1 0 0,-1 1 1 0 0,1 0 0 0 0,-1 0-1 0 0,0 1 1 0 0,0-1 0 0 0,0 0-1 0 0,0 1 1 0 0,0-1 0 0 0,-1 1-1 0 0,1 0 1 0 0,-1-1 0 0 0,0 1-1 0 0,1 0 1 0 0,-1 0 0 0 0,0 0-1 0 0,-1 0 1 0 0,1 0 0 0 0,-1 0-1 0 0,1 0 1 0 0,-1 0 0 0 0,0 6-1 0 0,0-7 8 0 0,-2 4 7 0 0,2-4-19 0 0,0-1-1 0 0,0 0 0 0 0,-1 0 0 0 0,1 1 0 0 0,0-1 0 0 0,-1 0 0 0 0,1 0 1 0 0,-1 0-1 0 0,1 0 0 0 0,-1 1 0 0 0,1-1 0 0 0,-1 0 0 0 0,0 0 1 0 0,0 0-1 0 0,1 0 0 0 0,-1 0 0 0 0,-1 0 0 0 0,0 0 1 0 0,0 0 0 0 0,-1 0 0 0 0,1 0 0 0 0,0 0 0 0 0,1 0 0 0 0,-1 1 0 0 0,0-1 0 0 0,0 0 0 0 0,0 1 0 0 0,-2 2 0 0 0,-11 8 15 0 0,85-91-10 0 0,-1 11-9 0 0,-33 34 0 0 0,-1-1 0 0 0,44-60 0 0 0,-94 160 0 0 0,-29 131 0 0 0,41-176 0 0 0,3-17 0 0 0,5-9 0 0 0,6-14 0 0 0,9-27 0 0 0,-2-1 0 0 0,14-62 0 0 0,-25 87 8 0 0,-10 41 0 0 0,0 0 0 0 0,1 0 0 0 0,1 1 0 0 0,2 29 0 0 0,-1-46 8 0 0,3-4-12 0 0,1 0 0 0 0,-1-1 0 0 0,1 0 0 0 0,-1 0 0 0 0,0 0 0 0 0,0 0 0 0 0,0 0 0 0 0,-1 0 1 0 0,1-1-1 0 0,-1 1 0 0 0,0-1 0 0 0,3-6 0 0 0,1 0 6 0 0,-1 3-5 0 0,-1 1 1 0 0,1 0-1 0 0,0 0 1 0 0,0 1-1 0 0,10-9 0 0 0,6-5 20 0 0,-20 17-23 0 0,-1 1-1 0 0,1 0 0 0 0,0 0 1 0 0,0 0-1 0 0,0 0 1 0 0,0 0-1 0 0,0 0 1 0 0,0 0-1 0 0,1 1 0 0 0,-1-1 1 0 0,0 0-1 0 0,0 0 1 0 0,1 1-1 0 0,-1-1 0 0 0,0 1 1 0 0,1-1-1 0 0,-1 1 1 0 0,0 0-1 0 0,1 0 1 0 0,-1-1-1 0 0,1 1 0 0 0,-1 0 1 0 0,1 0-1 0 0,-1 0 1 0 0,0 1-1 0 0,1-1 1 0 0,-1 0-1 0 0,1 0 0 0 0,-1 1 1 0 0,0-1-1 0 0,1 1 1 0 0,-1-1-1 0 0,0 1 0 0 0,0 0 1 0 0,1-1-1 0 0,-1 1 1 0 0,0 0-1 0 0,0 0 1 0 0,0 0-1 0 0,0 0 0 0 0,0 0 1 0 0,0 0-1 0 0,0 0 1 0 0,1 2-1 0 0,1 1 3 0 0,-1 0 0 0 0,0 1-1 0 0,0 0 1 0 0,0 0 0 0 0,0-1 0 0 0,-1 1-1 0 0,1 0 1 0 0,-1 0 0 0 0,0 0 0 0 0,0 11 0 0 0,1 54 46 0 0,0-48-36 0 0,-1 0-1 0 0,-1 0 0 0 0,-1 1 0 0 0,0-1 0 0 0,-2 0 0 0 0,-1-1 1 0 0,0 1-1 0 0,-13 33 0 0 0,12-42-6 0 0,-20 42 26 0 0,23-50-27 0 0,-1-1 0 0 0,0 1 0 0 0,0-1 0 0 0,0 0-1 0 0,0 0 1 0 0,-1 0 0 0 0,1 0 0 0 0,-1-1 0 0 0,-7 6 0 0 0,3-4-3 0 0,-2 1 10 0 0,0-1 0 0 0,0 1-1 0 0,-12 3 1 0 0,19-8-8 0 0,0 0 0 0 0,0 0 0 0 0,1 0 0 0 0,-1-1 0 0 0,0 1 0 0 0,0-1 0 0 0,0 0 0 0 0,1 0 0 0 0,-1 0 0 0 0,0 0 0 0 0,0-1 0 0 0,0 1 0 0 0,1-1 0 0 0,-1 0 0 0 0,0 1 0 0 0,0-1 0 0 0,-3-2-1 0 0,5 2-1 0 0,1 0 0 0 0,-1 0-1 0 0,0 0 1 0 0,1 0-1 0 0,0 0 1 0 0,-1 0-1 0 0,1 1 1 0 0,0-1-1 0 0,-1 0 1 0 0,1 0-1 0 0,0 0 1 0 0,0 0-1 0 0,0 0 1 0 0,0 0-1 0 0,0 0 1 0 0,0 0-1 0 0,0 0 1 0 0,0 0-1 0 0,0 0 1 0 0,1-2-1 0 0,3-18 28 0 0,0 14-23 0 0,-1 0-1 0 0,1 0 0 0 0,0 0 1 0 0,1 0-1 0 0,0 1 0 0 0,0 0 1 0 0,0 0-1 0 0,0 0 0 0 0,1 0 1 0 0,0 1-1 0 0,1 0 1 0 0,9-6-1 0 0,23-22 15 0 0,14-17 11 0 0,26-27 0 0 0,-59 54-32 0 0,0-1 0 0 0,30-49 0 0 0,-42 58 0 0 0,0 0 0 0 0,-1-1 0 0 0,-1 1 0 0 0,0-1 0 0 0,-1 0 0 0 0,5-30 0 0 0,-10 44 0 0 0,1 1 0 0 0,-1-1-1 0 0,0 0 1 0 0,1 1 0 0 0,-1-1-1 0 0,0 0 1 0 0,0 0 0 0 0,0 1-1 0 0,0-1 1 0 0,0 0 0 0 0,0 1-1 0 0,-1-1 1 0 0,1 0 0 0 0,-1 0-1 0 0,1 1 1 0 0,-1-1 0 0 0,1 1-1 0 0,-1-1 1 0 0,0 1 0 0 0,-2-4-1 0 0,-4 2 0 0 0,-7 4-3 0 0,6 14 0 0 0,7-15 4 0 0,-3 7-2 0 0,-5 17-4 0 0,8-10 6 0 0,0-12 0 0 0,1-1 0 0 0,0 0 0 0 0,0 1 0 0 0,0-1 0 0 0,-1 0 0 0 0,1 1 0 0 0,1-1 0 0 0,-1 1 0 0 0,0-1 0 0 0,0 0 0 0 0,0 1 0 0 0,1-1 0 0 0,-1 0 0 0 0,1 1 0 0 0,-1-1 0 0 0,2 2 0 0 0,0 0 0 0 0,6 7 0 0 0,-5-7 0 0 0,0-1 0 0 0,1 0 0 0 0,-1 0 0 0 0,1 0 0 0 0,0 0 0 0 0,-1-1 0 0 0,1 0 0 0 0,0 1 0 0 0,0-1 0 0 0,0-1 0 0 0,0 1 0 0 0,0 0 0 0 0,0-1 0 0 0,7 0 0 0 0,10 1 0 0 0,-2 3 3 0 0,-2-2 2 0 0,0 1 0 0 0,-1 1 0 0 0,1 1 0 0 0,20 9 1 0 0,-33-13-4 0 0,0 1 1 0 0,0 1-1 0 0,-1-1 0 0 0,1 0 1 0 0,0 1-1 0 0,-1 0 1 0 0,1 0-1 0 0,-1 0 1 0 0,0 0-1 0 0,0 1 1 0 0,0-1-1 0 0,-1 1 1 0 0,1-1-1 0 0,-1 1 1 0 0,0 0-1 0 0,0 0 1 0 0,0 0-1 0 0,-1 1 0 0 0,1-1 1 0 0,-1 0-1 0 0,1 8 1 0 0,0-3 4 0 0,-1-1 0 0 0,-1 0 0 0 0,0 1 0 0 0,0-1 0 0 0,-1 0 0 0 0,0 1 0 0 0,0-1 0 0 0,-1 0 0 0 0,0 0 0 0 0,0 0 0 0 0,-6 13 0 0 0,7-20-6 0 0,1 0 1 0 0,-1-1-1 0 0,1 1 0 0 0,-1-1 1 0 0,1 1-1 0 0,-1 0 0 0 0,1-1 1 0 0,-1 1-1 0 0,1-1 0 0 0,-1 0 1 0 0,0 1-1 0 0,1-1 0 0 0,-1 1 1 0 0,0-1-1 0 0,1 0 0 0 0,-1 0 1 0 0,0 1-1 0 0,1-1 1 0 0,-1 0-1 0 0,0 0 0 0 0,0 0 1 0 0,1 0-1 0 0,-1 0 0 0 0,0 0 1 0 0,0 0-1 0 0,1 0 0 0 0,-1 0 1 0 0,0 0-1 0 0,0 0 0 0 0,1 0 1 0 0,-1 0-1 0 0,0-1 0 0 0,0 1 1 0 0,-2-1 4 0 0,1-1 1 0 0,-1 1 0 0 0,1 0-1 0 0,0-1 1 0 0,0 1-1 0 0,0-1 1 0 0,0 1 0 0 0,-4-5-1 0 0,-3-5 18 0 0,2 3-16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1:19.8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1 541 16879 0 0,'23'-26'832'0'0,"7"-12"64"0"0,-19 22-580 0 0,-1 0-1 0 0,0-1 0 0 0,-1-1 0 0 0,9-23 0 0 0,-6 7 175 0 0,-1 0 0 0 0,-1 0-1 0 0,-2-1 1 0 0,5-49-1 0 0,-5 26-428 0 0,-4 35-148 0 0,1-42 0 0 0,-5 63 34 0 0,1 19-685 0 0,24 176-532 0 0,-21-177 1140 0 0,0-1 0 0 0,1 1 0 0 0,1-1 0 0 0,1 0 0 0 0,0 0 0 0 0,1 0 0 0 0,11 14 0 0 0,-18-27 112 0 0,0 0 0 0 0,0 0 1 0 0,0-1-1 0 0,0 1 1 0 0,1-1-1 0 0,-1 1 0 0 0,0-1 1 0 0,1 1-1 0 0,-1-1 1 0 0,1 0-1 0 0,0 0 0 0 0,-1 0 1 0 0,1 0-1 0 0,0 0 0 0 0,0 0 1 0 0,0 0-1 0 0,0 0 1 0 0,-1-1-1 0 0,1 1 0 0 0,0-1 1 0 0,0 1-1 0 0,0-1 0 0 0,0 0 1 0 0,0 0-1 0 0,0 0 1 0 0,0 0-1 0 0,0 0 0 0 0,0 0 1 0 0,0-1-1 0 0,0 1 0 0 0,0-1 1 0 0,0 1-1 0 0,0-1 1 0 0,0 0-1 0 0,0 0 0 0 0,2-1 1 0 0,3-3-25 0 0,-1 1 1 0 0,1-1 0 0 0,-1-1-1 0 0,0 1 1 0 0,0-1 0 0 0,-1 0-1 0 0,8-12 1 0 0,12-16-60 0 0,-11 17 31 0 0,-1-1-1 0 0,21-38 0 0 0,-18 1-81 0 0,-15 53 142 0 0,-22 29-42 0 0,14-13 52 0 0,1 0-1 0 0,0 1 1 0 0,1 0-1 0 0,1 0 1 0 0,0 0-1 0 0,-3 31 0 0 0,6-37 1 0 0,-1 8 1 0 0,0-1-1 0 0,1 1 1 0 0,1 0-1 0 0,1 0 0 0 0,3 18 1 0 0,-4-29-1 0 0,1 0 0 0 0,0-1 0 0 0,1 1 1 0 0,-1-1-1 0 0,1 0 0 0 0,0 1 0 0 0,0-1 1 0 0,1 0-1 0 0,-1 0 0 0 0,1 0 0 0 0,0-1 0 0 0,1 1 1 0 0,-1-1-1 0 0,1 1 0 0 0,0-1 0 0 0,0 0 0 0 0,0-1 1 0 0,0 1-1 0 0,8 4 0 0 0,-10-7 1 0 0,0-1 0 0 0,0 1 0 0 0,1 0-1 0 0,-1-1 1 0 0,0 1 0 0 0,1-1 0 0 0,-1 0 0 0 0,0 0-1 0 0,1 0 1 0 0,-1 0 0 0 0,0 0 0 0 0,1 0-1 0 0,-1-1 1 0 0,0 1 0 0 0,1-1 0 0 0,-1 0 0 0 0,0 0-1 0 0,0 1 1 0 0,1-1 0 0 0,-1-1 0 0 0,0 1 0 0 0,0 0-1 0 0,0 0 1 0 0,0-1 0 0 0,1-1 0 0 0,5-4 4 0 0,-1 0 1 0 0,-1 0-1 0 0,1 0 1 0 0,9-16-1 0 0,-7 7 5 0 0,-2-1 0 0 0,0 0 0 0 0,0 0 0 0 0,-2-1 0 0 0,0 0 0 0 0,4-33 0 0 0,-4 21 3 0 0,-1 9 2 0 0,-1 0 1 0 0,0-36 0 0 0,-3 47-7 0 0,0 0-1 0 0,-1 1 1 0 0,-1-1 0 0 0,1 0 0 0 0,-2 1 0 0 0,1 0 0 0 0,-1 0 0 0 0,-6-12-1 0 0,9 20-6 0 0,0 0 0 0 0,-1 0-1 0 0,1 1 1 0 0,0-1 0 0 0,-1 0-1 0 0,1 1 1 0 0,0-1 0 0 0,-1 0-1 0 0,1 1 1 0 0,-1-1-1 0 0,1 0 1 0 0,-1 1 0 0 0,0-1-1 0 0,1 1 1 0 0,-1-1 0 0 0,1 1-1 0 0,-1-1 1 0 0,0 1 0 0 0,1 0-1 0 0,-1-1 1 0 0,0 1-1 0 0,0 0 1 0 0,1-1 0 0 0,-1 1-1 0 0,0 0 1 0 0,0 0 0 0 0,0 0-1 0 0,-1 0 1 0 0,1 0 1 0 0,0 1-1 0 0,0-1 0 0 0,1 1 0 0 0,-1 0 0 0 0,0-1 0 0 0,0 1 0 0 0,0 0 0 0 0,0-1 1 0 0,0 1-1 0 0,1 0 0 0 0,-1 0 0 0 0,0 0 0 0 0,1 0 0 0 0,-1 0 0 0 0,0 1 0 0 0,-3 5 9 0 0,1 0 0 0 0,0 0-1 0 0,0 0 1 0 0,-1 9-1 0 0,-3 15 22 0 0,1 1 0 0 0,2-1-1 0 0,2 1 1 0 0,2 51 0 0 0,8-36 12 0 0,-2-28-14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1:20.2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 13560 0 0,'0'0'0'0'0,"33"12"0"0"0,-9-8 240 0 0,-2 2 16 0 0,6-3-16 0 0,3-6 16 0 0,-1 3-152 0 0,29-3 120 0 0,-26-2-104 0 0,3-2 240 0 0,0-3-8 0 0,-1-2 8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1:21.2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0 324 12360 0 0,'14'-4'33'0'0,"7"0"121"0"0,-3 0 51 0 0,8-2 165 0 0,39-16 346 0 0,-42 10-497 0 0,-1-2-1 0 0,-1 0 0 0 0,0-1 0 0 0,-1-2 1 0 0,0 0-1 0 0,33-39 0 0 0,-9-8-106 0 0,-43 62-118 0 0,-2 2-2 0 0,0-1 7 0 0,0 1 1 0 0,0 0-1 0 0,0 0 1 0 0,1 0-1 0 0,-1 0 1 0 0,0 0-1 0 0,0 0 1 0 0,0 0-1 0 0,1 0 1 0 0,-1 0-1 0 0,0 0 1 0 0,0 0-1 0 0,0 0 1 0 0,1 0 0 0 0,-1 1-1 0 0,0-1 1 0 0,0 0-1 0 0,1 1 1 0 0,-1-1-1 0 0,0 1 1 0 0,1-1-1 0 0,-1 0 1 0 0,0 1-1 0 0,1 0 1 0 0,-1-1-1 0 0,1 1 1 0 0,-1-1-1 0 0,1 1 1 0 0,-1 0 0 0 0,0 0-1 0 0,-1 2-2 0 0,-9 8-6 0 0,-1 0 0 0 0,2 1 0 0 0,-1 1 0 0 0,2 0 0 0 0,0 0 0 0 0,0 1 0 0 0,1 0 0 0 0,1 0 0 0 0,0 1 0 0 0,1 0 0 0 0,1 0 0 0 0,0 0 0 0 0,1 1 0 0 0,1 0 0 0 0,0-1 0 0 0,1 1 0 0 0,1 1 0 0 0,1-1 0 0 0,0 0 0 0 0,1 0 1 0 0,0 0-1 0 0,5 19 0 0 0,-4-32 9 0 0,-1 0 0 0 0,1 0 0 0 0,-1 0 0 0 0,1-1 0 0 0,0 1 0 0 0,0 0 0 0 0,0-1 0 0 0,0 1 0 0 0,1-1 0 0 0,-1 0 0 0 0,4 2 0 0 0,11-1 1 0 0,-14-4 1 0 0,0 0 0 0 0,0 0 0 0 0,0 0 1 0 0,0-1-1 0 0,-1 1 0 0 0,1-1 0 0 0,-1 0 0 0 0,1 1 0 0 0,-1-1 1 0 0,1-1-1 0 0,-1 1 0 0 0,0 0 0 0 0,0 0 0 0 0,0-1 0 0 0,2-2 1 0 0,27-45 28 0 0,-24 37-28 0 0,14-26 100 0 0,23-58-1 0 0,-37 79-76 0 0,-3 7 31 0 0,0 1 0 0 0,-1-1 0 0 0,-1 0 0 0 0,0 1 0 0 0,0-1 0 0 0,-1 0 0 0 0,0-21 0 0 0,-2 30 10 0 0,-6-2 141 0 0,4 3-85 0 0,-2 8-93 0 0,3-1 5 0 0,0 1-1 0 0,0-1 1 0 0,0 0 0 0 0,1 1 0 0 0,0-1 0 0 0,0 1-1 0 0,0-1 1 0 0,1 1 0 0 0,0 0 0 0 0,2 11 0 0 0,0-1 22 0 0,2-1 1 0 0,-1 1 0 0 0,7 15-1 0 0,-7-25-22 0 0,1 0 0 0 0,0 0 0 0 0,0 0-1 0 0,0 0 1 0 0,1-1 0 0 0,0 0 0 0 0,0 0 0 0 0,1 0-1 0 0,0 0 1 0 0,-1-1 0 0 0,2 0 0 0 0,-1 0 0 0 0,1-1-1 0 0,0 0 1 0 0,0 0 0 0 0,0 0 0 0 0,0-1 0 0 0,0 0-1 0 0,13 3 1 0 0,-13-6-8 0 0,-1 1 0 0 0,1-1 0 0 0,-1-1 0 0 0,1 1 0 0 0,-1-1 0 0 0,1 0 1 0 0,-1 0-1 0 0,11-4 0 0 0,-11 3-6 0 0,-1 0 0 0 0,-1 0 0 0 0,1 0 0 0 0,0-1 0 0 0,-1 1 0 0 0,0-1 0 0 0,0 0 0 0 0,0-1 0 0 0,0 1 0 0 0,0 0 0 0 0,6-9 0 0 0,-2 3 24 0 0,-1-1-1 0 0,0 0 1 0 0,7-13 0 0 0,-6 6 12 0 0,-1-1 1 0 0,-1 1 0 0 0,-1-2-1 0 0,0 1 1 0 0,-1 0-1 0 0,-1-1 1 0 0,-1 0 0 0 0,-1 1-1 0 0,-1-25 1 0 0,0 36-21 0 0,-1 0 0 0 0,0 0 0 0 0,0 0 0 0 0,0 0 0 0 0,-1 1 0 0 0,0-1 0 0 0,-1 0 0 0 0,0 1-1 0 0,0-1 1 0 0,-5-8 0 0 0,6 13 85 0 0,1 5-104 0 0,-1-1 1 0 0,1 0-1 0 0,-1 0 0 0 0,1 1 1 0 0,0-1-1 0 0,0 1 1 0 0,0-1-1 0 0,0 1 1 0 0,0-1-1 0 0,0 6 0 0 0,-3 13 19 0 0,1 1 0 0 0,1-1 0 0 0,1 1 0 0 0,1 0 0 0 0,1-1 0 0 0,1 1 0 0 0,1-1 0 0 0,0 1 0 0 0,2-1 0 0 0,0 0 0 0 0,2 0 0 0 0,0-1 0 0 0,2 0 0 0 0,0 0 0 0 0,1-1 0 0 0,0 0 0 0 0,2-1 0 0 0,1 0 0 0 0,17 20 0 0 0,-23-30-16 0 0,1 1 1 0 0,0-1-1 0 0,1 0 0 0 0,0-1 0 0 0,0 0 0 0 0,1-1 0 0 0,-1 0 0 0 0,1 0 0 0 0,1-1 0 0 0,-1 0 0 0 0,14 4 0 0 0,-17-8-7 0 0,0 1 0 0 0,0-1-1 0 0,1 0 1 0 0,-1 0 0 0 0,0-1 0 0 0,1 0-1 0 0,-1 0 1 0 0,1-1 0 0 0,-1 0-1 0 0,0 0 1 0 0,0-1 0 0 0,1 0-1 0 0,-1 0 1 0 0,0-1 0 0 0,-1 0-1 0 0,1 0 1 0 0,0 0 0 0 0,-1-1-1 0 0,8-6 1 0 0,1 0 5 0 0,-1-1 0 0 0,-1 0 0 0 0,0-1 1 0 0,-1-1-1 0 0,0 0 0 0 0,-1-1 0 0 0,0 0 0 0 0,-1 0 0 0 0,-1-1 0 0 0,0 0 1 0 0,-1-1-1 0 0,0 0 0 0 0,5-19 0 0 0,-6 14 4 0 0,-2 0-1 0 0,0-1 1 0 0,0 1 0 0 0,-2-1-1 0 0,-1 0 1 0 0,-1 0 0 0 0,-3-42-1 0 0,2 63-19 0 0,-2-10 12 0 0,0 0 1 0 0,-1 0 0 0 0,-6-17 0 0 0,8 26-12 0 0,0 0 0 0 0,0 0 0 0 0,0 0 1 0 0,-1 0-1 0 0,1 0 0 0 0,-1 0 1 0 0,1 0-1 0 0,-1 0 0 0 0,1 0 1 0 0,-5-2-1 0 0,5 3-1 0 0,0 1 0 0 0,0-1 0 0 0,0 1 1 0 0,0 0-1 0 0,0-1 0 0 0,0 1 0 0 0,0 0 0 0 0,0 0 1 0 0,0-1-1 0 0,-1 1 0 0 0,1 0 0 0 0,0 0 0 0 0,0 0 1 0 0,0 0-1 0 0,0 1 0 0 0,0-1 0 0 0,-1 0 0 0 0,1 0 1 0 0,0 1-1 0 0,0-1 0 0 0,0 0 0 0 0,0 1 0 0 0,-2 1 1 0 0,1-1 0 0 0,0 1 0 0 0,0 0-1 0 0,0-1 1 0 0,0 1 0 0 0,1 0 0 0 0,-1 1 0 0 0,1-1 0 0 0,-1 0 0 0 0,1 0 0 0 0,0 1 0 0 0,-1-1 0 0 0,1 0 0 0 0,0 1 0 0 0,1-1 0 0 0,-2 6 0 0 0,-6 43 35 0 0,7-46-33 0 0,-16 236 135 0 0,17-198-111 0 0,1-1 0 0 0,3 1 1 0 0,1-1-1 0 0,2 0 0 0 0,15 50 0 0 0,-4-25 14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1:22.3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1 523 14064 0 0,'0'0'1129'0'0,"0"-4"-790"0"0,0-13-150 0 0,0 13 1917 0 0,2 4-1894 0 0,-1 0-202 0 0,0 0 0 0 0,-1 0-1 0 0,1 0 1 0 0,0-1 0 0 0,-1 1-1 0 0,1 0 1 0 0,0 0 0 0 0,-1-1-1 0 0,1 1 1 0 0,0 0 0 0 0,-1-1-1 0 0,1 1 1 0 0,0-1 0 0 0,-1 1-1 0 0,1-1 1 0 0,-1 1 0 0 0,1-1-1 0 0,-1 1 1 0 0,1-1 0 0 0,-1 1-1 0 0,1-1 1 0 0,-1 0 0 0 0,1 0-1 0 0,6-11 30 0 0,0 0-1 0 0,-1-1 0 0 0,-1 0 1 0 0,0 0-1 0 0,4-13 0 0 0,16-81 150 0 0,-10 40-28 0 0,-7 31-55 0 0,-6 23-31 0 0,1 1 1 0 0,0-1-1 0 0,1 0 1 0 0,10-21-1 0 0,-7 62-26 0 0,-7 4-36 0 0,6 68 41 0 0,-3-63-53 0 0,-2-23 0 0 0,0 0 0 0 0,1-1 0 0 0,5 22 0 0 0,0-11-12 0 0,1 1-1 0 0,1-2 0 0 0,18 34 0 0 0,-23-50 9 0 0,0 0 0 0 0,0 0 0 0 0,1 0 0 0 0,-1-1 0 0 0,2 1 0 0 0,-1-1 0 0 0,1 0 0 0 0,0-1 0 0 0,0 1 1 0 0,0-1-1 0 0,1-1 0 0 0,0 1 0 0 0,0-1 0 0 0,0 0 0 0 0,12 4 0 0 0,-15-6-2 0 0,1-1-1 0 0,-1 0 1 0 0,1-1 0 0 0,-1 1 0 0 0,1-1 0 0 0,-1 0 0 0 0,1 0 0 0 0,0 0 0 0 0,-1-1-1 0 0,1 0 1 0 0,-1 1 0 0 0,1-2 0 0 0,-1 1 0 0 0,0 0 0 0 0,1-1 0 0 0,-1 0 0 0 0,0 0-1 0 0,0 0 1 0 0,0 0 0 0 0,0-1 0 0 0,-1 0 0 0 0,1 0 0 0 0,-1 0 0 0 0,0 0 0 0 0,1 0-1 0 0,-1 0 1 0 0,0-1 0 0 0,2-4 0 0 0,6-10-21 0 0,-1 1-1 0 0,-1-1 1 0 0,0 0-1 0 0,10-37 1 0 0,-7 17 19 0 0,-2-1-1 0 0,-1-1 1 0 0,-3 0-1 0 0,-1 0 1 0 0,0-47-1 0 0,-5 74 9 0 0,-1-1 0 0 0,0 1 0 0 0,-4-23 0 0 0,4 31 0 0 0,-1-1 0 0 0,1 0 1 0 0,-1 0-1 0 0,0 0 0 0 0,-1 1 1 0 0,1-1-1 0 0,-1 1 0 0 0,0 0 0 0 0,0 0 1 0 0,-5-5-1 0 0,8 10 2 0 0,-1-1-1 0 0,1 1 1 0 0,-1-1-1 0 0,1 1 1 0 0,-1-1-1 0 0,0 1 1 0 0,1 0-1 0 0,-1 0 1 0 0,0-1-1 0 0,1 1 1 0 0,-1 0-1 0 0,0 0 1 0 0,1 0-1 0 0,-1-1 1 0 0,0 1 0 0 0,0 0-1 0 0,1 0 1 0 0,-1 0-1 0 0,0 0 1 0 0,0 0-1 0 0,1 1 1 0 0,-1-1-1 0 0,0 0 1 0 0,1 0-1 0 0,-1 0 1 0 0,0 1-1 0 0,1-1 1 0 0,-1 0-1 0 0,0 1 1 0 0,1-1-1 0 0,-1 0 1 0 0,1 1-1 0 0,-1-1 1 0 0,1 1 0 0 0,-1-1-1 0 0,0 1 1 0 0,1-1-1 0 0,0 1 1 0 0,-1-1-1 0 0,1 1 1 0 0,-1 0-1 0 0,1-1 1 0 0,0 1-1 0 0,-1 0 1 0 0,1-1-1 0 0,0 1 1 0 0,0 0-1 0 0,-1 0 1 0 0,-15 41 20 0 0,14-36-16 0 0,-48 204 194 0 0,39-159-155 0 0,6-22 41 0 0,1 1 0 0 0,2 0-1 0 0,1 36 1 0 0,1-63-73 0 0,0-1 74 0 0,1-2-78 0 0,0 0 0 0 0,0-1 0 0 0,0 1 0 0 0,0 0 0 0 0,0-1-1 0 0,0 1 1 0 0,0-1 0 0 0,0 1 0 0 0,0-1 0 0 0,0 1 0 0 0,-1-1 0 0 0,1 1 0 0 0,0-1 0 0 0,0 0 0 0 0,0 0 0 0 0,-1 1 0 0 0,1-1 0 0 0,0 0 0 0 0,-1 0 0 0 0,1 0 0 0 0,0-1 0 0 0,15-29 30 0 0,-10 19-3 0 0,9-16 67 0 0,34-47 1 0 0,-41 64-60 0 0,1 1 1 0 0,1-1-1 0 0,0 1 1 0 0,0 1-1 0 0,1 0 1 0 0,17-11-1 0 0,-26 18-35 0 0,0 1 0 0 0,0 0 0 0 0,-1 0 1 0 0,1 0-1 0 0,0 1 0 0 0,0-1 0 0 0,0 0 0 0 0,0 1 0 0 0,0 0 0 0 0,0-1 0 0 0,0 1 0 0 0,0 0 0 0 0,0 0 0 0 0,0 0 0 0 0,0 0 0 0 0,0 0 0 0 0,0 0 0 0 0,1 1 0 0 0,-1-1 0 0 0,2 1 0 0 0,-1 1 9 0 0,-1-1-1 0 0,1 1 1 0 0,0 0 0 0 0,0 0-1 0 0,-1 0 1 0 0,1 0-1 0 0,-1 0 1 0 0,0 1 0 0 0,0-1-1 0 0,0 1 1 0 0,3 3 0 0 0,3 8 44 0 0,-1 0 1 0 0,0 0 0 0 0,-1 1 0 0 0,4 17-1 0 0,-6-20-41 0 0,3 9 45 0 0,22 55 243 0 0,-26-71-276 0 0,-1 0 1 0 0,1 0-1 0 0,0 0 1 0 0,0-1-1 0 0,1 1 1 0 0,-1-1-1 0 0,1 0 0 0 0,0 0 1 0 0,0 0-1 0 0,1-1 1 0 0,5 5-1 0 0,-8-7-18 0 0,-1-1-1 0 0,0 1 0 0 0,1-1 0 0 0,-1 0 1 0 0,1 1-1 0 0,-1-1 0 0 0,0 0 1 0 0,1 0-1 0 0,-1 0 0 0 0,1 0 0 0 0,-1 0 1 0 0,1 0-1 0 0,-1 0 0 0 0,1-1 1 0 0,-1 1-1 0 0,0 0 0 0 0,1-1 0 0 0,-1 1 1 0 0,0-1-1 0 0,1 1 0 0 0,-1-1 1 0 0,0 0-1 0 0,0 0 0 0 0,1 0 0 0 0,-1 1 1 0 0,0-1-1 0 0,0 0 0 0 0,0 0 1 0 0,0 0-1 0 0,0-1 0 0 0,0 1 1 0 0,-1 0-1 0 0,1 0 0 0 0,0 0 0 0 0,-1-1 1 0 0,1 1-1 0 0,0-2 0 0 0,4-6 25 0 0,-1-1-1 0 0,0 1 1 0 0,-1-1 0 0 0,3-9-1 0 0,6-30 162 0 0,10-97-1 0 0,-15 84 69 0 0,-7 61-263 0 0,0 1-1 0 0,0 0 1 0 0,-1 0 0 0 0,1-1-1 0 0,0 1 1 0 0,0 0-1 0 0,0 0 1 0 0,0 0 0 0 0,-1-1-1 0 0,1 1 1 0 0,0 0 0 0 0,0 0-1 0 0,-1 0 1 0 0,1 0 0 0 0,0-1-1 0 0,0 1 1 0 0,-1 0-1 0 0,1 0 1 0 0,0 0 0 0 0,0 0-1 0 0,-1 0 1 0 0,1 0 0 0 0,0 0-1 0 0,0 0 1 0 0,-1 0 0 0 0,1 0-1 0 0,0 0 1 0 0,0 0-1 0 0,-1 0 1 0 0,1 0 0 0 0,0 0-1 0 0,-1 0 1 0 0,1 0 0 0 0,0 0-1 0 0,0 0 1 0 0,-1 1 0 0 0,1-1-1 0 0,0 0 1 0 0,0 0-1 0 0,0 0 1 0 0,-1 0 0 0 0,1 1-1 0 0,0-1 1 0 0,0 0 0 0 0,0 0-1 0 0,-1 0 1 0 0,1 1 0 0 0,-13 41 89 0 0,2 1 1 0 0,2 0 0 0 0,1 1-1 0 0,3 0 1 0 0,0 49 0 0 0,5-79-58 0 0,1-1 1 0 0,1 0 0 0 0,0 0-1 0 0,4 15 1 0 0,-2-13 26 0 0,-2-11-16 0 0,5 7 18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1:22.6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47 15976 0 0,'0'0'0'0'0,"47"0"0"0"0,-18-3 416 0 0,0-2-1 0 0,0 1 9 0 0,-1 1 0 0 0,0-4-288 0 0,20-5 128 0 0,-21 12-120 0 0,-1-3 408 0 0,-1-3-8 0 0,-4 2 8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1:24.1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28 506 12960 0 0,'0'0'2132'0'0,"-4"-4"-2055"0"0,-2-3-44 0 0,4 5-12 0 0,0 0 1 0 0,1 0-1 0 0,-1 0 0 0 0,0 0 1 0 0,1-1-1 0 0,-1 1 1 0 0,1-1-1 0 0,-2-3 0 0 0,3 4-13 0 0,0 1 0 0 0,-1-1 0 0 0,1 1 0 0 0,0-1 0 0 0,0 1 0 0 0,0-1 0 0 0,0 1-1 0 0,0 0 1 0 0,0-1 0 0 0,0 1 0 0 0,1-1 0 0 0,-1 1 0 0 0,0-1 0 0 0,2-2 0 0 0,-1-1 16 0 0,2-10-17 0 0,1 0 0 0 0,0 0 0 0 0,1 0 0 0 0,0 0 0 0 0,1 1 1 0 0,1 0-1 0 0,0 1 0 0 0,15-22 0 0 0,-9 17-20 0 0,1 1-1 0 0,0 0 1 0 0,2 1 0 0 0,0 1-1 0 0,24-18 1 0 0,-35 29 1 0 0,0 1 0 0 0,1 0 1 0 0,-1 0-1 0 0,1 0 0 0 0,0 1 0 0 0,0 0 0 0 0,0 0 1 0 0,0 0-1 0 0,0 1 0 0 0,1 0 0 0 0,-1 0 1 0 0,9 0-1 0 0,-10 1 4 0 0,0 0 1 0 0,0 1-1 0 0,-1-1 1 0 0,1 1-1 0 0,0 0 1 0 0,-1 0-1 0 0,1 1 0 0 0,-1-1 1 0 0,1 1-1 0 0,-1 0 1 0 0,0 0-1 0 0,0 1 1 0 0,0-1-1 0 0,0 1 1 0 0,0 0-1 0 0,6 6 1 0 0,-8-6 4 0 0,0 0 1 0 0,0 0-1 0 0,0 0 1 0 0,-1 0-1 0 0,1 0 1 0 0,-1 1-1 0 0,0-1 1 0 0,0 1-1 0 0,0-1 1 0 0,0 1 0 0 0,-1-1-1 0 0,1 1 1 0 0,-1 0-1 0 0,0-1 1 0 0,0 1-1 0 0,0-1 1 0 0,-1 5-1 0 0,-2 8 0 0 0,0 1-1 0 0,-7 20 1 0 0,6-28 10 0 0,0 0-1 0 0,-1-1 1 0 0,0 0 0 0 0,0 1 0 0 0,-1-2-1 0 0,0 1 1 0 0,-1-1 0 0 0,0 1 0 0 0,0-2-1 0 0,0 1 1 0 0,-1-1 0 0 0,0 0 0 0 0,0-1-1 0 0,0 0 1 0 0,-10 4 0 0 0,14-7 2 0 0,-1 0-1 0 0,1-1 1 0 0,0 0 0 0 0,0 0 0 0 0,-1 0-1 0 0,1 0 1 0 0,-1-1 0 0 0,1 0 0 0 0,-1 0-1 0 0,1 0 1 0 0,0 0 0 0 0,-9-2 0 0 0,10 2 5 0 0,0-1 1 0 0,1 0 0 0 0,-1 1 0 0 0,1-1-1 0 0,-1 0 1 0 0,1 0 0 0 0,-1 0 0 0 0,1 0 0 0 0,0-1-1 0 0,-1 1 1 0 0,1-1 0 0 0,0 1 0 0 0,0-1-1 0 0,0 0 1 0 0,0 0 0 0 0,1 0 0 0 0,-1 0-1 0 0,0 0 1 0 0,1 0 0 0 0,-1-1 0 0 0,-1-2 0 0 0,3 3-2 0 0,0 1 0 0 0,0 0 0 0 0,0 0 0 0 0,-1-1 0 0 0,1 1 0 0 0,0 0 0 0 0,1-1 0 0 0,-1 1 0 0 0,0 0 0 0 0,0 0 0 0 0,1-1 0 0 0,-1 1 1 0 0,0 0-1 0 0,1 0 0 0 0,-1-1 0 0 0,1 1 0 0 0,0 0 0 0 0,-1 0 0 0 0,1 0 0 0 0,0 0 0 0 0,0 0 0 0 0,0 0 0 0 0,0 0 0 0 0,0 0 1 0 0,0 0-1 0 0,0 1 0 0 0,0-1 0 0 0,0 0 0 0 0,0 0 0 0 0,0 1 0 0 0,0-1 0 0 0,2 0 0 0 0,2-1 24 0 0,0-1-1 0 0,1 1 1 0 0,-1 0-1 0 0,1 1 1 0 0,7-2-1 0 0,57-6 207 0 0,-42 6-141 0 0,0-1 0 0 0,0-1-1 0 0,27-9 1 0 0,-46 11-72 0 0,0-1 0 0 0,0 0 1 0 0,-1 0-1 0 0,1-1 0 0 0,-1 0 1 0 0,0-1-1 0 0,0 1 0 0 0,0-2 1 0 0,-1 1-1 0 0,0-1 0 0 0,0 0 1 0 0,10-14-1 0 0,-3-3 41 0 0,-1 0-1 0 0,-1-1 1 0 0,-1 0-1 0 0,-1-1 0 0 0,12-52 1 0 0,-13 46 17 0 0,-22 129 469 0 0,-1 43-354 0 0,14-129-152 0 0,0 1 1 0 0,1-1 0 0 0,0 1-1 0 0,1-1 1 0 0,0 0 0 0 0,1 1-1 0 0,5 14 1 0 0,-8-25-48 0 0,1-1 1 0 0,-1 0-1 0 0,0 1 1 0 0,1-1-1 0 0,-1 0 0 0 0,0 0 1 0 0,1 1-1 0 0,-1-1 1 0 0,1 0-1 0 0,-1 0 0 0 0,0 1 1 0 0,1-1-1 0 0,-1 0 0 0 0,1 0 1 0 0,-1 0-1 0 0,0 0 1 0 0,1 0-1 0 0,-1 0 0 0 0,1 1 1 0 0,-1-1-1 0 0,1 0 1 0 0,-1 0-1 0 0,1-1 0 0 0,-1 1 1 0 0,0 0-1 0 0,1 0 0 0 0,-1 0 1 0 0,1 0-1 0 0,-1 0 1 0 0,1 0-1 0 0,-1 0 0 0 0,0-1 1 0 0,1 1-1 0 0,-1 0 1 0 0,1 0-1 0 0,-1-1 0 0 0,0 1 1 0 0,1 0-1 0 0,-1-1 0 0 0,0 1 1 0 0,1 0-1 0 0,-1-1 1 0 0,0 1-1 0 0,1-1 0 0 0,13-13 80 0 0,5-13 13 0 0,0-1 0 0 0,-2-1 0 0 0,16-37 0 0 0,-7 14 22 0 0,-21 41-51 0 0,0 0 0 0 0,-1 0-1 0 0,0 0 1 0 0,-1-1 0 0 0,2-12 0 0 0,-5 23 197 0 0,0 26-81 0 0,-4 12-50 0 0,2-27-97 0 0,1-1 0 0 0,0 1 0 0 0,0-1 0 0 0,2 19 0 0 0,2-14 43 0 0,-1-1 0 0 0,2 1 0 0 0,8 22 0 0 0,-11-35-74 0 0,0 0 0 0 0,-1 0 1 0 0,1 0-1 0 0,0-1 0 0 0,-1 1 1 0 0,1 0-1 0 0,0 0 0 0 0,0-1 1 0 0,-1 1-1 0 0,1 0 0 0 0,0-1 1 0 0,0 1-1 0 0,0-1 0 0 0,0 1 0 0 0,0-1 1 0 0,0 0-1 0 0,0 1 0 0 0,0-1 1 0 0,0 0-1 0 0,0 0 0 0 0,0 0 1 0 0,0 1-1 0 0,0-1 0 0 0,2-1 1 0 0,26-1 107 0 0,-25 1-84 0 0,10-2 16 0 0,-1 0 0 0 0,0-1 0 0 0,0-1 0 0 0,0 0 1 0 0,-1 0-1 0 0,0-2 0 0 0,15-8 0 0 0,-21 11-29 0 0,144-70 376 0 0,-145 72-372 0 0,0 0 0 0 0,0 0 0 0 0,0 0 0 0 0,0 1 1 0 0,0 0-1 0 0,0 0 0 0 0,1 0 0 0 0,-1 1 0 0 0,0-1 0 0 0,0 1 0 0 0,1 1 0 0 0,-1-1 0 0 0,0 1 1 0 0,0 0-1 0 0,0 0 0 0 0,1 0 0 0 0,6 3 0 0 0,-11-3-9 0 0,1 0 0 0 0,0 0 0 0 0,-1 0 0 0 0,1 1 0 0 0,-1-1 0 0 0,1 0 0 0 0,-1 1 0 0 0,0-1 0 0 0,1 0 0 0 0,-1 1 0 0 0,0 0 0 0 0,0-1 0 0 0,0 1 0 0 0,0 0 0 0 0,-1-1 0 0 0,1 1 0 0 0,0 0 0 0 0,-1 0 0 0 0,1 0 0 0 0,-1 0 0 0 0,0 0 0 0 0,1 0 0 0 0,-1 0 0 0 0,0-1 0 0 0,0 1 0 0 0,0 0-1 0 0,0 0 1 0 0,-1 3 0 0 0,0 3 23 0 0,-1 0-1 0 0,1-1 0 0 0,-1 1 1 0 0,-1 0-1 0 0,-4 10 0 0 0,-1-1 8 0 0,-1-1-1 0 0,-1-1 0 0 0,0 0 1 0 0,0 0-1 0 0,-2-1 0 0 0,0 0 1 0 0,-1-1-1 0 0,0-1 0 0 0,0 0 1 0 0,-2 0-1 0 0,1-2 0 0 0,-2 0 1 0 0,-19 10-1 0 0,28-16-9 0 0,0 0-1 0 0,0-1 1 0 0,-1 0 0 0 0,1-1 0 0 0,-1 0-1 0 0,1 0 1 0 0,-1-1 0 0 0,0 1 0 0 0,0-2 0 0 0,-11 1-1 0 0,17-1 12 0 0,2-1-34 0 0,-1 0-1 0 0,1 1 1 0 0,0-1 0 0 0,0 0 0 0 0,-1 0 0 0 0,1 1-1 0 0,0-1 1 0 0,-1 0 0 0 0,1 1 0 0 0,-1-1 0 0 0,1 1-1 0 0,-1-1 1 0 0,1 1 0 0 0,-1-1 0 0 0,1 1 0 0 0,-1-1-1 0 0,1 1 1 0 0,-2-1 0 0 0,1 0-4 0 0,1 1 1 0 0,-1 0-1 0 0,0-1 1 0 0,1 1-1 0 0,-1 0 0 0 0,1-1 1 0 0,-1 1-1 0 0,1-1 1 0 0,-1 1-1 0 0,1-1 0 0 0,0 1 1 0 0,-1-1-1 0 0,1 1 1 0 0,0-1-1 0 0,-1 0 0 0 0,1 1 1 0 0,0-1-1 0 0,-1 1 1 0 0,1-1-1 0 0,0 0 0 0 0,0 1 1 0 0,0-1-1 0 0,0 0 1 0 0,0 1-1 0 0,0-1 0 0 0,0 0 1 0 0,0 1-1 0 0,0-1 1 0 0,0 0-1 0 0,0 1 0 0 0,0-1 1 0 0,0 0-1 0 0,1 0 1 0 0,1-3 9 0 0,0 0 0 0 0,0 1 0 0 0,1-1 0 0 0,0 1 0 0 0,0-1 1 0 0,0 1-1 0 0,0 0 0 0 0,0 0 0 0 0,1 0 0 0 0,-1 1 1 0 0,1-1-1 0 0,-1 1 0 0 0,7-3 0 0 0,60-23 74 0 0,-45 19-64 0 0,-5 1-5 0 0,-2-1 0 0 0,1-1 0 0 0,20-15 0 0 0,-25 17-12 0 0,6-3 4 0 0,-18 9-11 0 0,7-10 18 0 0,-7 9-11 0 0,0-5 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1:26.7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83 487 14568 0 0,'47'-22'788'0'0,"-33"15"-517"0"0,-1 0 1 0 0,21-16-1 0 0,-26 17-127 0 0,-1 0 1 0 0,0 0-1 0 0,-1-1 1 0 0,0 0 0 0 0,0 0-1 0 0,0-1 1 0 0,-1 0-1 0 0,0 0 1 0 0,-1 0 0 0 0,1 0-1 0 0,2-10 1 0 0,-7 18-142 0 0,10-26 337 0 0,-1 0 0 0 0,9-44 0 0 0,-17 64-314 0 0,1-1 0 0 0,-2 0-1 0 0,1 1 1 0 0,-1-1 0 0 0,0 1-1 0 0,0-1 1 0 0,-1 0 0 0 0,1 1-1 0 0,-2-1 1 0 0,1 1 0 0 0,-1-1-1 0 0,0 1 1 0 0,0 0-1 0 0,0 0 1 0 0,-1 0 0 0 0,0 0-1 0 0,-5-6 1 0 0,7 9-26 0 0,-1 1 0 0 0,-1 0-1 0 0,1 0 1 0 0,0 0 0 0 0,0 0 0 0 0,-1 0 0 0 0,1 0-1 0 0,-1 1 1 0 0,0-1 0 0 0,1 1 0 0 0,-1-1-1 0 0,0 1 1 0 0,0 0 0 0 0,0 0 0 0 0,0 1 0 0 0,0-1-1 0 0,0 0 1 0 0,0 1 0 0 0,0 0 0 0 0,0 0-1 0 0,0 0 1 0 0,0 0 0 0 0,0 0 0 0 0,0 1 0 0 0,0-1-1 0 0,0 1 1 0 0,0 0 0 0 0,0 0 0 0 0,0 0-1 0 0,0 0 1 0 0,1 0 0 0 0,-4 2 0 0 0,-1 2-7 0 0,0-1 1 0 0,0 1-1 0 0,0 0 0 0 0,1 0 1 0 0,-1 0-1 0 0,2 1 0 0 0,-1 0 1 0 0,0 1-1 0 0,1-1 1 0 0,1 1-1 0 0,-8 12 0 0 0,-6 17-46 0 0,2 1 0 0 0,1 0 0 0 0,2 1 0 0 0,2 1 0 0 0,1 0 0 0 0,2 1-1 0 0,1 0 1 0 0,3 0 0 0 0,1 0 0 0 0,2 1 0 0 0,2-1 0 0 0,1 0 0 0 0,10 50-1 0 0,-9-80 31 0 0,0 1 1 0 0,0-2-1 0 0,1 1 0 0 0,0 0 0 0 0,0-1 0 0 0,9 12 0 0 0,-12-18 14 0 0,1 0 0 0 0,-1-1 1 0 0,1 1-1 0 0,0-1 0 0 0,0 1 1 0 0,0-1-1 0 0,0 0 0 0 0,1 0 1 0 0,-1 0-1 0 0,0 0 0 0 0,1 0 0 0 0,0 0 1 0 0,-1-1-1 0 0,1 1 0 0 0,0-1 1 0 0,0 0-1 0 0,0 0 0 0 0,0 0 1 0 0,0 0-1 0 0,0 0 0 0 0,0-1 0 0 0,0 1 1 0 0,4-1-1 0 0,-4-1-1 0 0,0 0 0 0 0,1-1-1 0 0,-1 1 1 0 0,0-1 0 0 0,0 0-1 0 0,0 0 1 0 0,0 0 0 0 0,0 0 0 0 0,0 0-1 0 0,0-1 1 0 0,-1 1 0 0 0,0-1-1 0 0,1 0 1 0 0,2-3 0 0 0,25-41-69 0 0,-29 45 74 0 0,8-13-18 0 0,0 0 0 0 0,-2-1 0 0 0,0 0 1 0 0,-1 0-1 0 0,0 0 0 0 0,-1-1 0 0 0,4-27 0 0 0,-8 34 13 0 0,-3 7 2 0 0,-6-1 2 0 0,0 10 4 0 0,7-5 9 0 0,-1 1-1 0 0,1 0 0 0 0,0 0 0 0 0,0-1 0 0 0,0 1 0 0 0,0 0 0 0 0,0 0 0 0 0,1 0 1 0 0,-1 0-1 0 0,1 0 0 0 0,-1 0 0 0 0,1 1 0 0 0,0-1 0 0 0,-1 0 0 0 0,1 0 0 0 0,0 0 1 0 0,0 0-1 0 0,1 0 0 0 0,-1 0 0 0 0,0 0 0 0 0,1 1 0 0 0,-1-1 0 0 0,1 0 0 0 0,0 0 1 0 0,0 0-1 0 0,0 0 0 0 0,0-1 0 0 0,0 1 0 0 0,0 0 0 0 0,0 0 0 0 0,1-1 0 0 0,-1 1 1 0 0,0 0-1 0 0,1-1 0 0 0,-1 0 0 0 0,1 1 0 0 0,0-1 0 0 0,0 0 0 0 0,-1 0 0 0 0,1 0 0 0 0,0 0 1 0 0,0 0-1 0 0,0 0 0 0 0,0 0 0 0 0,0-1 0 0 0,0 1 0 0 0,0-1 0 0 0,0 1 0 0 0,1-1 1 0 0,-1 0-1 0 0,0 0 0 0 0,0 0 0 0 0,2 0 0 0 0,300-66 601 0 0,-292 63-561 0 0,0 0 0 0 0,0 1 1 0 0,0 0-1 0 0,1 1 0 0 0,-1 1 0 0 0,1-1 1 0 0,-1 2-1 0 0,1 0 0 0 0,13 3 0 0 0,-25-4-36 0 0,1 1 0 0 0,-1-1 0 0 0,0 1 0 0 0,0 0-1 0 0,1 0 1 0 0,-1-1 0 0 0,0 1 0 0 0,0 0 0 0 0,0 0-1 0 0,0 0 1 0 0,0 0 0 0 0,0 0 0 0 0,0 1 0 0 0,-1-1-1 0 0,1 0 1 0 0,0 0 0 0 0,0 0 0 0 0,-1 1 0 0 0,1-1-1 0 0,-1 0 1 0 0,1 1 0 0 0,-1-1 0 0 0,0 1 0 0 0,0-1-1 0 0,1 0 1 0 0,-1 1 0 0 0,0-1 0 0 0,0 1 0 0 0,0-1-1 0 0,-1 0 1 0 0,1 1 0 0 0,0-1 0 0 0,0 1 0 0 0,-1-1-1 0 0,1 0 1 0 0,-1 1 0 0 0,1-1 0 0 0,-2 2 0 0 0,-1 5 23 0 0,0 0 1 0 0,0 0 0 0 0,-1 0-1 0 0,-8 12 1 0 0,7-14-15 0 0,1 0 1 0 0,-1-1-1 0 0,0 1 0 0 0,0-1 0 0 0,-1 0 0 0 0,1 0 1 0 0,-1-1-1 0 0,0 0 0 0 0,0 0 0 0 0,-1 0 1 0 0,-12 5-1 0 0,9-6 40 0 0,-1 1 0 0 0,-1-1 0 0 0,1-1 0 0 0,0 0 0 0 0,-1-1 0 0 0,-19 0 0 0 0,30-1 89 0 0,2-2-111 0 0,20-18 51 0 0,0 1-1 0 0,1 1 0 0 0,26-16 0 0 0,-18 12 50 0 0,32-28 0 0 0,-45 35-55 0 0,1 1 1 0 0,23-14-1 0 0,16-12 115 0 0,42-35 155 0 0,-74 47-160 0 0,-24 26-149 0 0,13-19 367 0 0,-19 23-394 0 0,-1 1 0 0 0,1 0 0 0 0,0 0 0 0 0,0 1 0 0 0,1-1 0 0 0,-1 1 0 0 0,1 0 0 0 0,0 0 0 0 0,0 1 0 0 0,0-1 0 0 0,0 1 0 0 0,1 0 0 0 0,-5 7 0 0 0,-4 11 34 0 0,-17 39 0 0 0,29-61-48 0 0,-5 13 27 0 0,0 0 1 0 0,1 0 0 0 0,0 1-1 0 0,2 0 1 0 0,0-1 0 0 0,0 1 0 0 0,1 0-1 0 0,1 0 1 0 0,1 0 0 0 0,2 18-1 0 0,-2-31-19 0 0,0 0 0 0 0,-1-1-1 0 0,1 1 1 0 0,0-1-1 0 0,0 1 1 0 0,0-1 0 0 0,0 0-1 0 0,0 1 1 0 0,0-1 0 0 0,0 0-1 0 0,1 0 1 0 0,-1 0-1 0 0,0 0 1 0 0,1 0 0 0 0,-1 0-1 0 0,1 0 1 0 0,-1 0-1 0 0,1-1 1 0 0,-1 1 0 0 0,1 0-1 0 0,0-1 1 0 0,-1 1 0 0 0,1-1-1 0 0,0 0 1 0 0,-1 0-1 0 0,1 1 1 0 0,3-1 0 0 0,3 0 27 0 0,0 1 0 0 0,0-1 1 0 0,-1-1-1 0 0,16-2 0 0 0,-12 1-7 0 0,-1-2 0 0 0,0 0 0 0 0,0 0 0 0 0,0-1 0 0 0,0 0 0 0 0,-1 0 0 0 0,1-1-1 0 0,-2-1 1 0 0,1 1 0 0 0,-1-1 0 0 0,0-1 0 0 0,10-11 0 0 0,6-10 105 0 0,-1-1 1 0 0,20-37 0 0 0,-39 61-113 0 0,-1 2 56 0 0,-3 4-74 0 0,1 0 0 0 0,-1 0 0 0 0,0 0 1 0 0,1 0-1 0 0,-1-1 0 0 0,1 1 0 0 0,-1 0 1 0 0,1 0-1 0 0,-1-1 0 0 0,1 1 0 0 0,-1 0 1 0 0,0 0-1 0 0,1-1 0 0 0,-1 1 1 0 0,0 0-1 0 0,1-1 0 0 0,-1 1 0 0 0,0-1 1 0 0,1 1-1 0 0,-1 0 0 0 0,0-1 0 0 0,0 1 1 0 0,1-1-1 0 0,3-4 126 0 0,5 16-62 0 0,-3 3-6 0 0,-1-1 0 0 0,-1 1 0 0 0,6 27 0 0 0,0 1 52 0 0,-10-40-96 0 0,4 10 67 0 0,-1-9-73 0 0,0 0 1 0 0,0 0-1 0 0,-1-1 0 0 0,2 1 0 0 0,-1-1 0 0 0,0 0 0 0 0,0 0 0 0 0,1 0 1 0 0,-1 0-1 0 0,1-1 0 0 0,0 0 0 0 0,-1 1 0 0 0,1-1 0 0 0,0 0 1 0 0,0-1-1 0 0,0 1 0 0 0,-1-1 0 0 0,1 0 0 0 0,0 0 0 0 0,0 0 0 0 0,6-1 1 0 0,-9 1-11 0 0,1 0 0 0 0,-1 0 0 0 0,0 0 1 0 0,1-1-1 0 0,-1 1 0 0 0,1 0 0 0 0,-1-1 1 0 0,0 1-1 0 0,1-1 0 0 0,-1 0 1 0 0,0 1-1 0 0,0-1 0 0 0,1 0 0 0 0,-1 0 1 0 0,0 0-1 0 0,0 0 0 0 0,0 0 0 0 0,0 0 1 0 0,0 0-1 0 0,0 0 0 0 0,0 0 1 0 0,0 0-1 0 0,-1-1 0 0 0,1 1 0 0 0,0 0 1 0 0,-1 0-1 0 0,1-1 0 0 0,0-1 0 0 0,1-5 8 0 0,0-1 0 0 0,0 0 0 0 0,1-16 0 0 0,2-6 12 0 0,22-71 86 0 0,-26 100-77 0 0,-1 34 24 0 0,0-24-49 0 0,1 1 0 0 0,0-1 1 0 0,0 0-1 0 0,1 0 0 0 0,0 0 0 0 0,1 0 0 0 0,-1 0 0 0 0,1 0 0 0 0,1 0 0 0 0,0-1 1 0 0,0 0-1 0 0,0 1 0 0 0,11 12 0 0 0,-10-15-2 0 0,-1 0 0 0 0,1-1 0 0 0,0 1 0 0 0,0-1 0 0 0,1 0 0 0 0,-1 0 0 0 0,1 0 0 0 0,0-1 0 0 0,0 0 1 0 0,0 0-1 0 0,0-1 0 0 0,1 1 0 0 0,-1-1 0 0 0,1-1 0 0 0,-1 1 0 0 0,1-1 0 0 0,12 0 0 0 0,-15-1-2 0 0,1-1 0 0 0,-1 0 0 0 0,0 0 1 0 0,0 0-1 0 0,0 0 0 0 0,0-1 0 0 0,0 1 0 0 0,0-1 0 0 0,0 0 1 0 0,-1-1-1 0 0,1 1 0 0 0,-1-1 0 0 0,1 1 0 0 0,-1-1 0 0 0,0 0 1 0 0,0 0-1 0 0,0 0 0 0 0,0-1 0 0 0,-1 1 0 0 0,1-1 0 0 0,-1 1 1 0 0,0-1-1 0 0,3-7 0 0 0,4-10 6 0 0,-1 0 0 0 0,0 0 0 0 0,4-27 0 0 0,-11 45-8 0 0,15-65 28 0 0,-4-1 0 0 0,-2 1-1 0 0,1-119 1 0 0,-12 152-7 0 0,-7-56 0 0 0,8 90-21 0 0,0 0 0 0 0,0 0 0 0 0,0 0 0 0 0,0 0 0 0 0,-1-1 0 0 0,1 1 1 0 0,0 0-1 0 0,-1 0 0 0 0,1 0 0 0 0,-1 0 0 0 0,1 1 0 0 0,-1-1 0 0 0,1 0 0 0 0,-1 0 0 0 0,1 0 0 0 0,-1 0 0 0 0,0 0 1 0 0,0 1-1 0 0,0-2 0 0 0,0 2 0 0 0,0 0-1 0 0,1 0 1 0 0,-1 0 0 0 0,1 0 0 0 0,-1 0-1 0 0,1 0 1 0 0,-1 0 0 0 0,1 1 0 0 0,-1-1 0 0 0,1 0-1 0 0,-1 0 1 0 0,1 0 0 0 0,-1 1 0 0 0,1-1-1 0 0,-1 0 1 0 0,1 0 0 0 0,-1 1 0 0 0,1-1-1 0 0,-1 0 1 0 0,1 1 0 0 0,-1-1 0 0 0,1 1 0 0 0,0-1-1 0 0,-1 0 1 0 0,1 2 0 0 0,-3 2 1 0 0,0 0 0 0 0,0 1 0 0 0,1 0 0 0 0,-1-1 0 0 0,1 1 0 0 0,0 0 0 0 0,-1 7 1 0 0,-6 38 16 0 0,2 1 1 0 0,2 0 0 0 0,2 0-1 0 0,2 0 1 0 0,3 0 0 0 0,2 0-1 0 0,18 85 1 0 0,-20-127-15 0 0,0-1-1 0 0,0 1 1 0 0,1-1 0 0 0,0 1-1 0 0,0-1 1 0 0,1 0 0 0 0,0 0-1 0 0,0-1 1 0 0,1 1 0 0 0,0-1-1 0 0,1 0 1 0 0,-1 0 0 0 0,1-1-1 0 0,1 1 1 0 0,6 5 0 0 0,-12-12-4 0 0,0 1 0 0 0,0-1 0 0 0,0 1 1 0 0,-1-1-1 0 0,1 0 0 0 0,0 1 1 0 0,0-1-1 0 0,0 0 0 0 0,0 1 0 0 0,0-1 1 0 0,0 0-1 0 0,0 0 0 0 0,0 0 1 0 0,0 0-1 0 0,0 0 0 0 0,0 0 0 0 0,0 0 1 0 0,0 0-1 0 0,0 0 0 0 0,0 0 1 0 0,1-1-1 0 0,1-1 1 0 0,0 0 1 0 0,0 0-1 0 0,0 0 0 0 0,0 0 1 0 0,0-1-1 0 0,0 1 1 0 0,-1-1-1 0 0,1 0 0 0 0,-1 1 1 0 0,3-5-1 0 0,-4 5-1 0 0,1 0-1 0 0,-1-1 1 0 0,1 1 0 0 0,-1 0-1 0 0,0 0 1 0 0,0-1-1 0 0,0 1 1 0 0,0-1 0 0 0,0 1-1 0 0,0-1 1 0 0,-1 1-1 0 0,1-1 1 0 0,-1-4 0 0 0,2-5 1 0 0,0 0-1 0 0,0 0 1 0 0,7-18 0 0 0,-4 17-2 0 0,-4 6 0 0 0,1 16 0 0 0,2 10 0 0 0,2 0 0 0 0,14 33 0 0 0,-18-47 0 0 0,1 1 0 0 0,-1-1 0 0 0,1 0 0 0 0,1 0 0 0 0,-1 0 0 0 0,1 0 0 0 0,0 0 0 0 0,0-1 0 0 0,0 1 0 0 0,1-1 0 0 0,-1 0 0 0 0,1-1 0 0 0,0 1 0 0 0,6 2 0 0 0,-9-5 0 0 0,0 0 0 0 0,0 0 0 0 0,0-1 0 0 0,0 1 0 0 0,0-1 0 0 0,0 1 0 0 0,1-1 0 0 0,-1 0 0 0 0,0 0 0 0 0,0 0 0 0 0,0 0 0 0 0,1 0 0 0 0,-1 0 0 0 0,0-1 0 0 0,0 1 0 0 0,0-1 0 0 0,0 0 0 0 0,0 1 0 0 0,3-3 0 0 0,-1 1 0 0 0,-1 0 0 0 0,0-1 0 0 0,0 1 0 0 0,1-1 0 0 0,-2 0 0 0 0,1 0 0 0 0,0 0 0 0 0,0 0 0 0 0,3-7 0 0 0,2-4 0 0 0,-1-1 0 0 0,0-1 0 0 0,8-29 0 0 0,-4 10 0 0 0,0-1 0 0 0,9-49 0 0 0,-21 83 0 0 0,-5 11 0 0 0,-5 13 0 0 0,7-10 0 0 0,-1 1 0 0 0,2 1 0 0 0,-1-1 0 0 0,2 0 0 0 0,0 1 0 0 0,1-1 0 0 0,0 1 0 0 0,1 0 0 0 0,2 22 0 0 0,3-19 0 0 0,-5-16 0 0 0,0 1 1 0 0,1-1-1 0 0,-1 0 0 0 0,1 1 0 0 0,-1-1 1 0 0,1 0-1 0 0,0 0 0 0 0,-1 1 0 0 0,1-1 1 0 0,0 0-1 0 0,0 0 0 0 0,0 0 0 0 0,0 0 0 0 0,0 0 1 0 0,0 0-1 0 0,0 0 0 0 0,0 0 0 0 0,0-1 1 0 0,0 1-1 0 0,1 0 0 0 0,-1-1 0 0 0,0 1 1 0 0,1-1-1 0 0,-1 1 0 0 0,0-1 0 0 0,1 0 1 0 0,-1 1-1 0 0,0-1 0 0 0,1 0 0 0 0,-1 0 0 0 0,1 0 1 0 0,-1 0-1 0 0,0 0 0 0 0,1 0 0 0 0,-1 0 1 0 0,1-1-1 0 0,-1 1 0 0 0,0 0 0 0 0,1-1 1 0 0,-1 1-1 0 0,2-2 0 0 0,1 1 0 0 0,8-2 1 0 0,14-2 10 0 0,0 0 0 0 0,35-1-1 0 0,-53 6-6 0 0,-1 0 0 0 0,1 0 0 0 0,0 1-1 0 0,0 0 1 0 0,-1 1 0 0 0,1-1 0 0 0,-1 2-1 0 0,1-1 1 0 0,-1 1 0 0 0,0 0-1 0 0,13 8 1 0 0,-12-5 3 0 0,0-1 0 0 0,0 2 0 0 0,-1-1 0 0 0,1 1 0 0 0,-2 0 0 0 0,1 1 0 0 0,-1-1 0 0 0,0 2 1 0 0,-1-1-1 0 0,0 0 0 0 0,0 1 0 0 0,-1 0 0 0 0,0 0 0 0 0,0 0 0 0 0,-1 0 0 0 0,-1 1 0 0 0,1 0 0 0 0,-2-1 0 0 0,1 1 0 0 0,-1 0 0 0 0,-1 0 0 0 0,1 0 0 0 0,-2 0 0 0 0,-1 11 0 0 0,2-19-1 0 0,-1 1 1 0 0,0-1-1 0 0,0 1 0 0 0,0-1 0 0 0,0 0 1 0 0,0 1-1 0 0,0-1 0 0 0,-1 0 1 0 0,1 0-1 0 0,-1 0 0 0 0,1 0 0 0 0,-1 0 1 0 0,0 0-1 0 0,0 0 0 0 0,0 0 0 0 0,-3 1 1 0 0,1 1 7 0 0,-1-1 0 0 0,0-1 0 0 0,0 1 0 0 0,0-1 0 0 0,0 0 0 0 0,-11 3 1 0 0,7-3 3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1:27.1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18391 0 0,'0'0'0'0'0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29.5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255 155 7432 0 0,'0'0'189'0'0,"-4"4"-110"0"0,-16 12 153 0 0,0 2-1 0 0,2 0 1 0 0,0 2 0 0 0,1 0 0 0 0,-16 24-1 0 0,20-26-106 0 0,1 1 0 0 0,0 1 0 0 0,1 0 0 0 0,1 0 0 0 0,1 1 0 0 0,1 0 0 0 0,-7 32 0 0 0,0 8 81 0 0,10-42-135 0 0,0 0 1 0 0,2 0 0 0 0,-3 29-1 0 0,6-30 5 0 0,0 1-1 0 0,0-1 1 0 0,2 1-1 0 0,6 30 0 0 0,-6-42-45 0 0,1 0-1 0 0,0 0 1 0 0,0 0-1 0 0,0 0 1 0 0,1-1-1 0 0,0 1 0 0 0,0-1 1 0 0,0 0-1 0 0,1 0 1 0 0,0 0-1 0 0,0-1 1 0 0,1 0-1 0 0,-1 0 1 0 0,9 6-1 0 0,-2-2 27 0 0,1-1-1 0 0,0 0 1 0 0,0-1 0 0 0,0 0-1 0 0,1-1 1 0 0,27 8 0 0 0,-35-12-34 0 0,1-1 0 0 0,-1 0 0 0 0,1-1 0 0 0,-1 1 0 0 0,1-1 0 0 0,-1-1 0 0 0,1 1 0 0 0,0-1 0 0 0,-1 0 0 0 0,0 0 0 0 0,1-1 0 0 0,-1 0 0 0 0,0 0 0 0 0,0-1 0 0 0,0 0 0 0 0,0 0 0 0 0,0 0 0 0 0,7-6 0 0 0,90-79 234 0 0,-90 76-217 0 0,-1-2-1 0 0,-1 1 1 0 0,0-1 0 0 0,0-1-1 0 0,-2 0 1 0 0,16-31 0 0 0,3-22 68 0 0,-3-1 1 0 0,-2-1-1 0 0,-4-1 0 0 0,12-86 1 0 0,-26 127-56 0 0,-1 1-1 0 0,0-42 1 0 0,-4 63-30 0 0,0 1 1 0 0,-1 0-1 0 0,1 0 0 0 0,-1 0 1 0 0,-1 0-1 0 0,0 0 0 0 0,0 0 1 0 0,0 1-1 0 0,0-1 0 0 0,-1 0 1 0 0,0 1-1 0 0,-1 0 0 0 0,1 0 1 0 0,-1 0-1 0 0,-1 0 0 0 0,-4-6 1 0 0,8 11-18 0 0,0 1 0 0 0,0-1 0 0 0,0 1 1 0 0,0-1-1 0 0,0 1 0 0 0,0-1 1 0 0,0 1-1 0 0,0-1 0 0 0,0 1 0 0 0,0 0 1 0 0,0 0-1 0 0,0 0 0 0 0,0-1 1 0 0,0 1-1 0 0,0 0 0 0 0,0 0 0 0 0,0 0 1 0 0,0 1-1 0 0,-1-1 0 0 0,1 0 1 0 0,0 0-1 0 0,0 0 0 0 0,0 1 1 0 0,0-1-1 0 0,0 1 0 0 0,0-1 0 0 0,0 1 1 0 0,1-1-1 0 0,-1 1 0 0 0,0-1 1 0 0,0 1-1 0 0,0 0 0 0 0,0 0 0 0 0,1-1 1 0 0,-1 1-1 0 0,0 0 0 0 0,1 0 1 0 0,-1 0-1 0 0,0 0 0 0 0,0 1 0 0 0,-22 40 168 0 0,23-42-170 0 0,-13 34 140 0 0,-13 54 0 0 0,12-35-68 0 0,6-20 19 0 0,2 0 0 0 0,-3 40 0 0 0,5-35-9 0 0,1 2 36 0 0,5 65 0 0 0,-1-71-66 0 0,0-14 40 0 0,1-1 1 0 0,1 1-1 0 0,5 21 1 0 0,-5-32-36 0 0,-1 0 1 0 0,2 0 0 0 0,-1 0-1 0 0,1 0 1 0 0,0-1 0 0 0,1 1-1 0 0,0-1 1 0 0,9 10 0 0 0,-12-15-28 0 0,0 0-1 0 0,1-1 1 0 0,0 1 0 0 0,-1-1-1 0 0,1 0 1 0 0,0 0 0 0 0,0 0 0 0 0,0 0-1 0 0,1-1 1 0 0,-1 1 0 0 0,0-1-1 0 0,1 0 1 0 0,-1 0 0 0 0,1 0 0 0 0,-1 0-1 0 0,8 0 1 0 0,-5-1 12 0 0,-1-1 0 0 0,1 1-1 0 0,0-1 1 0 0,0 0 0 0 0,0-1 0 0 0,0 1 0 0 0,-1-1-1 0 0,1 0 1 0 0,7-4 0 0 0,7-6 94 0 0,-1-1 1 0 0,0 0-1 0 0,0-1 0 0 0,16-18 0 0 0,-31 29-111 0 0,18-20 157 0 0,-1-1 1 0 0,0-1-1 0 0,29-49 1 0 0,-15 22 221 0 0,-31 47-487 0 0,8-14 635 0 0,-8 16-233 0 0,-7 12-206 0 0,-29 59 169 0 0,-6 18-34 0 0,26-53-185 0 0,-2 5 102 0 0,-13 54 0 0 0,24-77-122 0 0,1 0 0 0 0,0 0 0 0 0,1 0 0 0 0,1 1 0 0 0,0-1 0 0 0,1 0 0 0 0,4 20 0 0 0,2-7 52 0 0,-7-27-93 0 0,0 0-1 0 0,1 0 0 0 0,-1 0 1 0 0,1 0-1 0 0,0 0 0 0 0,-1 0 1 0 0,1-1-1 0 0,0 1 0 0 0,-1 0 1 0 0,1 0-1 0 0,0 0 0 0 0,0 0 1 0 0,0-1-1 0 0,0 1 0 0 0,0-1 1 0 0,0 1-1 0 0,0 0 1 0 0,0-1-1 0 0,0 0 0 0 0,0 1 1 0 0,0-1-1 0 0,0 0 0 0 0,0 1 1 0 0,0-1-1 0 0,1 0 0 0 0,-1 0 1 0 0,0 0-1 0 0,0 0 0 0 0,0 0 1 0 0,0 0-1 0 0,0 0 0 0 0,1 0 1 0 0,-1-1-1 0 0,0 1 0 0 0,0 0 1 0 0,0-1-1 0 0,0 1 0 0 0,0-1 1 0 0,0 1-1 0 0,0-1 0 0 0,0 1 1 0 0,1-2-1 0 0,5-4 3 0 0,-1-1 1 0 0,0 0-1 0 0,0 0 1 0 0,0-1-1 0 0,-1 1 1 0 0,0-1-1 0 0,-1-1 1 0 0,1 1-1 0 0,-2 0 0 0 0,1-1 1 0 0,-1 0-1 0 0,2-11 1 0 0,22-50 26 0 0,-23 62-31 0 0,4-9 4 0 0,-1 0 0 0 0,0 0 0 0 0,5-22 1 0 0,0-4 7 0 0,-6 24-7 0 0,-1 1 0 0 0,5-37 1 0 0,-7 26 2 0 0,-2 23-9 0 0,0 0 0 0 0,0 0-1 0 0,-1 1 1 0 0,0-1 0 0 0,0 0 0 0 0,0 0-1 0 0,-1 0 1 0 0,0 1 0 0 0,0-1 0 0 0,-3-9-1 0 0,-1-1 4 0 0,5 14-3 0 0,-1-1 0 0 0,0 0 0 0 0,0 0 0 0 0,0 1 0 0 0,0-1 1 0 0,0 0-1 0 0,-1 1 0 0 0,-2-5 0 0 0,3 6-1 0 0,0 1 1 0 0,0-1 0 0 0,0 0-1 0 0,0 1 1 0 0,-1-1-1 0 0,1 1 1 0 0,0 0-1 0 0,0-1 1 0 0,0 1-1 0 0,0 0 1 0 0,0 0 0 0 0,-1-1-1 0 0,1 1 1 0 0,0 0-1 0 0,0 0 1 0 0,0 0-1 0 0,-1 1 1 0 0,1-1-1 0 0,0 0 1 0 0,0 0 0 0 0,0 1-1 0 0,0-1 1 0 0,-1 0-1 0 0,1 1 1 0 0,-1 0-1 0 0,0 0 0 0 0,1 0 0 0 0,-1 0-1 0 0,1 1 1 0 0,-1-1 0 0 0,1 0-1 0 0,0 1 1 0 0,0-1 0 0 0,0 0-1 0 0,0 1 1 0 0,0-1-1 0 0,0 1 1 0 0,0 0 0 0 0,0-1-1 0 0,0 1 1 0 0,1 0 0 0 0,-1 2-1 0 0,-3 4 5 0 0,0 2-1 0 0,0-1 0 0 0,1 1-1 0 0,0 0 1 0 0,0 0-1 0 0,1 0 1 0 0,0 1 0 0 0,1-1-1 0 0,0 13 1 0 0,-2 12 10 0 0,2-11-6 0 0,1 0 0 0 0,2-1 0 0 0,0 1 0 0 0,2-1 0 0 0,7 29 0 0 0,0 4 17 0 0,-2-26-6 0 0,0 9 4 0 0,4 34 55 0 0,-14-70-73 0 0,0 0-1 0 0,0-1 0 0 0,0 1 0 0 0,0-1 0 0 0,-1 1 0 0 0,1-1 1 0 0,-1 0-1 0 0,1 1 0 0 0,-1-1 0 0 0,0 0 0 0 0,0 0 0 0 0,0 0 1 0 0,0 0-1 0 0,-4 2 0 0 0,4-3 5 0 0,1 0 0 0 0,-1 0 0 0 0,1 0 0 0 0,-1 0 1 0 0,0-1-1 0 0,1 1 0 0 0,-1-1 0 0 0,0 1 0 0 0,1-1 0 0 0,-1 0 0 0 0,0 1 0 0 0,1-1 0 0 0,-4 0 0 0 0,3 0 30 0 0,9 0-33 0 0,-6 0-7 0 0,61 4 40 0 0,-48-2-33 0 0,0-1-1 0 0,0-1 0 0 0,0 0 0 0 0,1 0 0 0 0,17-4 0 0 0,-19 1 0 0 0,-1-1 0 0 0,1 0-1 0 0,-1 0 1 0 0,0-1 0 0 0,0-1-1 0 0,0 0 1 0 0,-1 0 0 0 0,0-1-1 0 0,0-1 1 0 0,-1 0 0 0 0,16-16-1 0 0,-10 7 4 0 0,-1-1 0 0 0,-1 0 0 0 0,-1-1 0 0 0,0 0 0 0 0,16-35 0 0 0,-23 40-3 0 0,0 0 0 0 0,0 0-1 0 0,-1-1 1 0 0,-1 0-1 0 0,0 0 1 0 0,-2 0-1 0 0,1-1 1 0 0,-1-25 0 0 0,-4 31 0 0 0,-5 4-1 0 0,5 7-3 0 0,0-1-1 0 0,1 1 1 0 0,-1 0 0 0 0,0 0-1 0 0,1 0 1 0 0,-1 0 0 0 0,1 1-1 0 0,-1-1 1 0 0,1 0 0 0 0,0 1-1 0 0,0-1 1 0 0,-1 0 0 0 0,1 1-1 0 0,0 0 1 0 0,0-1 0 0 0,1 1-1 0 0,-1 0 1 0 0,0-1-1 0 0,0 1 1 0 0,1 0 0 0 0,-1 2-1 0 0,-15 47-2 0 0,14-44 3 0 0,-8 28-1 0 0,3 1 0 0 0,0 1 0 0 0,3-1 0 0 0,1 1 0 0 0,1 0 0 0 0,2 0 0 0 0,10 69 0 0 0,-9-96 0 0 0,1-1 0 0 0,0 0 0 0 0,1 1 0 0 0,0-1 0 0 0,0 0 0 0 0,1 0 0 0 0,0-1 0 0 0,1 1 0 0 0,11 14 0 0 0,-1-7 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30.9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1 308 13168 0 0,'2'-5'280'0'0,"17"-33"585"0"0,28-40 0 0 0,-41 69-507 0 0,-1 0 0 0 0,0 0-1 0 0,6-17 1 0 0,9-17 56 0 0,-12 13-167 0 0,-7 28-159 0 0,1 0-53 0 0,-12 13-31 0 0,3-3-14 0 0,1 0 1 0 0,-1 1 0 0 0,1 0-1 0 0,-5 10 1 0 0,0 8-22 0 0,0 0-1 0 0,2 1 0 0 0,-8 41 1 0 0,14-56 2 0 0,1-1 1 0 0,1 1 0 0 0,0 0-1 0 0,1 0 1 0 0,0 0-1 0 0,1 0 1 0 0,1-1 0 0 0,0 1-1 0 0,0 0 1 0 0,6 14-1 0 0,-8-27 26 0 0,0 1-1 0 0,0 0 1 0 0,0-1-1 0 0,0 1 0 0 0,1-1 1 0 0,-1 1-1 0 0,0 0 1 0 0,0-1-1 0 0,1 1 0 0 0,-1-1 1 0 0,0 1-1 0 0,1-1 0 0 0,-1 1 1 0 0,1-1-1 0 0,-1 1 1 0 0,0-1-1 0 0,1 1 0 0 0,-1-1 1 0 0,1 1-1 0 0,0-1 0 0 0,-1 0 1 0 0,1 1-1 0 0,-1-1 1 0 0,1 0-1 0 0,-1 0 0 0 0,1 1 1 0 0,0-1-1 0 0,-1 0 0 0 0,1 0 1 0 0,0 0-1 0 0,-1 0 1 0 0,1 0-1 0 0,0 0 0 0 0,-1 0 1 0 0,1 0-1 0 0,0 0 0 0 0,-1 0 1 0 0,1 0-1 0 0,-1 0 1 0 0,1 0-1 0 0,0-1 0 0 0,-1 1 1 0 0,1 0-1 0 0,0 0 0 0 0,-1-1 1 0 0,1 1-1 0 0,-1 0 1 0 0,1-1-1 0 0,-1 1 0 0 0,1-1 1 0 0,26-29-54 0 0,-23 26 50 0 0,5-8-1 0 0,-1-1-1 0 0,0 0 0 0 0,-1-1 0 0 0,-1 1 0 0 0,0-1 0 0 0,-1 0 1 0 0,5-20-1 0 0,22-68-1 0 0,-16 18 10 0 0,-5 55 15 0 0,-9 25-13 0 0,0 0 0 0 0,0 1 1 0 0,-1-1-1 0 0,1 0 0 0 0,-1 0 1 0 0,1-6-1 0 0,-2 10 5 0 0,0-1-1 0 0,1 0 0 0 0,-1 0 1 0 0,0 1-1 0 0,0-1 1 0 0,0 0-1 0 0,0 1 1 0 0,0-1-1 0 0,0 0 1 0 0,0 0-1 0 0,0 1 0 0 0,-1-1 1 0 0,1 0-1 0 0,0 1 1 0 0,0-1-1 0 0,-1 0 1 0 0,1 1-1 0 0,0-1 0 0 0,-1 0 1 0 0,1 1-1 0 0,-1-1 1 0 0,1 1-1 0 0,0-1 1 0 0,-1 0-1 0 0,0 1 1 0 0,1-1-1 0 0,-1 1 0 0 0,0-1 1 0 0,-6 36 137 0 0,1-4-11 0 0,4-23-99 0 0,0 0 0 0 0,1 1-1 0 0,0-1 1 0 0,0 1 0 0 0,1-1 0 0 0,0 1 0 0 0,2 13 0 0 0,-1-16 24 0 0,0 1 0 0 0,0 0 1 0 0,-1-1-1 0 0,1 1 0 0 0,-2-1 1 0 0,1 1-1 0 0,-2 8 0 0 0,2-14-47 0 0,0-1 0 0 0,0 1-1 0 0,0-1 1 0 0,0 1-1 0 0,0-1 1 0 0,0 1-1 0 0,0-1 1 0 0,1 1-1 0 0,-1-1 1 0 0,0 0 0 0 0,0 1-1 0 0,1-1 1 0 0,-1 1-1 0 0,0-1 1 0 0,1 0-1 0 0,-1 1 1 0 0,0-1-1 0 0,1 0 1 0 0,-1 1 0 0 0,0-1-1 0 0,1 0 1 0 0,-1 0-1 0 0,1 1 1 0 0,-1-1-1 0 0,0 0 1 0 0,1 0-1 0 0,-1 0 1 0 0,1 0 0 0 0,-1 1-1 0 0,1-1 1 0 0,-1 0-1 0 0,1 0 1 0 0,-1 0-1 0 0,1 0 1 0 0,-1 0-1 0 0,1 0 1 0 0,-1 0 0 0 0,1 0-1 0 0,-1 0 1 0 0,0-1-1 0 0,1 1 1 0 0,-1 0-1 0 0,1 0 1 0 0,0-1-1 0 0,24-3 259 0 0,20-18 122 0 0,-32 15-176 0 0,0 1 0 0 0,1 0 0 0 0,27-8 0 0 0,-40 14-200 0 0,0 0 1 0 0,-1 0-1 0 0,1 0 0 0 0,0 0 0 0 0,0 0 0 0 0,-1 0 1 0 0,1 0-1 0 0,0 1 0 0 0,-1-1 0 0 0,1 0 1 0 0,0 0-1 0 0,0 0 0 0 0,-1 1 0 0 0,1-1 0 0 0,-1 1 1 0 0,1-1-1 0 0,0 0 0 0 0,-1 1 0 0 0,1-1 1 0 0,-1 1-1 0 0,1-1 0 0 0,-1 1 0 0 0,1-1 0 0 0,-1 1 1 0 0,1 0-1 0 0,-1-1 0 0 0,0 1 0 0 0,1 0 1 0 0,-1-1-1 0 0,0 1 0 0 0,1 0 0 0 0,-1-1 0 0 0,0 1 1 0 0,0 0-1 0 0,0 0 0 0 0,0-1 0 0 0,1 2 1 0 0,0 32 306 0 0,-1-29-243 0 0,-7 71 604 0 0,7-74-501 0 0,8-26 130 0 0,-1 7-241 0 0,0 1-1 0 0,1 0 1 0 0,1 0-1 0 0,1 1 1 0 0,0 0-1 0 0,1 1 1 0 0,0 0-1 0 0,19-17 1 0 0,-30 30-64 0 0,1 1 0 0 0,-1-1 0 0 0,1 0 0 0 0,0 1 0 0 0,-1-1 1 0 0,1 1-1 0 0,0-1 0 0 0,0 1 0 0 0,0-1 0 0 0,-1 1 0 0 0,1 0 0 0 0,0-1 0 0 0,0 1 0 0 0,0 0 1 0 0,-1 0-1 0 0,1 0 0 0 0,0-1 0 0 0,0 1 0 0 0,0 0 0 0 0,0 0 0 0 0,0 0 0 0 0,0 0 0 0 0,0 0 0 0 0,-1 1 1 0 0,1-1-1 0 0,0 0 0 0 0,0 0 0 0 0,0 1 0 0 0,0-1 0 0 0,-1 0 0 0 0,1 1 0 0 0,0-1 0 0 0,0 1 0 0 0,0-1 1 0 0,-1 1-1 0 0,1-1 0 0 0,0 1 0 0 0,-1-1 0 0 0,1 1 0 0 0,-1 0 0 0 0,1-1 0 0 0,-1 1 0 0 0,1 0 1 0 0,-1 0-1 0 0,1-1 0 0 0,-1 1 0 0 0,1 0 0 0 0,-1 0 0 0 0,0 0 0 0 0,0 0 0 0 0,1-1 0 0 0,-1 3 0 0 0,3 7 37 0 0,-1 0-1 0 0,0 0 0 0 0,0 19 0 0 0,-1-17-16 0 0,14 102 329 0 0,-15-113-353 0 0,0-1 0 0 0,0 0-1 0 0,0 0 1 0 0,0 0 0 0 0,0 1 0 0 0,0-1 0 0 0,0 0 0 0 0,0 0-1 0 0,0 1 1 0 0,0-1 0 0 0,0 0 0 0 0,0 0 0 0 0,0 0 0 0 0,0 1-1 0 0,0-1 1 0 0,0 0 0 0 0,0 0 0 0 0,0 0 0 0 0,0 0 0 0 0,0 1-1 0 0,0-1 1 0 0,1 0 0 0 0,-1 0 0 0 0,0 0 0 0 0,0 0 0 0 0,0 1-1 0 0,0-1 1 0 0,1 0 0 0 0,-1 0 0 0 0,0 0 0 0 0,0 0 0 0 0,0 0-1 0 0,0 0 1 0 0,1 0 0 0 0,-1 1 0 0 0,0-1 0 0 0,0 0 0 0 0,0 0-1 0 0,1 0 1 0 0,-1 0 0 0 0,0 0 0 0 0,0 0 0 0 0,0 0 0 0 0,1 0-1 0 0,-1 0 1 0 0,10-9 145 0 0,2-9-57 0 0,0-2-31 0 0,-1-2 1 0 0,12-27-1 0 0,13-27 89 0 0,-29 61-120 0 0,8-14 54 0 0,-15 27-70 0 0,1 1 0 0 0,0 0 1 0 0,-1 0-1 0 0,1 0 0 0 0,0 0 0 0 0,0 0 0 0 0,0 1 0 0 0,0-1 1 0 0,0 0-1 0 0,0 0 0 0 0,0 0 0 0 0,0 1 0 0 0,0-1 1 0 0,0 1-1 0 0,0-1 0 0 0,0 1 0 0 0,0-1 0 0 0,0 1 1 0 0,1-1-1 0 0,0 1 0 0 0,-6 19 71 0 0,0 12 38 0 0,-5 68 201 0 0,9-97-267 0 0,0-3-50 0 0,1 1-1 0 0,-1 0 1 0 0,1-1 0 0 0,0 1-1 0 0,-1-1 1 0 0,1 1 0 0 0,-1 0-1 0 0,1-1 1 0 0,-1 1-1 0 0,1-1 1 0 0,-1 0 0 0 0,0 1-1 0 0,1-1 1 0 0,-1 1-1 0 0,0-1 1 0 0,1 0 0 0 0,-1 1-1 0 0,0-1 1 0 0,0 0 0 0 0,1 1-1 0 0,-1-1 1 0 0,0 0-1 0 0,0 1 1 0 0,0-1 0 0 0,0 0-1 0 0,0 0 1 0 0,8-24 48 0 0,-3 12-34 0 0,3-6 17 0 0,1-1 0 0 0,0 2 1 0 0,18-25-1 0 0,-17 29 14 0 0,1 1 1 0 0,24-22 0 0 0,-34 34-50 0 0,-1 1 1 0 0,1-1 0 0 0,0 1 0 0 0,-1-1 0 0 0,1 1-1 0 0,0 0 1 0 0,-1-1 0 0 0,1 1 0 0 0,0 0 0 0 0,-1-1 0 0 0,1 1-1 0 0,0 0 1 0 0,-1 0 0 0 0,1 0 0 0 0,0 0 0 0 0,0 0-1 0 0,0 0 1 0 0,-1 0 0 0 0,1 0 0 0 0,0 0 0 0 0,0 0 0 0 0,-1 0-1 0 0,1 0 1 0 0,0 0 0 0 0,-1 1 0 0 0,1-1 0 0 0,0 0 0 0 0,0 0-1 0 0,-1 1 1 0 0,1-1 0 0 0,-1 1 0 0 0,1-1 0 0 0,0 1-1 0 0,-1-1 1 0 0,1 1 0 0 0,-1-1 0 0 0,1 1 0 0 0,-1-1 0 0 0,1 1-1 0 0,-1 0 1 0 0,1 0 0 0 0,11 28 48 0 0,-5 5-14 0 0,-1 1 0 0 0,-2-1 1 0 0,-2 1-1 0 0,-1 0 0 0 0,-6 59 0 0 0,1 16 27 0 0,-8 34 24 0 0,10-135-81 0 0,-1 0 0 0 0,0 1 1 0 0,0-1-1 0 0,-1-1 1 0 0,0 1-1 0 0,-7 11 0 0 0,-1 2 12 0 0,10-19-15 0 0,1-1-1 0 0,-1 1 1 0 0,0-1 0 0 0,0 1-1 0 0,0-1 1 0 0,-1 0 0 0 0,1 1-1 0 0,0-1 1 0 0,-1 0 0 0 0,0-1-1 0 0,1 1 1 0 0,-1 0-1 0 0,0-1 1 0 0,0 0 0 0 0,0 1-1 0 0,0-1 1 0 0,0 0 0 0 0,0 0-1 0 0,0-1 1 0 0,0 1 0 0 0,0-1-1 0 0,0 0 1 0 0,-1 1-1 0 0,1-1 1 0 0,0-1 0 0 0,0 1-1 0 0,0 0 1 0 0,0-1 0 0 0,-1 0-1 0 0,1 1 1 0 0,0-1 0 0 0,-3-2-1 0 0,3 1 0 0 0,1-1 0 0 0,-1 1 0 0 0,1-1 0 0 0,0 0 0 0 0,0 1 0 0 0,0-1-1 0 0,0 0 1 0 0,0 0 0 0 0,0 0 0 0 0,1-1 0 0 0,0 1 0 0 0,0 0 0 0 0,0 0 0 0 0,0-1-1 0 0,0 1 1 0 0,0-1 0 0 0,1 1 0 0 0,0-1 0 0 0,0 1 0 0 0,0-1 0 0 0,0-4 0 0 0,1-3 3 0 0,1 0 1 0 0,-1 0 0 0 0,2 0 0 0 0,-1 1-1 0 0,7-16 1 0 0,1 4 3 0 0,0 2 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32.5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0 510 16575 0 0,'28'-204'1882'0'0,"-22"138"-696"0"0,-4 0-1 0 0,-9-108 1 0 0,4 288-657 0 0,4-68-513 0 0,10 161-98 0 0,-8-176 34 0 0,2-1-1 0 0,2 1 0 0 0,0-1 0 0 0,19 46 0 0 0,-24-71 18 0 0,1 0 1 0 0,-1 0 0 0 0,1-1-1 0 0,0 1 1 0 0,1-1 0 0 0,-1 0-1 0 0,1 0 1 0 0,-1 0-1 0 0,1 0 1 0 0,0-1 0 0 0,1 0-1 0 0,5 4 1 0 0,-8-5 13 0 0,1-1 0 0 0,-1 0 0 0 0,0 0 1 0 0,1 0-1 0 0,-1-1 0 0 0,1 1 0 0 0,0 0 0 0 0,-1-1 0 0 0,1 0 0 0 0,-1 0 1 0 0,1 0-1 0 0,-1 0 0 0 0,1 0 0 0 0,0 0 0 0 0,-1 0 0 0 0,1-1 0 0 0,-1 0 1 0 0,1 1-1 0 0,-1-1 0 0 0,1 0 0 0 0,-1 0 0 0 0,0 0 0 0 0,1 0 0 0 0,-1-1 0 0 0,0 1 1 0 0,0-1-1 0 0,0 1 0 0 0,0-1 0 0 0,0 0 0 0 0,3-4 0 0 0,14-15-137 0 0,-1-1 0 0 0,-1-1 0 0 0,-1 0 0 0 0,23-45 0 0 0,-14-8-95 0 0,-13 37 138 0 0,-11 35 91 0 0,0 0 1 0 0,0-1-1 0 0,-1 1 0 0 0,1 0 1 0 0,-1 0-1 0 0,0-1 1 0 0,0 1-1 0 0,-1 0 0 0 0,1-1 1 0 0,-1 1-1 0 0,0 0 1 0 0,0 0-1 0 0,-1 0 1 0 0,1 0-1 0 0,-4-6 0 0 0,3 7-33 0 0,-10 19-107 0 0,-2 1 130 0 0,2 0-1 0 0,0 2 1 0 0,1-1-1 0 0,1 2 1 0 0,1-1-1 0 0,-12 37 1 0 0,17-40 19 0 0,-1 0 0 0 0,2 0 0 0 0,0 1 0 0 0,2-1 0 0 0,-1 1 0 0 0,2 0 0 0 0,0-1 0 0 0,1 1 0 0 0,5 26 0 0 0,-6-41 10 0 0,1 0 0 0 0,-1 0 0 0 0,0-1 0 0 0,1 1 0 0 0,-1 0 0 0 0,1-1 0 0 0,-1 1 0 0 0,1 0 0 0 0,0-1 0 0 0,0 1 0 0 0,0-1 0 0 0,0 1 0 0 0,0-1 0 0 0,0 0 0 0 0,0 1 0 0 0,0-1 0 0 0,1 0 0 0 0,-1 0 0 0 0,0 0 0 0 0,1 0 0 0 0,-1 0 0 0 0,1 0 0 0 0,-1 0 0 0 0,1 0 0 0 0,0-1 0 0 0,-1 1 0 0 0,1 0 0 0 0,0-1 0 0 0,-1 0 0 0 0,1 1 0 0 0,0-1 0 0 0,0 0 0 0 0,-1 0 0 0 0,1 0 0 0 0,0 0 0 0 0,0 0 0 0 0,2-1 0 0 0,7-6-1 0 0,3-11 2 0 0,-1-1 0 0 0,0-1 0 0 0,-2 0 0 0 0,13-29 0 0 0,20-67 11 0 0,-37 96-6 0 0,18-61 27 0 0,-22 72-9 0 0,-2 0-1 0 0,1 0 0 0 0,-1 0 0 0 0,0 0 0 0 0,-1 0 0 0 0,-1-13 0 0 0,-3 10 35 0 0,4 10 37 0 0,-13 24 83 0 0,10-5-143 0 0,0-1-1 0 0,1 1 1 0 0,0-1-1 0 0,2 24 1 0 0,0-22 5 0 0,0 1 0 0 0,-1-1 0 0 0,-6 25 0 0 0,5-31-10 0 0,0 0 0 0 0,0 1 0 0 0,2-1 0 0 0,-1 0-1 0 0,2 16 1 0 0,8-5 50 0 0,-8-21-46 0 0,2 2-3 0 0,-3-4-28 0 0,1 0 1 0 0,-1 0-1 0 0,1 0 0 0 0,-1 0 1 0 0,1 0-1 0 0,-1 0 1 0 0,1 0-1 0 0,-1 0 1 0 0,1 0-1 0 0,-1 0 0 0 0,1 0 1 0 0,-1 0-1 0 0,1 0 1 0 0,-1 0-1 0 0,1-1 1 0 0,-1 1-1 0 0,0 0 0 0 0,1 0 1 0 0,-1 0-1 0 0,1-1 1 0 0,-1 1-1 0 0,0 0 1 0 0,1-1-1 0 0,-1 1 0 0 0,1 0 1 0 0,-1-1-1 0 0,1 0 1 0 0,16-16 30 0 0,1-1 0 0 0,21-30 1 0 0,32-62 75 0 0,-68 106-99 0 0,0 1-1 0 0,-1 0 0 0 0,1 0 1 0 0,0 0-1 0 0,1 0 1 0 0,-1 1-1 0 0,0-1 1 0 0,1 1-1 0 0,6-4 1 0 0,-9 7-7 0 0,1 0 0 0 0,-1 1 0 0 0,0-1 0 0 0,0 0 0 0 0,0 0 0 0 0,-1 1 0 0 0,1-1 0 0 0,0 0 0 0 0,0 1 0 0 0,-1-1 0 0 0,1 1 0 0 0,-1-1 0 0 0,1 1 1 0 0,-1-1-1 0 0,0 1 0 0 0,1 1 0 0 0,1 13 8 0 0,-1 0 0 0 0,-1-1 1 0 0,-1 1-1 0 0,0 0 1 0 0,-5 26-1 0 0,0 8-1 0 0,-6 44 34 0 0,-41 156-1 0 0,11-89 13 0 0,31-119-21 0 0,11-41-35 0 0,0-1 1 0 0,0 0 0 0 0,0 0 0 0 0,-1 1-1 0 0,1-1 1 0 0,0 0 0 0 0,0 1 0 0 0,0-1-1 0 0,0 0 1 0 0,0 0 0 0 0,-1 1-1 0 0,1-1 1 0 0,0 0 0 0 0,0 0 0 0 0,-1 1-1 0 0,1-1 1 0 0,0 0 0 0 0,0 0 0 0 0,-1 0-1 0 0,1 0 1 0 0,0 1 0 0 0,0-1-1 0 0,-1 0 1 0 0,1 0 0 0 0,0 0 0 0 0,-1 0-1 0 0,1 0 1 0 0,0 0 0 0 0,-1 0 0 0 0,1 0-1 0 0,0 0 1 0 0,-1 0 0 0 0,0 1 53 0 0,13-55 23 0 0,38-95-1 0 0,-39 122-51 0 0,2 0 1 0 0,0 0-1 0 0,2 2 0 0 0,1 0 0 0 0,23-28 0 0 0,-4 18 74 0 0,-33 34-90 0 0,0 0 0 0 0,0-1 0 0 0,0 1 0 0 0,0 0-1 0 0,0 0 1 0 0,0 0 0 0 0,1 0 0 0 0,-1 0 0 0 0,0 0 0 0 0,1 1 0 0 0,-1-1-1 0 0,1 1 1 0 0,-1 0 0 0 0,0 0 0 0 0,1-1 0 0 0,3 2 0 0 0,-3 1 18 0 0,0 0 1 0 0,-1 1 0 0 0,1-1 0 0 0,-1 1-1 0 0,0-1 1 0 0,0 1 0 0 0,0 0 0 0 0,0 0-1 0 0,0 0 1 0 0,2 5 0 0 0,3 8 43 0 0,-6-13-42 0 0,0-1 0 0 0,1 1-1 0 0,-1 0 1 0 0,1 0 0 0 0,-1 0-1 0 0,1-1 1 0 0,0 1 0 0 0,0-1-1 0 0,2 3 1 0 0,-3-4-23 0 0,-1-1 0 0 0,1 0 0 0 0,-1 0 0 0 0,1 0 0 0 0,-1 1 0 0 0,0-1-1 0 0,1 0 1 0 0,-1 0 0 0 0,1 0 0 0 0,-1 0 0 0 0,1 0 0 0 0,-1 0 0 0 0,1 0 0 0 0,-1 0 0 0 0,1 0 0 0 0,-1 0 0 0 0,1 0-1 0 0,-1 0 1 0 0,1 0 0 0 0,-1-1 0 0 0,0 1 0 0 0,1 0 0 0 0,-1 0 0 0 0,1-1 0 0 0,15-15 108 0 0,-8 3-75 0 0,-1-1 1 0 0,0 0-1 0 0,-1 0 1 0 0,-1 0-1 0 0,7-26 0 0 0,8-23 56 0 0,-9 29-44 0 0,-9 27-38 0 0,0 1 0 0 0,0-1 0 0 0,1 0 0 0 0,-1 1 0 0 0,1 0 0 0 0,7-10 0 0 0,18-32 138 0 0,-27 48-129 0 0,0 0 1 0 0,0 0-1 0 0,-1 0 1 0 0,1 0-1 0 0,0 0 1 0 0,0 0-1 0 0,0 0 1 0 0,0 0-1 0 0,0 0 0 0 0,0 0 1 0 0,0 1-1 0 0,0-1 1 0 0,0 0-1 0 0,0 0 1 0 0,-1 1-1 0 0,1-1 0 0 0,0 1 1 0 0,0-1-1 0 0,0 1 1 0 0,-1-1-1 0 0,1 1 1 0 0,0 0-1 0 0,0 0 1 0 0,1 9-13 0 0,0-1 0 0 0,-1 1 0 0 0,0-1 1 0 0,-1 14-1 0 0,0-16-4 0 0,0 0 1 0 0,0 0-1 0 0,0 0 0 0 0,1 0 1 0 0,0 0-1 0 0,0 0 1 0 0,1 0-1 0 0,0-1 0 0 0,0 1 1 0 0,0 0-1 0 0,6 10 1 0 0,-7-16-5 0 0,0 0 1 0 0,0 1-1 0 0,0-1 1 0 0,0 0-1 0 0,0 0 1 0 0,0 0-1 0 0,0 0 1 0 0,0 0 0 0 0,0 0-1 0 0,0 0 1 0 0,1 0-1 0 0,-1-1 1 0 0,0 1-1 0 0,1 0 1 0 0,-1-1-1 0 0,1 1 1 0 0,-1-1 0 0 0,0 1-1 0 0,1-1 1 0 0,-1 0-1 0 0,1 0 1 0 0,-1 0-1 0 0,1 1 1 0 0,-1-2-1 0 0,1 1 1 0 0,-1 0-1 0 0,1 0 1 0 0,2-1 0 0 0,1-1 5 0 0,1 0 1 0 0,0-1 0 0 0,-1 0 0 0 0,0 0 0 0 0,10-7 0 0 0,-12 7 2 0 0,0 0 1 0 0,1 1-1 0 0,-1 0 1 0 0,1 0-1 0 0,-1 0 1 0 0,1 0-1 0 0,0 0 1 0 0,0 1-1 0 0,0-1 0 0 0,6 0 1 0 0,-10 2-10 0 0,1 0-1 0 0,0 1 1 0 0,-1-1 0 0 0,1 0 0 0 0,-1 0 0 0 0,1 1-1 0 0,0-1 1 0 0,-1 1 0 0 0,1-1 0 0 0,-1 0-1 0 0,1 1 1 0 0,-1-1 0 0 0,0 1 0 0 0,1-1 0 0 0,-1 1-1 0 0,1-1 1 0 0,-1 1 0 0 0,0-1 0 0 0,1 1-1 0 0,-1 0 1 0 0,0-1 0 0 0,0 1 0 0 0,1-1 0 0 0,-1 1-1 0 0,0 1 1 0 0,5 19 27 0 0,-5-20-24 0 0,5 30 25 0 0,18 86 43 0 0,-20-103-57 0 0,2-1 0 0 0,0 1 0 0 0,0-1 0 0 0,1 0 0 0 0,1 0 0 0 0,9 13 0 0 0,-15-25-6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32.8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14368 0 0,'0'0'0'0'0,"32"5"368"0"0,-21-2 368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33.2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 11256 0 0,'0'0'0'0'0,"32"7"0"0"0,-2-5 328 0 0,5 1 16 0 0,-3-2-16 0 0,4-1 16 0 0,0-1-216 0 0,35-4 120 0 0,-32 2-112 0 0,-2 1 160 0 0,-2-3 0 0 0,1-2 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33.8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52 10752 0 0,'5'-1'33'0'0,"20"-4"190"0"0,-23 5-94 0 0,-1 1-99 0 0,0-1-1 0 0,0 1 1 0 0,0-1-1 0 0,0 1 1 0 0,0-1-1 0 0,0 1 1 0 0,-1-1-1 0 0,1 1 1 0 0,0 0-1 0 0,0-1 1 0 0,0 1-1 0 0,0 0 1 0 0,-1 0-1 0 0,1 0 1 0 0,0 0 0 0 0,-1 0-1 0 0,1 0 1 0 0,-1 0-1 0 0,1 1 1 0 0,19 48 265 0 0,-1 1 0 0 0,21 102 1 0 0,1 7-13 0 0,-37-147-254 0 0,-2-4 11 0 0,0-1-1 0 0,1 1 1 0 0,0-1 0 0 0,0 1 0 0 0,1-1-1 0 0,0 0 1 0 0,1 0 0 0 0,0-1 0 0 0,11 14 0 0 0,-16-20-37 0 0,1-1 1 0 0,-1 0-1 0 0,0 0 1 0 0,1 0 0 0 0,-1 0-1 0 0,1 0 1 0 0,-1 0 0 0 0,0 0-1 0 0,1 1 1 0 0,-1-1-1 0 0,1 0 1 0 0,-1 0 0 0 0,1-1-1 0 0,-1 1 1 0 0,0 0-1 0 0,1 0 1 0 0,-1 0 0 0 0,1 0-1 0 0,-1 0 1 0 0,0 0 0 0 0,1 0-1 0 0,-1-1 1 0 0,1 1-1 0 0,-1 0 1 0 0,0 0 0 0 0,1-1-1 0 0,-1 1 1 0 0,0 0-1 0 0,1 0 1 0 0,-1-1 0 0 0,0 1-1 0 0,0 0 1 0 0,1-1 0 0 0,-1 0-1 0 0,1 1 5 0 0,3-7 12 0 0,1 1 1 0 0,-1-1-1 0 0,0 0 0 0 0,-1-1 0 0 0,0 1 0 0 0,0 0 0 0 0,0-1 0 0 0,-1 0 1 0 0,0 0-1 0 0,1-11 0 0 0,8-89 132 0 0,-9 77-119 0 0,0 5 1 0 0,10-149 544 0 0,-12 156-311 0 0,2 37 57 0 0,1 4-282 0 0,5 37 119 0 0,3-1-1 0 0,21 62 1 0 0,-26-99-126 0 0,0 2 39 0 0,16 37 0 0 0,-19-54-53 0 0,-1-1 0 0 0,1 1 0 0 0,0-1 0 0 0,1 0 1 0 0,-1 1-1 0 0,1-2 0 0 0,0 1 0 0 0,1 0 0 0 0,-1-1 1 0 0,1 0-1 0 0,-1 0 0 0 0,7 4 0 0 0,-10-8-15 0 0,0 1 1 0 0,1-1-1 0 0,-1 1 0 0 0,1-1 0 0 0,-1 1 1 0 0,0-1-1 0 0,1 0 0 0 0,-1 0 0 0 0,1 0 1 0 0,-1 0-1 0 0,1 0 0 0 0,-1 0 0 0 0,1 0 1 0 0,-1 0-1 0 0,0-1 0 0 0,1 1 0 0 0,-1 0 1 0 0,0-1-1 0 0,1 1 0 0 0,-1-1 0 0 0,0 0 1 0 0,1 1-1 0 0,-1-1 0 0 0,0 0 0 0 0,0 0 1 0 0,0 0-1 0 0,0 0 0 0 0,0 0 0 0 0,0 0 1 0 0,0 0-1 0 0,0 0 0 0 0,1-2 0 0 0,4-5 18 0 0,0 0-1 0 0,0-1 1 0 0,6-14-1 0 0,-7 13 9 0 0,14-33 38 0 0,-1-1 0 0 0,-3 0 0 0 0,14-62 0 0 0,-15 53-11 0 0,-4 8 53 0 0,9-86 1 0 0,-19 129-104 0 0,1 1 1 0 0,-1-1-1 0 0,0 0 0 0 0,0 0 1 0 0,0 1-1 0 0,0-1 0 0 0,0 0 1 0 0,0 0-1 0 0,0 0 0 0 0,-1 1 1 0 0,1-1-1 0 0,-1 0 0 0 0,1 0 1 0 0,-1 1-1 0 0,0-1 0 0 0,1 0 1 0 0,-1 1-1 0 0,0-1 0 0 0,0 1 1 0 0,0-1-1 0 0,-1 1 0 0 0,0-2 1 0 0,1 4-4 0 0,0-1 0 0 0,0 1 0 0 0,1-1 0 0 0,-1 1 0 0 0,0 0 1 0 0,1-1-1 0 0,-1 1 0 0 0,0 0 0 0 0,1 0 0 0 0,-1 0 0 0 0,1-1 0 0 0,-1 1 1 0 0,1 0-1 0 0,-1 0 0 0 0,1 2 0 0 0,-1-3 0 0 0,-8 23 72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34.8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0 570 12160 0 0,'20'1'54'0'0,"14"0"236"0"0,18-2 396 0 0,-44 0-572 0 0,1 1-1 0 0,-1-2 0 0 0,1 0 0 0 0,-1 0 0 0 0,0 0 0 0 0,0-1 0 0 0,15-7 1 0 0,-19 7-32 0 0,0 0 1 0 0,0 0 0 0 0,0-1-1 0 0,0 0 1 0 0,0 0 0 0 0,-1 0 0 0 0,0 0-1 0 0,0 0 1 0 0,0 0 0 0 0,0-1-1 0 0,3-7 1 0 0,21-59 215 0 0,-21 53-182 0 0,1-7-33 0 0,-1-1-1 0 0,-1 1 1 0 0,-2-2 0 0 0,2-34-1 0 0,0-6-5 0 0,-3 52-71 0 0,-1-1 1 0 0,0 1 0 0 0,-1 0 0 0 0,0 0 0 0 0,-2 0 0 0 0,0 0 0 0 0,0 0 0 0 0,-7-20 0 0 0,9 34-7 0 0,0 0 1 0 0,-1 0-1 0 0,1 0 0 0 0,0 0 0 0 0,-1-1 0 0 0,0 1 1 0 0,1 0-1 0 0,-1 0 0 0 0,1 0 0 0 0,-1 0 0 0 0,0 0 0 0 0,0 0 1 0 0,0 0-1 0 0,0 1 0 0 0,0-1 0 0 0,-1-1 0 0 0,1 2 1 0 0,1 0-1 0 0,-1 0 0 0 0,1 0 0 0 0,-1 0 0 0 0,1 0 1 0 0,-1 0-1 0 0,1 0 0 0 0,-1 0 0 0 0,1 0 0 0 0,0 0 0 0 0,-1 1 1 0 0,1-1-1 0 0,-1 0 0 0 0,1 0 0 0 0,-1 1 0 0 0,1-1 1 0 0,0 0-1 0 0,-1 0 0 0 0,1 1 0 0 0,0-1 0 0 0,-1 0 0 0 0,1 1 1 0 0,0-1-1 0 0,-1 1 0 0 0,1-1 0 0 0,0 0 0 0 0,-1 1 1 0 0,-14 36 7 0 0,14-32-7 0 0,-11 35-1 0 0,2 1 0 0 0,-4 42 0 0 0,7-43 0 0 0,-2 17 2 0 0,2 0 0 0 0,3 1 1 0 0,5 108-1 0 0,-1-165-1 0 0,0 0 1 0 0,0-1-1 0 0,0 1 1 0 0,0 0-1 0 0,0 0 1 0 0,0 0-1 0 0,0-1 1 0 0,0 1-1 0 0,0 0 1 0 0,0 0-1 0 0,0 0 1 0 0,1-1-1 0 0,-1 1 1 0 0,0 0-1 0 0,0 0 1 0 0,1-1-1 0 0,-1 1 1 0 0,1 0-1 0 0,-1-1 1 0 0,1 1-1 0 0,-1 0 1 0 0,1-1-1 0 0,-1 1 1 0 0,1-1-1 0 0,-1 1 1 0 0,1-1-1 0 0,0 1 1 0 0,0 0-1 0 0,1-2 1 0 0,-1 1-1 0 0,0-1 1 0 0,0 1 0 0 0,0-1-1 0 0,0 1 1 0 0,0-1-1 0 0,0 0 1 0 0,0 0 0 0 0,0 1-1 0 0,-1-1 1 0 0,1 0-1 0 0,0 0 1 0 0,0 0 0 0 0,-1 0-1 0 0,1 0 1 0 0,0-1-1 0 0,28-54 57 0 0,-28 53-50 0 0,68-171 155 0 0,-60 152-101 0 0,1-1-1 0 0,2 1 1 0 0,15-23 0 0 0,-26 44-56 0 0,-1 0 0 0 0,0 1-1 0 0,1-1 1 0 0,-1 0-1 0 0,1 1 1 0 0,-1-1 0 0 0,0 1-1 0 0,1-1 1 0 0,-1 1-1 0 0,1-1 1 0 0,-1 1-1 0 0,1-1 1 0 0,0 1 0 0 0,-1 0-1 0 0,1-1 1 0 0,-1 1-1 0 0,1 0 1 0 0,0-1 0 0 0,-1 1-1 0 0,2 0 1 0 0,5 8 111 0 0,0 32 67 0 0,-5-23-140 0 0,10 44 59 0 0,-10-41-57 0 0,2 0 0 0 0,1-1 0 0 0,8 23 0 0 0,-1 7 96 0 0,-10-39-105 0 0,0 1-1 0 0,1 0 0 0 0,4 11 1 0 0,-4-14 7 0 0,1-1 0 0 0,0 1 0 0 0,9 12-1 0 0,-11-18-30 0 0,-1 0 1 0 0,0-1-1 0 0,0 0 0 0 0,1 1 0 0 0,-1-1 0 0 0,1 0 0 0 0,-1 0 0 0 0,1 0 0 0 0,0 0 0 0 0,-1 0 0 0 0,4 1 0 0 0,-4-1-8 0 0,-1-1-1 0 0,1 0 1 0 0,0 0 0 0 0,0 0-1 0 0,0 0 1 0 0,0 0 0 0 0,0 0-1 0 0,0 0 1 0 0,0 0 0 0 0,0-1-1 0 0,-1 1 1 0 0,1 0 0 0 0,0 0-1 0 0,0-1 1 0 0,0 1 0 0 0,0 0-1 0 0,-1-1 1 0 0,1 1-1 0 0,0-1 1 0 0,0 1 0 0 0,-1-1-1 0 0,1 0 1 0 0,0 1 0 0 0,-1-1-1 0 0,2-1 1 0 0,4-7 29 0 0,0 0 1 0 0,0 0-1 0 0,-1 0 1 0 0,0-1-1 0 0,0 0 0 0 0,-1 0 1 0 0,-1 0-1 0 0,3-13 0 0 0,0-2 28 0 0,-1 0 0 0 0,2-35 0 0 0,-7 54-48 0 0,1 0 1 0 0,-1-1-1 0 0,-1 1 1 0 0,1 0-1 0 0,-1 0 1 0 0,0 0-1 0 0,0 0 1 0 0,-1 0-1 0 0,0 0 1 0 0,0 0-1 0 0,0 0 1 0 0,0 1-1 0 0,-1-1 1 0 0,0 1 0 0 0,-1 0-1 0 0,1 0 1 0 0,-7-8-1 0 0,9 13-10 0 0,1-1 1 0 0,0 1-1 0 0,-1 0 0 0 0,1 0 1 0 0,0-1-1 0 0,-1 1 0 0 0,1 0 1 0 0,-1 0-1 0 0,1-1 0 0 0,0 1 1 0 0,-1 0-1 0 0,1 0 0 0 0,-1 0 0 0 0,1 0 1 0 0,-1 0-1 0 0,1 0 0 0 0,-1 0 1 0 0,1 0-1 0 0,0 0 0 0 0,-1 0 1 0 0,1 0-1 0 0,-1 0 0 0 0,1 0 1 0 0,-1 0-1 0 0,1 0 0 0 0,-1 0 1 0 0,1 0-1 0 0,0 1 0 0 0,-1-1 0 0 0,1 0 1 0 0,-1 0-1 0 0,1 1 0 0 0,0-1 1 0 0,-1 0-1 0 0,1 0 0 0 0,0 1 1 0 0,-1-1-1 0 0,1 0 0 0 0,0 1 1 0 0,-1-1-1 0 0,-6 16 92 0 0,-25 96 164 0 0,-2 2 52 0 0,33-112-304 0 0,-1 7 34 0 0,0 0-1 0 0,1 1 1 0 0,0-1 0 0 0,1 0-1 0 0,1 16 1 0 0,-5-1 290 0 0,3-17 197 0 0,11-18-321 0 0,103-124 660 0 0,-90 110-729 0 0,-16 16-8 0 0,0 1 0 0 0,1 0 1 0 0,0 1-1 0 0,1 0 0 0 0,10-8 1 0 0,-18 15-114 0 0,0 0 0 0 0,-1 0 0 0 0,1-1 0 0 0,-1 1 0 0 0,1 0 0 0 0,0 0 0 0 0,-1 0 0 0 0,1-1 0 0 0,-1 1 0 0 0,1 0 0 0 0,0 0 0 0 0,-1 0 0 0 0,1 0 0 0 0,0 0 0 0 0,-1 1 0 0 0,1-1 0 0 0,0 0 0 0 0,-1 0 0 0 0,1 0 0 0 0,-1 0 0 0 0,1 1 0 0 0,0-1 0 0 0,-1 0 0 0 0,1 1 1 0 0,-1-1-1 0 0,1 0 0 0 0,0 1 0 0 0,10 18 233 0 0,0 26-55 0 0,-11-42-176 0 0,5 38 205 0 0,-2 67 0 0 0,-3-106-150 0 0,2 5 260 0 0,15-63-222 0 0,-15 44-98 0 0,2-1 1 0 0,-1 1 0 0 0,2 0-1 0 0,0 0 1 0 0,0 1 0 0 0,9-15-1 0 0,-6 14 1 0 0,-7 9-10 0 0,1 0 0 0 0,0 0 0 0 0,0 0 1 0 0,0 0-1 0 0,0 1 0 0 0,1-1 0 0 0,-1 0 1 0 0,1 1-1 0 0,-1-1 0 0 0,1 1 0 0 0,0 0 0 0 0,0 0 1 0 0,6-3-1 0 0,-8 5-4 0 0,1 1 1 0 0,-1-1 0 0 0,1 0-1 0 0,-1 0 1 0 0,0 1-1 0 0,1-1 1 0 0,-1 1 0 0 0,0-1-1 0 0,0 1 1 0 0,1-1-1 0 0,-1 1 1 0 0,0 0-1 0 0,0 0 1 0 0,0 0 0 0 0,0-1-1 0 0,0 1 1 0 0,0 0-1 0 0,0 0 1 0 0,0 0 0 0 0,0 1-1 0 0,0-1 1 0 0,-1 0-1 0 0,1 0 1 0 0,0 0-1 0 0,-1 1 1 0 0,1 1 0 0 0,16 33 31 0 0,-14-27-25 0 0,0 0-1 0 0,-1 1 1 0 0,0-1-1 0 0,0 15 1 0 0,4 18 31 0 0,-3-28-18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36.0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1 757 13768 0 0,'0'0'3665'0'0,"2"-5"-2940"0"0,5-17-417 0 0,0-1 0 0 0,-2 0 0 0 0,4-28 0 0 0,-6 28-289 0 0,5-33 53 0 0,1-98 0 0 0,2-24-136 0 0,-10 168-6 0 0,-1 0 0 0 0,1 0 1 0 0,-2 0-1 0 0,0 0 0 0 0,0 0 0 0 0,-1 0 1 0 0,0 1-1 0 0,0-1 0 0 0,-5-11 0 0 0,6 19-10 0 0,-9 18-793 0 0,7 29 708 0 0,3 1-1 0 0,2-1 1 0 0,7 45 0 0 0,-8-78 134 0 0,2 14-10 0 0,0 0-1 0 0,2-1 1 0 0,1 1-1 0 0,1-1 1 0 0,1 0-1 0 0,23 48 0 0 0,-27-66 34 0 0,1 1-1 0 0,0-1 0 0 0,0 0 0 0 0,0-1 1 0 0,1 1-1 0 0,0-1 0 0 0,1 0 0 0 0,-1 0 0 0 0,1-1 1 0 0,12 7-1 0 0,-16-10 7 0 0,0-1 1 0 0,0 1 0 0 0,0-1-1 0 0,0 0 1 0 0,0 0 0 0 0,1 0-1 0 0,-1 0 1 0 0,0-1 0 0 0,1 0-1 0 0,-1 1 1 0 0,1-1 0 0 0,-1 0-1 0 0,0-1 1 0 0,1 1 0 0 0,-1-1-1 0 0,0 1 1 0 0,1-1-1 0 0,-1 0 1 0 0,0 0 0 0 0,0 0-1 0 0,0-1 1 0 0,0 1 0 0 0,0-1-1 0 0,0 0 1 0 0,0 1 0 0 0,0-1-1 0 0,-1-1 1 0 0,1 1 0 0 0,3-4-1 0 0,5-7 1 0 0,0-1 1 0 0,-1 0-1 0 0,0 0 0 0 0,-1-1 0 0 0,-1 0 1 0 0,-1-1-1 0 0,0 0 0 0 0,6-19 1 0 0,-12 32-1 0 0,16-43 4 0 0,-1-1-1 0 0,-3 0 0 0 0,10-63 1 0 0,-19 80 3 0 0,-1 0 0 0 0,-1-31 0 0 0,-3 52 2 0 0,1 0 0 0 0,-1 0-1 0 0,-1 0 1 0 0,1 0 0 0 0,-1 0-1 0 0,-1 1 1 0 0,0-1 0 0 0,0 1-1 0 0,-1-1 1 0 0,0 1 0 0 0,-6-9-1 0 0,10 16-3 0 0,-1 0 0 0 0,1 1 0 0 0,-1-1-1 0 0,1 0 1 0 0,-1 1 0 0 0,0-1 0 0 0,1 0-1 0 0,-1 1 1 0 0,0-1 0 0 0,1 1 0 0 0,-1-1-1 0 0,0 1 1 0 0,0-1 0 0 0,1 1 0 0 0,-1 0-1 0 0,0-1 1 0 0,0 1 0 0 0,0 0 0 0 0,0-1-1 0 0,1 1 1 0 0,-1 0 0 0 0,0 0-1 0 0,0 0 1 0 0,0 0 0 0 0,0 0 0 0 0,0 0-1 0 0,0 0 1 0 0,-1 1 0 0 0,0 0 3 0 0,0 0-1 0 0,0 0 1 0 0,0 0 0 0 0,0 0 0 0 0,0 0-1 0 0,0 1 1 0 0,1-1 0 0 0,-1 1 0 0 0,0-1-1 0 0,1 1 1 0 0,-2 2 0 0 0,-3 4 9 0 0,0 1 1 0 0,1-1-1 0 0,0 1 1 0 0,-3 11-1 0 0,1 0 23 0 0,0 0-1 0 0,2 1 0 0 0,-5 40 0 0 0,0 5 57 0 0,-14 100 69 0 0,-3 20 146 0 0,26-178-282 0 0,0 1 0 0 0,0 0 0 0 0,1-1 0 0 0,2 13 0 0 0,-2 22 86 0 0,0-42-104 0 0,-1 0-1 0 0,1-1 0 0 0,0 1 0 0 0,0 0 0 0 0,0 0 0 0 0,0-1 0 0 0,0 1 0 0 0,0 0 0 0 0,0 0 0 0 0,0 0 0 0 0,0-1 0 0 0,0 1 0 0 0,0 0 0 0 0,0 0 1 0 0,0 0-1 0 0,1-1 0 0 0,-1 1 0 0 0,0 0 0 0 0,1 0 0 0 0,-1-1 0 0 0,0 1 0 0 0,1 0 0 0 0,-1-1 0 0 0,1 1 0 0 0,-1 0 0 0 0,1-1 0 0 0,0 1 1 0 0,-1-1-1 0 0,1 1 0 0 0,-1-1 0 0 0,1 1 0 0 0,0-1 0 0 0,-1 1 0 0 0,1-1 0 0 0,0 0 0 0 0,0 1 0 0 0,-1-1 0 0 0,1 0 0 0 0,0 0 0 0 0,0 0 0 0 0,0 0 1 0 0,-1 1-1 0 0,1-1 0 0 0,0 0 0 0 0,0 0 0 0 0,0 0 0 0 0,-1 0 0 0 0,1-1 0 0 0,0 1 0 0 0,0 0 0 0 0,0 0 0 0 0,-1 0 0 0 0,1-1 0 0 0,0 1 1 0 0,0 0-1 0 0,-1-1 0 0 0,1 1 0 0 0,0-1 0 0 0,-1 1 0 0 0,1-1 0 0 0,0 1 0 0 0,-1-1 0 0 0,1 1 0 0 0,-1-1 0 0 0,1 0 0 0 0,0 0 0 0 0,3-5 16 0 0,1 1 0 0 0,-1-1 0 0 0,0 0 0 0 0,-1-1-1 0 0,0 1 1 0 0,0 0 0 0 0,0-1 0 0 0,-1 0 0 0 0,3-11-1 0 0,5-12 72 0 0,12-21 110 0 0,2 0 0 0 0,37-58 0 0 0,-30 70-27 0 0,-28 36-147 0 0,-1 0 0 0 0,1 1 0 0 0,0-1 1 0 0,-1 1-1 0 0,1 0 0 0 0,0 0 0 0 0,0 0 0 0 0,1 1 1 0 0,-1-1-1 0 0,0 1 0 0 0,7-3 0 0 0,-8 4-23 0 0,-1 0-1 0 0,1 0 0 0 0,-1 1 1 0 0,0-1-1 0 0,1 0 1 0 0,-1 0-1 0 0,1 1 1 0 0,-1-1-1 0 0,0 1 1 0 0,1-1-1 0 0,-1 1 0 0 0,0 0 1 0 0,0-1-1 0 0,1 1 1 0 0,-1 0-1 0 0,0 0 1 0 0,0 0-1 0 0,0 0 1 0 0,0 0-1 0 0,0 0 1 0 0,0 0-1 0 0,0 0 0 0 0,0 1 1 0 0,-1-1-1 0 0,1 0 1 0 0,0 1-1 0 0,0 0 1 0 0,16 46 135 0 0,-17-44-132 0 0,23 112 270 0 0,-15-64-120 0 0,15 52 1 0 0,-16-81-90 0 0,-6-15-33 0 0,1 0 0 0 0,1 0 0 0 0,-1 0-1 0 0,1-1 1 0 0,0 1 0 0 0,1-1 0 0 0,8 13 0 0 0,-12-20-36 0 0,0 0-1 0 0,1 1 1 0 0,-1-1-1 0 0,0 0 1 0 0,0 1 0 0 0,1-1-1 0 0,-1 0 1 0 0,0 0-1 0 0,1 1 1 0 0,-1-1 0 0 0,0 0-1 0 0,1 0 1 0 0,-1 0-1 0 0,0 1 1 0 0,1-1 0 0 0,-1 0-1 0 0,1 0 1 0 0,-1 0-1 0 0,0 0 1 0 0,1 0 0 0 0,-1 0-1 0 0,1 0 1 0 0,-1 1-1 0 0,0-1 1 0 0,1-1 0 0 0,-1 1-1 0 0,1 0 1 0 0,-1 0 0 0 0,0 0-1 0 0,1 0 1 0 0,-1 0-1 0 0,1 0 1 0 0,-1 0 0 0 0,0 0-1 0 0,1-1 1 0 0,-1 1-1 0 0,0 0 1 0 0,1 0 0 0 0,-1 0-1 0 0,0-1 1 0 0,1 1-1 0 0,-1 0 1 0 0,0-1 0 0 0,1 1-1 0 0,-1 0 1 0 0,0-1-1 0 0,0 1 1 0 0,1 0 0 0 0,-1-1-1 0 0,0 1 1 0 0,0 0-1 0 0,0-1 1 0 0,0 0 0 0 0,7-20 76 0 0,-2-10-6 0 0,-1 9-9 0 0,-1-1 1 0 0,0-43-1 0 0,-2-69 126 0 0,-3 102-146 0 0,2 25-20 0 0,0-1 0 0 0,0 0 0 0 0,-1 1 0 0 0,-1 0 0 0 0,1-1 0 0 0,-1 1 1 0 0,-1 0-1 0 0,1 0 0 0 0,-7-13 0 0 0,9 21-23 0 0,-1 0 1 0 0,1-1-1 0 0,-1 1 0 0 0,1 0 1 0 0,0 0-1 0 0,-1 0 0 0 0,1-1 1 0 0,-1 1-1 0 0,1 0 0 0 0,-1 0 0 0 0,1 0 1 0 0,0 0-1 0 0,-1 0 0 0 0,1 0 1 0 0,-1 0-1 0 0,1 0 0 0 0,-1 0 1 0 0,1 0-1 0 0,-1 0 0 0 0,1 0 1 0 0,0 0-1 0 0,-1 0 0 0 0,1 0 1 0 0,-1 0-1 0 0,1 1 0 0 0,-1-1 1 0 0,1 0-1 0 0,0 0 0 0 0,-1 1 0 0 0,1-1 1 0 0,-1 0-1 0 0,1 0 0 0 0,0 1 1 0 0,-1-1-1 0 0,1 0 0 0 0,0 1 1 0 0,0-1-1 0 0,-1 0 0 0 0,1 1 1 0 0,0-1-1 0 0,0 1 0 0 0,-1-1 1 0 0,1 0-1 0 0,0 1 0 0 0,0 0 0 0 0,-12 17 45 0 0,4 1-15 0 0,1 0 0 0 0,1 1-1 0 0,0 0 1 0 0,2 0 0 0 0,-3 30-1 0 0,0-8 3 0 0,1-1 13 0 0,0-1-1 0 0,3 0 1 0 0,1 1-1 0 0,3 0 1 0 0,5 50-1 0 0,-5-89-29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36.4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25 15072 0 0,'12'6'253'0'0,"0"-1"0"0"0,1 0 0 0 0,0-1 1 0 0,17 3-1 0 0,-11-4 73 0 0,0-1 0 0 0,0-1 0 0 0,0 0 1 0 0,31-4-1 0 0,3-5 581 0 0,101-30 0 0 0,-124 29-683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37.8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38 638 11760 0 0,'38'-1'128'0'0,"-8"0"154"0"0,-29 0-269 0 0,0 1 1 0 0,0 0-1 0 0,0-1 0 0 0,0 1 0 0 0,0-1 0 0 0,0 1 1 0 0,0-1-1 0 0,0 0 0 0 0,0 1 0 0 0,0-1 0 0 0,-1 0 0 0 0,1 0 1 0 0,0 1-1 0 0,0-1 0 0 0,-1 0 0 0 0,1 0 0 0 0,-1 0 1 0 0,1 0-1 0 0,-1 0 0 0 0,2-2 0 0 0,10-27 247 0 0,-7 19-219 0 0,15-34 105 0 0,-9 21-87 0 0,0 1 0 0 0,-2-1 1 0 0,-1-1-1 0 0,7-34 0 0 0,-8 21-29 0 0,-2 0 0 0 0,1-52 0 0 0,-6 77-25 0 0,-1 0 1 0 0,0 0-1 0 0,-1 0 0 0 0,-1 0 0 0 0,0 0 1 0 0,0 0-1 0 0,-1 0 0 0 0,-1 1 1 0 0,0 0-1 0 0,-1 0 0 0 0,-7-12 1 0 0,6 14-6 0 0,6 7 0 0 0,-1 0 0 0 0,1 0 0 0 0,-1 0 0 0 0,0 1 0 0 0,0-1 0 0 0,0 0 0 0 0,-1 1 0 0 0,1 0 0 0 0,-1 0 0 0 0,1-1 0 0 0,-5-1 0 0 0,6 3 0 0 0,1 1 0 0 0,-1-1 0 0 0,0 1 0 0 0,1-1 0 0 0,-1 1 0 0 0,0 0 0 0 0,0-1 0 0 0,1 1 0 0 0,-1 0 0 0 0,0 0 0 0 0,0-1 0 0 0,0 1 0 0 0,1 0 0 0 0,-1 0 0 0 0,0 0 0 0 0,0 0 0 0 0,0 0 0 0 0,0 0 0 0 0,1 0 0 0 0,-1 1 0 0 0,0-1 0 0 0,0 0 0 0 0,0 0 0 0 0,1 1 0 0 0,-1-1 0 0 0,-1 1 0 0 0,0 0 0 0 0,1-1 0 0 0,0 0 0 0 0,0 0 0 0 0,0 0 0 0 0,0 0 0 0 0,0 0 0 0 0,1 0 0 0 0,-1 0 0 0 0,0 1 0 0 0,0-1 0 0 0,0 0 0 0 0,0 1 0 0 0,1-1 0 0 0,-1 0 0 0 0,0 1 0 0 0,0-1 0 0 0,0 1 0 0 0,1-1 0 0 0,-1 1 0 0 0,0 0 0 0 0,1-1 0 0 0,-1 1 0 0 0,1-1 0 0 0,-1 1 0 0 0,1 0 0 0 0,-1 0 0 0 0,1-1 0 0 0,-1 1 0 0 0,0 2 0 0 0,0 0 0 0 0,-12 16 1 0 0,2 1 0 0 0,0 0 0 0 0,2 0 0 0 0,0 1 0 0 0,-12 41 0 0 0,13-27 1 0 0,0 0 0 0 0,3 0 0 0 0,-2 37 0 0 0,6-26 3 0 0,1-1 0 0 0,3 1-1 0 0,12 68 1 0 0,-12-105 0 0 0,0-1 0 0 0,0 1 1 0 0,0-1-1 0 0,1 0 0 0 0,9 14 0 0 0,1 2 21 0 0,-12-21-21 0 0,0 0-1 0 0,0-1 1 0 0,0 1-1 0 0,1-1 1 0 0,-1 1-1 0 0,1-1 1 0 0,-1 0-1 0 0,1 0 1 0 0,0 0-1 0 0,0 0 0 0 0,0-1 1 0 0,0 1-1 0 0,0-1 1 0 0,0 0-1 0 0,1 1 1 0 0,-1-1-1 0 0,0-1 1 0 0,1 1-1 0 0,-1-1 1 0 0,0 1-1 0 0,1-1 1 0 0,-1 0-1 0 0,1 0 1 0 0,-1 0-1 0 0,1-1 1 0 0,-1 1-1 0 0,5-2 1 0 0,-7 2-3 0 0,0-1 0 0 0,1 1 0 0 0,-1-1 1 0 0,0 1-1 0 0,0-1 0 0 0,1 1 0 0 0,-1-1 1 0 0,0 0-1 0 0,0 0 0 0 0,0 0 1 0 0,0 0-1 0 0,0 0 0 0 0,0 1 0 0 0,0-2 1 0 0,1 0-1 0 0,3-4 6 0 0,23-12 8 0 0,-15 9-2 0 0,0 1 0 0 0,-1-2-1 0 0,0 0 1 0 0,12-12 0 0 0,22-27 38 0 0,-14 17-2 0 0,-2-2 1 0 0,28-38 0 0 0,-43 50 39 0 0,-1-1-1 0 0,-1 0 1 0 0,15-40 0 0 0,-27 61 114 0 0,-2 3-194 0 0,0-1 1 0 0,0 0 0 0 0,0 0 0 0 0,0 1 0 0 0,0-1 0 0 0,-1 0 0 0 0,1 1 0 0 0,0-1 0 0 0,0 1-1 0 0,1 0 1 0 0,-1-1 0 0 0,0 1 0 0 0,0 0 0 0 0,0-1 0 0 0,0 1 0 0 0,0 0 0 0 0,0 1 0 0 0,-14 22 68 0 0,1 1 1 0 0,2 0 0 0 0,-14 37 0 0 0,-22 84 288 0 0,40-118-318 0 0,-3 5 47 0 0,4-11 58 0 0,-9 37 1 0 0,15-55-133 0 0,0 0 1 0 0,1 0 0 0 0,-1 0-1 0 0,1 0 1 0 0,0 0-1 0 0,0 0 1 0 0,1 0 0 0 0,-1 0-1 0 0,1 0 1 0 0,-1 0-1 0 0,1 0 1 0 0,1 0-1 0 0,-1 0 1 0 0,0-1 0 0 0,4 7-1 0 0,-4-8-8 0 0,0-1 1 0 0,-1 0-1 0 0,1 0 0 0 0,0 0 0 0 0,0 0 1 0 0,0 1-1 0 0,0-1 0 0 0,0 0 0 0 0,0-1 1 0 0,0 1-1 0 0,1 0 0 0 0,-1 0 0 0 0,0 0 1 0 0,0-1-1 0 0,1 1 0 0 0,-1-1 0 0 0,0 1 1 0 0,1-1-1 0 0,-1 1 0 0 0,1-1 0 0 0,-1 0 1 0 0,0 0-1 0 0,1 0 0 0 0,-1 1 0 0 0,1-1 1 0 0,-1-1-1 0 0,1 1 0 0 0,1 0 0 0 0,0-1 13 0 0,0-1 0 0 0,0 1 0 0 0,-1-1-1 0 0,1 0 1 0 0,0 0 0 0 0,0 0 0 0 0,-1 0-1 0 0,0 0 1 0 0,1 0 0 0 0,-1-1-1 0 0,4-4 1 0 0,3-6 53 0 0,0-1 1 0 0,-1-1-1 0 0,9-20 0 0 0,-16 34-78 0 0,34-108 439 0 0,-33 102-394 0 0,1 1 0 0 0,-1-1 0 0 0,-1 0 0 0 0,0 0 0 0 0,0 0 0 0 0,0 0 0 0 0,-1-14 0 0 0,0 20-31 0 0,0 0 0 0 0,0 1 0 0 0,1-1 0 0 0,-1 0 0 0 0,0 1 0 0 0,0-1 0 0 0,0 0 0 0 0,0 1 0 0 0,-1-1 0 0 0,1 0 0 0 0,0 1 0 0 0,0-1-1 0 0,0 0 1 0 0,-1 1 0 0 0,1-1 0 0 0,0 0 0 0 0,0 1 0 0 0,-1-1 0 0 0,1 1 0 0 0,-1-1 0 0 0,1 0 0 0 0,0 1 0 0 0,-1-1 0 0 0,1 1 0 0 0,-1-1-1 0 0,1 1 1 0 0,-1 0 0 0 0,1-1 0 0 0,-1 1 0 0 0,0-1 0 0 0,1 1 0 0 0,-2 0 0 0 0,1 0 9 0 0,0 0-1 0 0,1 0 1 0 0,-1 0 0 0 0,0 1 0 0 0,0-1 0 0 0,0 1-1 0 0,0-1 1 0 0,1 0 0 0 0,-1 1 0 0 0,0-1-1 0 0,1 1 1 0 0,-1 0 0 0 0,0-1 0 0 0,1 1-1 0 0,-1 0 1 0 0,0-1 0 0 0,1 1 0 0 0,-1 0-1 0 0,1-1 1 0 0,-1 1 0 0 0,1 0 0 0 0,0 0 0 0 0,-1 0-1 0 0,1 1 1 0 0,-13 24 183 0 0,-9 29 211 0 0,21-51-353 0 0,1 1 0 0 0,-1-1 0 0 0,0 0 0 0 0,1 1-1 0 0,0-1 1 0 0,0 1 0 0 0,1-1 0 0 0,-1 1-1 0 0,1-1 1 0 0,0 1 0 0 0,2 5 0 0 0,-3-10-53 0 0,0 1-1 0 0,1 0 1 0 0,-1-1 0 0 0,0 1 0 0 0,1 0 0 0 0,-1-1 0 0 0,0 1-1 0 0,1-1 1 0 0,-1 1 0 0 0,1 0 0 0 0,0-1 0 0 0,-1 0 0 0 0,1 1-1 0 0,-1-1 1 0 0,1 1 0 0 0,0-1 0 0 0,-1 0 0 0 0,1 1 0 0 0,0-1-1 0 0,-1 0 1 0 0,1 1 0 0 0,0-1 0 0 0,-1 0 0 0 0,1 0 0 0 0,0 0-1 0 0,0 0 1 0 0,-1 0 0 0 0,1 0 0 0 0,1 0 0 0 0,23-5 82 0 0,-18 3-53 0 0,16-3 50 0 0,0 1 0 0 0,0 1-1 0 0,1 0 1 0 0,-1 2 0 0 0,1 1-1 0 0,-1 1 1 0 0,30 4 0 0 0,-52-4-87 0 0,0-1 0 0 0,0 0 0 0 0,0 0 0 0 0,0 0 0 0 0,0 0 0 0 0,0 1 0 0 0,0-1 0 0 0,0 0 0 0 0,-1 1 0 0 0,1-1 0 0 0,0 1 0 0 0,0-1 0 0 0,0 1 0 0 0,0-1 0 0 0,0 1 0 0 0,-1-1 0 0 0,1 1 0 0 0,0 0 0 0 0,-1 0 0 0 0,1-1 0 0 0,0 1 0 0 0,-1 0 0 0 0,1 0 0 0 0,-1 0 0 0 0,1 0 0 0 0,-1 0 0 0 0,0 0 0 0 0,1 0 0 0 0,-1 0 0 0 0,0-1 0 0 0,0 1 0 0 0,1 0 0 0 0,-1 2 0 0 0,-1 0 3 0 0,1 1 1 0 0,-1 0-1 0 0,0 0 1 0 0,0-1-1 0 0,0 1 1 0 0,-1 0-1 0 0,-1 3 1 0 0,-4 10 35 0 0,6-10-35 0 0,-1 0 0 0 0,0-1 0 0 0,0 1 0 0 0,-1 0 0 0 0,0-1 0 0 0,0 0 0 0 0,0 1 1 0 0,-9 10-1 0 0,0-5 19 0 0,0 0 0 0 0,-1 0 1 0 0,-27 17-1 0 0,45-33-29 0 0,0 0 0 0 0,0-1 0 0 0,0 1 1 0 0,-1-1-1 0 0,1 0 0 0 0,-1-1 0 0 0,0 1 0 0 0,-1-1 0 0 0,6-9 0 0 0,-1-6 0 0 0,12-36 0 0 0,-7 15 0 0 0,2-4 0 0 0,60-195 0 0 0,-57 171 0 0 0,-8 35 0 0 0,-1-2 0 0 0,-1 1 0 0 0,-3-1 0 0 0,2-42 0 0 0,-6 67 0 0 0,0 10 0 0 0,-1 0 0 0 0,0 0 0 0 0,1 0 0 0 0,-1 0 0 0 0,0 0 0 0 0,0 0 0 0 0,0 0 0 0 0,0 0 0 0 0,-1 1 0 0 0,1-1 0 0 0,0 0 0 0 0,-1 0 0 0 0,1 0 0 0 0,-2-3 0 0 0,-8 1 0 0 0,9 5 0 0 0,-1-1 0 0 0,0 0 0 0 0,1 1 0 0 0,-1-1 0 0 0,1 1 0 0 0,0 0 0 0 0,-1-1 0 0 0,1 1 0 0 0,-1 0 0 0 0,1 0 0 0 0,0 0 0 0 0,0 0 0 0 0,-1 0 0 0 0,1 0 0 0 0,0 0 0 0 0,0 1 0 0 0,0-1 0 0 0,0 0 0 0 0,1 1 0 0 0,-1-1 0 0 0,0 0 0 0 0,-1 3 0 0 0,-10 36 0 0 0,9-29 0 0 0,-2 11 0 0 0,1 0 0 0 0,1 0 0 0 0,1 0 0 0 0,0 0 0 0 0,4 40 0 0 0,-1-33 0 0 0,11 135 0 0 0,-8-138 0 0 0,0 0 0 0 0,3-1 0 0 0,0 0 0 0 0,12 28 0 0 0,-15-43 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38.2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13672 0 0,'29'11'395'0'0,"12"12"450"0"0,60 41-102 0 0,-90-57-557 0 0,37 20 715 0 0,-11-6-371 0 0,35 25-1 0 0,-18-9 312 0 0,-44-27-644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42.2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1 613 7136 0 0,'20'-9'77'0'0,"10"-2"262"0"0,-21 8-208 0 0,0 0 0 0 0,0 0 0 0 0,0-1 0 0 0,0 0 1 0 0,-1-1-1 0 0,0 0 0 0 0,0 0 0 0 0,0-1 1 0 0,7-7-1 0 0,29-29 385 0 0,-9 9 201 0 0,31-40-1 0 0,-57 62-589 0 0,5-5 188 0 0,-1 0 0 0 0,20-35 0 0 0,-32 41 140 0 0,-8 12-344 0 0,-9 12-97 0 0,3 4 9 0 0,1 1-1 0 0,1 0 1 0 0,1 1-1 0 0,0 0 1 0 0,2 1-1 0 0,0 0 1 0 0,2 0-1 0 0,0 1 1 0 0,1 0 0 0 0,1 0-1 0 0,-1 22 1 0 0,5-35-13 0 0,0 0 0 0 0,0 0 1 0 0,1 0-1 0 0,0 0 1 0 0,0 0-1 0 0,1 0 0 0 0,6 16 1 0 0,-8-23-8 0 0,1 0 0 0 0,0 0 0 0 0,0 0 1 0 0,0 0-1 0 0,0 0 0 0 0,0 0 0 0 0,0-1 1 0 0,1 1-1 0 0,-1 0 0 0 0,1 0 0 0 0,-1-1 0 0 0,1 1 1 0 0,0-1-1 0 0,-1 1 0 0 0,1-1 0 0 0,0 0 1 0 0,0 0-1 0 0,0 0 0 0 0,0 0 0 0 0,0 0 0 0 0,0 0 1 0 0,0-1-1 0 0,0 1 0 0 0,0 0 0 0 0,1-1 1 0 0,-1 0-1 0 0,0 0 0 0 0,0 1 0 0 0,0-1 0 0 0,1 0 1 0 0,-1-1-1 0 0,0 1 0 0 0,0 0 0 0 0,4-2 1 0 0,-1 0-1 0 0,0-1 1 0 0,0 0-1 0 0,-1 1 1 0 0,1-2-1 0 0,-1 1 1 0 0,0-1-1 0 0,0 1 1 0 0,0-1 0 0 0,0 0-1 0 0,3-5 1 0 0,1-1 1 0 0,7-9 5 0 0,0-1 1 0 0,-2-1 0 0 0,-1 0 0 0 0,0-1 0 0 0,-2 0 0 0 0,12-33 0 0 0,-19 46-7 0 0,45-124 93 0 0,-45 123-71 0 0,-2 0-1 0 0,1 0 1 0 0,-1 0-1 0 0,0-17 1 0 0,-1 27-24 0 0,0-1 1 0 0,0 1 0 0 0,0 0-1 0 0,0-1 1 0 0,0 1-1 0 0,0-1 1 0 0,0 1-1 0 0,0 0 1 0 0,0-1-1 0 0,0 1 1 0 0,0-1-1 0 0,0 1 1 0 0,0 0-1 0 0,0-1 1 0 0,0 1 0 0 0,0-1-1 0 0,-1 1 1 0 0,1 0-1 0 0,0-1 1 0 0,0 1-1 0 0,0 0 1 0 0,-1-1-1 0 0,1 1 1 0 0,0 0-1 0 0,-1-1 1 0 0,1 1-1 0 0,0 0 1 0 0,0-1 0 0 0,-1 1-1 0 0,1 0 1 0 0,0 0-1 0 0,-1-1 1 0 0,-11 8 131 0 0,-7 17-1 0 0,8-5-46 0 0,2 0 1 0 0,-1 1 0 0 0,2 0-1 0 0,1 0 1 0 0,1 1 0 0 0,0 0-1 0 0,-3 28 1 0 0,6-1 261 0 0,3-44-214 0 0,1-4-125 0 0,-1 1 1 0 0,0-1-1 0 0,0 0 1 0 0,0 1 0 0 0,1-1-1 0 0,-1 0 1 0 0,0 1-1 0 0,0-1 1 0 0,1 0-1 0 0,-1 0 1 0 0,0 1-1 0 0,1-1 1 0 0,-1 0-1 0 0,0 0 1 0 0,1 0-1 0 0,-1 0 1 0 0,0 1 0 0 0,1-1-1 0 0,-1 0 1 0 0,0 0-1 0 0,1 0 1 0 0,-1 0-1 0 0,1 0 1 0 0,-1 0-1 0 0,0 0 1 0 0,1 0-1 0 0,-1 0 1 0 0,0 0-1 0 0,1 0 1 0 0,0 0 0 0 0,9-11 74 0 0,1 1 1 0 0,-2-2 0 0 0,0 1 0 0 0,0-1-1 0 0,12-23 1 0 0,29-73 140 0 0,-18 34-61 0 0,20-56 178 0 0,-42 107-229 0 0,-1 0 1 0 0,7-32-1 0 0,-12 38 111 0 0,-5 19 0 0 0,-6 29-85 0 0,-22 299 226 0 0,18-143-195 0 0,-4-95-82 0 0,3-29-34 0 0,8-44-35 0 0,0 0 0 0 0,-2 0-1 0 0,-9 21 1 0 0,2-5 17 0 0,9-27-25 0 0,1 0 0 0 0,-2 0 0 0 0,1 0 0 0 0,-1 0 0 0 0,0-1 0 0 0,-1 0 0 0 0,1 0 0 0 0,-1 0 0 0 0,-1-1 0 0 0,1 0 0 0 0,-1 0-1 0 0,-12 7 1 0 0,17-11-6 0 0,0-1 0 0 0,-1 1 0 0 0,1-1 0 0 0,-1 1 1 0 0,0-1-1 0 0,0 0 0 0 0,1 0 0 0 0,-1 0 0 0 0,0 0 0 0 0,0-1 0 0 0,0 1 0 0 0,0-1 0 0 0,0 0 0 0 0,0 1 0 0 0,0-1 0 0 0,0-1 0 0 0,0 1 0 0 0,1 0 0 0 0,-1-1 0 0 0,0 1 0 0 0,0-1 0 0 0,0 0 0 0 0,0 0 0 0 0,1 0 0 0 0,-1-1 0 0 0,0 1 0 0 0,1 0 0 0 0,-1-1 0 0 0,1 0 0 0 0,0 0 0 0 0,-1 1 0 0 0,1-1 0 0 0,0-1 0 0 0,0 1 0 0 0,0 0 0 0 0,0 0 0 0 0,1-1 0 0 0,-1 1 0 0 0,-1-5 0 0 0,0 2 5 0 0,1 1 0 0 0,-1-1 0 0 0,1 0 0 0 0,1 0 0 0 0,-1 0 0 0 0,1 0 0 0 0,0 0 0 0 0,0 0-1 0 0,0 0 1 0 0,0-1 0 0 0,1 1 0 0 0,0 0 0 0 0,1 0 0 0 0,-1 0 0 0 0,3-10 0 0 0,1 0 5 0 0,1 1 1 0 0,1 0-1 0 0,0 0 1 0 0,9-14-1 0 0,-8 16-8 0 0,4-10 8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43.2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0 688 12056 0 0,'0'0'3182'0'0,"10"-9"-3051"0"0,34-39 12 0 0,-2-2 0 0 0,-2-2 1 0 0,50-84-1 0 0,81-197 376 0 0,-147 275-422 0 0,-23 57-88 0 0,-10 35 9 0 0,2-15-13 0 0,1 18 3 0 0,2 1 0 0 0,1 0 1 0 0,1-1-1 0 0,7 60 0 0 0,-3-56 1 0 0,4 5 6 0 0,2 0 0 0 0,2 0 0 0 0,19 52 1 0 0,-26-90-12 0 0,0 1 0 0 0,0-1 0 0 0,1 1-1 0 0,0-1 1 0 0,1 0 0 0 0,0 0 0 0 0,8 9 0 0 0,-9-11 1 0 0,-3-5-3 0 0,0 0 0 0 0,0 0 0 0 0,-1 0 0 0 0,1 0 0 0 0,0 0 0 0 0,0 0 0 0 0,0 0 1 0 0,0-1-1 0 0,0 1 0 0 0,0 0 0 0 0,0-1 0 0 0,0 1 0 0 0,1-1 0 0 0,-1 1 0 0 0,0-1 0 0 0,0 1 0 0 0,0-1 0 0 0,1 0 1 0 0,-1 0-1 0 0,0 1 0 0 0,0-1 0 0 0,1 0 0 0 0,1 0 0 0 0,-1-1 1 0 0,0 1 0 0 0,0-1 0 0 0,1 0 0 0 0,-1 0-1 0 0,0 0 1 0 0,0 0 0 0 0,0 0 0 0 0,0 0 0 0 0,0-1 0 0 0,0 1 0 0 0,0-1 0 0 0,1-1 0 0 0,3-3 3 0 0,-1 0 1 0 0,0 0 0 0 0,-1 0-1 0 0,1-1 1 0 0,-1 1 0 0 0,-1-1-1 0 0,7-14 1 0 0,22-76 106 0 0,-4-2 0 0 0,17-113 0 0 0,-37 172-59 0 0,-6 28-29 0 0,1 0 1 0 0,-2 0-1 0 0,1 0 1 0 0,-1 1-1 0 0,-1-1 0 0 0,-3-24 1 0 0,-3 9 155 0 0,6 28-177 0 0,0-1-1 0 0,0 0 0 0 0,0 0 1 0 0,0 1-1 0 0,0-1 1 0 0,0 0-1 0 0,0 0 0 0 0,-1 1 1 0 0,1-1-1 0 0,0 0 1 0 0,0 0-1 0 0,0 0 1 0 0,0 1-1 0 0,0-1 0 0 0,-1 0 1 0 0,1 0-1 0 0,0 0 1 0 0,0 0-1 0 0,0 1 0 0 0,-1-1 1 0 0,1 0-1 0 0,0 0 1 0 0,0 0-1 0 0,0 0 1 0 0,-1 0-1 0 0,1 0 0 0 0,0 0 1 0 0,0 0-1 0 0,-1 0 1 0 0,1 1-1 0 0,0-1 1 0 0,0 0-1 0 0,-1 0 0 0 0,1 0 1 0 0,0 0-1 0 0,0 0 1 0 0,-1-1-1 0 0,1 1 0 0 0,0 0 1 0 0,0 0-1 0 0,-1 0 1 0 0,1 0-1 0 0,0 0 1 0 0,0 0-1 0 0,-1 0 0 0 0,1 0 1 0 0,0 0-1 0 0,0-1 1 0 0,0 1-1 0 0,-1 0 0 0 0,1 0 1 0 0,0 0-1 0 0,0-1 1 0 0,0 1-1 0 0,0 0 1 0 0,0 0-1 0 0,-1 0 0 0 0,1-1 1 0 0,0 1-1 0 0,0 0 1 0 0,0 0-1 0 0,0 0 0 0 0,0-1 1 0 0,0 1-1 0 0,0 0 1 0 0,0 0-1 0 0,0-1 1 0 0,0 1-1 0 0,-8 14 36 0 0,-78 253 410 0 0,65-199-378 0 0,-32 114 265 0 0,17-48 29 0 0,34-116-57 0 0,7-22-148 0 0,16-34-47 0 0,-10 19-25 0 0,-10 16-73 0 0,79-124 434 0 0,-67 109-370 0 0,0 1 0 0 0,1 1 0 0 0,1 0 1 0 0,1 1-1 0 0,21-16 0 0 0,-35 29-65 0 0,0 1-1 0 0,0-1 1 0 0,0 1-1 0 0,1 0 1 0 0,-1-1-1 0 0,0 1 1 0 0,1 0 0 0 0,0 1-1 0 0,-1-1 1 0 0,1 0-1 0 0,-1 1 1 0 0,1-1-1 0 0,0 1 1 0 0,-1 0 0 0 0,1 0-1 0 0,0 0 1 0 0,-1 0-1 0 0,1 1 1 0 0,-1-1-1 0 0,1 1 1 0 0,0-1-1 0 0,-1 1 1 0 0,1 0 0 0 0,-1 0-1 0 0,0 0 1 0 0,1 0-1 0 0,-1 1 1 0 0,0-1-1 0 0,1 1 1 0 0,1 2 0 0 0,6 4 53 0 0,-1 1 0 0 0,0 1 1 0 0,0 0-1 0 0,13 21 1 0 0,-16-22-6 0 0,9 15 16 0 0,-10-15-39 0 0,1 0 0 0 0,-1-1 0 0 0,14 15 1 0 0,-17-21-29 0 0,0 0 0 0 0,0 0 0 0 0,0 0 1 0 0,0-1-1 0 0,0 1 0 0 0,0-1 0 0 0,1 0 1 0 0,-1 0-1 0 0,0 0 0 0 0,1 0 0 0 0,-1 0 1 0 0,1 0-1 0 0,-1 0 0 0 0,1-1 0 0 0,-1 1 0 0 0,1-1 1 0 0,0 0-1 0 0,-1 0 0 0 0,1 0 0 0 0,3-1 1 0 0,-4 1-9 0 0,-1 0 0 0 0,0-1 1 0 0,0 1-1 0 0,0-1 0 0 0,1 1 0 0 0,-1-1 1 0 0,0 0-1 0 0,0 0 0 0 0,0 1 1 0 0,0-1-1 0 0,0 0 0 0 0,0 0 0 0 0,-1 0 1 0 0,1 0-1 0 0,0 0 0 0 0,0 0 1 0 0,-1 0-1 0 0,1 0 0 0 0,0 0 0 0 0,-1-1 1 0 0,1 1-1 0 0,0-2 0 0 0,-1 3-2 0 0,10-20 19 0 0,-1-1 0 0 0,-1 0 0 0 0,-1 0 0 0 0,-1-1 0 0 0,-1 0 0 0 0,4-27 0 0 0,5-80 9 0 0,-14 128-29 0 0,0-1 1 0 0,0 0-1 0 0,1 0 0 0 0,-1 0 0 0 0,0 1 1 0 0,-1-1-1 0 0,1 0 0 0 0,0 0 0 0 0,-1 0 1 0 0,1 1-1 0 0,-1-1 0 0 0,0-2 1 0 0,1 4-1 0 0,0 0 0 0 0,-1 0 0 0 0,1 0 0 0 0,0-1 0 0 0,0 1 0 0 0,-1 0 0 0 0,1 0 0 0 0,0 0 1 0 0,0 0-1 0 0,-1 0 0 0 0,1 0 0 0 0,0-1 0 0 0,-1 1 0 0 0,1 0 0 0 0,0 0 0 0 0,0 0 0 0 0,-1 0 1 0 0,1 0-1 0 0,0 0 0 0 0,-1 0 0 0 0,1 0 0 0 0,0 0 0 0 0,-1 0 0 0 0,1 0 0 0 0,0 1 1 0 0,0-1-1 0 0,-1 0 0 0 0,1 0 0 0 0,0 0 0 0 0,0 0 0 0 0,-1 0 0 0 0,1 0 0 0 0,0 1 0 0 0,0-1 1 0 0,-1 0-1 0 0,1 1 0 0 0,-18 19 1 0 0,6 8-1 0 0,2 0 0 0 0,1 0 0 0 0,-9 49 0 0 0,11-39 0 0 0,-33 177 0 0 0,38-185 0 0 0,-1-20 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43.6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14368 0 0,'0'0'328'0'0,"23"6"2543"0"0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46.1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1 752 11952 0 0,'13'1'60'0'0,"9"0"208"0"0,-6 0-1 0 0,-7 0-98 0 0,1-1-1 0 0,-1 0 1 0 0,0 0 0 0 0,18-4-1 0 0,-23 0 50 0 0,0-1 0 0 0,-1 1 0 0 0,1 0 0 0 0,-1-1 0 0 0,0 0 0 0 0,-1 0 0 0 0,5-10 0 0 0,-1 3-218 0 0,64-108 574 0 0,-64 108-534 0 0,-2 6-18 0 0,-1 0-1 0 0,1 1 1 0 0,0-1-1 0 0,0 1 1 0 0,0 0-1 0 0,1 0 1 0 0,-1 1 0 0 0,8-6-1 0 0,-5 5-11 0 0,-6 6-10 0 0,0 0 1 0 0,1 0-1 0 0,-1 0 1 0 0,-1 1 0 0 0,1-1-1 0 0,0 0 1 0 0,0 1-1 0 0,0-1 1 0 0,-1 0 0 0 0,1 1-1 0 0,0-1 1 0 0,-1 1 0 0 0,1-1-1 0 0,-1 3 1 0 0,3 9-2 0 0,-2 0-1 0 0,0-1 1 0 0,0 1 0 0 0,-1 0-1 0 0,-1 13 1 0 0,-1 9 0 0 0,-1 32-9 0 0,-12 70 0 0 0,4-53 6 0 0,-5 5 4 0 0,-1 8 0 0 0,4-45 16 0 0,56-214 42 0 0,37-103 101 0 0,-63 210-92 0 0,-14 45-38 0 0,-1 0-1 0 0,2 0 0 0 0,-1 1 0 0 0,1-1 0 0 0,1 1 0 0 0,0-1 0 0 0,10-14 0 0 0,-3 53 149 0 0,-13 25 13 0 0,-1-24 28 0 0,2-1 0 0 0,7 50 0 0 0,-7-75-82 0 0,3-3 15 0 0,-3-1-146 0 0,0 1 1 0 0,0-1 0 0 0,0 0 0 0 0,1 0-1 0 0,-1 0 1 0 0,0 1 0 0 0,0-1 0 0 0,0 0-1 0 0,1 0 1 0 0,-1 0 0 0 0,0 0 0 0 0,0 0-1 0 0,0 1 1 0 0,1-1 0 0 0,-1 0 0 0 0,0 0-1 0 0,0 0 1 0 0,1 0 0 0 0,-1 0 0 0 0,0 0-1 0 0,0 0 1 0 0,1 0 0 0 0,-1 0 0 0 0,0 0-1 0 0,0 0 1 0 0,1 0 0 0 0,-1 0 0 0 0,0 0-1 0 0,0 0 1 0 0,0 0 0 0 0,1 0-1 0 0,-1 0 1 0 0,0-1 0 0 0,0 1 0 0 0,1 0-1 0 0,-1 0 1 0 0,0 0 0 0 0,0 0 0 0 0,0 0-1 0 0,1 0 1 0 0,-1-1 0 0 0,0 1 0 0 0,0 0-1 0 0,0 0 1 0 0,0 0 0 0 0,1-1 0 0 0,-1 1-1 0 0,0 0 1 0 0,28-53 297 0 0,28-69 0 0 0,-35 75-165 0 0,-8 16-38 0 0,-3 11 12 0 0,11-34 0 0 0,-7 32 99 0 0,-13 20-26 0 0,-1 16-62 0 0,-13 93 281 0 0,0-11-126 0 0,12-34 58 0 0,2-62-330 0 0,-1 0 0 0 0,0-1 0 0 0,0 1-1 0 0,1 0 1 0 0,-1 0 0 0 0,0 0 0 0 0,1 0-1 0 0,-1 0 1 0 0,0 0 0 0 0,1-1 0 0 0,-1 1 0 0 0,0 0-1 0 0,0 0 1 0 0,1 0 0 0 0,-1 0 0 0 0,0 0-1 0 0,1 0 1 0 0,-1 0 0 0 0,0 0 0 0 0,1 0-1 0 0,-1 0 1 0 0,0 1 0 0 0,1-1 0 0 0,-1 0 0 0 0,0 0-1 0 0,1 0 1 0 0,-1 0 0 0 0,0 0 0 0 0,0 0-1 0 0,1 1 1 0 0,-1-1 0 0 0,0 0 0 0 0,0 0-1 0 0,1 0 1 0 0,-1 1 0 0 0,0-1 0 0 0,0 0-1 0 0,0 0 1 0 0,1 1 0 0 0,-1-1 0 0 0,0 0 0 0 0,0 1-1 0 0,0-1 1 0 0,0 0 0 0 0,0 0 0 0 0,0 1-1 0 0,0-1 1 0 0,1 0 0 0 0,-1 1 0 0 0,0-1-1 0 0,0 0 1 0 0,0 1 0 0 0,0-1 0 0 0,0 0-1 0 0,0 1 1 0 0,-1-1 0 0 0,1 0 0 0 0,0 1 0 0 0,0-1-1 0 0,0 0 1 0 0,0 0 0 0 0,0 1 0 0 0,0-1-1 0 0,0 0 1 0 0,-1 1 0 0 0,1-1 0 0 0,0 0-1 0 0,0 1 1 0 0,17-17 174 0 0,78-183 333 0 0,-83 175-319 0 0,22-37 0 0 0,-33 59-121 0 0,0 4-60 0 0,1-1-1 0 0,-1 1 1 0 0,0 0-1 0 0,0 0 0 0 0,0 0 1 0 0,0 0-1 0 0,-1 0 1 0 0,1 0-1 0 0,-1 0 1 0 0,1 0-1 0 0,-1 0 0 0 0,1 0 1 0 0,-1 1-1 0 0,0-1 1 0 0,0 0-1 0 0,-1 3 1 0 0,2 4 9 0 0,2 43 102 0 0,5 40 51 0 0,-6-83-153 0 0,0-1 1 0 0,0 1-1 0 0,1-1 1 0 0,0 0-1 0 0,0 0 1 0 0,1 0-1 0 0,0 0 1 0 0,6 9-1 0 0,-9-16-18 0 0,0 0 1 0 0,0 0-1 0 0,0 0 1 0 0,0 0-1 0 0,-1 0 1 0 0,1 0-1 0 0,1 0 1 0 0,-1-1-1 0 0,0 1 1 0 0,0 0-1 0 0,0-1 1 0 0,0 1-1 0 0,0-1 0 0 0,1 1 1 0 0,-1-1-1 0 0,0 0 1 0 0,0 1-1 0 0,1-1 1 0 0,-1 0-1 0 0,0 0 1 0 0,1 0-1 0 0,-1 0 1 0 0,0 0-1 0 0,1 0 1 0 0,-1 0-1 0 0,0 0 0 0 0,0-1 1 0 0,1 1-1 0 0,-1 0 1 0 0,0-1-1 0 0,0 1 1 0 0,1-1-1 0 0,-1 1 1 0 0,0-1-1 0 0,0 0 1 0 0,0 1-1 0 0,0-1 1 0 0,0 0-1 0 0,0 0 0 0 0,0 0 1 0 0,1-1-1 0 0,6-6 22 0 0,-1 1 0 0 0,0-1-1 0 0,11-17 1 0 0,-16 22-20 0 0,12-20 21 0 0,-2 0-1 0 0,-1-1 1 0 0,-1-1 0 0 0,-1 0-1 0 0,9-42 1 0 0,4-8 22 0 0,-9 37-16 0 0,-1-1 0 0 0,-3 0-1 0 0,10-74 1 0 0,-18 88-12 0 0,1 12-14 0 0,-1 0 0 0 0,0 0 0 0 0,-1 0 1 0 0,-1 0-1 0 0,0 0 0 0 0,-1 0 0 0 0,-4-14 1 0 0,3 23 5 0 0,3 3-12 0 0,-1 1-1 0 0,0-1 1 0 0,0 0 0 0 0,0 1 0 0 0,0-1-1 0 0,0 0 1 0 0,1 1 0 0 0,-1-1-1 0 0,0 1 1 0 0,0 0 0 0 0,0-1 0 0 0,-1 1-1 0 0,1 0 1 0 0,0 0 0 0 0,0-1 0 0 0,0 1-1 0 0,0 0 1 0 0,0 0 0 0 0,0 0-1 0 0,0 0 1 0 0,0 1 0 0 0,0-1 0 0 0,0 0-1 0 0,0 0 1 0 0,0 1 0 0 0,0-1-1 0 0,0 0 1 0 0,0 1 0 0 0,0-1 0 0 0,0 1-1 0 0,0-1 1 0 0,0 1 0 0 0,0 0 0 0 0,0-1-1 0 0,0 1 1 0 0,1 0 0 0 0,-1 0-1 0 0,0 0 1 0 0,1-1 0 0 0,-1 1 0 0 0,0 0-1 0 0,1 0 1 0 0,-1 1 0 0 0,-1 1-1 0 0,-4 5 2 0 0,0 1 0 0 0,1 0 0 0 0,0 0 1 0 0,0 0-1 0 0,1 0 0 0 0,0 1 0 0 0,-3 11 0 0 0,-15 76 15 0 0,18-79-12 0 0,-38 261 18 0 0,39-241-17 0 0,1 0 1 0 0,3 1-1 0 0,1-1 0 0 0,1 0 1 0 0,13 51-1 0 0,-16-86-3 0 0,1 1 0 0 0,0 0 1 0 0,0-1-1 0 0,1 0 0 0 0,-1 1 0 0 0,1-1 0 0 0,0 0 0 0 0,-1 0 1 0 0,1 0-1 0 0,1 0 0 0 0,-1 0 0 0 0,0 0 0 0 0,1 0 1 0 0,2 2-1 0 0,-4-5-1 0 0,0 1-1 0 0,0-1 1 0 0,0 1 0 0 0,0-1 0 0 0,0 0 0 0 0,0 1 0 0 0,0-1-1 0 0,0 0 1 0 0,0 0 0 0 0,0 1 0 0 0,0-1 0 0 0,0 0 0 0 0,0 0-1 0 0,0 0 1 0 0,0 0 0 0 0,0-1 0 0 0,1 1 0 0 0,-1 0-1 0 0,1-1 1 0 0,0 0 0 0 0,1 0 1 0 0,-1 0-1 0 0,0 0 0 0 0,0-1 0 0 0,0 1 0 0 0,0-1 1 0 0,-1 0-1 0 0,1 1 0 0 0,0-1 0 0 0,-1 0 0 0 0,3-3 1 0 0,14-23 22 0 0,-1 0 0 0 0,-1-1 0 0 0,-1 0 0 0 0,14-44 0 0 0,22-74 55 0 0,-6 38 28 0 0,-37 85-77 0 0,-7 22-25 0 0,-1 0 1 0 0,1 0 0 0 0,-1 0 0 0 0,1 0-1 0 0,0 0 1 0 0,0 0 0 0 0,0 0 0 0 0,0 0-1 0 0,0 0 1 0 0,0 0 0 0 0,1 0 0 0 0,-1 1 0 0 0,3-3-1 0 0,-3 3 21 0 0,3 6 19 0 0,-4-5-45 0 0,1 0 0 0 0,-1 1 0 0 0,0-1 0 0 0,1 0 0 0 0,-1 0 0 0 0,0 0 0 0 0,0 1 0 0 0,1-1 0 0 0,-1 0 0 0 0,0 0-1 0 0,0 1 1 0 0,0-1 0 0 0,1 0 0 0 0,-1 1 0 0 0,0-1 0 0 0,0 0 0 0 0,0 1 0 0 0,0-1 0 0 0,0 0 0 0 0,1 1 0 0 0,-1-1 0 0 0,0 0 0 0 0,0 1 0 0 0,0-1 0 0 0,0 0 0 0 0,0 1 0 0 0,0-1 0 0 0,0 0 0 0 0,0 1 0 0 0,0-1 0 0 0,-1 1 0 0 0,1 13 35 0 0,0 1-1 0 0,0-1 1 0 0,1 0-1 0 0,6 27 0 0 0,-6-35-23 0 0,0 0 0 0 0,1 0-1 0 0,0 0 1 0 0,0-1 0 0 0,1 1-1 0 0,-1 0 1 0 0,1-1 0 0 0,0 0-1 0 0,1 1 1 0 0,-1-1 0 0 0,1-1-1 0 0,0 1 1 0 0,0-1 0 0 0,7 6-1 0 0,-10-9-7 0 0,1 0 0 0 0,0-1-1 0 0,0 1 1 0 0,0-1-1 0 0,0 1 1 0 0,0-1 0 0 0,0 0-1 0 0,0 1 1 0 0,-1-1 0 0 0,1 0-1 0 0,0 0 1 0 0,0-1-1 0 0,0 1 1 0 0,0 0 0 0 0,0-1-1 0 0,0 1 1 0 0,0-1 0 0 0,0 1-1 0 0,-1-1 1 0 0,1 0 0 0 0,0 0-1 0 0,0 0 1 0 0,-1 0-1 0 0,1 0 1 0 0,-1 0 0 0 0,1 0-1 0 0,-1-1 1 0 0,1 1 0 0 0,1-3-1 0 0,5-3 12 0 0,-1-2 0 0 0,1 1 0 0 0,10-17 1 0 0,13-29 77 0 0,45-106 0 0 0,-64 132-74 0 0,-3 8 9 0 0,-1-1 0 0 0,-1 0-1 0 0,-1 0 1 0 0,-1 0 0 0 0,-1-1 0 0 0,-1 0 0 0 0,1-23 0 0 0,-4 45-28 0 0,0 1 1 0 0,0-1 0 0 0,0 0 0 0 0,0 0 0 0 0,-1 0 0 0 0,1 1 0 0 0,0-1 0 0 0,0 0-1 0 0,0 0 1 0 0,0 0 0 0 0,0 0 0 0 0,0 1 0 0 0,0-1 0 0 0,0 0 0 0 0,0 0 0 0 0,-1 0 0 0 0,1 0-1 0 0,0 0 1 0 0,0 1 0 0 0,0-1 0 0 0,0 0 0 0 0,0 0 0 0 0,-1 0 0 0 0,1 0 0 0 0,0 0-1 0 0,0 0 1 0 0,0 0 0 0 0,-1 0 0 0 0,1 0 0 0 0,0 0 0 0 0,0 0 0 0 0,0 0 0 0 0,0 0 0 0 0,-1 0-1 0 0,1 0 1 0 0,0 0 0 0 0,0 0 0 0 0,0 0 0 0 0,-1 0 0 0 0,1 0 0 0 0,0 0 0 0 0,0 0-1 0 0,0 0 1 0 0,-1 0 0 0 0,1 0 0 0 0,0 0 0 0 0,0 0 0 0 0,0 0 0 0 0,0 0 0 0 0,-1-1-1 0 0,1 1 1 0 0,0 0 0 0 0,0 0 0 0 0,0 0 0 0 0,0 0 0 0 0,0 0 0 0 0,0-1 0 0 0,-1 1 0 0 0,1 0-1 0 0,0 0 1 0 0,0 0 0 0 0,0 0 0 0 0,0-1 0 0 0,0 1 0 0 0,0 0 0 0 0,0 0 0 0 0,0 0-1 0 0,0-1 1 0 0,0 1 0 0 0,-12 13 12 0 0,12-12-13 0 0,-7 13 11 0 0,1 0 0 0 0,0 0 0 0 0,1 1 0 0 0,1 0 0 0 0,-5 28 0 0 0,-2 79 31 0 0,10-108-38 0 0,-1 11 3 0 0,-3 138 31 0 0,6-142-28 0 0,0-1 0 0 0,1 0 0 0 0,2 1-1 0 0,0-1 1 0 0,12 36 0 0 0,-16-55-8 0 0,1 1 0 0 0,-1-1 0 0 0,1 1-1 0 0,0 0 1 0 0,-1-1 0 0 0,1 1 0 0 0,0-1-1 0 0,0 0 1 0 0,0 1 0 0 0,0-1 0 0 0,0 0 0 0 0,0 1-1 0 0,1-1 1 0 0,-1 0 0 0 0,0 0 0 0 0,1 0 0 0 0,-1 0-1 0 0,1 0 1 0 0,-1-1 0 0 0,1 1 0 0 0,2 1 0 0 0,-2-2-1 0 0,0 0 0 0 0,-1 0 0 0 0,1 0 0 0 0,0-1 0 0 0,-1 1 0 0 0,1 0 0 0 0,0-1 0 0 0,-1 1 0 0 0,1-1 1 0 0,-1 0-1 0 0,1 1 0 0 0,-1-1 0 0 0,1 0 0 0 0,-1 0 0 0 0,1 0 0 0 0,-1 0 0 0 0,3-2 0 0 0,2-4 3 0 0,0 1 0 0 0,-1-1 0 0 0,1 0-1 0 0,-1-1 1 0 0,-1 1 0 0 0,1-1 0 0 0,4-12 0 0 0,36-89 68 0 0,-44 108-43 0 0,-12 28 8 0 0,7-13-24 0 0,-12 52 44 0 0,16-62-52 0 0,-1 0 0 0 0,0 0 1 0 0,1 0-1 0 0,0 1 0 0 0,0-1 1 0 0,0 0-1 0 0,0 0 0 0 0,1 1 1 0 0,0-1-1 0 0,0 0 0 0 0,0 0 1 0 0,2 5-1 0 0,-2-8-4 0 0,0 0 1 0 0,0 0-1 0 0,-1 0 0 0 0,1-1 1 0 0,0 1-1 0 0,0 0 1 0 0,0 0-1 0 0,0-1 0 0 0,1 1 1 0 0,-1-1-1 0 0,0 1 1 0 0,0-1-1 0 0,0 1 0 0 0,0-1 1 0 0,1 0-1 0 0,-1 0 1 0 0,0 1-1 0 0,0-1 0 0 0,0 0 1 0 0,1 0-1 0 0,-1 0 1 0 0,0 0-1 0 0,0-1 0 0 0,2 1 1 0 0,27-7 23 0 0,-28 7-22 0 0,26-9 23 0 0,-1 2 0 0 0,2 1 0 0 0,-1 2 0 0 0,0 0 0 0 0,1 2 1 0 0,-1 1-1 0 0,49 4 0 0 0,-74-2-18 0 0,0-1 0 0 0,0 1-1 0 0,0-1 1 0 0,-1 1 0 0 0,1 0 0 0 0,0 0 0 0 0,0 1-1 0 0,4 1 1 0 0,-7-2-4 0 0,1-1-1 0 0,0 1 1 0 0,-1 0-1 0 0,1-1 1 0 0,-1 1-1 0 0,1 0 0 0 0,-1-1 1 0 0,1 1-1 0 0,-1 0 1 0 0,0-1-1 0 0,1 1 1 0 0,-1 0-1 0 0,0 0 1 0 0,1 0-1 0 0,-1-1 1 0 0,0 1-1 0 0,0 0 1 0 0,0 0-1 0 0,0 0 0 0 0,0-1 1 0 0,0 1-1 0 0,0 0 1 0 0,0 0-1 0 0,0 0 1 0 0,0 0-1 0 0,0-1 1 0 0,-1 1-1 0 0,1 1 1 0 0,-23 26 156 0 0,22-28-159 0 0,1 1 1 0 0,0-1 0 0 0,0 1 0 0 0,-1-1 0 0 0,1 1 0 0 0,0-1 0 0 0,0 1 0 0 0,0-1 0 0 0,0 1 0 0 0,0-1 0 0 0,0 1-1 0 0,0-1 1 0 0,0 1 0 0 0,0 0 0 0 0,0-1 0 0 0,0 1 0 0 0,0-1 0 0 0,0 1 0 0 0,0-1 0 0 0,0 1 0 0 0,1-1 0 0 0,-1 1 0 0 0,0-1-1 0 0,0 1 1 0 0,0-1 0 0 0,1 1 0 0 0,-1-1 0 0 0,0 0 0 0 0,1 1 0 0 0,-1-1 0 0 0,1 1 0 0 0,-1-1 0 0 0,0 0 0 0 0,1 1 0 0 0,-1-1-1 0 0,1 0 1 0 0,0 1 0 0 0,0-1 0 0 0,0 0-1 0 0,0 1 1 0 0,0-1-1 0 0,0 0 1 0 0,0 0-1 0 0,0 0 1 0 0,0 0-1 0 0,0 0 1 0 0,0 0-1 0 0,0 0 1 0 0,0 0-1 0 0,0 0 1 0 0,0 0-1 0 0,0-1 1 0 0,0 1-1 0 0,0 0 1 0 0,0-1-1 0 0,-1 1 1 0 0,1-1-1 0 0,2 0 1 0 0,8-8 7 0 0,-1 0 0 0 0,0-1 1 0 0,0 0-1 0 0,-1 0 1 0 0,0-1-1 0 0,0 0 1 0 0,12-24-1 0 0,43-98 34 0 0,-38 73-19 0 0,-12 29-22 0 0,-1-1 0 0 0,-2-1 0 0 0,-1 0-1 0 0,-1 0 1 0 0,-2-1 0 0 0,-2 0 0 0 0,-1 0-1 0 0,0-48 1 0 0,-5 77-2 0 0,1-1 0 0 0,-1 1 0 0 0,0 0-1 0 0,0 0 1 0 0,-1-1 0 0 0,0 1 0 0 0,0 0 0 0 0,0 0 0 0 0,-5-8-1 0 0,7 12 1 0 0,-1 0 0 0 0,0 0 0 0 0,1 0-1 0 0,-1 1 1 0 0,0-1 0 0 0,0 0 0 0 0,1 0-1 0 0,-1 1 1 0 0,0-1 0 0 0,0 0 0 0 0,0 1-1 0 0,0-1 1 0 0,0 1 0 0 0,0-1-1 0 0,0 1 1 0 0,0 0 0 0 0,0-1 0 0 0,0 1-1 0 0,0 0 1 0 0,-2-1 0 0 0,1 2-1 0 0,1-1 1 0 0,-1 1 0 0 0,1-1-1 0 0,-1 1 1 0 0,1-1-1 0 0,0 1 1 0 0,-1 0-1 0 0,1 0 1 0 0,0 0 0 0 0,-1 0-1 0 0,1 0 1 0 0,0 0-1 0 0,0 0 1 0 0,0 0-1 0 0,0 0 1 0 0,0 0-1 0 0,0 1 1 0 0,0-1 0 0 0,-1 2-1 0 0,-6 11-1 0 0,0 1-1 0 0,1-1 1 0 0,1 1-1 0 0,0 1 1 0 0,-6 24-1 0 0,-14 89-10 0 0,17-81 11 0 0,-33 221 0 0 0,41-265 2 0 0,2 19 0 0 0,-1-23 0 0 0,0 1 0 0 0,0-1 0 0 0,0 0 0 0 0,0 0 0 0 0,0 1 0 0 0,0-1 0 0 0,0 0 0 0 0,0 0 0 0 0,0 1 0 0 0,0-1 0 0 0,0 0 0 0 0,0 1 0 0 0,0-1 0 0 0,0 0 0 0 0,0 0 0 0 0,1 1 0 0 0,-1-1 0 0 0,0 0 0 0 0,0 0 0 0 0,0 0 0 0 0,0 1 0 0 0,1-1 0 0 0,-1 0 0 0 0,0 0 0 0 0,0 0 0 0 0,0 1 0 0 0,1-1 0 0 0,-1 0 0 0 0,0 0 0 0 0,0 0 0 0 0,0 0 0 0 0,1 0 0 0 0,-1 1 0 0 0,0-1 0 0 0,0 0 0 0 0,1 0 0 0 0,-1 0 0 0 0,0 0 0 0 0,1 0 0 0 0,-1 0 0 0 0,0 0 0 0 0,0 0 0 0 0,1 0 0 0 0,-1 0 0 0 0,0 0 0 0 0,0 0 0 0 0,1 0 0 0 0,-1 0 0 0 0,0 0 0 0 0,0-1 0 0 0,1 1 0 0 0,-1 0 0 0 0,0 0 0 0 0,0 0 0 0 0,1 0 0 0 0,-1 0 0 0 0,0-1 0 0 0,0 1 0 0 0,0 0 0 0 0,1 0 0 0 0,-1 0 0 0 0,0 0 0 0 0,0-1 0 0 0,0 1 0 0 0,0 0 0 0 0,1 0 0 0 0,-1-1 0 0 0,0 1 0 0 0,11-14 0 0 0,-11 14 0 0 0,14-25 3 0 0,-8 13 2 0 0,1 0 0 0 0,0 0 0 0 0,17-20 0 0 0,-22 30-4 0 0,-1 0-1 0 0,1 0 1 0 0,0 0 0 0 0,0 0-1 0 0,0 1 1 0 0,0-1-1 0 0,0 1 1 0 0,0 0 0 0 0,0-1-1 0 0,0 1 1 0 0,1 0-1 0 0,-1 0 1 0 0,0 0 0 0 0,1 1-1 0 0,-1-1 1 0 0,0 1-1 0 0,1-1 1 0 0,-1 1 0 0 0,1 0-1 0 0,-1 0 1 0 0,1 0 0 0 0,-1 0-1 0 0,1 0 1 0 0,-1 0-1 0 0,1 1 1 0 0,-1-1 0 0 0,4 2-1 0 0,2 3 5 0 0,0 1 0 0 0,-1 0 0 0 0,0 0 0 0 0,0 0 0 0 0,0 1 0 0 0,-1 0 0 0 0,0 0 0 0 0,0 1 0 0 0,5 9 0 0 0,-1-3 9 0 0,-6-7-6 0 0,1-1-1 0 0,1 0 1 0 0,-1 0 0 0 0,1-1-1 0 0,0 1 1 0 0,0-1 0 0 0,0 0-1 0 0,1-1 1 0 0,0 1 0 0 0,12 4-1 0 0,-16-8-4 0 0,-1 0 0 0 0,1 0 0 0 0,0 0 0 0 0,0-1 0 0 0,0 0-1 0 0,0 1 1 0 0,0-1 0 0 0,0 0 0 0 0,0 0 0 0 0,0-1-1 0 0,0 1 1 0 0,0-1 0 0 0,0 1 0 0 0,0-1 0 0 0,-1 0 0 0 0,1 0-1 0 0,0 0 1 0 0,0 0 0 0 0,-1-1 0 0 0,1 1 0 0 0,-1-1 0 0 0,1 0-1 0 0,-1 1 1 0 0,0-1 0 0 0,1 0 0 0 0,-1 0 0 0 0,0-1 0 0 0,-1 1-1 0 0,1 0 1 0 0,0-1 0 0 0,2-4 0 0 0,7-10 16 0 0,0-1 0 0 0,-2 0 0 0 0,0-1-1 0 0,-1 0 1 0 0,-1 0 0 0 0,-1 0 0 0 0,0-1 0 0 0,-2 0 0 0 0,0 0 0 0 0,-1 0 0 0 0,0-35-1 0 0,-3 55-15 0 0,0-1 0 0 0,1 1-1 0 0,-1-1 1 0 0,0 1-1 0 0,0-1 1 0 0,0 1 0 0 0,0-1-1 0 0,0 1 1 0 0,0-1-1 0 0,0 1 1 0 0,-1-1-1 0 0,1 1 1 0 0,0-1 0 0 0,0 1-1 0 0,0-1 1 0 0,0 1-1 0 0,-1-1 1 0 0,1 1 0 0 0,0-1-1 0 0,0 1 1 0 0,-1-1-1 0 0,1 1 1 0 0,0 0-1 0 0,-1-1 1 0 0,1 0 0 0 0,-9 9 22 0 0,-4 18 1 0 0,3 14 35 0 0,-8 77 1 0 0,16-103-46 0 0,2 0 1 0 0,0 0-1 0 0,1 0 0 0 0,0 0 1 0 0,1 0-1 0 0,0 0 1 0 0,2 0-1 0 0,-1 0 0 0 0,7 13 1 0 0,-10-26-15 0 0,1 0 1 0 0,0 0-1 0 0,-1 0 1 0 0,1 0-1 0 0,0-1 0 0 0,0 1 1 0 0,0 0-1 0 0,-1 0 1 0 0,1-1-1 0 0,0 1 1 0 0,0-1-1 0 0,0 1 0 0 0,0-1 1 0 0,0 1-1 0 0,0-1 1 0 0,0 0-1 0 0,0 1 1 0 0,0-1-1 0 0,0 0 0 0 0,1 0 1 0 0,-1 1-1 0 0,0-1 1 0 0,0 0-1 0 0,0 0 1 0 0,0-1-1 0 0,0 1 0 0 0,0 0 1 0 0,1 0-1 0 0,35-9 62 0 0,-26 5-37 0 0,-6 3-17 0 0,-1 0-1 0 0,1 0 1 0 0,-1 0-1 0 0,1 1 0 0 0,-1 0 1 0 0,1-1-1 0 0,-1 2 1 0 0,1-1-1 0 0,-1 0 1 0 0,1 1-1 0 0,-1 0 1 0 0,1 0-1 0 0,-1 0 0 0 0,0 1 1 0 0,1-1-1 0 0,-1 1 1 0 0,0 0-1 0 0,0 0 1 0 0,0 1-1 0 0,0-1 1 0 0,-1 1-1 0 0,7 6 0 0 0,-7-6-3 0 0,1 1 0 0 0,-2-1-1 0 0,1 1 1 0 0,0 0-1 0 0,-1 0 1 0 0,0 0-1 0 0,0 0 1 0 0,0 1 0 0 0,0-1-1 0 0,-1 0 1 0 0,1 1-1 0 0,-1-1 1 0 0,0 1-1 0 0,-1 0 1 0 0,1-1 0 0 0,-1 8-1 0 0,0-11-4 0 0,0-1-1 0 0,0 1 1 0 0,-1-1-1 0 0,1 0 1 0 0,0 1-1 0 0,0-1 1 0 0,0 0-1 0 0,-1 1 1 0 0,1-1-1 0 0,0 0 1 0 0,0 0-1 0 0,-1 1 1 0 0,1-1-1 0 0,0 0 1 0 0,0 1-1 0 0,-1-1 1 0 0,1 0-1 0 0,0 0 1 0 0,-1 0-1 0 0,1 0 1 0 0,-1 1-1 0 0,1-1 1 0 0,0 0-1 0 0,-1 0 1 0 0,1 0-1 0 0,0 0 1 0 0,-1 0-1 0 0,1 0 1 0 0,-1 0-1 0 0,1 0 1 0 0,0 0-1 0 0,-1 0 1 0 0,0 0-1 0 0,-10 0 15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46.4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 17383 0 0,'0'0'0'0'0,"29"3"0"0"0,3-3 488 0 0,-8-3-8 0 0,-10-4 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48.5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1 512 13768 0 0,'22'-14'950'0'0,"9"-9"45"0"0,-17 10-765 0 0,0-1 1 0 0,-1 0 0 0 0,17-25-1 0 0,-12 15-22 0 0,-3 6 9 0 0,-1-2 0 0 0,-1 0 0 0 0,19-39 0 0 0,-22 40-101 0 0,-9 17-105 0 0,0 1 0 0 0,0-1 0 0 0,0 1 0 0 0,0-1 0 0 0,0 0 0 0 0,0 0 0 0 0,-1 1 1 0 0,1-1-1 0 0,-1 0 0 0 0,1 0 0 0 0,-1 0 0 0 0,0 0 0 0 0,1-3 0 0 0,-1 3 22 0 0,5-1 19 0 0,-13 10-16 0 0,-1 8-37 0 0,0 0 0 0 0,1 1 0 0 0,1 0 0 0 0,0 0 0 0 0,-4 18 0 0 0,-4 9-21 0 0,-1 0-60 0 0,3-1 0 0 0,1 2-1 0 0,-6 48 1 0 0,15-65 32 0 0,1-16-16 0 0,0 0-1 0 0,1 1 1 0 0,0-1-1 0 0,1 1 0 0 0,1-1 1 0 0,3 22-1 0 0,-4-33 61 0 0,0 1-1 0 0,0 0 1 0 0,0-1-1 0 0,0 1 0 0 0,0 0 1 0 0,0-1-1 0 0,0 1 1 0 0,1-1-1 0 0,-1 1 1 0 0,0 0-1 0 0,0-1 1 0 0,1 1-1 0 0,-1-1 1 0 0,0 1-1 0 0,1-1 0 0 0,-1 1 1 0 0,1-1-1 0 0,-1 1 1 0 0,1-1-1 0 0,-1 0 1 0 0,1 1-1 0 0,-1-1 1 0 0,1 0-1 0 0,-1 1 1 0 0,1-1-1 0 0,-1 0 1 0 0,1 1-1 0 0,0-1 0 0 0,-1 0 1 0 0,1 0-1 0 0,-1 0 1 0 0,1 0-1 0 0,0 0 1 0 0,-1 0-1 0 0,1 0 1 0 0,0 0-1 0 0,-1 0 1 0 0,1 0-1 0 0,0 0 1 0 0,-1 0-1 0 0,1 0 0 0 0,-1 0 1 0 0,1 0-1 0 0,0-1 1 0 0,-1 1-1 0 0,1 0 1 0 0,-1 0-1 0 0,1-1 1 0 0,-1 1-1 0 0,1 0 1 0 0,-1-1-1 0 0,1 1 0 0 0,-1-1 1 0 0,1 1-1 0 0,-1-1 1 0 0,1 1-1 0 0,-1-1 1 0 0,0 1-1 0 0,1-1 1 0 0,-1 0-1 0 0,26-30-164 0 0,-26 30 173 0 0,16-24-52 0 0,-2-1-1 0 0,-1-1 1 0 0,-1 0-1 0 0,-1 0 1 0 0,-1-2-1 0 0,-2 1 1 0 0,-1-1-1 0 0,5-44 1 0 0,18-76-21 0 0,-22 101 64 0 0,-5 29 6 0 0,0 0 0 0 0,1-23 1 0 0,-3 15 0 0 0,0 21 0 0 0,-1-1 0 0 0,0 1 0 0 0,0-1 0 0 0,0 1 0 0 0,-1-1 0 0 0,0 1 0 0 0,-2-8 0 0 0,1-1 28 0 0,2 14-25 0 0,0 0 1 0 0,0 0-1 0 0,0 1 1 0 0,0-1-1 0 0,-1 0 0 0 0,1 0 1 0 0,0 0-1 0 0,0 1 0 0 0,0-1 1 0 0,-1 0-1 0 0,1 0 1 0 0,0 1-1 0 0,-1-1 0 0 0,1 0 1 0 0,0 1-1 0 0,-1-1 0 0 0,1 0 1 0 0,-1 1-1 0 0,-1-2 1 0 0,1 1 18 0 0,-7 9 11 0 0,7-8-32 0 0,0 1 1 0 0,0-1-1 0 0,0 1 1 0 0,1-1-1 0 0,-1 1 1 0 0,0 0-1 0 0,1 0 0 0 0,-1-1 1 0 0,0 1-1 0 0,1 0 1 0 0,-1 0-1 0 0,1 0 1 0 0,-1-1-1 0 0,1 1 1 0 0,-1 1-1 0 0,-4 19 49 0 0,1 0 1 0 0,1 0-1 0 0,1 0 0 0 0,1 34 0 0 0,-1-9-10 0 0,1-10 29 0 0,2 0 1 0 0,1 1-1 0 0,1-1 1 0 0,2 0-1 0 0,2 0 1 0 0,1-1-1 0 0,2 0 1 0 0,1 0-1 0 0,24 47 0 0 0,-32-75-35 0 0,0-1 0 0 0,1 1 0 0 0,0-1 0 0 0,0 0 0 0 0,0 0 0 0 0,1-1 0 0 0,0 1 0 0 0,0-1 0 0 0,0 0 0 0 0,8 5 0 0 0,-10-8-16 0 0,-1 0 0 0 0,1-1 0 0 0,0 0 0 0 0,0 1-1 0 0,0-1 1 0 0,0 0 0 0 0,0 0 0 0 0,0-1 0 0 0,0 1 0 0 0,0-1 0 0 0,0 1 0 0 0,1-1 0 0 0,-1 0-1 0 0,0 0 1 0 0,0 0 0 0 0,0-1 0 0 0,0 1 0 0 0,1-1 0 0 0,-1 0 0 0 0,0 0 0 0 0,0 0 0 0 0,0 0-1 0 0,-1 0 1 0 0,1-1 0 0 0,5-3 0 0 0,1-1 28 0 0,-1-1 1 0 0,0-1-1 0 0,0 1 0 0 0,0-1 0 0 0,-1-1 0 0 0,0 1 1 0 0,-1-1-1 0 0,0 0 0 0 0,-1-1 0 0 0,1 0 0 0 0,-2 0 1 0 0,7-18-1 0 0,2-13 226 0 0,14-75 0 0 0,-20 55-95 0 0,-6 58-157 0 0,-1-1 1 0 0,0 1-1 0 0,0-1 0 0 0,0 1 0 0 0,-1 0 1 0 0,1-1-1 0 0,-1 1 0 0 0,1-1 1 0 0,-1 1-1 0 0,-1 0 0 0 0,1 0 1 0 0,0 0-1 0 0,-1-1 0 0 0,-1-2 1 0 0,2 5-13 0 0,0 0 0 0 0,0 1 1 0 0,0-1-1 0 0,1 1 0 0 0,-1-1 1 0 0,0 1-1 0 0,0-1 0 0 0,0 1 1 0 0,0-1-1 0 0,0 1 0 0 0,0 0 1 0 0,0-1-1 0 0,0 1 0 0 0,0 0 1 0 0,0 0-1 0 0,0 0 0 0 0,0 0 1 0 0,0 0-1 0 0,0 0 0 0 0,0 0 1 0 0,0 0-1 0 0,0 0 0 0 0,0 0 1 0 0,0 1-1 0 0,0-1 0 0 0,0 0 0 0 0,0 1 1 0 0,1-1-1 0 0,-1 1 0 0 0,0-1 1 0 0,0 1-1 0 0,0-1 0 0 0,0 1 1 0 0,0 0-1 0 0,1-1 0 0 0,-1 1 1 0 0,0 0-1 0 0,1-1 0 0 0,-1 1 1 0 0,1 0-1 0 0,-2 1 0 0 0,-23 40 155 0 0,24-40-149 0 0,-13 28 71 0 0,0 1 1 0 0,2 0-1 0 0,-12 51 0 0 0,21-69-60 0 0,1 0 1 0 0,0 0 0 0 0,1 0-1 0 0,0 1 1 0 0,1-1-1 0 0,1 0 1 0 0,0 1 0 0 0,1-1-1 0 0,0 0 1 0 0,1 0 0 0 0,9 25-1 0 0,-11-35-19 0 0,0-1-1 0 0,0 1 1 0 0,0 0-1 0 0,0-1 1 0 0,1 1-1 0 0,-1-1 1 0 0,1 0-1 0 0,0 1 1 0 0,0-1-1 0 0,0 0 1 0 0,0 0-1 0 0,0 0 1 0 0,0 0-1 0 0,0 0 1 0 0,1-1-1 0 0,-1 1 1 0 0,1-1-1 0 0,-1 0 1 0 0,1 1-1 0 0,-1-1 1 0 0,1 0-1 0 0,0 0 1 0 0,-1-1-1 0 0,1 1 1 0 0,0-1-1 0 0,4 1 1 0 0,-3-1 0 0 0,1-1 0 0 0,-1 0 0 0 0,1 0 0 0 0,-1 0 0 0 0,0 0 0 0 0,1-1 0 0 0,-1 1 0 0 0,0-1 0 0 0,0 0 0 0 0,0-1 0 0 0,0 1 0 0 0,0-1 1 0 0,-1 1-1 0 0,1-1 0 0 0,5-6 0 0 0,25-24 26 0 0,-17 18-20 0 0,-1-1 1 0 0,0-1 0 0 0,18-26-1 0 0,-3 0 8 0 0,43-46-1 0 0,-51 65-18 0 0,-8 8 8 0 0,24-31 0 0 0,-26 32 36 0 0,-16 21-20 0 0,-20 33-5 0 0,13-22-6 0 0,-4 9 5 0 0,2 2 1 0 0,2-1-1 0 0,0 2 1 0 0,2-1-1 0 0,-7 41 1 0 0,13-58-8 0 0,1 0 0 0 0,0 1 0 0 0,0-1 1 0 0,1 1-1 0 0,3 21 0 0 0,-2-29-4 0 0,0 0-1 0 0,-1-1 1 0 0,1 1 0 0 0,1 0-1 0 0,-1-1 1 0 0,0 1-1 0 0,1-1 1 0 0,0 1 0 0 0,0-1-1 0 0,0 0 1 0 0,0 0 0 0 0,0 1-1 0 0,1-2 1 0 0,0 1 0 0 0,-1 0-1 0 0,1 0 1 0 0,0-1 0 0 0,0 0-1 0 0,0 0 1 0 0,1 1 0 0 0,3 0-1 0 0,-5-2-1 0 0,0-1 0 0 0,0 1 1 0 0,1-1-1 0 0,-1 0 0 0 0,0 1 0 0 0,1-1 0 0 0,-1 0 0 0 0,1-1 0 0 0,-1 1 0 0 0,0 0 0 0 0,0-1 0 0 0,1 1 0 0 0,-1-1 0 0 0,0 0 0 0 0,0 0 0 0 0,3-1 1 0 0,32-19 74 0 0,-35 19-76 0 0,16-10 30 0 0,-1-2 0 0 0,-1 0 1 0 0,0-1-1 0 0,-1 0 0 0 0,0-2 0 0 0,-2 0 1 0 0,13-18-1 0 0,3-13 151 0 0,33-69 0 0 0,-31 30 280 0 0,-30 85-333 0 0,-21 44 48 0 0,9-9-83 0 0,-10 50 1 0 0,18-70-63 0 0,1 0-1 0 0,0 0 1 0 0,2 0 0 0 0,-1 0 0 0 0,1 0 0 0 0,1 0 0 0 0,4 20 0 0 0,-5-32-30 0 0,0 0 0 0 0,1 0 0 0 0,-1-1 0 0 0,1 1 0 0 0,-1 0 0 0 0,1 0-1 0 0,-1-1 1 0 0,1 1 0 0 0,0-1 0 0 0,-1 1 0 0 0,1 0 0 0 0,0-1 0 0 0,-1 1 0 0 0,1-1 0 0 0,0 1-1 0 0,0-1 1 0 0,-1 0 0 0 0,1 1 0 0 0,0-1 0 0 0,0 0 0 0 0,0 1 0 0 0,0-1 0 0 0,0 0 0 0 0,-1 0-1 0 0,1 0 1 0 0,0 0 0 0 0,0 0 0 0 0,0 0 0 0 0,0 0 0 0 0,0 0 0 0 0,0 0 0 0 0,-1-1-1 0 0,1 1 1 0 0,0 0 0 0 0,0 0 0 0 0,0-1 0 0 0,1 0 0 0 0,30-13 77 0 0,143-106 259 0 0,-159 108-299 0 0,62-58 277 0 0,-76 68-288 0 0,-1 2-24 0 0,-1 0-1 0 0,0 0 1 0 0,1 0 0 0 0,-1 0-1 0 0,0 1 1 0 0,1-1 0 0 0,-1 0-1 0 0,0 0 1 0 0,1 0 0 0 0,-1 0-1 0 0,0 0 1 0 0,0 0-1 0 0,1 0 1 0 0,-1 1 0 0 0,0-1-1 0 0,1 0 1 0 0,-1 0 0 0 0,0 0-1 0 0,0 1 1 0 0,1-1-1 0 0,-1 0 1 0 0,0 0 0 0 0,0 1-1 0 0,0-1 1 0 0,1 0 0 0 0,-1 1-1 0 0,0-1 1 0 0,0 0-1 0 0,0 1 1 0 0,0-1 0 0 0,0 0-1 0 0,0 0 1 0 0,1 1 0 0 0,-1-1-1 0 0,0 0 1 0 0,0 1-1 0 0,0-1 1 0 0,0 1 0 0 0,0-1-1 0 0,0 0 1 0 0,0 1 0 0 0,-1-1-1 0 0,-7 24 144 0 0,-21 21-6 0 0,20-34-85 0 0,0 0 0 0 0,0 1-1 0 0,1 0 1 0 0,1 1 0 0 0,0 0 0 0 0,1 0 0 0 0,0 0-1 0 0,1 1 1 0 0,1-1 0 0 0,-6 29 0 0 0,10-36-20 0 0,1 0 1 0 0,0 0 0 0 0,0 0-1 0 0,0 0 1 0 0,1 0 0 0 0,0 0-1 0 0,5 9 1 0 0,-6-12-5 0 0,11 0 128 0 0,-11-3-158 0 0,-1 1 1 0 0,1-1-1 0 0,0 0 0 0 0,0 1 0 0 0,0-1 0 0 0,0 0 1 0 0,0 0-1 0 0,0 0 0 0 0,0 0 0 0 0,0 0 0 0 0,0 0 1 0 0,0 0-1 0 0,0 0 0 0 0,0 0 0 0 0,0 0 0 0 0,0 0 1 0 0,2-1-1 0 0,6-4 37 0 0,0-1-1 0 0,0 1 1 0 0,-1-2 0 0 0,1 1 0 0 0,-1-1-1 0 0,-1 0 1 0 0,0-1 0 0 0,0 0 0 0 0,0 0-1 0 0,-1 0 1 0 0,7-12 0 0 0,-1 2 54 0 0,-8 10-65 0 0,0-1 0 0 0,0 1 0 0 0,-1-1 0 0 0,0 0 0 0 0,-1 0 0 0 0,0-1 0 0 0,0 1 0 0 0,-1 0 0 0 0,0-1 0 0 0,-1-16 0 0 0,1-1 4 0 0,19-218 215 0 0,-18 160-82 0 0,-2 83-35 0 0,0 31-61 0 0,2-4-36 0 0,2 0-1 0 0,0 0 0 0 0,1 0 1 0 0,2 0-1 0 0,1-1 0 0 0,15 34 1 0 0,-21-53-32 0 0,2 3 11 0 0,0-1 0 0 0,1 1 0 0 0,0-1 0 0 0,8 10 0 0 0,-12-16-12 0 0,0 0-1 0 0,0 1 1 0 0,0-1 0 0 0,0 0-1 0 0,0 0 1 0 0,1 0-1 0 0,-1 0 1 0 0,0-1-1 0 0,1 1 1 0 0,-1 0 0 0 0,0 0-1 0 0,1-1 1 0 0,-1 1-1 0 0,1-1 1 0 0,-1 1-1 0 0,1-1 1 0 0,-1 0-1 0 0,1 1 1 0 0,-1-1 0 0 0,1 0-1 0 0,0 0 1 0 0,-1 0-1 0 0,1 0 1 0 0,-1-1-1 0 0,1 1 1 0 0,-1 0 0 0 0,1-1-1 0 0,-1 1 1 0 0,1-1-1 0 0,-1 1 1 0 0,1-1-1 0 0,-1 1 1 0 0,2-2-1 0 0,1-2 13 0 0,0 0-1 0 0,1 0 1 0 0,-2 0-1 0 0,1 0 0 0 0,0-1 1 0 0,-1 0-1 0 0,0 1 1 0 0,0-1-1 0 0,0 0 0 0 0,-1-1 1 0 0,0 1-1 0 0,0 0 1 0 0,0-1-1 0 0,-1 1 0 0 0,2-10 1 0 0,1 0 29 0 0,-3 14-6 0 0,-1-7 66 0 0,1 32-73 0 0,2 0 0 0 0,1-1-1 0 0,0 0 1 0 0,2 0 0 0 0,11 29-1 0 0,2 10 11 0 0,-16-22 0 0 0,-3-31-37 0 0,0 4 3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48.8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16783 0 0,'0'0'472'0'0,"25"21"480"0"0,-16-15-328 0 0,4 1-336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49.6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1 646 13264 0 0,'20'-16'566'0'0,"4"-9"297"0"0,-17 15-680 0 0,-1 1 0 0 0,0-1 1 0 0,0-1-1 0 0,-1 1 0 0 0,6-21 1 0 0,-1 5-3 0 0,-2-1 1 0 0,-1 0 0 0 0,-1-1-1 0 0,-1 1 1 0 0,2-35-1 0 0,0-46 136 0 0,-6 76-263 0 0,1-1-1 0 0,2 1 0 0 0,1 0 0 0 0,15-47 0 0 0,-20 75-48 0 0,-2-2-1 0 0,3 14 0 0 0,0 0 1 0 0,-1 1-1 0 0,0-1 0 0 0,0 0 1 0 0,-1 1-1 0 0,0-1 0 0 0,-4 16 1 0 0,-2 12-1 0 0,-10 149 36 0 0,17-158-8 0 0,1 1-1 0 0,1-1 0 0 0,1 0 0 0 0,1 0 1 0 0,9 28-1 0 0,-13-53-24 0 0,1-1-1 0 0,-1 1 1 0 0,1-1 0 0 0,-1 1 0 0 0,1-1-1 0 0,0 1 1 0 0,-1-1 0 0 0,1 0 0 0 0,0 1 0 0 0,0-1-1 0 0,0 0 1 0 0,0 1 0 0 0,0-1 0 0 0,0 0-1 0 0,0 0 1 0 0,1 0 0 0 0,-1 0 0 0 0,0 0 0 0 0,0 0-1 0 0,1-1 1 0 0,-1 1 0 0 0,1 0 0 0 0,-1-1-1 0 0,1 1 1 0 0,-1-1 0 0 0,3 1 0 0 0,-1-1 9 0 0,1 0 0 0 0,-1 0 0 0 0,1 0 0 0 0,-1-1 0 0 0,1 0 0 0 0,-1 1 0 0 0,0-1 0 0 0,0 0 0 0 0,1-1 0 0 0,-1 1 0 0 0,5-4 1 0 0,4-2 57 0 0,0-1 0 0 0,-1-1 0 0 0,0 0 1 0 0,0 0-1 0 0,10-14 0 0 0,61-76 627 0 0,-81 98-675 0 0,-1 0-1 0 0,1 0 0 0 0,-1 0 0 0 0,1 0 1 0 0,-1 0-1 0 0,1 0 0 0 0,-1 0 0 0 0,0 0 0 0 0,1 0 1 0 0,-1 0-1 0 0,0 0 0 0 0,0 0 0 0 0,0 0 1 0 0,0 0-1 0 0,0 0 0 0 0,0 0 0 0 0,0 0 0 0 0,0 0 1 0 0,-1-1-1 0 0,1 1-17 0 0,0 1 0 0 0,0 0 0 0 0,0 0 0 0 0,0-1 0 0 0,0 1 0 0 0,-1 0 0 0 0,1 0 0 0 0,0 0 0 0 0,0 0 0 0 0,0-1 0 0 0,-1 1 0 0 0,1 0 0 0 0,0 0 0 0 0,0 0 0 0 0,0 0 0 0 0,-1 0 0 0 0,1 0 0 0 0,0 0 0 0 0,0 0 0 0 0,-1-1 0 0 0,1 1 0 0 0,0 0 0 0 0,0 0 0 0 0,-1 0 0 0 0,1 0 0 0 0,0 0 0 0 0,0 0 0 0 0,-1 0 0 0 0,1 0 0 0 0,0 0 0 0 0,0 1 0 0 0,-1-1 0 0 0,1 0 0 0 0,0 0 0 0 0,0 0 0 0 0,-1 0 0 0 0,1 0 0 0 0,0 0 0 0 0,0 0 0 0 0,0 1 0 0 0,-1-1 0 0 0,1 0 0 0 0,0 0 0 0 0,0 0 0 0 0,0 0 0 0 0,0 1 0 0 0,-1-1 0 0 0,1 0 0 0 0,0 0-1 0 0,0 1 1 0 0,0-1 0 0 0,0 0 0 0 0,0 0 0 0 0,0 0 0 0 0,0 1 0 0 0,0-1 0 0 0,0 0 0 0 0,0 0 0 0 0,-1 1 0 0 0,1-1 0 0 0,0 0 0 0 0,0 0 0 0 0,1 1 0 0 0,-1-1 0 0 0,-14 28 97 0 0,2 0 0 0 0,1 1-1 0 0,1 0 1 0 0,-10 54 0 0 0,17-66-70 0 0,1 0 0 0 0,1 0 1 0 0,0 1-1 0 0,1-1 0 0 0,1 0 1 0 0,1 0-1 0 0,0 0 0 0 0,1 0 1 0 0,1 0-1 0 0,7 18 0 0 0,-11-33-28 0 0,1 1 1 0 0,0-1-1 0 0,0 1 0 0 0,0-1 0 0 0,0 1 0 0 0,0-1 0 0 0,1 0 0 0 0,-1 0 0 0 0,1 1 0 0 0,-1-1 0 0 0,1 0 1 0 0,0 0-1 0 0,0-1 0 0 0,0 1 0 0 0,0 0 0 0 0,0-1 0 0 0,0 1 0 0 0,0-1 0 0 0,1 0 0 0 0,-1 1 0 0 0,1-1 1 0 0,-1 0-1 0 0,0-1 0 0 0,1 1 0 0 0,0 0 0 0 0,-1-1 0 0 0,1 1 0 0 0,-1-1 0 0 0,1 0 0 0 0,0 0 1 0 0,3 0-1 0 0,-1-1 0 0 0,0-1 1 0 0,0 0 0 0 0,0 0 0 0 0,-1 0-1 0 0,1 0 1 0 0,0 0 0 0 0,-1-1-1 0 0,0 0 1 0 0,0 0 0 0 0,0 0 0 0 0,0-1-1 0 0,0 1 1 0 0,-1-1 0 0 0,1 0 0 0 0,-1 0-1 0 0,4-7 1 0 0,11-19 26 0 0,-1-1-1 0 0,-2-1 1 0 0,19-55 0 0 0,22-104 71 0 0,-52 177-89 0 0,0-1 0 0 0,-2 1 0 0 0,0-1 0 0 0,0 0 0 0 0,-1 0 0 0 0,-1 0 0 0 0,-1 0 0 0 0,-2-17 0 0 0,3 30-13 0 0,0 0 1 0 0,-1 1-1 0 0,1-1 1 0 0,0 0-1 0 0,-1 1 1 0 0,1-1-1 0 0,-1 0 1 0 0,0 1-1 0 0,0-1 1 0 0,1 1-1 0 0,-1-1 1 0 0,0 1-1 0 0,0-1 1 0 0,-1 1-1 0 0,1 0 1 0 0,0 0-1 0 0,0-1 1 0 0,0 1-1 0 0,-1 0 1 0 0,1 0-1 0 0,-1 0 1 0 0,1 0-1 0 0,-1 1 1 0 0,1-1-1 0 0,-3-1 1 0 0,3 3-1 0 0,0-1 0 0 0,0 0 0 0 0,0 0 0 0 0,0 1 0 0 0,0-1 1 0 0,0 0-1 0 0,0 1 0 0 0,0-1 0 0 0,0 1 0 0 0,1-1 0 0 0,-1 1 1 0 0,0 0-1 0 0,0-1 0 0 0,0 1 0 0 0,1 0 0 0 0,-1 0 0 0 0,0-1 1 0 0,1 1-1 0 0,-1 0 0 0 0,1 0 0 0 0,-1 0 0 0 0,1 0 0 0 0,-1 1 1 0 0,-11 25 23 0 0,10-23-21 0 0,-10 29 32 0 0,1 1 0 0 0,2 0 0 0 0,-8 58 0 0 0,-2 107 190 0 0,18-158 81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49.9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37 15880 0 0,'0'0'0'0'0,"31"12"0"0"0,-4-3 344 0 0,-2-2 7 0 0,-6-1 1 0 0,2 3 8 0 0,1-7-232 0 0,24-2 128 0 0,-17-2-120 0 0,3-4 312 0 0,-4-1 8 0 0,0-2-8 0 0,1-4 16 0 0,2-2-336 0 0,23-15 152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51.7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1 443 12664 0 0,'0'0'2829'0'0,"9"-11"-2637"0"0,195-244 245 0 0,-180 226-389 0 0,-18 20-27 0 0,1 0 0 0 0,0 0-1 0 0,0 1 1 0 0,1 0 0 0 0,1 0-1 0 0,-1 1 1 0 0,19-13 0 0 0,-25 19-21 0 0,-1 0 0 0 0,0 1 1 0 0,0-1-1 0 0,1 0 1 0 0,-1 1-1 0 0,1 0 0 0 0,-1-1 1 0 0,0 1-1 0 0,1-1 1 0 0,-1 1-1 0 0,1 0 0 0 0,-1 0 1 0 0,1 0-1 0 0,-1 0 1 0 0,1 0-1 0 0,-1 0 0 0 0,0 1 1 0 0,1-1-1 0 0,-1 0 1 0 0,1 1-1 0 0,-1-1 0 0 0,0 1 1 0 0,1-1-1 0 0,-1 1 1 0 0,0 0-1 0 0,1-1 0 0 0,-1 1 1 0 0,0 0-1 0 0,1 1 1 0 0,1 1 0 0 0,0 1 0 0 0,-1-1 1 0 0,0 0-1 0 0,0 1 1 0 0,0 0-1 0 0,0-1 0 0 0,1 7 1 0 0,0-3-2 0 0,6 17-4 0 0,12 45 0 0 0,-15-43 0 0 0,17 42 1 0 0,-11-39 1 0 0,-4-10 0 0 0,0 0 0 0 0,18 28 0 0 0,-24-44 2 0 0,1 0 0 0 0,-1 0 0 0 0,1 0 1 0 0,0 0-1 0 0,0-1 0 0 0,0 1 0 0 0,0-1 1 0 0,0 0-1 0 0,1 0 0 0 0,-1 0 0 0 0,1 0 1 0 0,-1-1-1 0 0,1 1 0 0 0,-1-1 0 0 0,1 0 1 0 0,0 0-1 0 0,0 0 0 0 0,0-1 1 0 0,0 1-1 0 0,-1-1 0 0 0,1 0 0 0 0,0 0 1 0 0,0 0-1 0 0,0-1 0 0 0,0 0 0 0 0,0 1 1 0 0,-1-1-1 0 0,8-3 0 0 0,-2 1 1 0 0,0 0 0 0 0,0-1 0 0 0,0 0 0 0 0,0-1 0 0 0,0 0 0 0 0,-1 0 0 0 0,0-1 0 0 0,0 0 0 0 0,12-13 0 0 0,-4 2 15 0 0,-11 12 0 0 0,0 0-1 0 0,0-1 1 0 0,0 1 0 0 0,-1-1 0 0 0,0 0 0 0 0,-1 0 0 0 0,5-8 0 0 0,59-122 247 0 0,-63 126-211 0 0,-1 0 0 0 0,1 0 0 0 0,-2-1 0 0 0,1 1 0 0 0,-2-1 0 0 0,1 0 0 0 0,-2 1 0 0 0,1-1 0 0 0,-1 0 0 0 0,-1 0 0 0 0,-2-14 0 0 0,1 23-24 0 0,1-1 0 0 0,-1 1 0 0 0,0 0 0 0 0,0-1 0 0 0,-1 1-1 0 0,1 0 1 0 0,0 0 0 0 0,-1 0 0 0 0,1 1 0 0 0,-1-1-1 0 0,0 1 1 0 0,1-1 0 0 0,-1 1 0 0 0,0 0 0 0 0,0 0-1 0 0,0 0 1 0 0,0 0 0 0 0,0 1 0 0 0,0-1 0 0 0,-5 0-1 0 0,5 2-10 0 0,0-1 0 0 0,0 0-1 0 0,0 1 1 0 0,0-1-1 0 0,0 1 1 0 0,0 0-1 0 0,0 0 1 0 0,1 0-1 0 0,-1 0 1 0 0,0 0-1 0 0,1 1 1 0 0,-1-1-1 0 0,0 1 1 0 0,1 0 0 0 0,0 0-1 0 0,-1 0 1 0 0,1 0-1 0 0,0 0 1 0 0,0 0-1 0 0,0 1 1 0 0,0-1-1 0 0,1 1 1 0 0,-3 4-1 0 0,-3 6 38 0 0,0 0-1 0 0,1 0 1 0 0,-6 21-1 0 0,2-1 69 0 0,-10 50-1 0 0,18-70-58 0 0,0 0 1 0 0,1 0-1 0 0,1 0 0 0 0,0 0 0 0 0,1 0 0 0 0,0 0 0 0 0,4 13 0 0 0,-5-23-38 0 0,1-1 0 0 0,-1 1-1 0 0,1 0 1 0 0,0-1 0 0 0,0 1-1 0 0,0-1 1 0 0,0 1 0 0 0,1-1-1 0 0,-1 0 1 0 0,1 1 0 0 0,-1-1 0 0 0,1 0-1 0 0,0 0 1 0 0,3 3 0 0 0,-3-4-7 0 0,-1-1 0 0 0,0 1 0 0 0,1-1 0 0 0,-1 1 0 0 0,1-1 0 0 0,-1 0 0 0 0,1 0 0 0 0,-1 1 0 0 0,1-1 0 0 0,0 0 0 0 0,-1 0 1 0 0,1-1-1 0 0,-1 1 0 0 0,1 0 0 0 0,-1 0 0 0 0,1-1 0 0 0,-1 1 0 0 0,0-1 0 0 0,1 1 0 0 0,-1-1 0 0 0,1 0 0 0 0,-1 0 0 0 0,0 1 0 0 0,0-1 0 0 0,1 0 1 0 0,-1 0-1 0 0,0 0 0 0 0,1-2 0 0 0,19-15 153 0 0,-2-2 0 0 0,27-33 0 0 0,-30 32-48 0 0,2 2 1 0 0,0-1 0 0 0,23-18 0 0 0,3 12 196 0 0,-42 25-300 0 0,0 0 1 0 0,0 0 0 0 0,0 0-1 0 0,0 1 1 0 0,1-1 0 0 0,-1 1-1 0 0,0-1 1 0 0,0 1 0 0 0,1 0-1 0 0,-1 0 1 0 0,0 0 0 0 0,1 0-1 0 0,-1 0 1 0 0,0 0 0 0 0,0 1-1 0 0,1-1 1 0 0,3 2 0 0 0,-5-1-10 0 0,0-1 0 0 0,0 1 0 0 0,-1 0 0 0 0,1-1 0 0 0,0 1-1 0 0,0 0 1 0 0,0 0 0 0 0,-1 0 0 0 0,1-1 0 0 0,0 1 0 0 0,-1 0 0 0 0,1 0 0 0 0,0 0 0 0 0,-1 0 0 0 0,0 0 0 0 0,1 1 0 0 0,-1-1 0 0 0,0 0 0 0 0,1 0 0 0 0,-1 0 0 0 0,0 0 0 0 0,0 2 0 0 0,-3 30 109 0 0,1-16-82 0 0,-3 19 77 0 0,-2 0-1 0 0,-1-1 0 0 0,-2 0 0 0 0,-2 0 0 0 0,-22 46 1 0 0,24-60 64 0 0,10-21-173 0 0,0 0-1 0 0,0 0 1 0 0,0 0-1 0 0,0 0 1 0 0,0 0-1 0 0,0 0 1 0 0,0 0-1 0 0,-1-1 0 0 0,1 1 1 0 0,0 0-1 0 0,0 0 1 0 0,0 0-1 0 0,0 0 1 0 0,0 0-1 0 0,0 0 1 0 0,0 0-1 0 0,0 0 0 0 0,0 0 1 0 0,0 0-1 0 0,0 0 1 0 0,0 0-1 0 0,0 0 1 0 0,0-1-1 0 0,0 1 1 0 0,0 0-1 0 0,0 0 0 0 0,0 0 1 0 0,-1 0-1 0 0,1 0 1 0 0,0 0-1 0 0,0 0 1 0 0,0 0-1 0 0,0 0 1 0 0,0 0-1 0 0,0 0 0 0 0,0 0 1 0 0,0 0-1 0 0,0 0 1 0 0,0 0-1 0 0,0 0 1 0 0,-1 0-1 0 0,1 0 1 0 0,0 0-1 0 0,0 0 0 0 0,0 0 1 0 0,0 0-1 0 0,0 0 1 0 0,0 0-1 0 0,0 0 1 0 0,0 0-1 0 0,0 0 0 0 0,0 1 1 0 0,9-42 216 0 0,2 10-179 0 0,0 0 0 0 0,2 1 1 0 0,1 1-1 0 0,2 0 0 0 0,19-28 0 0 0,-29 51-32 0 0,-1 1 0 0 0,0-1 1 0 0,1 1-1 0 0,0 0 0 0 0,0 0 0 0 0,8-3 1 0 0,-13 7-10 0 0,-1 0 0 0 0,1 1 0 0 0,0-1 0 0 0,0 1 0 0 0,-1-1 0 0 0,1 1 0 0 0,0 0 0 0 0,0-1 0 0 0,0 1 0 0 0,-1 0 0 0 0,1 0 0 0 0,0-1 0 0 0,0 1 0 0 0,0 0 0 0 0,0 0 0 0 0,0 0 0 0 0,0 0 0 0 0,-1 0 0 0 0,1 0 0 0 0,0 0 0 0 0,0 1 0 0 0,0-1 0 0 0,0 0 0 0 0,0 0 0 0 0,-1 1 0 0 0,1-1 0 0 0,0 0 0 0 0,0 1 0 0 0,0-1 0 0 0,-1 1 0 0 0,1-1 0 0 0,0 1 0 0 0,-1-1 1 0 0,1 1-1 0 0,0 0 0 0 0,-1-1 0 0 0,1 1 0 0 0,-1 0 0 0 0,1-1 0 0 0,-1 1 0 0 0,1 0 0 0 0,-1 0 0 0 0,1-1 0 0 0,-1 1 0 0 0,0 0 0 0 0,0 0 0 0 0,1 1 0 0 0,1 5 5 0 0,-1-1 1 0 0,0 0-1 0 0,0 0 1 0 0,0 12-1 0 0,-1-15-3 0 0,5 49 59 0 0,-5-50-12 0 0,3-29 7 0 0,-2 23-51 0 0,13-51 56 0 0,-13 52-58 0 0,0 1-1 0 0,0-1 1 0 0,0 1 0 0 0,0-1-1 0 0,0 1 1 0 0,1-1 0 0 0,-1 1 0 0 0,1 0-1 0 0,0 0 1 0 0,-1-1 0 0 0,1 1 0 0 0,0 1-1 0 0,0-1 1 0 0,0 0 0 0 0,1 0-1 0 0,-1 1 1 0 0,5-3 0 0 0,-5 4 0 0 0,0 0 0 0 0,0-1 0 0 0,0 1 1 0 0,0 0-1 0 0,0 1 0 0 0,0-1 0 0 0,0 0 0 0 0,0 0 0 0 0,-1 1 0 0 0,1 0 1 0 0,0-1-1 0 0,0 1 0 0 0,2 1 0 0 0,18 4 31 0 0,-18-6-31 0 0,0-1-1 0 0,-1 1 1 0 0,1-1-1 0 0,0 1 1 0 0,0-1-1 0 0,-1 0 1 0 0,1 0 0 0 0,-1-1-1 0 0,1 1 1 0 0,-1-1-1 0 0,1 0 1 0 0,-1 0 0 0 0,0 0-1 0 0,0 0 1 0 0,0-1-1 0 0,3-2 1 0 0,3-5 6 0 0,0 0 0 0 0,-1 0 0 0 0,9-17 0 0 0,18-22 24 0 0,-27 39-20 0 0,0-1-1 0 0,0-1 0 0 0,-2 1 1 0 0,9-18-1 0 0,-14 28 18 0 0,-5 4-21 0 0,-1 4-6 0 0,0 0-1 0 0,0 0 1 0 0,0 0 0 0 0,1 1 0 0 0,1-1-1 0 0,-6 14 1 0 0,-15 59 7 0 0,12-41-4 0 0,-2 7 11 0 0,2 0-1 0 0,2 0 0 0 0,-7 96 1 0 0,17-138-15 0 0,0 0 0 0 0,0 0 0 0 0,1-1 0 0 0,0 1 1 0 0,-1 0-1 0 0,1 0 0 0 0,1-1 0 0 0,-1 1 0 0 0,0-1 1 0 0,1 1-1 0 0,2 3 0 0 0,-3-6-2 0 0,-1 0-1 0 0,1 0 1 0 0,0 0-1 0 0,-1 0 1 0 0,1 0 0 0 0,0-1-1 0 0,0 1 1 0 0,0 0-1 0 0,0-1 1 0 0,0 1-1 0 0,0 0 1 0 0,0-1 0 0 0,0 1-1 0 0,0-1 1 0 0,0 1-1 0 0,0-1 1 0 0,0 0 0 0 0,0 0-1 0 0,0 1 1 0 0,0-1-1 0 0,0 0 1 0 0,0 0-1 0 0,0 0 1 0 0,0 0 0 0 0,1 0-1 0 0,-1 0 1 0 0,0 0-1 0 0,0 0 1 0 0,0-1-1 0 0,0 1 1 0 0,0 0 0 0 0,0-1-1 0 0,0 1 1 0 0,0-1-1 0 0,0 1 1 0 0,0-1 0 0 0,0 1-1 0 0,0-1 1 0 0,0 0-1 0 0,0 0 1 0 0,-1 1-1 0 0,1-1 1 0 0,1-1 0 0 0,10-10 7 0 0,-1 0 1 0 0,-1 0 0 0 0,0-1 0 0 0,0 0-1 0 0,-1-1 1 0 0,-1 0 0 0 0,0-1 0 0 0,-1 0 0 0 0,5-15-1 0 0,0-4 15 0 0,-2-1-1 0 0,-1 0 1 0 0,4-39 0 0 0,-12 65-17 0 0,-1 1 1 0 0,0-1-1 0 0,-1 1 1 0 0,1-1-1 0 0,-2 1 1 0 0,1 0-1 0 0,-4-12 1 0 0,0 0 12 0 0,5 19-20 0 0,0 1 1 0 0,-1-1 0 0 0,1 1-1 0 0,0 0 1 0 0,0-1 0 0 0,-1 1 0 0 0,1 0-1 0 0,0-1 1 0 0,0 1 0 0 0,-1 0-1 0 0,1-1 1 0 0,0 1 0 0 0,-1 0 0 0 0,1 0-1 0 0,-1 0 1 0 0,1-1 0 0 0,0 1 0 0 0,-1 0-1 0 0,1 0 1 0 0,-1 0 0 0 0,1 0-1 0 0,0 0 1 0 0,-1-1 0 0 0,1 1 0 0 0,-1 0-1 0 0,1 0 1 0 0,0 0 0 0 0,-1 0-1 0 0,1 0 1 0 0,-1 0 0 0 0,1 1 0 0 0,-1-1-1 0 0,1 0 1 0 0,0 0 0 0 0,-1 0-1 0 0,1 0 1 0 0,-1 1 0 0 0,-15 7 12 0 0,9-1-8 0 0,1 1-1 0 0,1-1 1 0 0,0 1 0 0 0,0 1 0 0 0,0-1 0 0 0,-4 14 0 0 0,-21 61 14 0 0,19-50-11 0 0,6-18-6 0 0,1 1 0 0 0,0-1 0 0 0,1 1 0 0 0,-2 28 1 0 0,5-43-3 0 0,0 0 1 0 0,0 0 0 0 0,0 0 0 0 0,0 0-1 0 0,0 0 1 0 0,0 0 0 0 0,0 0 0 0 0,1 0 0 0 0,-1 0-1 0 0,0 0 1 0 0,1 0 0 0 0,-1 0 0 0 0,0-1 0 0 0,1 1-1 0 0,1 2 1 0 0,-2-3-1 0 0,0 0 1 0 0,0 0-1 0 0,1 1 0 0 0,-1-1 0 0 0,0 0 0 0 0,1 0 1 0 0,-1 0-1 0 0,1 0 0 0 0,-1 0 0 0 0,0 0 1 0 0,1 0-1 0 0,-1 0 0 0 0,0 0 0 0 0,1 0 0 0 0,-1 0 1 0 0,0 0-1 0 0,1 0 0 0 0,-1 0 0 0 0,0 0 0 0 0,1 0 1 0 0,-1-1-1 0 0,0 1 0 0 0,1 0 0 0 0,-1 0 1 0 0,0 0-1 0 0,1 0 0 0 0,-1-1 0 0 0,22-22 6 0 0,-13 11-1 0 0,84-106 61 0 0,-81 105-53 0 0,0 1 1 0 0,0 1 0 0 0,2 0-1 0 0,-1 1 1 0 0,1 1-1 0 0,1 0 1 0 0,16-8 0 0 0,-29 16-12 0 0,0 0 1 0 0,0 0 0 0 0,0 0 0 0 0,1 1-1 0 0,-1-1 1 0 0,0 1 0 0 0,0-1 0 0 0,0 1-1 0 0,1 0 1 0 0,-1 0 0 0 0,0 0 0 0 0,1 0-1 0 0,-1 0 1 0 0,0 1 0 0 0,0-1 0 0 0,0 1-1 0 0,1-1 1 0 0,-1 1 0 0 0,0 0 0 0 0,0 0-1 0 0,0 0 1 0 0,0 0 0 0 0,0 0 0 0 0,0 0-1 0 0,0 1 1 0 0,-1-1 0 0 0,1 0 0 0 0,0 1-1 0 0,2 3 1 0 0,3 4 15 0 0,0 1 0 0 0,-1 0 0 0 0,0 0 0 0 0,8 20 1 0 0,8 12 42 0 0,-17-33-24 0 0,-4-8-34 0 0,-1 0 0 0 0,0 0 1 0 0,1-1-1 0 0,-1 1 0 0 0,1 0 0 0 0,-1 0 1 0 0,1-1-1 0 0,-1 1 0 0 0,1 0 0 0 0,-1-1 0 0 0,1 1 1 0 0,0-1-1 0 0,-1 1 0 0 0,1-1 0 0 0,0 1 0 0 0,0-1 1 0 0,-1 1-1 0 0,1-1 0 0 0,0 0 0 0 0,0 1 0 0 0,0-1 1 0 0,-1 0-1 0 0,1 0 0 0 0,0 0 0 0 0,0 1 0 0 0,0-1 1 0 0,1 0-1 0 0,0-2 4 0 0,-1 0 0 0 0,1 0 0 0 0,-1 0 0 0 0,0 0 0 0 0,0 0 0 0 0,0 0 0 0 0,0 0 0 0 0,0 0 0 0 0,-1 0 0 0 0,2-3 0 0 0,3-9 39 0 0,-5 13-43 0 0,0 0 1 0 0,1 0 0 0 0,-1 0 0 0 0,0 1 0 0 0,1-1 0 0 0,-1 0 0 0 0,1 0 0 0 0,-1 0 0 0 0,1 1-1 0 0,0-1 1 0 0,-1 0 0 0 0,1 1 0 0 0,0-1 0 0 0,-1 0 0 0 0,1 1 0 0 0,0-1 0 0 0,0 1 0 0 0,0-1 0 0 0,0 1-1 0 0,-1 0 1 0 0,1-1 0 0 0,0 1 0 0 0,0 0 0 0 0,0 0 0 0 0,0-1 0 0 0,0 1 0 0 0,0 0 0 0 0,0 0 0 0 0,0 0-1 0 0,0 0 1 0 0,0 0 0 0 0,-1 0 0 0 0,1 0 0 0 0,0 1 0 0 0,0-1 0 0 0,0 0 0 0 0,1 1 0 0 0,2 1 7 0 0,1 1 1 0 0,-1 1 0 0 0,0-1-1 0 0,0 1 1 0 0,-1-1 0 0 0,5 6-1 0 0,-6-6-5 0 0,0 0 0 0 0,1 0 0 0 0,-1 0 0 0 0,1 0 0 0 0,0-1 0 0 0,0 1 0 0 0,0-1-1 0 0,0 0 1 0 0,0 0 0 0 0,0 0 0 0 0,1 0 0 0 0,-1 0 0 0 0,1-1 0 0 0,-1 1 0 0 0,5 0 0 0 0,-2-3 0 0 0,-1 0 0 0 0,1 0 0 0 0,-1 0 0 0 0,0 0 0 0 0,1-1 0 0 0,-1 0 0 0 0,0-1 0 0 0,0 1 0 0 0,0-1 0 0 0,0 0 0 0 0,0 0 0 0 0,-1 0 0 0 0,0 0 0 0 0,1-1 0 0 0,-1 0 0 0 0,6-7 0 0 0,7-9 12 0 0,-1-1 0 0 0,16-28-1 0 0,-24 36-3 0 0,35-63 35 0 0,-39 68-39 0 0,-1-1 0 0 0,1 1-1 0 0,-2-1 1 0 0,1 0 0 0 0,-1 1-1 0 0,-1-1 1 0 0,2-15 0 0 0,-3 23-9 0 0,0 1 0 0 0,0-1 0 0 0,0 0 0 0 0,0 0 0 0 0,0 0 1 0 0,0 0-1 0 0,0 0 0 0 0,-1 0 0 0 0,1 0 0 0 0,0 0 0 0 0,0 0 1 0 0,-1 1-1 0 0,1-1 0 0 0,-1 0 0 0 0,1 0 0 0 0,-1 0 1 0 0,1 0-1 0 0,-1 1 0 0 0,0-2 0 0 0,0 2 0 0 0,1-1 0 0 0,-1 1 0 0 0,1 0 0 0 0,-1 0 0 0 0,1 0 0 0 0,-1 0 0 0 0,0 0 0 0 0,1 0 0 0 0,-1 0 1 0 0,1 0-1 0 0,-1 0 0 0 0,1 0 0 0 0,-1 0 0 0 0,1 0 0 0 0,-1 0 0 0 0,1 0 0 0 0,-1 1 0 0 0,1-1 0 0 0,-1 0 0 0 0,1 0 0 0 0,-1 0 0 0 0,1 1 0 0 0,-1-1 0 0 0,0 1 0 0 0,-1 0 2 0 0,0 1 0 0 0,0 0 0 0 0,0 0 0 0 0,0 0-1 0 0,1 0 1 0 0,-1 0 0 0 0,0 0 0 0 0,1 0 0 0 0,-1 0 0 0 0,1 1-1 0 0,0-1 1 0 0,0 0 0 0 0,-1 3 0 0 0,-4 19 12 0 0,1 0 0 0 0,1 0 1 0 0,1 0-1 0 0,1 1 0 0 0,1-1 0 0 0,1 0 1 0 0,2 1-1 0 0,0-1 0 0 0,1 0 1 0 0,10 35-1 0 0,-12-57-6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55.1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1 548 13360 0 0,'7'0'12'0'0,"24"-1"222"0"0,13-4 441 0 0,-40 4-625 0 0,0 0 0 0 0,0 0 1 0 0,0-1-1 0 0,0 1 0 0 0,-1-1 0 0 0,1 0 1 0 0,0 0-1 0 0,-1 0 0 0 0,0 0 1 0 0,0-1-1 0 0,1 1 0 0 0,-1-1 0 0 0,-1 0 1 0 0,1 0-1 0 0,0 0 0 0 0,2-5 1 0 0,24-35 753 0 0,-17 27-554 0 0,-1-2 0 0 0,0 0 0 0 0,-1 0 0 0 0,-1-1 1 0 0,8-22-1 0 0,-2 4-109 0 0,-12 32-135 0 0,-1 1 0 0 0,0-1-1 0 0,0-1 1 0 0,0 1-1 0 0,-1 0 1 0 0,1 0-1 0 0,-1 0 1 0 0,-1-1 0 0 0,1-5-1 0 0,3-18 12 0 0,-3 22-11 0 0,0 0 0 0 0,0 0 0 0 0,-1 0 0 0 0,0 0 0 0 0,0 0 0 0 0,-2-11 0 0 0,-3-17-5 0 0,5 31-9 0 0,0-1 0 0 0,-1 1 0 0 0,0 0 0 0 0,0 0 0 0 0,0 0 0 0 0,0-1 0 0 0,0 1 0 0 0,-1 1 0 0 0,-3-7 0 0 0,5 10 8 0 0,-3-7-16 0 0,0 1 0 0 0,-1 0 1 0 0,0-1-1 0 0,0 1 0 0 0,0 1 0 0 0,-8-9 0 0 0,10 13-6 0 0,0 0 0 0 0,0-1 0 0 0,0 1-1 0 0,0 0 1 0 0,0 0 0 0 0,0 0 0 0 0,0 0 0 0 0,0 1-1 0 0,0-1 1 0 0,0 1 0 0 0,-1-1 0 0 0,1 1 0 0 0,0 0-1 0 0,0-1 1 0 0,-1 1 0 0 0,1 1 0 0 0,0-1 0 0 0,0 0-1 0 0,-1 0 1 0 0,1 1 0 0 0,0-1 0 0 0,0 1 0 0 0,0 0 0 0 0,-1 0-1 0 0,-1 1 1 0 0,-1 0-13 0 0,1 1-1 0 0,0-1 1 0 0,0 1-1 0 0,0 0 1 0 0,1 0-1 0 0,-1 1 1 0 0,1-1-1 0 0,-1 1 1 0 0,1 0-1 0 0,0 0 1 0 0,1 0 0 0 0,-1 0-1 0 0,1 0 1 0 0,-1 0-1 0 0,-1 7 1 0 0,-4 9-97 0 0,2 0 0 0 0,-6 25 1 0 0,-2 17-103 0 0,4 0 0 0 0,-6 97 0 0 0,20-87 10 0 0,-4-70 190 0 0,4-1-13 0 0,-4 0 46 0 0,0-1 0 0 0,0 0 0 0 0,0 0 0 0 0,0 0 0 0 0,0 1 0 0 0,0-1 0 0 0,1 0 0 0 0,-1 0 0 0 0,0 0 0 0 0,0 0 0 0 0,0 0 0 0 0,1 1 0 0 0,-1-1 0 0 0,0 0 0 0 0,0 0 0 0 0,0 0 0 0 0,1 0 0 0 0,-1 0 0 0 0,0 0 0 0 0,0 0 0 0 0,1 0 0 0 0,-1 0 0 0 0,0 0 0 0 0,0 0 0 0 0,1 0 0 0 0,-1 0-1 0 0,0 0 1 0 0,0 0 0 0 0,0 0 0 0 0,1 0 0 0 0,-1 0 0 0 0,0 0 0 0 0,0 0 0 0 0,1 0 0 0 0,-1 0 0 0 0,0 0 0 0 0,0 0 0 0 0,0 0 0 0 0,1-1 0 0 0,-1 1 0 0 0,0 0 0 0 0,0 0 0 0 0,11-13-14 0 0,-2-1 1 0 0,0 0 0 0 0,-1 0-1 0 0,0 0 1 0 0,-1-1-1 0 0,6-17 1 0 0,0 2-1 0 0,34-78 6 0 0,-31 81 9 0 0,-13 23 0 0 0,-1 1 0 0 0,1-1 0 0 0,-1 0 0 0 0,0 0 0 0 0,0-1 0 0 0,2-5 0 0 0,-3 8-1 0 0,-1 1 1 0 0,0 0 1 0 0,0 0-1 0 0,0 1 0 0 0,1-1 0 0 0,-1 0 0 0 0,0 1 0 0 0,1-1 0 0 0,-1 0 0 0 0,1 1 0 0 0,-1-1 0 0 0,0 0 0 0 0,1 1 0 0 0,0-1 0 0 0,-1 1 0 0 0,1-1 0 0 0,-1 1 0 0 0,1-1 1 0 0,-1 1-1 0 0,1 0 0 0 0,0-1 0 0 0,-1 1 0 0 0,1 0 0 0 0,1-1 0 0 0,1 1 5 0 0,-1 0-5 0 0,-1 1 1 0 0,0 0-1 0 0,1-1 0 0 0,-1 1 1 0 0,0 0-1 0 0,0 0 0 0 0,1 0 0 0 0,-1 0 1 0 0,0 0-1 0 0,0 0 0 0 0,0 0 0 0 0,0 0 1 0 0,0 0-1 0 0,-1 1 0 0 0,1-1 0 0 0,0 0 1 0 0,-1 1-1 0 0,1-1 0 0 0,-1 1 0 0 0,1-1 1 0 0,-1 0-1 0 0,1 1 0 0 0,-1-1 0 0 0,0 1 1 0 0,0 1-1 0 0,2 3 3 0 0,5 21 22 0 0,8 48 1 0 0,-13-55-10 0 0,2-1 0 0 0,0 1 0 0 0,1-1-1 0 0,1 0 1 0 0,15 33 0 0 0,-14-37 12 0 0,2-1 0 0 0,-1 0 0 0 0,2 0-1 0 0,0-1 1 0 0,0 0 0 0 0,18 15 0 0 0,-25-25-20 0 0,0 0 1 0 0,0-1-1 0 0,1 0 0 0 0,-1 1 1 0 0,1-1-1 0 0,0 0 1 0 0,-1-1-1 0 0,1 1 0 0 0,0-1 1 0 0,0 0-1 0 0,0 1 0 0 0,0-2 1 0 0,0 1-1 0 0,0 0 1 0 0,0-1-1 0 0,0 0 0 0 0,1 0 1 0 0,-1 0-1 0 0,0 0 0 0 0,0-1 1 0 0,0 0-1 0 0,0 0 1 0 0,0 0-1 0 0,0 0 0 0 0,0 0 1 0 0,0-1-1 0 0,-1 0 0 0 0,1 0 1 0 0,0 0-1 0 0,-1 0 1 0 0,4-3-1 0 0,0-1 10 0 0,1-1-1 0 0,-2 0 1 0 0,1 0 0 0 0,-1 0-1 0 0,0-1 1 0 0,0 0 0 0 0,-1 0-1 0 0,0-1 1 0 0,0 1 0 0 0,-1-1-1 0 0,4-12 1 0 0,2-9 41 0 0,-1-1-1 0 0,6-34 1 0 0,-10 37-5 0 0,-1 12-7 0 0,0 0-1 0 0,-2-1 0 0 0,0 0 0 0 0,-1 1 1 0 0,-1-25-1 0 0,0 41-42 0 0,0 0 0 0 0,-1-1 0 0 0,1 1 0 0 0,0-1 0 0 0,0 1 0 0 0,-1 0-1 0 0,1-1 1 0 0,-1 1 0 0 0,1 0 0 0 0,0-1 0 0 0,-1 1 0 0 0,1 0 0 0 0,0-1 0 0 0,-1 1 0 0 0,1 0 0 0 0,-1 0 0 0 0,1 0 0 0 0,-1-1 0 0 0,1 1 0 0 0,-1 0 0 0 0,1 0 0 0 0,-1 0 0 0 0,1 0 0 0 0,-1 0-1 0 0,1 0 1 0 0,-1 0 0 0 0,1 0 0 0 0,-1 0 0 0 0,1 0 0 0 0,-1 0 0 0 0,1 0 0 0 0,-1 0 0 0 0,1 1 0 0 0,0-1 0 0 0,-1 0 0 0 0,1 0 0 0 0,-1 0 0 0 0,1 1 0 0 0,-1-1 0 0 0,1 0 0 0 0,0 1 0 0 0,-1-1-1 0 0,1 0 1 0 0,-1 1 0 0 0,1-1 0 0 0,0 0 0 0 0,-1 1 0 0 0,-13 27 56 0 0,0 1 0 0 0,2 0 0 0 0,-13 50 0 0 0,-13 100 132 0 0,36-168-168 0 0,1 0 0 0 0,0 1 0 0 0,1-1 0 0 0,0 0 0 0 0,0 1 0 0 0,2-1 0 0 0,-1 0 0 0 0,4 12 0 0 0,-5-22-20 0 0,1-1 0 0 0,-1 1 0 0 0,0-1 0 0 0,0 1 0 0 0,0-1 0 0 0,0 0 0 0 0,0 1 0 0 0,1-1 0 0 0,-1 1 0 0 0,0-1 0 0 0,0 1 0 0 0,1-1 0 0 0,-1 0 0 0 0,0 1 0 0 0,1-1 0 0 0,-1 0 0 0 0,0 1 0 0 0,1-1 0 0 0,-1 0 0 0 0,0 1 0 0 0,1-1 0 0 0,-1 0 0 0 0,1 0 0 0 0,-1 0 0 0 0,1 1 0 0 0,-1-1 0 0 0,1 0 0 0 0,-1 0 0 0 0,0 0 0 0 0,1 0 0 0 0,-1 0 0 0 0,1 0 0 0 0,-1 0 0 0 0,1 0 0 0 0,-1 0 0 0 0,1 0 0 0 0,0 0 0 0 0,20-13 67 0 0,13-25 2 0 0,20-40 52 0 0,-36 49-68 0 0,2 1 0 0 0,34-39 0 0 0,-38 50-26 0 0,-7 7-5 0 0,0 0 0 0 0,1 1-1 0 0,0 0 1 0 0,13-8 0 0 0,-19 14-17 0 0,0 1-1 0 0,1 0 1 0 0,-1 0 0 0 0,0 1 0 0 0,1-1 0 0 0,-1 1 0 0 0,1 0 0 0 0,0 0-1 0 0,-1 0 1 0 0,1 1 0 0 0,0-1 0 0 0,0 1 0 0 0,-1 0 0 0 0,1 1 0 0 0,8 1-1 0 0,-5 0 22 0 0,1 0-1 0 0,-1 1 1 0 0,0 0-1 0 0,0 1 1 0 0,-1-1-1 0 0,1 2 1 0 0,-1-1-1 0 0,1 1 1 0 0,-2 0 0 0 0,1 0-1 0 0,0 1 1 0 0,-1 0-1 0 0,0 0 1 0 0,0 1-1 0 0,-1 0 1 0 0,0 0-1 0 0,0 0 1 0 0,6 12-1 0 0,-8-13 6 0 0,-1-1 1 0 0,1 1-1 0 0,-1 0 1 0 0,0 0-1 0 0,-1 0 1 0 0,0 0-1 0 0,1 0 1 0 0,-2 0-1 0 0,1 0 0 0 0,-1 1 1 0 0,0-1-1 0 0,0 0 1 0 0,-1 0-1 0 0,1 0 1 0 0,-2 0-1 0 0,1 0 0 0 0,0 0 1 0 0,-1 0-1 0 0,0 0 1 0 0,-1 0-1 0 0,1 0 1 0 0,-1-1-1 0 0,0 1 0 0 0,-1-1 1 0 0,1 0-1 0 0,-7 6 1 0 0,2-1 29 0 0,-2-1 1 0 0,1 0-1 0 0,-1-1 1 0 0,0 0-1 0 0,-1 0 1 0 0,0-1-1 0 0,0-1 0 0 0,-1 0 1 0 0,-20 8-1 0 0,30-13-50 0 0,1-1 0 0 0,-1 1 0 0 0,1-1 0 0 0,-1 1 0 0 0,0-1 0 0 0,1 1 0 0 0,-1-1 0 0 0,1 0 0 0 0,-1 0 1 0 0,0 0-1 0 0,1 0 0 0 0,-1 0 0 0 0,0 0 0 0 0,1 0 0 0 0,-1-1 0 0 0,-2 0 0 0 0,4 1-1 0 0,-1-1 0 0 0,0 1 1 0 0,1-1-1 0 0,-1 1 0 0 0,0-1 1 0 0,1 1-1 0 0,-1-1 0 0 0,1 0 1 0 0,-1 1-1 0 0,1-1 0 0 0,-1 0 1 0 0,1 0-1 0 0,-1 1 0 0 0,1-1 1 0 0,0 0-1 0 0,-1 0 0 0 0,1 0 1 0 0,0 0-1 0 0,0 1 0 0 0,-1-1 1 0 0,1-2-1 0 0,0-1 14 0 0,0 0 0 0 0,1 0 0 0 0,-1 0 0 0 0,1 0 1 0 0,0 0-1 0 0,0 0 0 0 0,0 0 0 0 0,1 0 0 0 0,-1 0 0 0 0,4-6 0 0 0,0 2-3 0 0,0 0 0 0 0,1 1 1 0 0,0-1-1 0 0,0 1 0 0 0,0 1 0 0 0,1-1 0 0 0,0 1 0 0 0,0 0 0 0 0,0 1 0 0 0,1 0 0 0 0,0 0 0 0 0,0 1 0 0 0,1 0 0 0 0,11-5 0 0 0,6 1 32 0 0,1 1-1 0 0,-1 2 0 0 0,38-4 0 0 0,-30 5 3 0 0,-28 3-45 0 0,0 0-1 0 0,-1 0 0 0 0,1-1 0 0 0,0 1 1 0 0,-1-1-1 0 0,1 0 0 0 0,-1-1 0 0 0,0 0 1 0 0,0 1-1 0 0,0-2 0 0 0,0 1 0 0 0,0 0 1 0 0,0-1-1 0 0,-1 0 0 0 0,0 0 0 0 0,0 0 1 0 0,0-1-1 0 0,6-8 0 0 0,-2-2 18 0 0,-1 0 1 0 0,-1 0-1 0 0,0 0 0 0 0,-1-1 1 0 0,4-17-1 0 0,2-8 5 0 0,-11 39-34 0 0,0 0 0 0 0,-1 0 1 0 0,1 0-1 0 0,-1 0 0 0 0,0-1 0 0 0,0 1 0 0 0,0 0 0 0 0,0 0 0 0 0,0 1 0 0 0,0-1 0 0 0,-1 0 0 0 0,1 0 1 0 0,-1 0-1 0 0,1 1 0 0 0,-1-1 0 0 0,1 1 0 0 0,-1-1 0 0 0,0 1 0 0 0,0 0 0 0 0,0 0 0 0 0,0-1 0 0 0,0 1 1 0 0,0 1-1 0 0,0-1 0 0 0,0 0 0 0 0,0 0 0 0 0,0 1 0 0 0,0-1 0 0 0,-1 1 0 0 0,1 0 0 0 0,0 0 0 0 0,0 0 0 0 0,-1 0 1 0 0,1 0-1 0 0,0 0 0 0 0,0 0 0 0 0,0 1 0 0 0,-1-1 0 0 0,1 1 0 0 0,0 0 0 0 0,-2 0 0 0 0,-3 7-2 0 0,4-3 0 0 0,1-1-1 0 0,0 0 0 0 0,0 0 0 0 0,0 1 0 0 0,1-1 1 0 0,-1 1-1 0 0,1-1 0 0 0,0 1 0 0 0,1 0 0 0 0,-1 5 1 0 0,0 0-1 0 0,0-5-2 0 0,1 1 1 0 0,-1-1-1 0 0,1 0 1 0 0,1 0-1 0 0,-1 1 1 0 0,1-1-1 0 0,0 0 0 0 0,0 0 1 0 0,0 0-1 0 0,1 0 1 0 0,0 0-1 0 0,0 0 0 0 0,0 0 1 0 0,5 7-1 0 0,2 1-5 0 0,-9-11 7 0 0,2-1-1 0 0,-1 1 1 0 0,0 0-1 0 0,0-1 1 0 0,0 1-1 0 0,1-1 0 0 0,-1 1 1 0 0,1-1-1 0 0,-1 0 1 0 0,1 0-1 0 0,0 0 1 0 0,-1 0-1 0 0,1 0 0 0 0,0 0 1 0 0,0 0-1 0 0,0 0 1 0 0,-1-1-1 0 0,1 1 1 0 0,0-1-1 0 0,0 1 1 0 0,0-1-1 0 0,0 0 0 0 0,0 0 1 0 0,0 1-1 0 0,0-2 1 0 0,0 1-1 0 0,2 0 1 0 0,3-1-10 0 0,3 1 2 0 0,1-2 0 0 0,-1 1 1 0 0,1-2-1 0 0,-1 1 0 0 0,0-1 0 0 0,15-7 1 0 0,16-4-19 0 0,-28 9 24 0 0,0 1-2 0 0,-1 3 3 0 0,-2 1 2 0 0,-1 1 2 0 0,-2 3 4 0 0,-6-4-1 0 0,0 1 0 0 0,-1 0 0 0 0,1 0-1 0 0,0 0 1 0 0,0-1 0 0 0,0 1 0 0 0,-1 0-1 0 0,1 0 1 0 0,0 0 0 0 0,-1 0 0 0 0,1 0-1 0 0,-1 0 1 0 0,0 0 0 0 0,1 0 0 0 0,-1 1-1 0 0,0-1 1 0 0,1 0 0 0 0,-1 0 0 0 0,0 0 0 0 0,0 0-1 0 0,0 0 1 0 0,0 1 0 0 0,0 1 0 0 0,0-1-6 0 0,0-1 25 0 0,7 14 485 0 0,-6-14-445 0 0,11-1 80 0 0,-12-1-133 0 0,0 1 0 0 0,1 0-1 0 0,-1 0 1 0 0,1 0 0 0 0,-1 0 0 0 0,1 0 0 0 0,-1-1 0 0 0,1 1 0 0 0,-1 0 0 0 0,1 0 0 0 0,-1 0 0 0 0,0 0-1 0 0,1 0 1 0 0,-1 0 0 0 0,1 1 0 0 0,-1-1 0 0 0,1 0 0 0 0,-1 0 0 0 0,1 0 0 0 0,-1 0 0 0 0,1 0-1 0 0,-1 1 1 0 0,0-1 0 0 0,1 0 0 0 0,-1 0 0 0 0,1 1 0 0 0,-1-1 0 0 0,0 0 0 0 0,1 1 0 0 0,-1-1-1 0 0,0 0 1 0 0,0 1 0 0 0,1-1 0 0 0,-1 1 0 0 0,0-1 0 0 0,0 0 0 0 0,1 1 0 0 0,-1-1 0 0 0,0 1-1 0 0,0-1 1 0 0,0 2 0 0 0,0-1 805 0 0,2-1-807 0 0,0-1-1 0 0,-1 1 0 0 0,1-1 1 0 0,-1 1-1 0 0,1-1 0 0 0,-1 0 1 0 0,0 0-1 0 0,1 0 0 0 0,-1 0 1 0 0,0 0-1 0 0,0 0 0 0 0,1 0 1 0 0,-1 0-1 0 0,0 0 0 0 0,0-1 1 0 0,0 1-1 0 0,0 0 0 0 0,-1-1 1 0 0,1 1-1 0 0,0 0 0 0 0,0-1 1 0 0,0-1-1 0 0,15-44 38 0 0,-9 22-12 0 0,6-28-7 0 0,-3 9 0 0 0,-5 27-24 0 0,-2 0 1 0 0,0 0 0 0 0,-1-1 0 0 0,-1 1 0 0 0,-1-1-1 0 0,-1-22 1 0 0,0 33-5 0 0,0 0 0 0 0,-1 0 0 0 0,1 0 0 0 0,-2 1 0 0 0,1-1 0 0 0,0 0 0 0 0,-8-11 0 0 0,9 16 1 0 0,0-1 0 0 0,0 1-1 0 0,0 0 1 0 0,-1 0 0 0 0,1 0-1 0 0,-1 0 1 0 0,1 0 0 0 0,-1 0-1 0 0,0 1 1 0 0,0-1 0 0 0,0 1 0 0 0,0-1-1 0 0,0 1 1 0 0,0-1 0 0 0,0 1-1 0 0,0 0 1 0 0,0 0 0 0 0,-1 0-1 0 0,1 0 1 0 0,-1 1 0 0 0,1-1-1 0 0,0 1 1 0 0,-1-1 0 0 0,1 1 0 0 0,-4 0-1 0 0,4 0 0 0 0,0 1 0 0 0,0-1 0 0 0,1 1 0 0 0,-1 0 0 0 0,0 0 0 0 0,1 0 0 0 0,-1 0 0 0 0,1 0 0 0 0,-1 0 0 0 0,1 0 0 0 0,-1 0-1 0 0,1 1 1 0 0,0-1 0 0 0,0 0 0 0 0,-1 1 0 0 0,1-1 0 0 0,0 1 0 0 0,0 0 0 0 0,1-1 0 0 0,-1 1 0 0 0,-1 2 0 0 0,0 0-4 0 0,-2 4 4 0 0,-1 1-1 0 0,1-1 0 0 0,1 1 1 0 0,-1 0-1 0 0,1 0 0 0 0,1 0 1 0 0,0 1-1 0 0,0-1 0 0 0,1 0 1 0 0,0 1-1 0 0,1-1 0 0 0,0 12 1 0 0,2 7 1 0 0,2 0 1 0 0,11 47-1 0 0,-13-67 0 0 0,0-1 0 0 0,0 0 0 0 0,1 0 0 0 0,0 0 0 0 0,0-1 0 0 0,1 1 0 0 0,6 9 0 0 0,43 41 5 0 0,-36-40 0 0 0,0 1-3 0 0,-14-16 1 0 0,16 9-2 0 0,-10-2-1 0 0,0-1 0 0 0,0-1 0 0 0,0 3 0 0 0,0-4 2 0 0,0 2 6 0 0,-8-7-7 0 0,1 0 1 0 0,-1 0 0 0 0,0 0 0 0 0,0 0 0 0 0,1 0 0 0 0,-1-1-1 0 0,0 1 1 0 0,1 0 0 0 0,-1-1 0 0 0,1 1 0 0 0,-1-1-1 0 0,1 0 1 0 0,-1 1 0 0 0,1-1 0 0 0,-1 0 0 0 0,1 0 0 0 0,-1 0-1 0 0,1 0 1 0 0,0 0 0 0 0,-1-1 0 0 0,1 1 0 0 0,-1 0-1 0 0,1-1 1 0 0,-1 1 0 0 0,1-1 0 0 0,-1 1 0 0 0,0-1 0 0 0,1 1-1 0 0,1-2 1 0 0,6-9 17 0 0,0 0-1 0 0,0 0 0 0 0,-1-1 0 0 0,0 0 1 0 0,-1-1-1 0 0,8-20 0 0 0,26-85 136 0 0,-37 105-139 0 0,-1 0 1 0 0,-1-1 0 0 0,0 1 0 0 0,0-1 0 0 0,-1 1 0 0 0,-1-1 0 0 0,0 1 0 0 0,-1-1 0 0 0,0 1 0 0 0,-2-1-1 0 0,1 1 1 0 0,-6-15 0 0 0,8 27-15 0 0,0 0 1 0 0,0 0-1 0 0,0 1 0 0 0,0-1 0 0 0,-1 0 0 0 0,1 0 1 0 0,0 0-1 0 0,0 1 0 0 0,-1-1 0 0 0,1 0 0 0 0,-1 0 1 0 0,1 1-1 0 0,-1-1 0 0 0,1 0 0 0 0,-1 1 0 0 0,1-1 1 0 0,-1 1-1 0 0,1-1 0 0 0,-1 0 0 0 0,0 1 0 0 0,1-1 1 0 0,-1 1-1 0 0,0 0 0 0 0,0-1 0 0 0,1 1 0 0 0,-1 0 1 0 0,0-1-1 0 0,0 1 0 0 0,0 0 0 0 0,1 0 0 0 0,-1 0 1 0 0,0-1-1 0 0,0 1 0 0 0,0 0 0 0 0,0 0 0 0 0,1 0 1 0 0,-1 1-1 0 0,0-1 0 0 0,0 0 0 0 0,0 0 0 0 0,1 0 1 0 0,-1 0-1 0 0,0 1 0 0 0,0-1 0 0 0,0 0 0 0 0,1 1 1 0 0,-1-1-1 0 0,0 1 0 0 0,1-1 0 0 0,-1 1 0 0 0,0 0 1 0 0,-3 2 1 0 0,1 0 1 0 0,0 0 0 0 0,0 1-1 0 0,0-1 1 0 0,0 1 0 0 0,-3 5-1 0 0,1 5 2 0 0,1 0 1 0 0,0 0-1 0 0,0 1 0 0 0,2-1 0 0 0,0 1 0 0 0,0 0 1 0 0,2 25-1 0 0,-1-13 0 0 0,5 245 27 0 0,-1-205-24 0 0,-2-30 14 0 0,-1 1-1 0 0,-10 69 1 0 0,2-87-5 0 0,8-20-15 0 0,0 0-1 0 0,-1 1 0 0 0,1-1 0 0 0,-1 0 0 0 0,1 1 1 0 0,-1-1-1 0 0,1 0 0 0 0,0 0 0 0 0,-1 1 0 0 0,1-1 1 0 0,-1 0-1 0 0,1 0 0 0 0,-1 0 0 0 0,1 0 0 0 0,-1 0 1 0 0,1 0-1 0 0,-1 0 0 0 0,1 0 0 0 0,-1 0 0 0 0,1 0 1 0 0,-1 0-1 0 0,0 0 0 0 0,1 0 0 0 0,-1 0 0 0 0,-1-1 2 0 0,-1-1-1 0 0,1 1 1 0 0,0 0-1 0 0,0-1 1 0 0,0 1 0 0 0,0-1-1 0 0,0 0 1 0 0,0 0-1 0 0,0 0 1 0 0,1 0-1 0 0,-1 0 1 0 0,-2-4-1 0 0,0-1 9 0 0,1 1 0 0 0,-1-2 0 0 0,1 1-1 0 0,0 0 1 0 0,1-1 0 0 0,-1 1 0 0 0,2-1-1 0 0,-1 0 1 0 0,1 0 0 0 0,0 1 0 0 0,1-1-1 0 0,0 0 1 0 0,1-14 0 0 0,2 6-2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56.0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0 400 15176 0 0,'0'0'4734'0'0,"8"-10"-4674"0"0,37-62 39 0 0,45-94 1 0 0,-81 149-91 0 0,0 0 0 0 0,-2 0 0 0 0,0-1 0 0 0,-1 0 0 0 0,8-37 0 0 0,-14 45-9 0 0,0 10 0 0 0,0 1 0 0 0,0-1 0 0 0,0 0 0 0 0,0 0 0 0 0,0 0-1 0 0,0 0 1 0 0,0 1 0 0 0,0-1 0 0 0,0 0 0 0 0,0 0 0 0 0,-1 0 0 0 0,1 0-1 0 0,0 0 1 0 0,0 1 0 0 0,0-1 0 0 0,0 0 0 0 0,0 0 0 0 0,0 0 0 0 0,0 0-1 0 0,-1 0 1 0 0,1 0 0 0 0,0 0 0 0 0,0 1 0 0 0,0-1 0 0 0,0 0 0 0 0,0 0-1 0 0,-1 0 1 0 0,1 0 0 0 0,0 0 0 0 0,0 0 0 0 0,0 0 0 0 0,0 0-1 0 0,0 0 1 0 0,-1 0 0 0 0,1 0 0 0 0,0 0 0 0 0,0 0 0 0 0,0 0 0 0 0,0 0-1 0 0,-1 0 1 0 0,1 0 0 0 0,0 0 0 0 0,0 0 0 0 0,0 0 0 0 0,0 0 0 0 0,0 0-1 0 0,-1 0 1 0 0,1-1 0 0 0,0 1 0 0 0,0 0 0 0 0,0 0 0 0 0,0 0 0 0 0,0 0-1 0 0,-1 0 1 0 0,1 0 0 0 0,0 0 0 0 0,0-1 0 0 0,0 1 0 0 0,0 0-1 0 0,0 0 1 0 0,0 0 0 0 0,0 0 0 0 0,0 0 0 0 0,0-1 0 0 0,0 1 0 0 0,0 0 0 0 0,-7 14-18 0 0,6-12 15 0 0,-5 10-8 0 0,1 1 1 0 0,0 1-1 0 0,0-1 1 0 0,2 0 0 0 0,-1 1-1 0 0,2 0 1 0 0,0 0-1 0 0,0 15 1 0 0,1 1-42 0 0,1 1-1 0 0,7 46 1 0 0,-6-72 42 0 0,0 1 1 0 0,0-1-1 0 0,0 0 0 0 0,1 0 0 0 0,0 1 1 0 0,0-1-1 0 0,0 0 0 0 0,0 0 0 0 0,1-1 1 0 0,0 1-1 0 0,0 0 0 0 0,0-1 1 0 0,7 7-1 0 0,-7-9 4 0 0,-1 0 0 0 0,1 0 0 0 0,-1 0 0 0 0,1-1 0 0 0,0 1 0 0 0,0-1 0 0 0,0 0 0 0 0,0 1 0 0 0,0-1 0 0 0,0-1 0 0 0,0 1 0 0 0,0 0 0 0 0,0-1 0 0 0,1 1 0 0 0,-1-1 0 0 0,0 0 0 0 0,0 0 0 0 0,1-1 0 0 0,-1 1 0 0 0,0-1 0 0 0,0 1 0 0 0,0-1 0 0 0,5-2 0 0 0,1-1-4 0 0,-1-2 0 0 0,1 1-1 0 0,-1-1 1 0 0,0-1 0 0 0,0 0 0 0 0,-1 0 0 0 0,10-11 0 0 0,-7 7-1 0 0,23-24-30 0 0,36-52 0 0 0,-10 12 8 0 0,-52 66 32 0 0,-4 3-4 0 0,-11 14 3 0 0,-6 10 2 0 0,2 1 0 0 0,0 1 0 0 0,1 0 0 0 0,1 1 0 0 0,1 0 0 0 0,0 0 0 0 0,-5 24 0 0 0,-1 1 0 0 0,-22 75 0 0 0,33-106 0 0 0,2 0 1 0 0,0 0-1 0 0,0 0 0 0 0,1 0 0 0 0,1 0 1 0 0,2 17-1 0 0,-1-28 1 0 0,0 0 0 0 0,0 0 1 0 0,0 0-1 0 0,0 0 0 0 0,1 0 1 0 0,-1-1-1 0 0,1 1 0 0 0,0 0 1 0 0,0-1-1 0 0,1 1 0 0 0,-1-1 1 0 0,1 0-1 0 0,3 4 0 0 0,-4-6 1 0 0,-1 0 1 0 0,0 1-1 0 0,1-1 0 0 0,-1 0 0 0 0,1 0 1 0 0,-1-1-1 0 0,1 1 0 0 0,-1 0 0 0 0,1 0 0 0 0,0-1 1 0 0,-1 1-1 0 0,1-1 0 0 0,0 0 0 0 0,0 1 1 0 0,-1-1-1 0 0,1 0 0 0 0,0 0 0 0 0,0 0 1 0 0,-1 0-1 0 0,1 0 0 0 0,0 0 0 0 0,0-1 0 0 0,-1 1 1 0 0,1-1-1 0 0,0 1 0 0 0,-1-1 0 0 0,1 1 1 0 0,0-1-1 0 0,-1 0 0 0 0,1 0 0 0 0,-1 0 0 0 0,3-2 1 0 0,7-6 11 0 0,-1-1 1 0 0,0 0-1 0 0,0-1 1 0 0,-1 0 0 0 0,-1 0-1 0 0,0-1 1 0 0,0 0-1 0 0,-1 0 1 0 0,-1-1-1 0 0,7-17 1 0 0,4-18 88 0 0,16-76 0 0 0,-27 99-75 0 0,-3 10 11 0 0,0-1 0 0 0,0 1 0 0 0,-1-18 0 0 0,-1 29-26 0 0,-1 0 0 0 0,0 0-1 0 0,-1 0 1 0 0,1 0 0 0 0,-1 1 0 0 0,1-1-1 0 0,-1 0 1 0 0,0 0 0 0 0,0 1 0 0 0,-1-1-1 0 0,1 0 1 0 0,-1 1 0 0 0,0-1 0 0 0,0 1-1 0 0,0 0 1 0 0,0 0 0 0 0,-6-6 0 0 0,7 8-4 0 0,1 1 0 0 0,-1-1 0 0 0,0 1 0 0 0,0-1 0 0 0,0 1 0 0 0,0-1 0 0 0,0 1 0 0 0,0 0 1 0 0,-1 0-1 0 0,1-1 0 0 0,0 1 0 0 0,0 0 0 0 0,0 0 0 0 0,0 0 0 0 0,0 0 0 0 0,0 0 0 0 0,0 0 0 0 0,0 0 0 0 0,0 1 1 0 0,0-1-1 0 0,0 0 0 0 0,-1 1 0 0 0,1-1 0 0 0,0 0 0 0 0,0 1 0 0 0,1-1 0 0 0,-1 1 0 0 0,0 0 0 0 0,0-1 0 0 0,0 1 0 0 0,0 0 1 0 0,0-1-1 0 0,1 1 0 0 0,-2 2 0 0 0,-25 32 119 0 0,24-31-122 0 0,-15 28 104 0 0,1 1 1 0 0,2 1 0 0 0,-21 67 0 0 0,5-13 82 0 0,22-68-107 0 0,0-4 2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2:56.4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58 15072 0 0,'49'14'261'0'0,"-32"-11"89"0"0,0-1 0 0 0,26-1 0 0 0,86-14 1421 0 0,-111 10-1670 0 0,10-2 307 0 0,0-1 0 0 0,-1-2-1 0 0,27-11 1 0 0,-17 4 56 0 0,-20 7-223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00.2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4216 0 0,'1'0'-5'0'0,"1"0"3"0"0,97 3-20 0 0,-97-3-2 0 0,16 0-276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00.8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 2904 0 0,'9'2'1'0'0,"19"-7"606"0"0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03.7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1 623 3912 0 0,'41'-191'95'0'0,"21"-51"189"0"0,-59 232-255 0 0,3-11 160 0 0,8-42-1 0 0,-14 61 531 0 0,-1 22-322 0 0,1 21-174 0 0,-2-13-60 0 0,2 0 0 0 0,1 0 0 0 0,1 0-1 0 0,2 0 1 0 0,0 0 0 0 0,16 47 0 0 0,-15-61-70 0 0,2 7 17 0 0,1-1-1 0 0,0 0 1 0 0,2 0-1 0 0,21 31 1 0 0,-29-48-86 0 0,1 1 0 0 0,0 0 0 0 0,0-1 0 0 0,0 1 0 0 0,1-1 0 0 0,-1 0 1 0 0,1 0-1 0 0,0 0 0 0 0,0-1 0 0 0,0 1 0 0 0,0-1 0 0 0,0 0 1 0 0,0 0-1 0 0,1 0 0 0 0,-1-1 0 0 0,1 0 0 0 0,-1 1 0 0 0,1-2 1 0 0,-1 1-1 0 0,1 0 0 0 0,0-1 0 0 0,-1 0 0 0 0,1 0 0 0 0,0 0 0 0 0,-1-1 1 0 0,1 0-1 0 0,0 0 0 0 0,5-1 0 0 0,1-3 19 0 0,0 0 0 0 0,0 0 0 0 0,-1-1 0 0 0,0-1 0 0 0,0 1 0 0 0,0-2 0 0 0,-1 1 0 0 0,0-1 0 0 0,-1-1 0 0 0,0 1 0 0 0,0-2 0 0 0,13-19 0 0 0,3-9 180 0 0,36-77 0 0 0,-59 113-220 0 0,11-23 71 0 0,-1 0 0 0 0,-2 0 0 0 0,0-1 0 0 0,-2 0 0 0 0,0-1 0 0 0,-2 1 0 0 0,-1-1-1 0 0,0-41 1 0 0,-4 66-57 0 0,0 0 0 0 0,0 0 0 0 0,0 0 0 0 0,-1-1-1 0 0,1 1 1 0 0,-1 0 0 0 0,1 0 0 0 0,-1 0-1 0 0,0 0 1 0 0,0 0 0 0 0,0 1 0 0 0,0-1 0 0 0,0 0-1 0 0,0 0 1 0 0,-1 0 0 0 0,1 1 0 0 0,-1-1 0 0 0,1 1-1 0 0,-1-1 1 0 0,-1 0 0 0 0,1 1-7 0 0,1 0 0 0 0,0 1 1 0 0,0-1-1 0 0,-1 1 0 0 0,1 0 1 0 0,0-1-1 0 0,-1 1 0 0 0,1 0 0 0 0,-1 0 1 0 0,1 0-1 0 0,0 0 0 0 0,-1 0 0 0 0,1 0 1 0 0,-1 0-1 0 0,1 0 0 0 0,0 1 1 0 0,-1-1-1 0 0,1 0 0 0 0,0 1 0 0 0,-1-1 1 0 0,1 1-1 0 0,0 0 0 0 0,0-1 0 0 0,-1 1 1 0 0,1 0-1 0 0,0 0 0 0 0,0 0 1 0 0,0-1-1 0 0,0 1 0 0 0,0 0 0 0 0,-1 2 1 0 0,-10 11 82 0 0,1 1 1 0 0,0 0 0 0 0,1 1 0 0 0,-11 22-1 0 0,-23 61 107 0 0,29-57-75 0 0,2 1 0 0 0,2 0 0 0 0,-8 57 0 0 0,6-25-8 0 0,-16 146 366 0 0,28-218-463 0 0,1 1 1 0 0,0-1 0 0 0,1 0 0 0 0,-1 1 0 0 0,1-1 0 0 0,-1 0-1 0 0,1 1 1 0 0,0-1 0 0 0,0 0 0 0 0,0 0 0 0 0,3 5 0 0 0,-3-7-14 0 0,-1-1-1 0 0,0 1 1 0 0,1-1 0 0 0,-1 1 0 0 0,0-1 0 0 0,1 0 0 0 0,-1 1 0 0 0,1-1-1 0 0,-1 0 1 0 0,1 1 0 0 0,-1-1 0 0 0,1 0 0 0 0,-1 1 0 0 0,1-1 0 0 0,-1 0 0 0 0,1 0-1 0 0,-1 0 1 0 0,1 0 0 0 0,-1 1 0 0 0,1-1 0 0 0,-1 0 0 0 0,1 0 0 0 0,-1 0-1 0 0,1 0 1 0 0,-1 0 0 0 0,1 0 0 0 0,1-1 0 0 0,-1 1 9 0 0,1-1 0 0 0,-1 0-1 0 0,1 0 1 0 0,-1 0 0 0 0,1-1 0 0 0,-1 1 0 0 0,1 0 0 0 0,-1 0-1 0 0,0-1 1 0 0,0 1 0 0 0,0-1 0 0 0,1 1 0 0 0,0-3 0 0 0,65-115 299 0 0,-29 47-140 0 0,4-15 112 0 0,-34 67-198 0 0,1 0 0 0 0,0 2 0 0 0,2-1 0 0 0,0 1 0 0 0,1 0 0 0 0,21-23 0 0 0,-33 40-81 0 0,1 1 0 0 0,-1-1 0 0 0,1 1 0 0 0,-1-1 1 0 0,1 1-1 0 0,0-1 0 0 0,-1 1 0 0 0,1-1 0 0 0,-1 1 1 0 0,1 0-1 0 0,0-1 0 0 0,-1 1 0 0 0,1 0 1 0 0,0 0-1 0 0,0-1 0 0 0,-1 1 0 0 0,1 0 0 0 0,0 0 1 0 0,0 0-1 0 0,-1 0 0 0 0,1 0 0 0 0,0 0 0 0 0,0 0 1 0 0,-1 0-1 0 0,1 0 0 0 0,0 0 0 0 0,1 1 0 0 0,-1 0 8 0 0,0-1-1 0 0,1 1 0 0 0,-1 0 0 0 0,0 0 0 0 0,0 0 0 0 0,0 1 0 0 0,0-1 0 0 0,0 0 0 0 0,0 0 1 0 0,0 1-1 0 0,0-1 0 0 0,0 3 0 0 0,13 41 295 0 0,-10-22-188 0 0,1 0 0 0 0,1 0 0 0 0,17 42 0 0 0,-22-64-120 0 0,-1 2 26 0 0,1-1 1 0 0,0 0-1 0 0,0 1 1 0 0,0-1-1 0 0,1 0 1 0 0,-1 0-1 0 0,0 0 1 0 0,1 0-1 0 0,2 2 1 0 0,3-6 161 0 0,2-15-66 0 0,1-9-10 0 0,-4 10 9 0 0,1 0-1 0 0,11-20 0 0 0,-17 34-59 0 0,2-7-5 0 0,-3 7-14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04.3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0 112 11352 0 0,'0'0'2092'0'0,"2"0"-1938"0"0,11 1-81 0 0,0 0 0 0 0,0 2-1 0 0,-1-1 1 0 0,1 2 0 0 0,22 8-1 0 0,-22-7-23 0 0,-1 0 0 0 0,2-1-1 0 0,-1-1 1 0 0,0 0 0 0 0,28 2-1 0 0,-36-5-26 0 0,0 0-1 0 0,0 0 1 0 0,0-1 0 0 0,0 1-1 0 0,0-1 1 0 0,0-1-1 0 0,0 1 1 0 0,0-1 0 0 0,7-2-1 0 0,-10 2-17 0 0,0 1 0 0 0,0 0-1 0 0,-1-1 1 0 0,1 1 0 0 0,0-1-1 0 0,0 0 1 0 0,-1 0-1 0 0,1 0 1 0 0,-1 1 0 0 0,1-1-1 0 0,-1-1 1 0 0,0 1 0 0 0,0 0-1 0 0,0 0 1 0 0,0 0 0 0 0,0-1-1 0 0,0 1 1 0 0,-1 0 0 0 0,1-1-1 0 0,-1 1 1 0 0,0 0 0 0 0,1-4-1 0 0,-1-1-1 0 0,1 3-1 0 0,0 1 0 0 0,-1-1 0 0 0,0 1 0 0 0,0-1-1 0 0,0 0 1 0 0,0 1 0 0 0,0-1 0 0 0,-1 1 0 0 0,1-1-1 0 0,-1 1 1 0 0,0 0 0 0 0,0-1 0 0 0,0 1 0 0 0,-1 0-1 0 0,1-1 1 0 0,-1 1 0 0 0,0 0 0 0 0,0 0 0 0 0,0 0-1 0 0,0 1 1 0 0,0-1 0 0 0,-1 0 0 0 0,-2-2 0 0 0,4 4-4 0 0,0 0 1 0 0,0 0 0 0 0,0 0 0 0 0,0 0 0 0 0,0 0 0 0 0,0 1 0 0 0,0-1-1 0 0,0 0 1 0 0,0 1 0 0 0,0-1 0 0 0,0 1 0 0 0,-1-1 0 0 0,1 1 0 0 0,0 0-1 0 0,0-1 1 0 0,0 1 0 0 0,-1 0 0 0 0,1 0 0 0 0,0 0 0 0 0,0 0 0 0 0,-1 0-1 0 0,1 0 1 0 0,0 0 0 0 0,0 0 0 0 0,-1 0 0 0 0,1 1 0 0 0,0-1 0 0 0,0 0-1 0 0,-1 1 1 0 0,1-1 0 0 0,0 1 0 0 0,0 0 0 0 0,0-1 0 0 0,0 1 0 0 0,0 0-1 0 0,0 0 1 0 0,0-1 0 0 0,0 1 0 0 0,0 0 0 0 0,1 0 0 0 0,-1 0 0 0 0,0 0-1 0 0,0 0 1 0 0,1 0 0 0 0,-1 0 0 0 0,1 1 0 0 0,-2 0 0 0 0,-1 8-28 0 0,-1 0 0 0 0,2 1 0 0 0,-1-1 1 0 0,-1 19-1 0 0,2-13 12 0 0,-2 1 3 0 0,2 0 0 0 0,0 1 1 0 0,1-1-1 0 0,1 0 0 0 0,1 1 0 0 0,0-1 0 0 0,1 0 0 0 0,1 0 0 0 0,1 0 0 0 0,0 0 0 0 0,11 26 1 0 0,-12-37 8 0 0,0 0 1 0 0,0 0 0 0 0,1 0 0 0 0,-1 0-1 0 0,1-1 1 0 0,1 1 0 0 0,-1-1 0 0 0,1 0-1 0 0,0-1 1 0 0,0 1 0 0 0,1-1 0 0 0,-1 0 0 0 0,1 0-1 0 0,0-1 1 0 0,8 4 0 0 0,-11-6 3 0 0,1 1 1 0 0,0-1-1 0 0,0 0 1 0 0,0 0-1 0 0,-1 0 1 0 0,1-1-1 0 0,0 0 1 0 0,0 1-1 0 0,0-1 1 0 0,0-1-1 0 0,0 1 0 0 0,0-1 1 0 0,0 1-1 0 0,0-1 1 0 0,0 0-1 0 0,0 0 1 0 0,-1-1-1 0 0,1 1 1 0 0,0-1-1 0 0,-1 0 1 0 0,1 0-1 0 0,-1 0 1 0 0,0 0-1 0 0,0-1 1 0 0,0 1-1 0 0,0-1 0 0 0,3-3 1 0 0,7-8 0 0 0,-2 0 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04.7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9240 0 0,'32'3'47'0'0,"-13"0"19"0"0,7 2 69 0 0,-10-1-12 0 0,-1 1-1 0 0,0 0 0 0 0,25 12 1 0 0,-18-5-59 0 0,-6-3 41 0 0,0-2-1 0 0,1 0 0 0 0,0-1 0 0 0,0 0 1 0 0,1-1-1 0 0,-1-2 0 0 0,1 1 0 0 0,0-2 1 0 0,0 0-1 0 0,25-2 0 0 0,-18 0 11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06.4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0 526 7936 0 0,'15'-12'23'0'0,"1"-1"21"0"0,8-6 47 0 0,-19 14-66 0 0,0 0 0 0 0,0 0 1 0 0,-1-1-1 0 0,1 0 0 0 0,-1 1 0 0 0,-1-1 1 0 0,1-1-1 0 0,-1 1 0 0 0,4-10 0 0 0,31-102 397 0 0,-31 94-308 0 0,-2 0 0 0 0,0 0 0 0 0,1-28 0 0 0,0-2 47 0 0,-5 45-122 0 0,-1 0-1 0 0,0 0 1 0 0,-1 0-1 0 0,0 0 1 0 0,0 0-1 0 0,-1 1 1 0 0,0-1-1 0 0,0 0 1 0 0,-1 1-1 0 0,-5-12 1 0 0,7 18-15 0 0,1 2-22 0 0,0-1 0 0 0,0 1 0 0 0,0 0 0 0 0,0 0 0 0 0,0-1 0 0 0,0 1 0 0 0,0 0 0 0 0,0-1 0 0 0,0 1 0 0 0,0 0 0 0 0,0-1 0 0 0,0 1 0 0 0,0 0 0 0 0,0 0 0 0 0,0-1 0 0 0,-1 1 0 0 0,1 0 0 0 0,0-1 0 0 0,0 1 0 0 0,0 0 0 0 0,-1 0 0 0 0,1-1 0 0 0,0 1 0 0 0,0 0 0 0 0,0 0 0 0 0,-1 0 0 0 0,1-1 0 0 0,0 1 0 0 0,0 0 0 0 0,-1 0 0 0 0,1 0 0 0 0,0 0 0 0 0,-1 0 0 0 0,1 0 0 0 0,0-1 0 0 0,0 1 0 0 0,-1 0 0 0 0,1 0 0 0 0,0 0 0 0 0,-1 0 0 0 0,1 0 0 0 0,0 0 0 0 0,-1 0 0 0 0,1 0 0 0 0,0 0 0 0 0,-1 0 0 0 0,0 1 1 0 0,1-1-1 0 0,-1 0 0 0 0,0 0 1 0 0,0 0-1 0 0,0 0 1 0 0,1 1-1 0 0,-1-1 1 0 0,0 0-1 0 0,1 1 0 0 0,-1-1 1 0 0,0 0-1 0 0,1 1 1 0 0,-1-1-1 0 0,0 1 0 0 0,1-1 1 0 0,-1 1-1 0 0,1 0 1 0 0,-1-1-1 0 0,1 1 0 0 0,-1-1 1 0 0,1 1-1 0 0,0 0 1 0 0,-1 0-1 0 0,-11 35 20 0 0,1-1 0 0 0,2 1 0 0 0,2 1 0 0 0,1 0 0 0 0,2 0 0 0 0,1 0 0 0 0,4 59 0 0 0,12-4 76 0 0,-11-83-82 0 0,0 1 0 0 0,1-1 0 0 0,0 1 0 0 0,1-1 0 0 0,-1 0 0 0 0,2 0-1 0 0,5 9 1 0 0,-8-16-4 0 0,-1 0-1 0 0,1 0 0 0 0,0 0 0 0 0,0 0 1 0 0,0 0-1 0 0,0 0 0 0 0,0-1 1 0 0,0 1-1 0 0,0-1 0 0 0,0 1 0 0 0,0-1 1 0 0,1 0-1 0 0,-1 0 0 0 0,1 0 1 0 0,-1 0-1 0 0,1 0 0 0 0,-1-1 0 0 0,1 1 1 0 0,-1-1-1 0 0,5 1 0 0 0,-2-2 11 0 0,-1 1 0 0 0,1-1 0 0 0,0 0 0 0 0,-1 0 0 0 0,1 0 0 0 0,0-1 0 0 0,-1 0 1 0 0,1 0-1 0 0,-1 0 0 0 0,6-4 0 0 0,4-3 35 0 0,0-2 0 0 0,-1 0 0 0 0,0 0 1 0 0,0-1-1 0 0,10-14 0 0 0,-3 2 105 0 0,-2 0 0 0 0,-1-1 0 0 0,-1-1-1 0 0,16-35 1 0 0,-27 42 263 0 0,-4 17-149 0 0,0 5-150 0 0,-1-1-133 0 0,0-1 22 0 0,0 1 0 0 0,0-1 0 0 0,0 1 0 0 0,-1 0 1 0 0,1-1-1 0 0,-1 1 0 0 0,1-1 0 0 0,-1 0 0 0 0,0 1 0 0 0,0-1 0 0 0,1 1 0 0 0,-1-1 0 0 0,-2 2 0 0 0,-4 8 65 0 0,-13 44 210 0 0,2 1-1 0 0,2 0 1 0 0,-16 114 0 0 0,31-164-229 0 0,1 0 0 0 0,0 0 0 0 0,0 0 0 0 0,0 0 0 0 0,1 0 0 0 0,0 0 0 0 0,0 0 0 0 0,1 0 0 0 0,0 0 0 0 0,0-1 0 0 0,4 10 0 0 0,-6-15-52 0 0,1 1 1 0 0,-1-1 0 0 0,0 0 0 0 0,1 0 0 0 0,-1 1 0 0 0,0-1 0 0 0,1 0 0 0 0,-1 0 0 0 0,0 1 0 0 0,1-1 0 0 0,-1 0 0 0 0,1 0 0 0 0,-1 0 0 0 0,0 0-1 0 0,1 0 1 0 0,-1 1 0 0 0,1-1 0 0 0,-1 0 0 0 0,1 0 0 0 0,-1 0 0 0 0,0 0 0 0 0,1 0 0 0 0,-1-1 0 0 0,1 1 0 0 0,-1 0 0 0 0,1 0 0 0 0,-1 0-1 0 0,0 0 1 0 0,1 0 0 0 0,-1 0 0 0 0,1-1 0 0 0,-1 1 0 0 0,0 0 0 0 0,1 0 0 0 0,-1-1 0 0 0,0 1 0 0 0,1 0 0 0 0,-1-1 0 0 0,1 1 0 0 0,11-13 178 0 0,-11 12-187 0 0,7-8 53 0 0,0 0 0 0 0,-1-1 0 0 0,0 0 0 0 0,-1-1 0 0 0,0 1 0 0 0,0-1 0 0 0,-1 0 0 0 0,0-1 0 0 0,-1 1 0 0 0,4-20 0 0 0,19-71 215 0 0,-18 63-179 0 0,-6 29-49 0 0,-1 0-1 0 0,0 0 0 0 0,-1-1 1 0 0,1-11-1 0 0,-2 7 14 0 0,1 12-38 0 0,-1-1 0 0 0,0 1 0 0 0,0-1 0 0 0,0 0 0 0 0,-1 1-1 0 0,1-1 1 0 0,-1 1 0 0 0,0-1 0 0 0,-2-4 0 0 0,-9-11 198 0 0,12 19-209 0 0,0 0-1 0 0,0 0 0 0 0,-1-1 0 0 0,1 1 1 0 0,0 0-1 0 0,-1 0 0 0 0,1 0 0 0 0,0 0 1 0 0,-1-1-1 0 0,1 1 0 0 0,0 0 0 0 0,-1 0 1 0 0,1 0-1 0 0,0 0 0 0 0,-1 0 0 0 0,1 0 1 0 0,0 0-1 0 0,-1 0 0 0 0,1 0 0 0 0,0 0 1 0 0,-1 0-1 0 0,1 0 0 0 0,0 0 0 0 0,-1 0 1 0 0,1 0-1 0 0,0 0 0 0 0,-1 0 0 0 0,1 0 1 0 0,0 1-1 0 0,-1-1 0 0 0,1 0 0 0 0,0 0 1 0 0,-1 0-1 0 0,1 1 0 0 0,0-1 0 0 0,0 0 1 0 0,-1 0-1 0 0,1 0 0 0 0,0 1 0 0 0,0-1 1 0 0,0 0-1 0 0,-1 1 0 0 0,1-1 0 0 0,0 0 0 0 0,0 1 1 0 0,0-1-1 0 0,0 0 0 0 0,0 1 0 0 0,-1-1 1 0 0,1 0-1 0 0,0 1 0 0 0,0-1 0 0 0,0 0 1 0 0,0 1-1 0 0,0-1 0 0 0,0 0 0 0 0,0 1 1 0 0,0-1-1 0 0,0 0 0 0 0,1 1 0 0 0,-8 23 56 0 0,2-1 0 0 0,1 1 0 0 0,1 0 0 0 0,1 0 0 0 0,1 0-1 0 0,1 0 1 0 0,5 38 0 0 0,4-35 27 0 0,-9-26-82 0 0,0-1 0 0 0,0 1 0 0 0,1-1-1 0 0,-1 1 1 0 0,0 0 0 0 0,0-1 0 0 0,1 1 0 0 0,-1-1-1 0 0,1 1 1 0 0,-1-1 0 0 0,0 1 0 0 0,1-1 0 0 0,-1 1-1 0 0,1-1 1 0 0,-1 1 0 0 0,1-1 0 0 0,-1 0 0 0 0,1 1-1 0 0,0-1 1 0 0,-1 0 0 0 0,1 1 0 0 0,-1-1 0 0 0,1 0-1 0 0,0 0 1 0 0,-1 0 0 0 0,1 1 0 0 0,0-1 0 0 0,-1 0 0 0 0,1 0-1 0 0,0 0 1 0 0,-1 0 0 0 0,1 0 0 0 0,0 0 0 0 0,-1 0-1 0 0,1-1 1 0 0,0 1 0 0 0,-1 0 0 0 0,1 0 0 0 0,0 0-1 0 0,0-1 1 0 0,7-4 14 0 0,-1-1 0 0 0,0 0 0 0 0,0 0-1 0 0,-1-1 1 0 0,1 0 0 0 0,-1 0 0 0 0,-1 0 0 0 0,8-14 0 0 0,40-77 91 0 0,-24 40-35 0 0,25-18 62 0 0,-54 76-134 0 0,1-1 0 0 0,-1 0 1 0 0,0 1-1 0 0,1-1 0 0 0,-1 1 0 0 0,1-1 0 0 0,-1 1 0 0 0,1-1 0 0 0,-1 1 1 0 0,1-1-1 0 0,-1 1 0 0 0,1-1 0 0 0,0 1 0 0 0,-1 0 0 0 0,1-1 0 0 0,-1 1 1 0 0,1 0-1 0 0,0-1 0 0 0,-1 1 0 0 0,1 0 0 0 0,1 0 0 0 0,6 9 65 0 0,-7-5-61 0 0,0 1 0 0 0,0-1 1 0 0,-1 0-1 0 0,1 1 0 0 0,-1-1 1 0 0,0 8-1 0 0,-8 53 25 0 0,-3-1-1 0 0,-3 0 1 0 0,-27 79 0 0 0,24-89-7 0 0,10-32-14 0 0,-17 37 1 0 0,-27 50 42 0 0,47-97-46 0 0,3-10-6 0 0,1 0 1 0 0,-1-1 0 0 0,0 1-1 0 0,1-1 1 0 0,-1 1-1 0 0,0-1 1 0 0,0 1 0 0 0,0-1-1 0 0,0 1 1 0 0,0-1 0 0 0,0 0-1 0 0,-2 2 1 0 0,2-2 50 0 0,1-4-33 0 0,3-21 7 0 0,0 1 0 0 0,2-1 0 0 0,1 2-1 0 0,0-1 1 0 0,2 0 0 0 0,0 1 0 0 0,17-29 0 0 0,3-1 25 0 0,-11 20-17 0 0,22-32 0 0 0,-31 53-21 0 0,1 0 0 0 0,0 1 1 0 0,0 0-1 0 0,1 1 1 0 0,0 0-1 0 0,16-11 0 0 0,-18 14 2 0 0,0 1 0 0 0,1 1 0 0 0,0-1 0 0 0,-1 1-1 0 0,2 1 1 0 0,-1-1 0 0 0,0 1 0 0 0,1 1 0 0 0,0 0-1 0 0,-1 1 1 0 0,1-1 0 0 0,0 2 0 0 0,0-1 0 0 0,-1 2-1 0 0,1-1 1 0 0,0 1 0 0 0,0 1 0 0 0,-1-1 0 0 0,19 7-1 0 0,-26-7-11 0 0,-1 0 0 0 0,0-1 0 0 0,1 1 0 0 0,-1-1 0 0 0,1 1 0 0 0,-1-1 0 0 0,1 0 0 0 0,-1 0 0 0 0,0 1 0 0 0,1-1 0 0 0,-1 0 0 0 0,1 0 0 0 0,-1 0 0 0 0,1-1 0 0 0,-1 1 0 0 0,1 0 0 0 0,-1-1 0 0 0,0 1 0 0 0,1-1 0 0 0,-1 1 0 0 0,1-1 0 0 0,-1 1 0 0 0,0-1 0 0 0,0 0 0 0 0,1 0 0 0 0,-1 0 0 0 0,1-1 0 0 0,0-1 6 0 0,-1 0 0 0 0,1-1 0 0 0,-1 0 1 0 0,0 1-1 0 0,0-1 0 0 0,0 0 0 0 0,-1 1 0 0 0,1-1 0 0 0,-1-4 0 0 0,2-5-16 0 0,35-172 171 0 0,-35 182-126 0 0,-1 10-12 0 0,2 28 4 0 0,0 12-8 0 0,-2-38-11 0 0,1-1-1 0 0,0 1 1 0 0,1-1-1 0 0,-1 0 0 0 0,1 0 1 0 0,1 0-1 0 0,0 0 1 0 0,7 11-1 0 0,-11-19-9 0 0,1 1 0 0 0,-1-1 0 0 0,1 1 0 0 0,0 0 0 0 0,-1-1 0 0 0,1 1 0 0 0,0-1 0 0 0,0 0 0 0 0,-1 1 0 0 0,1-1-1 0 0,0 0 1 0 0,0 1 0 0 0,0-1 0 0 0,-1 0 0 0 0,1 0 0 0 0,0 1 0 0 0,0-1 0 0 0,0 0 0 0 0,0 0 0 0 0,-1 0 0 0 0,1 0 0 0 0,0 0 0 0 0,0-1 0 0 0,0 1 0 0 0,0 0 0 0 0,0 0 0 0 0,-1 0 0 0 0,1-1 0 0 0,0 1-1 0 0,0 0 1 0 0,-1-1 0 0 0,1 1 0 0 0,0-1 0 0 0,0 1 0 0 0,0-2 0 0 0,24-18 47 0 0,-24 19-48 0 0,36-40 75 0 0,-27 28-33 0 0,1 0 0 0 0,1 2 0 0 0,15-14 0 0 0,-25 24-19 0 0,-1 0-20 0 0,-1 1-1 0 0,0-1 1 0 0,0 1 0 0 0,1-1-1 0 0,-1 1 1 0 0,0 0 0 0 0,0-1-1 0 0,1 1 1 0 0,-1-1 0 0 0,0 1-1 0 0,1 0 1 0 0,-1-1 0 0 0,1 1-1 0 0,-1 0 1 0 0,0 0-1 0 0,1-1 1 0 0,-1 1 0 0 0,1 0-1 0 0,-1 0 1 0 0,1 0 0 0 0,-1-1-1 0 0,2 1 1 0 0,-2 3 6 0 0,1 1 0 0 0,-1-1 0 0 0,0 0 0 0 0,1 1 0 0 0,-2-1 0 0 0,1 0 0 0 0,0 1 0 0 0,-1-1 0 0 0,1 0 0 0 0,-1 1 0 0 0,0-1 0 0 0,-1 3 0 0 0,-5 24 31 0 0,2 7 14 0 0,0-6 44 0 0,-2 53 0 0 0,7-75-72 0 0,0 1 0 0 0,1 0 0 0 0,0 0 0 0 0,0 0 0 0 0,1-1 0 0 0,1 1 0 0 0,0-1-1 0 0,0 0 1 0 0,8 17 0 0 0,-10-25-21 0 0,0 1-1 0 0,-1-1 1 0 0,1 0-1 0 0,0 1 0 0 0,0-1 1 0 0,-1 0-1 0 0,1 0 1 0 0,0 0-1 0 0,0 0 0 0 0,0 0 1 0 0,0 0-1 0 0,0 0 0 0 0,1 0 1 0 0,-1 0-1 0 0,0-1 1 0 0,0 1-1 0 0,1 0 0 0 0,-1-1 1 0 0,0 1-1 0 0,1-1 1 0 0,-1 1-1 0 0,1-1 0 0 0,-1 0 1 0 0,0 1-1 0 0,1-1 1 0 0,-1 0-1 0 0,1 0 0 0 0,-1 0 1 0 0,1 0-1 0 0,-1-1 1 0 0,0 1-1 0 0,1 0 0 0 0,-1 0 1 0 0,1-1-1 0 0,-1 1 1 0 0,0-1-1 0 0,1 1 0 0 0,-1-1 1 0 0,0 0-1 0 0,0 1 1 0 0,1-1-1 0 0,-1 0 0 0 0,2-2 1 0 0,4-7 28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06.8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14064 0 0,'0'0'1480'0'0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07.1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13360 0 0,'0'0'0'0'0,"40"3"0"0"0,-2-2 272 0 0,-5 4 0 0 0,-4 1-8 0 0,3-5 16 0 0,-1 2-160 0 0,27 7 112 0 0,-27-8-112 0 0,2 1 248 0 0,-1 0 0 0 0,-3-3 0 0 0,4-6 0 0 0,2 2-249 0 0,37-16 153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07.5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13168 0 0,'0'0'0'0'0,"25"15"0"0"0,0-2 104 0 0,-3 25 112 0 0,-17-18-96 0 0,-3 2-56 0 0,-4 0 8 0 0,-7 3-16 0 0,7 0 16 0 0,0-6 80 0 0,-3-7 16 0 0,-1-1 408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08.6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1 499 10848 0 0,'25'-4'12'0'0,"-8"0"51"0"0,7-5 82 0 0,-22 8-127 0 0,0 0 1 0 0,0 0-1 0 0,0 0 1 0 0,0 0-1 0 0,0 0 1 0 0,0 0-1 0 0,0-1 0 0 0,0 1 1 0 0,0-1-1 0 0,-1 1 1 0 0,1-1-1 0 0,-1 0 1 0 0,1 1-1 0 0,-1-1 1 0 0,1 0-1 0 0,-1 0 1 0 0,0 0-1 0 0,0 0 0 0 0,0 0 1 0 0,0-1-1 0 0,-1 1 1 0 0,1 0-1 0 0,0 0 1 0 0,-1-1-1 0 0,1-2 1 0 0,-1-14 140 0 0,-2-22 464 0 0,-10-38-73 0 0,7 54-354 0 0,2 0 1 0 0,1 1-1 0 0,2-40 1 0 0,0 16-27 0 0,2 10-22 0 0,-1 1-4 0 0,0 5 33 0 0,-2 30-60 0 0,3 4-82 0 0,2 5-17 0 0,-1 0 0 0 0,0 0 0 0 0,0 0 0 0 0,0 0 0 0 0,-1 1 1 0 0,0-1-1 0 0,1 15 0 0 0,4 9 36 0 0,-7-29-50 0 0,3 14 31 0 0,2 0-1 0 0,-1 0 1 0 0,2 0-1 0 0,0 0 0 0 0,1-1 1 0 0,0 0-1 0 0,1-1 1 0 0,13 18-1 0 0,-14-23 1 0 0,1 1 0 0 0,0-2 0 0 0,0 1 0 0 0,1-1 0 0 0,1 0 0 0 0,-1 0 0 0 0,11 5 0 0 0,-17-11-25 0 0,-1-1 1 0 0,1 0-1 0 0,0 0 1 0 0,0 0-1 0 0,0 0 0 0 0,0 0 1 0 0,0 0-1 0 0,0-1 1 0 0,0 1-1 0 0,0-1 0 0 0,0 0 1 0 0,0 0-1 0 0,0 0 1 0 0,0 0-1 0 0,0-1 0 0 0,0 1 1 0 0,0-1-1 0 0,-1 0 1 0 0,1 0-1 0 0,0 0 1 0 0,0 0-1 0 0,0 0 0 0 0,-1-1 1 0 0,1 1-1 0 0,0-1 1 0 0,-1 0-1 0 0,0 1 0 0 0,1-1 1 0 0,-1 0-1 0 0,0-1 1 0 0,0 1-1 0 0,0 0 0 0 0,0-1 1 0 0,2-2-1 0 0,3-6 29 0 0,0 0 0 0 0,-1 0 0 0 0,0 0 0 0 0,-1 0 0 0 0,0-1-1 0 0,-1 0 1 0 0,0 0 0 0 0,-1-1 0 0 0,-1 1 0 0 0,1 0 0 0 0,-2-1 0 0 0,0 0 0 0 0,0 1-1 0 0,-2-1 1 0 0,1 0 0 0 0,-1 1 0 0 0,-1-1 0 0 0,-4-13 0 0 0,6 25-31 0 0,0 0 1 0 0,0 0-1 0 0,0 0 0 0 0,0 0 1 0 0,0 0-1 0 0,-1 0 0 0 0,1 0 1 0 0,0 0-1 0 0,-1 0 1 0 0,1 0-1 0 0,-1 0 0 0 0,1 0 1 0 0,-1 1-1 0 0,1-1 0 0 0,-1 0 1 0 0,0 0-1 0 0,1 1 1 0 0,-1-1-1 0 0,0 0 0 0 0,0 1 1 0 0,0-1-1 0 0,1 0 0 0 0,-1 1 1 0 0,0-1-1 0 0,0 1 1 0 0,0 0-1 0 0,0-1 0 0 0,0 1 1 0 0,0 0-1 0 0,0-1 0 0 0,-1 1 1 0 0,0 1 3 0 0,0 0 0 0 0,1-1 0 0 0,-1 1 0 0 0,0 0 0 0 0,1 0 0 0 0,-1 1 0 0 0,1-1 1 0 0,-1 0-1 0 0,1 0 0 0 0,-1 1 0 0 0,1-1 0 0 0,0 1 0 0 0,0-1 0 0 0,-2 4 0 0 0,-5 8 34 0 0,0 2-1 0 0,-9 21 0 0 0,17-35-45 0 0,-15 43 90 0 0,3 1 1 0 0,1 0-1 0 0,-8 77 0 0 0,14-87-33 0 0,2-24-11 0 0,1 1-1 0 0,1 0 1 0 0,0-1-1 0 0,1 1 0 0 0,0 0 1 0 0,0-1-1 0 0,4 19 0 0 0,-4-29 66 0 0,2-3-52 0 0,2-4-35 0 0,-1 0 0 0 0,0 0 1 0 0,0-1-1 0 0,-1 1 0 0 0,3-11 1 0 0,9-22 53 0 0,-9 27-49 0 0,7-14 58 0 0,1 0 0 0 0,22-33 1 0 0,-30 52-61 0 0,0 0 1 0 0,1 1-1 0 0,0 0 1 0 0,0 0-1 0 0,0 0 1 0 0,0 1 0 0 0,1-1-1 0 0,0 2 1 0 0,0-1-1 0 0,1 1 1 0 0,-1 0 0 0 0,14-5-1 0 0,-15 8 5 0 0,0 0 0 0 0,0 1-1 0 0,0 0 1 0 0,1 0 0 0 0,-1 0-1 0 0,0 0 1 0 0,0 1 0 0 0,0 0 0 0 0,11 4-1 0 0,-15-5 41 0 0,1 3-24 0 0,1 0 1 0 0,0-1-1 0 0,-1 0 0 0 0,1 1 0 0 0,0-2 0 0 0,0 1 0 0 0,0 0 0 0 0,8 2 0 0 0,-11-4-31 0 0,7 2 42 0 0,-1 2 0 0 0,1-1 0 0 0,0 1 0 0 0,-1 0 1 0 0,0 0-1 0 0,0 1 0 0 0,0 0 0 0 0,0 1 0 0 0,-1-1 1 0 0,0 1-1 0 0,0 0 0 0 0,-1 1 0 0 0,1-1 0 0 0,-1 1 0 0 0,-1 0 1 0 0,1 0-1 0 0,5 16 0 0 0,-7-17-24 0 0,-2-4-14 0 0,0 0 0 0 0,0 0 0 0 0,1 1 0 0 0,-1-1-1 0 0,0 0 1 0 0,1 0 0 0 0,-1 0 0 0 0,1 0 0 0 0,0 0-1 0 0,-1-1 1 0 0,1 1 0 0 0,0 0 0 0 0,3 1 0 0 0,-3-2 25 0 0,-2-1-39 0 0,0 0 0 0 0,0 1-1 0 0,1-1 1 0 0,-1 0-1 0 0,0 1 1 0 0,0-1 0 0 0,1 0-1 0 0,-1 0 1 0 0,0 1-1 0 0,0-1 1 0 0,1 0 0 0 0,-1 0-1 0 0,0 0 1 0 0,1 1-1 0 0,-1-1 1 0 0,0 0 0 0 0,1 0-1 0 0,-1 0 1 0 0,0 0-1 0 0,1 0 1 0 0,-1 0 0 0 0,1 0-1 0 0,-1 0 1 0 0,0 0-1 0 0,1 0 1 0 0,-1 0 0 0 0,0 0-1 0 0,1 0 1 0 0,-1 0 0 0 0,1 0-1 0 0,-1 0 1 0 0,0 0-1 0 0,1 0 1 0 0,-1 0 0 0 0,0 0-1 0 0,1-1 1 0 0,-1 1-1 0 0,0 0 1 0 0,1 0 0 0 0,-1 0-1 0 0,0-1 1 0 0,1 1-1 0 0,17-9 235 0 0,-16 9-246 0 0,5-4 66 0 0,0 0-1 0 0,0-1 1 0 0,0 0-1 0 0,-1 0 1 0 0,1 0-1 0 0,-1-1 0 0 0,0 0 1 0 0,-1 0-1 0 0,6-9 1 0 0,2-4 184 0 0,20-41 0 0 0,-26 46-189 0 0,-4 7-11 0 0,-1 0 0 0 0,0 0 1 0 0,0 0-1 0 0,1-11 0 0 0,3-7 42 0 0,-6 23-77 0 0,0 0-1 0 0,0 0 1 0 0,0 0-1 0 0,0-1 1 0 0,0 1-1 0 0,0 0 0 0 0,-1 0 1 0 0,1 0-1 0 0,-1 0 1 0 0,0 0-1 0 0,1 0 1 0 0,-1-1-1 0 0,0 2 1 0 0,-1-4-1 0 0,1 4-7 0 0,1 0 1 0 0,-1 1-1 0 0,1-1 0 0 0,0 0 1 0 0,-1 0-1 0 0,1 0 0 0 0,-1 1 1 0 0,0-1-1 0 0,1 0 0 0 0,-1 1 0 0 0,0-1 1 0 0,1 0-1 0 0,-1 1 0 0 0,0-1 1 0 0,0 1-1 0 0,1-1 0 0 0,-1 1 1 0 0,0 0-1 0 0,0-1 0 0 0,0 1 1 0 0,0 0-1 0 0,0 0 0 0 0,0-1 1 0 0,0 1-1 0 0,1 0 0 0 0,-1 0 0 0 0,0 0 1 0 0,0 0-1 0 0,0 0 0 0 0,0 0 1 0 0,0 0-1 0 0,0 0 0 0 0,0 1 1 0 0,-1-1-1 0 0,-3 3-1 0 0,-1 0 0 0 0,1 0 0 0 0,1 1-1 0 0,-1-1 1 0 0,0 1 0 0 0,1 0 0 0 0,0 0 0 0 0,0 0 0 0 0,0 1 0 0 0,0 0 0 0 0,1-1-1 0 0,0 1 1 0 0,0 0 0 0 0,0 1 0 0 0,1-1 0 0 0,-1 1 0 0 0,1-1 0 0 0,1 1-1 0 0,-3 9 1 0 0,1-3-1 0 0,1 0 1 0 0,0 0-1 0 0,1 1 0 0 0,0-1 0 0 0,1 0 0 0 0,1 0 0 0 0,0 0 0 0 0,0 0 0 0 0,5 17 1 0 0,-6-27 0 0 0,1 0 0 0 0,0 1 0 0 0,0-1 0 0 0,-1 0 1 0 0,1 0-1 0 0,0 0 0 0 0,1 0 0 0 0,-1 0 0 0 0,0-1 0 0 0,0 1 1 0 0,1 0-1 0 0,-1 0 0 0 0,4 1 0 0 0,-5-2 0 0 0,1-1 0 0 0,0 1 0 0 0,0-1 0 0 0,0 0-1 0 0,-1 0 1 0 0,1 1 0 0 0,0-1 0 0 0,0 0 0 0 0,0 0 0 0 0,0 0 0 0 0,0 0-1 0 0,0 0 1 0 0,-1 0 0 0 0,1 0 0 0 0,0 0 0 0 0,0 0 0 0 0,0 0 0 0 0,0-1 0 0 0,-1 1-1 0 0,1 0 1 0 0,0-1 0 0 0,1 0 0 0 0,3-2 5 0 0,0 0 1 0 0,-1-1-1 0 0,0 0 1 0 0,0 0-1 0 0,0 0 0 0 0,0-1 1 0 0,3-4-1 0 0,-2 2 8 0 0,36-54 75 0 0,-39 59-79 0 0,-2 1-8 0 0,0 1 0 0 0,0-1 1 0 0,1 1-1 0 0,-1 0 1 0 0,0-1-1 0 0,0 1 0 0 0,1 0 1 0 0,-1-1-1 0 0,0 1 0 0 0,1 0 1 0 0,-1-1-1 0 0,1 1 1 0 0,-1 0-1 0 0,0 0 0 0 0,1-1 1 0 0,-1 1-1 0 0,1 0 0 0 0,-1 0 1 0 0,0 0-1 0 0,1 0 1 0 0,-1 0-1 0 0,1-1 0 0 0,0 7 0 0 0,0 0-1 0 0,-1 0 0 0 0,1 0 1 0 0,-1 0-1 0 0,-1 0 0 0 0,1 0 1 0 0,-1 0-1 0 0,0-1 1 0 0,-1 1-1 0 0,1 0 0 0 0,-4 6 1 0 0,-2 15 4 0 0,4-11-3 0 0,4-23 1 0 0,9-26-2 0 0,-9 30-2 0 0,1 0 0 0 0,-1 0 0 0 0,1 0 0 0 0,0 0 0 0 0,0 1 0 0 0,0-1 0 0 0,0 1 0 0 0,0-1 0 0 0,1 1 0 0 0,-1 0 0 0 0,1 0 0 0 0,-1 0 0 0 0,1 0 0 0 0,0 0 0 0 0,0 0 0 0 0,0 1 0 0 0,0 0 0 0 0,0-1 0 0 0,0 1 0 0 0,0 0-1 0 0,0 1 1 0 0,1-1 0 0 0,-1 0 0 0 0,0 1 0 0 0,6 0 0 0 0,-5 1-1 0 0,-1 0 0 0 0,1 0 0 0 0,0 0 0 0 0,-1 1 0 0 0,0-1 0 0 0,1 1 0 0 0,-1 0 0 0 0,0 0 0 0 0,0 0 0 0 0,0 0 0 0 0,0 1 0 0 0,0-1 0 0 0,-1 1 0 0 0,1 0 0 0 0,-1 0 0 0 0,1 0 0 0 0,-1 0 0 0 0,0 0 0 0 0,0 0 0 0 0,-1 1 0 0 0,1-1 0 0 0,1 6 0 0 0,-2-6 1 0 0,4 8-4 0 0,0 1 0 0 0,-2 1 0 0 0,5 17 0 0 0,-8-20 4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08.9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14872 0 0,'0'0'0'0'0,"34"11"0"0"0,-2-7 304 0 0,-2 2 8 0 0,2-2 8 0 0,-1-2-8 0 0,-2 1-184 0 0,26 3 119 0 0,-21-9-119 0 0,-1 0 280 0 0,0-4 8 0 0,-1-4 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09.6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0 313 12864 0 0,'0'0'169'0'0,"3"-4"7"0"0,8-14 5 0 0,-9 14-18 0 0,-1 4-153 0 0,7-10 411 0 0,-8 10-401 0 0,0 0 1 0 0,0 0-1 0 0,0-1 1 0 0,1 1 0 0 0,-1 0-1 0 0,0 0 1 0 0,0 0-1 0 0,0 0 1 0 0,1-1-1 0 0,-1 1 1 0 0,0 0 0 0 0,0 0-1 0 0,1 0 1 0 0,-1 0-1 0 0,0 0 1 0 0,0 0-1 0 0,1-1 1 0 0,-1 1 0 0 0,0 0-1 0 0,1 0 1 0 0,-1 0-1 0 0,0 0 1 0 0,0 0-1 0 0,1 0 1 0 0,-1 0 0 0 0,0 0-1 0 0,1 0 1 0 0,-1 0-1 0 0,0 0 1 0 0,0 1-1 0 0,1-1 1 0 0,-1 0 0 0 0,0 0-1 0 0,0 0 1 0 0,1 0-1 0 0,-1 0 1 0 0,0 0-1 0 0,0 1 1 0 0,1-1 0 0 0,-1 0-1 0 0,0 0 1 0 0,0 0-1 0 0,1 1 1 0 0,25 47 327 0 0,-13-23-227 0 0,1-2 1 0 0,20 28-1 0 0,-14-21-31 0 0,-11-17-68 0 0,0 0-1 0 0,1 0 1 0 0,0 0 0 0 0,16 13 0 0 0,-26-25-22 0 0,1 0 1 0 0,0-1 0 0 0,0 1 0 0 0,-1 0-1 0 0,1-1 1 0 0,0 1 0 0 0,0 0 0 0 0,0-1-1 0 0,0 1 1 0 0,0-1 0 0 0,0 0 0 0 0,0 1-1 0 0,0-1 1 0 0,0 0 0 0 0,0 1 0 0 0,0-1-1 0 0,0 0 1 0 0,0 0 0 0 0,0 0 0 0 0,0 0-1 0 0,0 0 1 0 0,1 0 0 0 0,-1-1-1 0 0,0 1 0 0 0,0-1 0 0 0,-1 0 0 0 0,1 1-1 0 0,0-1 1 0 0,-1 0 0 0 0,1 0 0 0 0,0 0 0 0 0,-1 1 0 0 0,1-1 0 0 0,-1 0 0 0 0,0 0 0 0 0,1 0 0 0 0,-1 0 0 0 0,1 0 0 0 0,-1 0 0 0 0,0 0 0 0 0,0 0-1 0 0,0 0 1 0 0,0 0 0 0 0,0 0 0 0 0,0 0 0 0 0,0 0 0 0 0,0 0 0 0 0,0-1 0 0 0,0-1-1 0 0,11-156-77 0 0,-9 98 23 0 0,-2 30 32 0 0,-1 23 9 0 0,1 1 0 0 0,0-1 0 0 0,0 1 0 0 0,1 0 0 0 0,0 0 0 0 0,2-8 0 0 0,3 2-63 0 0,-1 12 13 0 0,7 23 9 0 0,-10-18 57 0 0,18 49-55 0 0,-15-39 45 0 0,0 0 0 0 0,0-1-1 0 0,2 0 1 0 0,-1 0 0 0 0,11 14 0 0 0,-8-14 4 0 0,-4-5 0 0 0,1 0-1 0 0,0-1 1 0 0,10 10 0 0 0,-14-15 3 0 0,0 0 0 0 0,0 0 1 0 0,0-1-1 0 0,0 1 0 0 0,1-1 1 0 0,-1 0-1 0 0,0 0 1 0 0,1 0-1 0 0,-1 0 0 0 0,1 0 1 0 0,-1 0-1 0 0,1-1 1 0 0,0 1-1 0 0,-1-1 0 0 0,1 0 1 0 0,0 1-1 0 0,2-2 1 0 0,4-4 0 0 0,1-12 0 0 0,-1 0 0 0 0,0-1 0 0 0,-2-1 0 0 0,0 1 0 0 0,8-34 0 0 0,-9 29 0 0 0,16-78 8 0 0,-18 76-3 0 0,1 0 0 0 0,1 0 1 0 0,1 0-1 0 0,16-35 0 0 0,-22 58 33 0 0,3 32 4 0 0,-7 72 62 0 0,3-52-74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09.9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1 343 10952 0 0,'3'-4'236'0'0,"6"-7"235"0"0,1 1 0 0 0,18-14 1 0 0,24-25 1191 0 0,-49 45-1628 0 0,1-1 0 0 0,-1 1 0 0 0,1-1-1 0 0,-1 0 1 0 0,-1 0 0 0 0,1-1 0 0 0,-1 1-1 0 0,0 0 1 0 0,0-1 0 0 0,1-6 0 0 0,10-33 48 0 0,-10 40-80 0 0,-1-1 1 0 0,0 0 0 0 0,0 0 0 0 0,-1 0-1 0 0,0 0 1 0 0,0 0 0 0 0,0 0 0 0 0,-1 0-1 0 0,1 0 1 0 0,-2 0 0 0 0,0-12 0 0 0,0 10 0 0 0,1 6-4 0 0,0-1 0 0 0,0 1 1 0 0,0 0-1 0 0,0 0 0 0 0,-1 0 1 0 0,1 0-1 0 0,0 0 0 0 0,-1 0 0 0 0,0 1 1 0 0,0-1-1 0 0,1 0 0 0 0,-3-3 1 0 0,-5-6-1 0 0,8 11 0 0 0,0-1 0 0 0,-1 1 0 0 0,1-1 0 0 0,0 1 0 0 0,-1-1 0 0 0,1 1 0 0 0,0 0 0 0 0,-1-1 0 0 0,1 1 0 0 0,0 0 0 0 0,-1 0 0 0 0,1-1 0 0 0,-1 1 0 0 0,1 0 0 0 0,-1 0 0 0 0,1-1 0 0 0,-1 1 0 0 0,1 0 0 0 0,-1 0 0 0 0,1 0 0 0 0,-1 0 0 0 0,1 0 0 0 0,-1 0 0 0 0,1 0 0 0 0,-1 0 0 0 0,1 0 0 0 0,-1 0 0 0 0,1 0 0 0 0,-1 0 0 0 0,1 0 0 0 0,-1 0 0 0 0,1 0 0 0 0,-1 0 0 0 0,1 1 0 0 0,-1-1 0 0 0,1 0 0 0 0,0 0 0 0 0,-1 1 0 0 0,1-1 0 0 0,-1 0 0 0 0,1 1 0 0 0,0-1 0 0 0,-1 0 0 0 0,1 1 0 0 0,-1 0 0 0 0,-3 1 0 0 0,0 2 0 0 0,1-1 0 0 0,-1 0 0 0 0,1 1 0 0 0,0-1 0 0 0,0 1 0 0 0,0 0 0 0 0,0 0 0 0 0,0 0 0 0 0,1 0 0 0 0,0 1 0 0 0,0-1 0 0 0,0 1 0 0 0,0-1 0 0 0,1 1 0 0 0,-2 7 0 0 0,-1 9 0 0 0,0 1 0 0 0,-1 25 0 0 0,4-38 0 0 0,1 1 1 0 0,0 0 0 0 0,0-1-1 0 0,2 1 1 0 0,-1-1 0 0 0,1 1-1 0 0,0-1 1 0 0,1 0 0 0 0,0 1-1 0 0,0-1 1 0 0,9 14 0 0 0,-10-19 0 0 0,0-1-1 0 0,0 0 1 0 0,1 1 0 0 0,-1-1-1 0 0,1 0 1 0 0,0-1 0 0 0,0 1 0 0 0,0 0-1 0 0,0-1 1 0 0,1 1 0 0 0,-1-1 0 0 0,1 0-1 0 0,0 0 1 0 0,-1-1 0 0 0,1 1-1 0 0,0-1 1 0 0,0 0 0 0 0,0 1 0 0 0,0-2-1 0 0,0 1 1 0 0,0 0 0 0 0,0-1-1 0 0,0 0 1 0 0,0 0 0 0 0,0 0 0 0 0,0-1-1 0 0,0 1 1 0 0,0-1 0 0 0,0 0 0 0 0,6-2-1 0 0,16-5 38 0 0,-11-1-10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11.4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0 495 11152 0 0,'26'-38'368'0'0,"19"-20"358"0"0,-37 46-686 0 0,-5 8 120 0 0,1 1-1 0 0,-1-1 0 0 0,0 0 1 0 0,1 1-1 0 0,0 0 1 0 0,0 0-1 0 0,0 0 0 0 0,0 0 1 0 0,0 0-1 0 0,1 1 0 0 0,-1 0 1 0 0,8-3-1 0 0,-11 5-140 0 0,0 0-1 0 0,0 0 1 0 0,-1 0-1 0 0,1 1 1 0 0,0-1-1 0 0,-1 0 1 0 0,1 0-1 0 0,0 0 1 0 0,0 1-1 0 0,-1-1 1 0 0,1 0-1 0 0,0 1 1 0 0,-1-1-1 0 0,1 1 1 0 0,-1-1-1 0 0,1 1 1 0 0,-1-1-1 0 0,1 1 1 0 0,0-1-1 0 0,-1 1 1 0 0,0-1-1 0 0,1 1 1 0 0,-1 0-1 0 0,1-1 1 0 0,-1 1-1 0 0,0 0 1 0 0,1-1-1 0 0,-1 1 1 0 0,0 0-1 0 0,0 0 1 0 0,8 25 251 0 0,-5-8-157 0 0,0 0 0 0 0,-1 0 0 0 0,-2 1 0 0 0,1-1 0 0 0,-4 19 0 0 0,5-28 72 0 0,7-15-85 0 0,13-23-35 0 0,-17 21-39 0 0,-3 6-22 0 0,-1 0 1 0 0,0 1 0 0 0,1-1 0 0 0,-1 1 0 0 0,1-1 0 0 0,-1 1 0 0 0,1 0 0 0 0,0 0 0 0 0,0-1 0 0 0,-1 1 0 0 0,1 0 0 0 0,0 1 0 0 0,0-1 0 0 0,0 0 0 0 0,0 1 0 0 0,0-1 0 0 0,0 1 0 0 0,0-1 0 0 0,0 1 0 0 0,0 0 0 0 0,0 0 0 0 0,1 0 0 0 0,-1 0 0 0 0,0 0 0 0 0,0 0 0 0 0,0 1 0 0 0,0-1 0 0 0,0 1 0 0 0,2 0 0 0 0,3 3 13 0 0,0 0-1 0 0,0 1 1 0 0,0 0 0 0 0,-1 0 0 0 0,1 0-1 0 0,5 8 1 0 0,22 15 47 0 0,-28-24-51 0 0,1 0-1 0 0,0-1 1 0 0,0 1-1 0 0,0-1 1 0 0,0-1-1 0 0,0 1 1 0 0,8 1-1 0 0,-12-4-7 0 0,0 0 0 0 0,0 0 0 0 0,0 0-1 0 0,-1 0 1 0 0,1 0 0 0 0,0 0 0 0 0,0-1 0 0 0,-1 1 0 0 0,1-1-1 0 0,0 0 1 0 0,-1 0 0 0 0,1 0 0 0 0,-1 0 0 0 0,1 0 0 0 0,-1-1-1 0 0,1 1 1 0 0,-1-1 0 0 0,0 1 0 0 0,0-1 0 0 0,0 0 0 0 0,0 0-1 0 0,0 0 1 0 0,3-5 0 0 0,3-3 12 0 0,-1-2 0 0 0,0 1-1 0 0,-1-1 1 0 0,-1 0 0 0 0,0 0 0 0 0,0-1-1 0 0,5-24 1 0 0,9-99 105 0 0,-11 65-61 0 0,-6 65-50 0 0,-2 0-1 0 0,1 0 1 0 0,-1-1 0 0 0,1 1 0 0 0,-2 0-1 0 0,1-1 1 0 0,-1 1 0 0 0,0 0 0 0 0,0 0 0 0 0,-1 0-1 0 0,-2-8 1 0 0,3 14-10 0 0,1-1 1 0 0,0 1-1 0 0,0 0 0 0 0,-1 0 1 0 0,1 0-1 0 0,0 0 0 0 0,-1 0 1 0 0,1-1-1 0 0,0 1 0 0 0,0 0 1 0 0,-1 0-1 0 0,1 0 0 0 0,0 0 0 0 0,-1 0 1 0 0,1 0-1 0 0,0 0 0 0 0,-1 0 1 0 0,1 0-1 0 0,0 0 0 0 0,-1 0 1 0 0,1 0-1 0 0,0 0 0 0 0,0 1 0 0 0,-1-1 1 0 0,1 0-1 0 0,0 0 0 0 0,-1 0 1 0 0,1 0-1 0 0,0 0 0 0 0,0 1 1 0 0,-1-1-1 0 0,1 0 0 0 0,0 0 1 0 0,0 0-1 0 0,0 1 0 0 0,-1-1 0 0 0,1 0 1 0 0,0 0-1 0 0,0 1 0 0 0,0-1 1 0 0,-1 0-1 0 0,1 0 0 0 0,0 1 1 0 0,0-1-1 0 0,0 0 0 0 0,0 1 1 0 0,0-1-1 0 0,0 0 0 0 0,0 1 0 0 0,-7 12 35 0 0,-2 6-12 0 0,1 2-1 0 0,1-1 1 0 0,1 1 0 0 0,1 0-1 0 0,1 0 1 0 0,0 1-1 0 0,2-1 1 0 0,1 1 0 0 0,0 0-1 0 0,2-1 1 0 0,0 1 0 0 0,5 25-1 0 0,-4-42-15 0 0,0 0-1 0 0,0-1 1 0 0,1 1-1 0 0,-1 0 1 0 0,1-1-1 0 0,0 1 1 0 0,0-1-1 0 0,5 5 1 0 0,1 2 17 0 0,-8-11-24 0 0,-1 1 0 0 0,1-1 1 0 0,0 1-1 0 0,0-1 0 0 0,0 0 0 0 0,0 1 1 0 0,0-1-1 0 0,0 0 0 0 0,0 1 0 0 0,0-1 1 0 0,0 0-1 0 0,-1 0 0 0 0,1 0 0 0 0,0 0 1 0 0,0 0-1 0 0,0 0 0 0 0,0 0 0 0 0,0-1 1 0 0,0 1-1 0 0,2-1 0 0 0,17-5 27 0 0,-10 1-17 0 0,-1 0 1 0 0,0-1-1 0 0,0 0 1 0 0,-1 0-1 0 0,0-1 1 0 0,0 0-1 0 0,0-1 1 0 0,-1 0-1 0 0,0 0 0 0 0,-1 0 1 0 0,1-1-1 0 0,5-12 1 0 0,-6 11-2 0 0,-1-1-1 0 0,0 0 1 0 0,0 0 0 0 0,-1 0-1 0 0,-1 0 1 0 0,0-1 0 0 0,0 1 0 0 0,-1-1-1 0 0,-1 0 1 0 0,0-23 0 0 0,-1 30-6 0 0,-1 1-1 0 0,0-1 1 0 0,0 1 0 0 0,0-1 0 0 0,-1 1 0 0 0,1-1 0 0 0,-1 1 0 0 0,0 0-1 0 0,-1 0 1 0 0,-2-5 0 0 0,4 9-4 0 0,1-1-1 0 0,-1 1 1 0 0,1 0-1 0 0,-1 0 1 0 0,1 0 0 0 0,-1 0-1 0 0,1 0 1 0 0,-1 0-1 0 0,1 0 1 0 0,-1 0 0 0 0,1 0-1 0 0,-1 0 1 0 0,1 0-1 0 0,-1 0 1 0 0,1 0 0 0 0,-1 0-1 0 0,1 0 1 0 0,-1 0-1 0 0,1 0 1 0 0,-1 1-1 0 0,1-1 1 0 0,-1 0 0 0 0,1 0-1 0 0,0 1 1 0 0,-1-1-1 0 0,1 0 1 0 0,-1 1 0 0 0,1-1-1 0 0,0 0 1 0 0,-1 1-1 0 0,1-1 1 0 0,0 0 0 0 0,-1 2-1 0 0,-11 11 13 0 0,6-2-6 0 0,1 0 0 0 0,0 1-1 0 0,1 0 1 0 0,0 0-1 0 0,1 0 1 0 0,0 0-1 0 0,1 1 1 0 0,1-1 0 0 0,-1 23-1 0 0,2-21 0 0 0,0 0 0 0 0,2 0-1 0 0,-1 0 1 0 0,2 0 0 0 0,-1 0 0 0 0,2-1-1 0 0,0 1 1 0 0,8 16 0 0 0,-11-28-4 0 0,0 1-1 0 0,1-1 1 0 0,-1 0 0 0 0,1 0 0 0 0,-1 0 0 0 0,1 0 0 0 0,0-1-1 0 0,0 1 1 0 0,0 0 0 0 0,0-1 0 0 0,0 1 0 0 0,0-1 0 0 0,1 0 0 0 0,-1 1-1 0 0,0-1 1 0 0,1 0 0 0 0,-1-1 0 0 0,1 1 0 0 0,-1 0 0 0 0,1-1-1 0 0,-1 1 1 0 0,1-1 0 0 0,-1 0 0 0 0,1 0 0 0 0,0 0 0 0 0,4-1-1 0 0,6 0 9 0 0,0-2-1 0 0,-1 1 1 0 0,1-2-1 0 0,13-5 0 0 0,-13 5-4 0 0,7-5 8 0 0,0 0 0 0 0,30-20 0 0 0,9-4 24 0 0,12-21-36 0 0,-46 33 15 0 0,-24 20 7 0 0,-4 6-14 0 0,0 0 0 0 0,-1 0-1 0 0,0 0 1 0 0,0 0 0 0 0,0-1 0 0 0,-1 0-1 0 0,1 0 1 0 0,-11 7 0 0 0,9-6-2 0 0,-1 1 1 0 0,1 0 0 0 0,0 0-1 0 0,1 0 1 0 0,0 1-1 0 0,0 0 1 0 0,0 0 0 0 0,1 0-1 0 0,0 0 1 0 0,0 1-1 0 0,0 0 1 0 0,1 0 0 0 0,-2 10-1 0 0,-1-2 8 0 0,-3 6 26 0 0,7-20-35 0 0,1 1 0 0 0,0 0 1 0 0,0 0-1 0 0,0-1 0 0 0,0 1 0 0 0,0 0 0 0 0,0 0 0 0 0,1 0 1 0 0,-1 4-1 0 0,1-5 12 0 0,6 9 9 0 0,-2-9-23 0 0,0 1 0 0 0,0-1 0 0 0,0 0-1 0 0,0 0 1 0 0,0 0 0 0 0,1 0 0 0 0,-1-1 0 0 0,1 1 0 0 0,-1-1-1 0 0,1 0 1 0 0,-1-1 0 0 0,1 1 0 0 0,0-1 0 0 0,-1 0 0 0 0,1 0-1 0 0,-1-1 1 0 0,1 1 0 0 0,0-1 0 0 0,-1 0 0 0 0,1 0 0 0 0,-1 0-1 0 0,1-1 1 0 0,7-3 0 0 0,-10 3-2 0 0,0 0 0 0 0,1 0 0 0 0,-1 0 0 0 0,0 0 0 0 0,0 0-1 0 0,0 0 1 0 0,0-1 0 0 0,0 1 0 0 0,-1-1 0 0 0,1 1 0 0 0,-1-1 0 0 0,1 0 0 0 0,-1 1 0 0 0,0-1 0 0 0,0 0-1 0 0,0-4 1 0 0,7-49 36 0 0,-8 50-28 0 0,2-280 93 0 0,-3 240-82 0 0,-14-99 103 0 0,15 143-105 0 0,-9 30 35 0 0,5 12-17 0 0,3-1 0 0 0,1 1-1 0 0,6 43 1 0 0,0-5 18 0 0,-3-15-25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12.7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1 303 8536 0 0,'12'-4'-75'0'0,"8"-2"212"0"0,1-1 287 0 0,7-6 472 0 0,-26 11-837 0 0,0 1 0 0 0,0-1-1 0 0,0 0 1 0 0,0 0-1 0 0,0 0 1 0 0,0 0 0 0 0,-1 0-1 0 0,1 0 1 0 0,-1 0-1 0 0,0-1 1 0 0,1 1-1 0 0,-1 0 1 0 0,0-1 0 0 0,0 1-1 0 0,-1-1 1 0 0,1 1-1 0 0,0-1 1 0 0,-1-4 0 0 0,-1-37 1980 0 0,0-7-1442 0 0,2 46-569 0 0,-2 0 1 0 0,1 0 0 0 0,0 0-1 0 0,-1-1 1 0 0,0 1-1 0 0,0 0 1 0 0,-1 0 0 0 0,1 0-1 0 0,-5-8 1 0 0,-6-26 153 0 0,11 36-178 0 0,0 1 1 0 0,0 0 0 0 0,0 0 0 0 0,-1 0-1 0 0,1-1 1 0 0,-1 1 0 0 0,1 1 0 0 0,-1-1 0 0 0,0 0-1 0 0,0 0 1 0 0,0 1 0 0 0,0-1 0 0 0,0 1 0 0 0,0-1-1 0 0,0 1 1 0 0,-4-2 0 0 0,4 2 10 0 0,0 4-9 0 0,0 0-6 0 0,1 0 0 0 0,-1 0 0 0 0,0 0 1 0 0,1 0-1 0 0,0 1 0 0 0,0-1 0 0 0,0 0 0 0 0,0 1 0 0 0,0-1 0 0 0,1 1 0 0 0,0-1 0 0 0,0 1 0 0 0,0 0 0 0 0,0-1 0 0 0,0 1 0 0 0,0-1 1 0 0,1 1-1 0 0,2 5 0 0 0,-1 6 0 0 0,4 17-23 0 0,16 58 0 0 0,-4-22-2 0 0,-17-64 24 0 0,1 0 0 0 0,-1 0 0 0 0,0 0-1 0 0,1 0 1 0 0,0-1 0 0 0,0 1 0 0 0,0 0 0 0 0,0-1 0 0 0,1 0 0 0 0,0 1 0 0 0,-1-1 0 0 0,1 0 0 0 0,0 0-1 0 0,0-1 1 0 0,1 1 0 0 0,-1-1 0 0 0,1 1 0 0 0,-1-1 0 0 0,1 0 0 0 0,-1 0 0 0 0,1-1 0 0 0,0 1-1 0 0,0-1 1 0 0,8 2 0 0 0,-5-2 0 0 0,0 0-1 0 0,0 0 1 0 0,0-1-1 0 0,0 0 1 0 0,0 0 0 0 0,0 0-1 0 0,0-1 1 0 0,0 0-1 0 0,0-1 1 0 0,0 0-1 0 0,-1 0 1 0 0,1 0-1 0 0,-1 0 1 0 0,9-6 0 0 0,3-3 6 0 0,-1-1 0 0 0,0 0 1 0 0,-1-1-1 0 0,0-1 0 0 0,-1-1 1 0 0,0 0-1 0 0,-2-1 0 0 0,0-1 1 0 0,-1 0-1 0 0,14-25 0 0 0,-20 32 33 0 0,0-1 0 0 0,-1 0 0 0 0,0 0 0 0 0,4-18 0 0 0,-8 27 292 0 0,-3 5-283 0 0,-5 12-10 0 0,-12 25 79 0 0,1 0 1 0 0,2 2 0 0 0,2 0-1 0 0,-8 45 1 0 0,20-81-111 0 0,-17 117 242 0 0,18-108-197 0 0,1 0 0 0 0,0 1 0 0 0,1-1 1 0 0,0-1-1 0 0,2 1 0 0 0,5 21 0 0 0,-8-35-42 0 0,0 0-1 0 0,0 1 1 0 0,1-1 0 0 0,-1 0 0 0 0,1 0-1 0 0,-1 0 1 0 0,1 0 0 0 0,-1 0 0 0 0,1 0-1 0 0,0 1 1 0 0,-1-2 0 0 0,1 1 0 0 0,0 0 0 0 0,0 0-1 0 0,0 0 1 0 0,0 0 0 0 0,0 0 0 0 0,0-1-1 0 0,0 1 1 0 0,0 0 0 0 0,0-1 0 0 0,0 1-1 0 0,0-1 1 0 0,0 1 0 0 0,0-1 0 0 0,0 0-1 0 0,1 1 1 0 0,-1-1 0 0 0,0 0 0 0 0,0 0-1 0 0,1 0 1 0 0,-1 0 0 0 0,0 0 0 0 0,0 0-1 0 0,2 0 1 0 0,-1-1 4 0 0,1 0 0 0 0,0 0-1 0 0,-1 0 1 0 0,1 0 0 0 0,-1 0-1 0 0,1-1 1 0 0,-1 1 0 0 0,0-1 0 0 0,1 0-1 0 0,-1 1 1 0 0,0-1 0 0 0,0 0-1 0 0,0 0 1 0 0,-1-1 0 0 0,3-2 0 0 0,12-25 61 0 0,-1 1 0 0 0,-2-2 1 0 0,-1 0-1 0 0,16-64 0 0 0,-6 16 30 0 0,3-36 117 0 0,-23 102-199 0 0,-2 10-7 0 0,1 0-1 0 0,-1 0 1 0 0,0 1-1 0 0,0-1 1 0 0,0 0-1 0 0,0 0 1 0 0,-1 0-1 0 0,1 0 1 0 0,-1 1 0 0 0,1-1-1 0 0,-1 0 1 0 0,0 0-1 0 0,0 1 1 0 0,0-1-1 0 0,-1 1 1 0 0,1-1-1 0 0,-1 1 1 0 0,1 0-1 0 0,-1-1 1 0 0,-3-2-1 0 0,4 4 46 0 0,-11 21 95 0 0,2-6-118 0 0,4 1 6 0 0,0 1-1 0 0,1 0 0 0 0,1 1 0 0 0,0-1 0 0 0,-1 27 0 0 0,2-12 30 0 0,2 0 0 0 0,3 34-1 0 0,-1-57-50 0 0,0 0 0 0 0,0 0-1 0 0,0-1 1 0 0,1 1 0 0 0,0 0-1 0 0,4 7 1 0 0,-5-13-15 0 0,-1-1-1 0 0,1 0 1 0 0,0 1 0 0 0,-1-1-1 0 0,1 0 1 0 0,0 1 0 0 0,0-1-1 0 0,0 0 1 0 0,0 0 0 0 0,0 0-1 0 0,0 0 1 0 0,1 0 0 0 0,-1 0-1 0 0,0 0 1 0 0,1 0 0 0 0,-1-1-1 0 0,0 1 1 0 0,1 0 0 0 0,-1-1-1 0 0,1 1 1 0 0,-1-1 0 0 0,1 1-1 0 0,-1-1 1 0 0,1 0 0 0 0,-1 0-1 0 0,1 0 1 0 0,-1 1 0 0 0,1-2-1 0 0,-1 1 1 0 0,1 0 0 0 0,-1 0-1 0 0,1 0 1 0 0,2-2 0 0 0,-2 1 5 0 0,1-1 0 0 0,-1-1 1 0 0,0 1-1 0 0,-1 0 0 0 0,1 0 0 0 0,0-1 1 0 0,-1 1-1 0 0,1-1 0 0 0,1-4 0 0 0,0 2 6 0 0,6-12 19 0 0,-2-1-3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13.0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 12552 0 0,'0'0'0'0'0,"33"0"264"0"0,-16 0 0 0 0,0 0-8 0 0,9 0 8 0 0,6 0-160 0 0,24 0 128 0 0,-26 0-112 0 0,4 0 344 0 0,-1 0 16 0 0,3 0-8 0 0,2-3 8 0 0,-2-2-352 0 0,23 1 160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16.2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1 612 10344 0 0,'0'0'680'0'0,"4"-4"-562"0"0,151-147 838 0 0,-152 148-953 0 0,26-24 96 0 0,-1-2 1 0 0,30-40 0 0 0,-49 58-100 0 0,0-3 0 0 0,-2 6-2 0 0,-6 6-4 0 0,-17 18-21 0 0,-1 2 10 0 0,0 2-1 0 0,1 0 1 0 0,-25 42 0 0 0,25-36 0 0 0,1 1 1 0 0,2 0 0 0 0,0 1 0 0 0,2 0 0 0 0,-11 44-1 0 0,21-66 13 0 0,-1 0 1 0 0,1 0 0 0 0,0 0 0 0 0,1 0 0 0 0,-1-1 0 0 0,1 1 0 0 0,0 0 0 0 0,1 0 1 0 0,0 7-1 0 0,0-11 3 0 0,-1-1 0 0 0,0 1 0 0 0,0-1 0 0 0,1 0 0 0 0,-1 1 0 0 0,0-1 0 0 0,0 1 0 0 0,-1-1 0 0 0,1 1 0 0 0,0-1 0 0 0,0 0 0 0 0,-2 3 0 0 0,2-2 0 0 0,1 8 0 0 0,6-1 0 0 0,2-11 0 0 0,-2-5 2 0 0,0-1 1 0 0,0 0 0 0 0,-1 0 0 0 0,0 0 0 0 0,0-1 0 0 0,-1 0 0 0 0,7-14 0 0 0,1-2 6 0 0,6-12 16 0 0,13-21 10 0 0,-12 30 10 0 0,-2-1 1 0 0,-1-1-1 0 0,-1-1 1 0 0,16-44-1 0 0,-27 61 5 0 0,-1 0 0 0 0,0 0 0 0 0,-1-1 0 0 0,-1 0 0 0 0,-1 1 0 0 0,0-1 0 0 0,0 0 0 0 0,-2 0 0 0 0,0 0 0 0 0,0 0 0 0 0,-2 1 1 0 0,0-1-1 0 0,-5-16 0 0 0,-2 13 184 0 0,10 18-223 0 0,-1 0 0 0 0,1 0 0 0 0,0 0 0 0 0,0-1 0 0 0,-1 1 0 0 0,1 0 1 0 0,0 0-1 0 0,0 0 0 0 0,-1 0 0 0 0,1 0 0 0 0,0 0 0 0 0,-1 0 0 0 0,1 0 1 0 0,0 0-1 0 0,0 0 0 0 0,-1 0 0 0 0,1 0 0 0 0,0 0 0 0 0,0 0 0 0 0,-1 0 1 0 0,1 0-1 0 0,0 0 0 0 0,-1 0 0 0 0,1 0 0 0 0,0 1 0 0 0,0-1 0 0 0,0 0 0 0 0,-1 0 1 0 0,1 0-1 0 0,0 0 0 0 0,0 1 0 0 0,-1-1 0 0 0,1 0 0 0 0,0 0 0 0 0,0 0 1 0 0,0 1-1 0 0,-2 2 24 0 0,0 0 0 0 0,1 0 0 0 0,0 0 0 0 0,0 0-1 0 0,0 0 1 0 0,0 0 0 0 0,0 0 0 0 0,0 0 0 0 0,1 1 0 0 0,-1 3 0 0 0,1 16 33 0 0,1 0 0 0 0,0 0 0 0 0,2 0 0 0 0,1 0-1 0 0,0 0 1 0 0,2-1 0 0 0,1 0 0 0 0,0 0 0 0 0,2-1-1 0 0,0 0 1 0 0,1 0 0 0 0,2-1 0 0 0,0 0 0 0 0,22 27 0 0 0,-28-40-35 0 0,0 1 1 0 0,0-1 0 0 0,1 0 0 0 0,1 0-1 0 0,-1 0 1 0 0,1-1 0 0 0,12 7 0 0 0,-17-11-19 0 0,0-1 0 0 0,1 1-1 0 0,0-1 1 0 0,-1 1 0 0 0,1-1 0 0 0,0-1 0 0 0,-1 1 0 0 0,1 0 0 0 0,0-1-1 0 0,0 0 1 0 0,0 0 0 0 0,0 0 0 0 0,0 0 0 0 0,-1 0 0 0 0,1-1 0 0 0,0 0 0 0 0,0 0-1 0 0,-1 0 1 0 0,1 0 0 0 0,0-1 0 0 0,3-1 0 0 0,-1 0 7 0 0,-1-1 1 0 0,1 0 0 0 0,-1-1-1 0 0,0 1 1 0 0,0-1-1 0 0,0 0 1 0 0,-1 0-1 0 0,1 0 1 0 0,-1-1 0 0 0,0 1-1 0 0,-1-1 1 0 0,5-11-1 0 0,1-3 46 0 0,0-1 0 0 0,7-31 0 0 0,-12 34-10 0 0,0-1-1 0 0,-1 0 0 0 0,0-21 1 0 0,-2 30-19 0 0,-1 0 0 0 0,-1 1 0 0 0,0-1 0 0 0,0 0 0 0 0,-1 0 0 0 0,0 1 0 0 0,-6-17-1 0 0,8 26-32 0 0,0-1-1 0 0,-1 1 0 0 0,1-1 0 0 0,0 1 0 0 0,-1 0 0 0 0,1-1 0 0 0,0 1 0 0 0,-1 0 1 0 0,1-1-1 0 0,-1 1 0 0 0,1 0 0 0 0,-1-1 0 0 0,1 1 0 0 0,0 0 0 0 0,-1 0 0 0 0,1 0 0 0 0,-1 0 1 0 0,1-1-1 0 0,-1 1 0 0 0,1 0 0 0 0,-1 0 0 0 0,0 0 0 0 0,1 0 0 0 0,-1 0 0 0 0,1 0 0 0 0,-1 0 1 0 0,1 0-1 0 0,-1 0 0 0 0,1 1 0 0 0,-1-1 0 0 0,1 0 0 0 0,-1 0 0 0 0,1 0 0 0 0,0 0 1 0 0,-1 1-1 0 0,1-1 0 0 0,-1 0 0 0 0,0 1 0 0 0,-16 11 75 0 0,7 2-41 0 0,1 1-1 0 0,0 0 0 0 0,1 0 0 0 0,0 1 0 0 0,2 0 0 0 0,-1 0 1 0 0,-6 34-1 0 0,6-26 10 0 0,2 1 0 0 0,1-1 1 0 0,-1 28-1 0 0,5-41-28 0 0,-1-1 1 0 0,2 1-1 0 0,0 0 1 0 0,0 0-1 0 0,1-1 0 0 0,0 1 1 0 0,1-1-1 0 0,0 0 1 0 0,8 18-1 0 0,-10-26-13 0 0,0 1 0 0 0,0-1 0 0 0,0 0 0 0 0,1 0 0 0 0,-1 0 0 0 0,1 0 0 0 0,-1 0 0 0 0,1 0 0 0 0,-1 0 0 0 0,1-1 0 0 0,0 1-1 0 0,0-1 1 0 0,0 1 0 0 0,0-1 0 0 0,0 0 0 0 0,0 1 0 0 0,1-1 0 0 0,-1 0 0 0 0,0-1 0 0 0,0 1 0 0 0,1 0 0 0 0,-1-1 0 0 0,1 1 0 0 0,-1-1 0 0 0,1 0 0 0 0,-1 1 0 0 0,0-1 0 0 0,5-1 0 0 0,-3 0 2 0 0,0 0 0 0 0,0-1 1 0 0,0 1-1 0 0,0-1 1 0 0,0 0-1 0 0,0 0 0 0 0,-1 0 1 0 0,1-1-1 0 0,-1 1 1 0 0,1-1-1 0 0,-1 0 0 0 0,0 0 1 0 0,0 0-1 0 0,0-1 1 0 0,4-6-1 0 0,6-9 22 0 0,-2-1 0 0 0,0 0 0 0 0,-1-1 0 0 0,-1 0 0 0 0,6-23-1 0 0,12-20 23 0 0,-20 48-32 0 0,0 0 0 0 0,0 0 0 0 0,7-33-1 0 0,-9 19 13 0 0,-1-1-1 0 0,-2 1 0 0 0,-1 0 0 0 0,-1-1 1 0 0,-6-48-1 0 0,4 64-8 0 0,2 12-19 0 0,0 0 0 0 0,0 1-1 0 0,0-1 1 0 0,-1 0 0 0 0,1 1 0 0 0,-1-1 0 0 0,0 1 0 0 0,0-1-1 0 0,0 1 1 0 0,-2-6 0 0 0,2 7 44 0 0,3 1-2 0 0,2-1-78 0 0,1 15 537 0 0,46 265-421 0 0,-48-262-71 0 0,1-1-1 0 0,0 0 1 0 0,1 0-1 0 0,1 0 1 0 0,16 29-1 0 0,-20-42-9 0 0,0 1 0 0 0,0-1 0 0 0,1 0 0 0 0,-1 0 0 0 0,1 0 0 0 0,0-1 1 0 0,-1 1-1 0 0,1-1 0 0 0,0 0 0 0 0,1 1 0 0 0,-1-1 0 0 0,0 0 0 0 0,1-1 0 0 0,-1 1 0 0 0,1-1 0 0 0,-1 1 0 0 0,1-1 0 0 0,0 0 0 0 0,-1-1 0 0 0,1 1 0 0 0,0 0 0 0 0,0-1 1 0 0,-1 0-1 0 0,1 0 0 0 0,0 0 0 0 0,7-2 0 0 0,-5 1 7 0 0,0-1 1 0 0,-1 0-1 0 0,1 0 1 0 0,0 0-1 0 0,-1-1 1 0 0,0 0-1 0 0,1 0 1 0 0,-1 0 0 0 0,8-7-1 0 0,39-41 124 0 0,-32 31-93 0 0,-15 16-25 0 0,0-1 1 0 0,0 0-1 0 0,-1 0 1 0 0,0-1-1 0 0,1 1 0 0 0,-2-1 1 0 0,1 0-1 0 0,-1 0 1 0 0,0 0-1 0 0,0-1 1 0 0,4-11-1 0 0,-7 17-24 0 0,8-27 152 0 0,-6 19 19 0 0,-7 18-23 0 0,-22 56 124 0 0,9-24-127 0 0,-20 72 0 0 0,27-73 7 0 0,3 0 1 0 0,2 1-1 0 0,-3 62 0 0 0,9-101-15 0 0,2 0-44 0 0,-2-2-84 0 0,0 0 1 0 0,0 1-1 0 0,0-1 1 0 0,0 0-1 0 0,0 0 1 0 0,0 0-1 0 0,1 1 1 0 0,-1-1-1 0 0,0 0 1 0 0,0 0-1 0 0,0 0 1 0 0,0 0 0 0 0,0 1-1 0 0,0-1 1 0 0,0 0-1 0 0,1 0 1 0 0,-1 0-1 0 0,0 0 1 0 0,0 0-1 0 0,0 0 1 0 0,0 1-1 0 0,1-1 1 0 0,-1 0-1 0 0,0 0 1 0 0,0 0-1 0 0,0 0 1 0 0,0 0-1 0 0,1 0 1 0 0,-1 0 0 0 0,0 0-1 0 0,0 0 1 0 0,0 0-1 0 0,1 0 1 0 0,-1 0-1 0 0,0 0 1 0 0,0 0-1 0 0,0 0 1 0 0,1 0-1 0 0,-1 0 1 0 0,0 0-1 0 0,0 0 1 0 0,0 0-1 0 0,1 0 1 0 0,10-20 63 0 0,0 1 0 0 0,-1-1 0 0 0,-1-1 0 0 0,-2 0 0 0 0,9-33 0 0 0,4-8 58 0 0,-10 15 24 0 0,-10 45-120 0 0,1-6 116 0 0,7 22-124 0 0,-2 1 1 0 0,0 0-1 0 0,5 15 0 0 0,-6-19-5 0 0,8 3 9 0 0,-12-14-23 0 0,1 0 0 0 0,0 0 0 0 0,-1 0 0 0 0,1-1 0 0 0,0 1 0 0 0,-1 0 0 0 0,1-1 0 0 0,0 1 0 0 0,-1-1 0 0 0,1 0 0 0 0,-1 1 0 0 0,1-1 0 0 0,-1 0 0 0 0,1 0 0 0 0,-1 0 0 0 0,2-1 0 0 0,0-1-1 0 0,0 1 0 0 0,0 0 0 0 0,0-1 0 0 0,0 0 0 0 0,-1 0 0 0 0,1 0 0 0 0,-1 0 0 0 0,4-6 0 0 0,6-7 0 0 0,-2 7 0 0 0,-3 4 0 0 0,-1 0 0 0 0,0-1 0 0 0,-1 0 0 0 0,1 0 0 0 0,-1 0 0 0 0,0-1 0 0 0,-1 1 0 0 0,8-15 0 0 0,-5 11 0 0 0,-5 9 0 0 0,-1-1 0 0 0,0 1 0 0 0,0 0 0 0 0,0-1 0 0 0,0 1 1 0 0,0 0-1 0 0,0-1 0 0 0,0 0 0 0 0,0 1 0 0 0,-1-1 0 0 0,1 1 0 0 0,-1-1 0 0 0,1 0 0 0 0,-1 1 0 0 0,0-1 0 0 0,1 0 0 0 0,-1 0 0 0 0,0 1 0 0 0,0-1 1 0 0,0-2-1 0 0,0 2 6 0 0,-1 5 1 0 0,-35 71 2 0 0,9 45 31 0 0,20-83-30 0 0,6-31-6 0 0,0-1 0 0 0,0 0 0 0 0,0 1 0 0 0,1-1 0 0 0,0 1 1 0 0,0-1-1 0 0,0 1 0 0 0,0-1 0 0 0,1 0 0 0 0,0 1 0 0 0,-1-1 1 0 0,2 0-1 0 0,-1 1 0 0 0,0-1 0 0 0,1 0 0 0 0,0 0 0 0 0,0 0 1 0 0,0 0-1 0 0,0-1 0 0 0,1 1 0 0 0,0 0 0 0 0,0-1 0 0 0,-1 0 0 0 0,5 4 1 0 0,-4-5 1 0 0,0 0 1 0 0,0 0-1 0 0,0 0 1 0 0,0-1-1 0 0,0 1 1 0 0,1-1-1 0 0,-1 1 1 0 0,0-1-1 0 0,1 0 1 0 0,-1-1-1 0 0,1 1 1 0 0,-1 0-1 0 0,1-1 1 0 0,-1 0 0 0 0,1 0-1 0 0,0 0 1 0 0,3-1-1 0 0,-1 0 7 0 0,1-1 0 0 0,-1 1-1 0 0,0-1 1 0 0,0-1 0 0 0,0 0 0 0 0,0 1 0 0 0,0-2-1 0 0,9-6 1 0 0,-1-1 15 0 0,-1 0-1 0 0,0-2 0 0 0,-1 1 1 0 0,0-1-1 0 0,-1-1 0 0 0,12-19 1 0 0,-5 1 14 0 0,-1 0 1 0 0,-2-1-1 0 0,-1-1 1 0 0,-1 0-1 0 0,-2-1 1 0 0,-2-1-1 0 0,-1 1 1 0 0,-1-1 0 0 0,-3 0-1 0 0,1-52 1 0 0,-3 57-14 0 0,-1 18-6 0 0,0 0 1 0 0,-1 1-1 0 0,0-1 1 0 0,-1 0-1 0 0,-1 0 1 0 0,0 0-1 0 0,-4-14 1 0 0,6 26-21 0 0,0 0 0 0 0,-1 0 0 0 0,1 0 0 0 0,0 0 0 0 0,-1 0 0 0 0,1 1 0 0 0,0-1 1 0 0,-1 0-1 0 0,1 0 0 0 0,-1 1 0 0 0,1-1 0 0 0,-1 0 0 0 0,0 0 0 0 0,1 1 0 0 0,-1-1 0 0 0,0 1 0 0 0,1-1 0 0 0,-1 1 0 0 0,0-1 0 0 0,0 1 1 0 0,0-1-1 0 0,1 1 0 0 0,-1 0 0 0 0,0-1 0 0 0,0 1 0 0 0,0 0 0 0 0,0 0 0 0 0,0-1 0 0 0,0 1 0 0 0,1 0 0 0 0,-1 0 0 0 0,0 0 1 0 0,0 0-1 0 0,0 0 0 0 0,0 1 0 0 0,0-1 0 0 0,0 0 0 0 0,-1 1 0 0 0,0-1 2 0 0,0 1 0 0 0,0 0-1 0 0,0 1 1 0 0,1-1 0 0 0,-1 0 0 0 0,0 0-1 0 0,1 1 1 0 0,-1-1 0 0 0,1 1 0 0 0,-1-1 0 0 0,1 1-1 0 0,0 0 1 0 0,-1-1 0 0 0,1 1 0 0 0,0 0-1 0 0,-1 3 1 0 0,-22 59 63 0 0,-21 90 0 0 0,37-115-38 0 0,1 0 0 0 0,2 0 0 0 0,-1 75 0 0 0,12-67 10 0 0,-5-45-36 0 0,-1 0-1 0 0,1 0 1 0 0,0 0 0 0 0,0 1 0 0 0,0-1 0 0 0,0 0-1 0 0,0 0 1 0 0,0 0 0 0 0,1 0 0 0 0,-1-1 0 0 0,1 1-1 0 0,-1 0 1 0 0,1-1 0 0 0,0 1 0 0 0,-1-1-1 0 0,4 3 1 0 0,-5-4-1 0 0,1 0-1 0 0,0 0 1 0 0,0 0-1 0 0,0 0 1 0 0,0 0-1 0 0,-1 0 1 0 0,1 0-1 0 0,0 0 1 0 0,0 0-1 0 0,0 0 1 0 0,-1-1-1 0 0,1 1 0 0 0,0 0 1 0 0,0-1-1 0 0,-1 1 1 0 0,1 0-1 0 0,0-1 1 0 0,0 1-1 0 0,-1-1 1 0 0,1 1-1 0 0,-1-1 1 0 0,1 1-1 0 0,0-1 1 0 0,-1 1-1 0 0,1-1 1 0 0,-1 0-1 0 0,1 1 1 0 0,-1-1-1 0 0,1 0 1 0 0,-1 0-1 0 0,3-2 0 0 0,14-18 31 0 0,0-1 0 0 0,19-32 0 0 0,12-17 51 0 0,-30 45-62 0 0,-15 20-12 0 0,1 1 0 0 0,-1-1 0 0 0,1 1 0 0 0,0 0 0 0 0,0 0 0 0 0,1 0 0 0 0,-1 1 1 0 0,1-1-1 0 0,0 1 0 0 0,0 0 0 0 0,0 1 0 0 0,11-6 0 0 0,-15 9-8 0 0,-1 0 0 0 0,1 0 0 0 0,0 0 0 0 0,0 0 0 0 0,0 0 0 0 0,-1 0 0 0 0,1 0 0 0 0,0 0 0 0 0,0 1 0 0 0,0-1 0 0 0,-1 0 0 0 0,1 0-1 0 0,0 1 1 0 0,0-1 0 0 0,-1 1 0 0 0,1-1 0 0 0,0 1 0 0 0,-1-1 0 0 0,1 1 0 0 0,-1-1 0 0 0,1 1 0 0 0,0-1 0 0 0,-1 1 0 0 0,1 0 0 0 0,0 0 0 0 0,9 17 26 0 0,0 6-1 0 0,-2 0 0 0 0,0 2 0 0 0,-2-1 0 0 0,0 1 1 0 0,2 39-1 0 0,7 29 30 0 0,-13-83-51 0 0,1 2 5 0 0,0 1-1 0 0,-1 0 1 0 0,0 25 0 0 0,-7-16 10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16.6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50 15576 0 0,'0'0'0'0'0,"45"8"0"0"0,-1-4 432 0 0,-1-1 23 0 0,-3-3-15 0 0,-2 2 8 0 0,0-2-312 0 0,28-7 136 0 0,-37 5-128 0 0,1-4 352 0 0,-1-1 8 0 0,-3-2 0 0 0,-4 1 0 0 0,6-2-376 0 0,25-8 160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17.1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0 485 12552 0 0,'16'-23'166'0'0,"6"-13"282"0"0,-17 28-355 0 0,-1-1 0 0 0,0 0 0 0 0,-1 0 1 0 0,0 0-1 0 0,-1-1 0 0 0,0 1 0 0 0,0-1 1 0 0,-1 1-1 0 0,1-12 0 0 0,-1-9 260 0 0,10-52 0 0 0,0 5-45 0 0,-10 68-274 0 0,1 0 0 0 0,0 1 0 0 0,0-1 0 0 0,1 1 0 0 0,4-9 0 0 0,6-21 80 0 0,-11 33-87 0 0,0 0 0 0 0,0 0 1 0 0,0 0-1 0 0,0 1 0 0 0,5-7 0 0 0,-1 10-20 0 0,-1 9-7 0 0,8 23-37 0 0,-2 0 0 0 0,-1 1 1 0 0,9 45-1 0 0,13 42-58 0 0,26 17-31 0 0,-8-24 47 0 0,-33-79 53 0 0,4 3-12 0 0,-16-29 37 0 0,-7-16 1 0 0,-4-10 0 0 0,-2-7 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17.5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22 9944 0 0,'56'12'627'0'0,"-34"-9"-189"0"0,40 0 0 0 0,-30-4-88 0 0,0-2 1 0 0,0-1-1 0 0,0-2 0 0 0,48-14 0 0 0,-65 14-196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17.9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0 591 9344 0 0,'1'1'24'0'0,"-1"0"0"0"0,1 1 0 0 0,0-1 0 0 0,0 0 0 0 0,0 1 0 0 0,0-1 0 0 0,0 0 1 0 0,0 0-1 0 0,0 0 0 0 0,0 0 0 0 0,0 0 0 0 0,3 1 0 0 0,11 0 175 0 0,-13-2-73 0 0,17-30 250 0 0,-10 13-331 0 0,-1 0 0 0 0,0 0 0 0 0,-1-1-1 0 0,-1 0 1 0 0,-1 0 0 0 0,0-1-1 0 0,2-22 1 0 0,-1-8 81 0 0,-1-74 0 0 0,-5 121-123 0 0,0 0 1 0 0,0 0 0 0 0,0 0-1 0 0,0 1 1 0 0,-1-1-1 0 0,1 0 1 0 0,-1 0 0 0 0,1 0-1 0 0,-1 0 1 0 0,0 1-1 0 0,0-1 1 0 0,0 0 0 0 0,0 1-1 0 0,0-1 1 0 0,0 1-1 0 0,0-1 1 0 0,-3-2 0 0 0,4 4-3 0 0,0 0 0 0 0,-1 0 1 0 0,1-1-1 0 0,0 1 0 0 0,0 0 1 0 0,-1 0-1 0 0,1 0 0 0 0,0 0 0 0 0,-1 0 1 0 0,1-1-1 0 0,-1 1 0 0 0,1 0 1 0 0,0 0-1 0 0,-1 0 0 0 0,1 0 1 0 0,0 0-1 0 0,-1 0 0 0 0,1 0 0 0 0,0 0 1 0 0,-1 0-1 0 0,1 0 0 0 0,0 1 1 0 0,-1-1-1 0 0,1 0 0 0 0,0 0 1 0 0,-1 0-1 0 0,1 0 0 0 0,0 0 1 0 0,-1 1-1 0 0,0-1 0 0 0,1 1 1 0 0,-1 0-1 0 0,0 1 1 0 0,0-1-1 0 0,1 0 1 0 0,-1 0-1 0 0,0 0 1 0 0,1 1-1 0 0,0-1 1 0 0,-1 0-1 0 0,1 1 1 0 0,-1-1-1 0 0,1 0 1 0 0,0 2-1 0 0,-6 39 17 0 0,1 0-1 0 0,2 0 0 0 0,3 46 0 0 0,2-73-8 0 0,0 0-1 0 0,0 1 1 0 0,1-2-1 0 0,1 1 1 0 0,1 0-1 0 0,0-1 1 0 0,1 0-1 0 0,0 0 1 0 0,1 0-1 0 0,0-1 1 0 0,17 22-1 0 0,-20-30 0 0 0,-1-1 1 0 0,1 0-1 0 0,0 1 1 0 0,0-2 0 0 0,0 1-1 0 0,1 0 1 0 0,-1-1-1 0 0,1 0 1 0 0,6 3-1 0 0,-8-4-2 0 0,1-1-1 0 0,-1 0 1 0 0,1 0 0 0 0,-1-1-1 0 0,1 1 1 0 0,-1-1 0 0 0,1 1 0 0 0,-1-1-1 0 0,1 0 1 0 0,0-1 0 0 0,-1 1-1 0 0,1-1 1 0 0,-1 1 0 0 0,1-1-1 0 0,5-2 1 0 0,-4 0 7 0 0,1 0 0 0 0,0 0-1 0 0,-1 0 1 0 0,0-1 0 0 0,0 0 0 0 0,0 0 0 0 0,0-1-1 0 0,0 1 1 0 0,-1-1 0 0 0,0 0 0 0 0,0 0 0 0 0,3-6-1 0 0,6-10 52 0 0,19-39 1 0 0,-17 24 18 0 0,-1-1 0 0 0,-1 0 0 0 0,-3-1 0 0 0,-1 0 0 0 0,8-76 0 0 0,-15 87 12 0 0,-2 0-1 0 0,-1 1 1 0 0,-1-1-1 0 0,-1 1 1 0 0,-10-42-1 0 0,12 65-79 0 0,0 0 0 0 0,0 0 0 0 0,0 0 1 0 0,-1 0-1 0 0,1 1 0 0 0,-1-1 0 0 0,1 0 0 0 0,-1 1 0 0 0,0-1 0 0 0,-2-2 1 0 0,3 5-7 0 0,1 0 0 0 0,-1-1 1 0 0,1 1-1 0 0,-1 0 1 0 0,1 0-1 0 0,-1 0 1 0 0,1-1-1 0 0,-1 1 1 0 0,1 0-1 0 0,-1 0 0 0 0,1 0 1 0 0,-1 0-1 0 0,1 0 1 0 0,-1 0-1 0 0,1 0 1 0 0,-1 0-1 0 0,1 0 1 0 0,-1 0-1 0 0,1 0 0 0 0,-1 0 1 0 0,1 1-1 0 0,-1-1 1 0 0,1 0-1 0 0,-1 0 1 0 0,1 0-1 0 0,-1 1 1 0 0,1-1-1 0 0,-1 0 0 0 0,1 1 1 0 0,0-1-1 0 0,-1 0 1 0 0,1 1-1 0 0,-1 0 1 0 0,-11 12 149 0 0,4 3-94 0 0,2 0 1 0 0,0 0-1 0 0,0 1 1 0 0,2 0 0 0 0,0 0-1 0 0,-3 26 1 0 0,-1 108 305 0 0,7-123-316 0 0,1-5 44 0 0,1 0-1 0 0,1-1 1 0 0,1 1 0 0 0,1-1-1 0 0,1 0 1 0 0,1 0 0 0 0,1 0-1 0 0,0-1 1 0 0,21 39 0 0 0,-21-45 29 0 0,-2 0 0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18.8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98 0 10656 0 0,'0'0'1005'0'0,"-4"2"-872"0"0,-2 1-60 0 0,1 1-1 0 0,0-1 1 0 0,0 1-1 0 0,0 1 1 0 0,0-1-1 0 0,1 1 1 0 0,-1 0-1 0 0,1 0 1 0 0,0 0-1 0 0,1 0 1 0 0,-1 1-1 0 0,1-1 1 0 0,0 1-1 0 0,-3 9 1 0 0,1-4 24 0 0,1 1-1 0 0,0 0 1 0 0,0 1 0 0 0,1-1 0 0 0,1 1 0 0 0,-2 24 0 0 0,4-26-81 0 0,0 0 0 0 0,1 0 0 0 0,1 0 1 0 0,0 0-1 0 0,0-1 0 0 0,1 1 1 0 0,0-1-1 0 0,1 1 0 0 0,1-1 0 0 0,-1 0 1 0 0,1-1-1 0 0,1 1 0 0 0,0-1 1 0 0,0 0-1 0 0,1 0 0 0 0,0-1 0 0 0,1 0 1 0 0,0 0-1 0 0,0-1 0 0 0,0 0 1 0 0,1 0-1 0 0,0-1 0 0 0,0 0 0 0 0,1-1 1 0 0,0 0-1 0 0,0 0 0 0 0,18 5 1 0 0,-6-7-29 0 0,-18-3 8 0 0,-1 0 0 0 0,0 1 0 0 0,0-1 0 0 0,1 1 0 0 0,-1 0 0 0 0,0 0 0 0 0,6 2 0 0 0,-7-2-23 0 0,-1 0 22 0 0,0-1-1 0 0,0 1 1 0 0,0 0 0 0 0,0-1-1 0 0,0 1 1 0 0,0 0 0 0 0,0 0-1 0 0,0 0 1 0 0,0 0 0 0 0,0 0-1 0 0,-1 0 1 0 0,1 0 0 0 0,0 0-1 0 0,0 0 1 0 0,-1 1 0 0 0,1-1-1 0 0,-1 0 1 0 0,1 0 0 0 0,-1 0-1 0 0,0 1 1 0 0,0-1 0 0 0,1 0-1 0 0,-1 2 1 0 0,-2 5-4 0 0,0 0 1 0 0,-1-1-1 0 0,0 1 0 0 0,0-1 1 0 0,-1 0-1 0 0,1 0 0 0 0,-2 0 1 0 0,1 0-1 0 0,-1-1 0 0 0,0 0 1 0 0,0 0-1 0 0,-7 6 0 0 0,-23 31-15 0 0,12-8 12 0 0,12-15 3 0 0,-2-1 0 0 0,-19 22 0 0 0,21-32 8 0 0,10-8 1 0 0,0 0 0 0 0,1-1 0 0 0,-1 0 0 0 0,1 1 0 0 0,-1-1 0 0 0,0 1 0 0 0,0-1 0 0 0,1 0 0 0 0,-1 1 0 0 0,0-1 0 0 0,1 0 0 0 0,-1 0 0 0 0,0 1 0 0 0,0-1 0 0 0,0 0 0 0 0,1 0 0 0 0,-1 0 0 0 0,0 0 0 0 0,0 0 0 0 0,0 0 0 0 0,1 0 0 0 0,-2-1 0 0 0,-1-5 0 0 0,3 6 0 0 0,-5-15 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19.8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0 521 9648 0 0,'19'5'112'0'0,"7"-7"456"0"0,-25 2-518 0 0,1-1 1 0 0,0 0 0 0 0,-1 0-1 0 0,1 0 1 0 0,-1 0 0 0 0,1-1-1 0 0,-1 1 1 0 0,1 0 0 0 0,-1 0-1 0 0,0-1 1 0 0,1 1 0 0 0,-1-1-1 0 0,0 0 1 0 0,0 1 0 0 0,0-1-1 0 0,0 0 1 0 0,-1 1 0 0 0,1-1-1 0 0,0 0 1 0 0,-1 0 0 0 0,1 0-1 0 0,-1 0 1 0 0,1-3 0 0 0,15-74 601 0 0,-4 25-193 0 0,7-70-1 0 0,-20 115-209 0 0,-4 28-186 0 0,-3 30-43 0 0,7-38-15 0 0,-7 93 30 0 0,7-91-33 0 0,2 0 0 0 0,0 0 0 0 0,0 0 0 0 0,2 1 0 0 0,5 19 0 0 0,-1-20 6 0 0,2-1 5 0 0,-9-11-12 0 0,0-1 1 0 0,1 1-1 0 0,-1 0 0 0 0,1-1 0 0 0,0 1 0 0 0,-1-1 0 0 0,1 1 0 0 0,-1-1 1 0 0,1 1-1 0 0,0-1 0 0 0,-1 1 0 0 0,1-1 0 0 0,0 1 0 0 0,-1-1 0 0 0,1 0 1 0 0,0 0-1 0 0,0 1 0 0 0,-1-1 0 0 0,1 0 0 0 0,0 0 0 0 0,0 0 0 0 0,0 0 1 0 0,-1 0-1 0 0,1 0 0 0 0,0 0 0 0 0,0 0 0 0 0,0 0 0 0 0,-1 0 1 0 0,1 0-1 0 0,0 0 0 0 0,0-1 0 0 0,0 1 0 0 0,-1 0 0 0 0,1-1 0 0 0,0 1 1 0 0,-1 0-1 0 0,1-1 0 0 0,0 1 0 0 0,-1-1 0 0 0,1 1 0 0 0,0-1 0 0 0,-1 1 1 0 0,1-1-1 0 0,-1 0 0 0 0,1 1 0 0 0,-1-1 0 0 0,1 1 0 0 0,-1-1 0 0 0,1-1 1 0 0,3-5 6 0 0,0 0 1 0 0,0-1-1 0 0,5-14 1 0 0,-5 13-3 0 0,7-20 44 0 0,9-39 1 0 0,-7 25 6 0 0,0 5 209 0 0,-12 36 30 0 0,-9 15 17 0 0,8-2-252 0 0,1 0 0 0 0,1 0-1 0 0,0-1 1 0 0,0 1 0 0 0,1 0 0 0 0,0-1 0 0 0,9 18 0 0 0,-5-14 36 0 0,-6-12-75 0 0,0 1 1 0 0,0-1 0 0 0,1 1 0 0 0,-1-1 0 0 0,0 0-1 0 0,1 0 1 0 0,0 0 0 0 0,0 0 0 0 0,-1 0-1 0 0,1 0 1 0 0,0 0 0 0 0,5 2 0 0 0,-3-1 23 0 0,1 0 0 0 0,0 0 0 0 0,0-1 1 0 0,0 1-1 0 0,0-1 0 0 0,8 2 0 0 0,-11-4-33 0 0,0 0-1 0 0,0 0 1 0 0,0 0-1 0 0,0 0 0 0 0,0 0 1 0 0,0 0-1 0 0,0-1 1 0 0,0 1-1 0 0,0 0 1 0 0,0-1-1 0 0,0 0 0 0 0,-1 1 1 0 0,1-1-1 0 0,0 0 1 0 0,0 0-1 0 0,-1 0 1 0 0,1 0-1 0 0,0 0 0 0 0,-1-1 1 0 0,1 1-1 0 0,-1 0 1 0 0,3-3-1 0 0,3-5 28 0 0,0 0 1 0 0,0-1-1 0 0,0 0 0 0 0,-1 0 1 0 0,-1-1-1 0 0,0 1 0 0 0,0-1 1 0 0,-1 0-1 0 0,4-16 0 0 0,-1-9 89 0 0,6-61 0 0 0,-7 41-25 0 0,-5 47-75 0 0,-1 0 0 0 0,1 0-1 0 0,-2 0 1 0 0,1 0-1 0 0,-1 0 1 0 0,-1 1-1 0 0,1-1 1 0 0,-1 0 0 0 0,-1 0-1 0 0,0 1 1 0 0,0 0-1 0 0,-1-1 1 0 0,-6-10-1 0 0,9 18-19 0 0,1 0 0 0 0,-1 0-1 0 0,1 0 1 0 0,-1 0 0 0 0,0 0-1 0 0,0 0 1 0 0,0 1 0 0 0,1-1-1 0 0,-1 0 1 0 0,0 1 0 0 0,0-1-1 0 0,0 0 1 0 0,0 1-1 0 0,0-1 1 0 0,0 1 0 0 0,0 0-1 0 0,0-1 1 0 0,0 1 0 0 0,-2-1-1 0 0,2 1-10 0 0,-2 0 59 0 0,-1 4-5 0 0,-1 2-33 0 0,0 0 0 0 0,0 0-1 0 0,1 0 1 0 0,0 1 0 0 0,0 0-1 0 0,1 0 1 0 0,0 0 0 0 0,0 0-1 0 0,-4 15 1 0 0,-12 78 113 0 0,18-95-124 0 0,-3 34 54 0 0,1-1 0 0 0,4 69-1 0 0,-2-68-23 0 0,1-29-21 0 0,0 1 0 0 0,0 0 0 0 0,1 0 0 0 0,0 0-1 0 0,3 11 1 0 0,-3-15-9 0 0,1 0 3 0 0,-1-1 1 0 0,1 1 0 0 0,1 0 0 0 0,-1 0 0 0 0,1-1 0 0 0,0 0 0 0 0,5 9 0 0 0,2 2 26 0 0,-9-16-34 0 0,0 1 0 0 0,0 0 1 0 0,-1-1-1 0 0,1 1 1 0 0,0-1-1 0 0,0 0 0 0 0,0 1 1 0 0,0-1-1 0 0,1 0 0 0 0,-1 1 1 0 0,0-1-1 0 0,1 0 1 0 0,-1 0-1 0 0,0 0 0 0 0,1 0 1 0 0,-1 0-1 0 0,1 0 1 0 0,0-1-1 0 0,-1 1 0 0 0,1-1 1 0 0,0 1-1 0 0,1 0 0 0 0,0-1 6 0 0,1 1 0 0 0,-1-1 0 0 0,0 1 0 0 0,0-1 0 0 0,0 0 0 0 0,0-1-1 0 0,0 1 1 0 0,1 0 0 0 0,-1-1 0 0 0,0 0 0 0 0,0 1 0 0 0,6-4-1 0 0,-7 3 17 0 0,12-20 283 0 0,-11-15 80 0 0,-2 34-376 0 0,0 0 0 0 0,1 0 0 0 0,-1-1 0 0 0,1 1 0 0 0,-1 1 0 0 0,1-1 0 0 0,0 0 0 0 0,-1 0 0 0 0,1 1-1 0 0,0-1 1 0 0,0 1 0 0 0,1-1 0 0 0,-1 1 0 0 0,0 0 0 0 0,4-2 0 0 0,46-16 69 0 0,-29 11-40 0 0,-6 1-2 0 0,0 1 0 0 0,0 1-1 0 0,1 0 1 0 0,-1 1 0 0 0,1 1 0 0 0,32-1 0 0 0,-48 4-32 0 0,1 0 1 0 0,0 0-1 0 0,-1 0 1 0 0,1 0 0 0 0,0 1-1 0 0,-1-1 1 0 0,1 1-1 0 0,-1 0 1 0 0,1 0-1 0 0,-1 0 1 0 0,1 0 0 0 0,-1 0-1 0 0,0 0 1 0 0,1 0-1 0 0,-1 1 1 0 0,0-1-1 0 0,0 1 1 0 0,0 0 0 0 0,0 0-1 0 0,2 3 1 0 0,-2-3-2 0 0,-1 1 1 0 0,0-1-1 0 0,0 1 1 0 0,0 0-1 0 0,0 0 1 0 0,0-1-1 0 0,0 1 1 0 0,-1 0-1 0 0,0 0 1 0 0,1 0-1 0 0,-1 0 1 0 0,0 0-1 0 0,0 0 1 0 0,-1 0-1 0 0,1-1 1 0 0,-1 1-1 0 0,1 0 1 0 0,-2 4-1 0 0,-3 11 29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21.1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0 630 13056 0 0,'15'-9'93'0'0,"-6"3"31"0"0,3-3 114 0 0,9-7 164 0 0,-5 7-269 0 0,10-6 101 0 0,-2 0 0 0 0,1-1 0 0 0,-2-2 1 0 0,0 0-1 0 0,-2-2 0 0 0,0 0 0 0 0,-1-1 0 0 0,32-45 0 0 0,-2 13-33 0 0,-40 43-168 0 0,1 0-1 0 0,-1-1 0 0 0,-1-1 0 0 0,15-20 1 0 0,-23 29-8 0 0,-12 37-47 0 0,-11 69 5 0 0,20-91 15 0 0,1 1 0 0 0,0 0 0 0 0,0-1 0 0 0,1 1 0 0 0,1 0 0 0 0,0-1 0 0 0,4 17 0 0 0,-3-25-3 0 0,5 3 3 0 0,2-5 2 0 0,1-7 0 0 0,71-67 2 0 0,19-14 4 0 0,-97 83 6 0 0,1 0-1 0 0,-1 0 0 0 0,1 1 0 0 0,0 0 0 0 0,0 0 1 0 0,-1 0-1 0 0,1 0 0 0 0,0 1 0 0 0,1-1 1 0 0,-1 1-1 0 0,0 0 0 0 0,0 0 0 0 0,1 1 0 0 0,6-1 0 0 0,-9 1 53 0 0,16 21 183 0 0,8 91 546 0 0,-24-108-743 0 0,-1 1-1 0 0,0-1 1 0 0,1 1-1 0 0,0-1 1 0 0,0 0-1 0 0,0 1 0 0 0,1-1 1 0 0,-1-1-1 0 0,1 1 1 0 0,0 0-1 0 0,0 0 1 0 0,1-1-1 0 0,-1 0 0 0 0,1 0 1 0 0,-1 0-1 0 0,7 4 1 0 0,-7-5-12 0 0,1-1 1 0 0,-1 1 0 0 0,1-1 0 0 0,-1 0 0 0 0,1 0-1 0 0,0 0 1 0 0,-1-1 0 0 0,1 1 0 0 0,0-1-1 0 0,0 0 1 0 0,0 0 0 0 0,-1 0 0 0 0,1 0 0 0 0,0-1-1 0 0,0 1 1 0 0,-1-1 0 0 0,1 0 0 0 0,0 0 0 0 0,-1-1-1 0 0,5-1 1 0 0,-4 0-9 0 0,-1 1 0 0 0,1-1 0 0 0,-1 1 0 0 0,1-1 0 0 0,-1 0 0 0 0,0-1-1 0 0,0 1 1 0 0,0 0 0 0 0,-1-1 0 0 0,1 0 0 0 0,-1 1 0 0 0,0-1 0 0 0,0 0 0 0 0,0 0 0 0 0,1-5 0 0 0,4-11 115 0 0,7-40 0 0 0,-10 39-79 0 0,-1-12 29 0 0,2-11 32 0 0,3 10 73 0 0,-6 22 36 0 0,-7 27-161 0 0,4-9-65 0 0,-1 0 0 0 0,1-1 0 0 0,0 1 0 0 0,1 0 0 0 0,-1 0 0 0 0,1 0 1 0 0,0 0-1 0 0,3 11 0 0 0,1 17 27 0 0,-4-24-16 0 0,1 0-1 0 0,1 0 1 0 0,4 17 0 0 0,-4-24-15 0 0,-1 1 1 0 0,1-1-1 0 0,-1 1 1 0 0,1-1-1 0 0,0 0 1 0 0,1 0-1 0 0,-1 0 1 0 0,0 0-1 0 0,1 0 0 0 0,0 0 1 0 0,0-1-1 0 0,-1 1 1 0 0,7 3-1 0 0,-2-2 2 0 0,0 0 0 0 0,0 0 0 0 0,0-1 0 0 0,0 0 0 0 0,1-1 1 0 0,-1 1-1 0 0,1-2 0 0 0,-1 1 0 0 0,1-1 0 0 0,0 0 0 0 0,11 0 0 0 0,-14-1-4 0 0,0 0-1 0 0,0-1 1 0 0,-1 0 0 0 0,1 0 0 0 0,0 0 0 0 0,0 0 0 0 0,0-1-1 0 0,-1 0 1 0 0,1 0 0 0 0,-1 0 0 0 0,1-1 0 0 0,-1 1 0 0 0,0-1-1 0 0,0 0 1 0 0,0 0 0 0 0,0 0 0 0 0,0-1 0 0 0,5-7 0 0 0,1-3 9 0 0,-1 0 0 0 0,-1 0 0 0 0,0-1 1 0 0,-1 0-1 0 0,-1-1 0 0 0,8-30 0 0 0,13-100 81 0 0,-24 133-81 0 0,-2 0 0 0 0,0 0 0 0 0,0-1 0 0 0,-1 1 0 0 0,-1 0 0 0 0,0 0 0 0 0,-1-1 0 0 0,-1 1 0 0 0,-6-21 0 0 0,9 34-12 0 0,0-1 1 0 0,0 1-1 0 0,-1-1 1 0 0,1 1-1 0 0,0-1 1 0 0,-1 1-1 0 0,1 0 1 0 0,-1-1-1 0 0,1 1 1 0 0,0 0-1 0 0,-1-1 1 0 0,1 1-1 0 0,-1 0 1 0 0,1 0-1 0 0,-1 0 1 0 0,1-1-1 0 0,-1 1 1 0 0,1 0-1 0 0,-1 0 1 0 0,1 0-1 0 0,-1 0 1 0 0,1 0-1 0 0,-1 0 1 0 0,1 0-1 0 0,-1 0 1 0 0,1 0-1 0 0,-1 0 1 0 0,1 0-1 0 0,-1 0 1 0 0,1 0-1 0 0,-1 0 1 0 0,1 0-1 0 0,-1 0 1 0 0,1 1-1 0 0,-1-1 1 0 0,1 0-1 0 0,-1 0 1 0 0,1 1-1 0 0,0-1 1 0 0,-1 0-1 0 0,1 1 1 0 0,-1-1-1 0 0,1 0 1 0 0,0 1-1 0 0,-1-1 1 0 0,1 1-1 0 0,0-1 1 0 0,-1 0-1 0 0,1 1 1 0 0,-18 20 24 0 0,12-9-17 0 0,-1 1-1 0 0,2-1 1 0 0,0 1-1 0 0,0 0 1 0 0,-4 24-1 0 0,-7 70 36 0 0,11-52-18 0 0,2 89 0 0 0,4-125-19 0 0,1 0-1 0 0,1 0 1 0 0,0-1 0 0 0,1 1 0 0 0,1-1 0 0 0,1 0-1 0 0,0 0 1 0 0,12 21 0 0 0,-17-37-4 0 0,1 0 1 0 0,0 0-1 0 0,-1 0 0 0 0,1 0 0 0 0,0 0 1 0 0,0 0-1 0 0,0-1 0 0 0,1 1 1 0 0,-1-1-1 0 0,0 1 0 0 0,0-1 0 0 0,1 0 1 0 0,-1 0-1 0 0,4 1 0 0 0,-6-2-2 0 0,1 0-1 0 0,0 0 1 0 0,-1 0-1 0 0,1-1 1 0 0,0 1-1 0 0,-1 0 1 0 0,1 0-1 0 0,-1-1 1 0 0,1 1 0 0 0,-1 0-1 0 0,1-1 1 0 0,-1 1-1 0 0,1 0 1 0 0,-1-1-1 0 0,1 1 1 0 0,-1-1-1 0 0,1 1 1 0 0,-1-1-1 0 0,0 1 1 0 0,1-1-1 0 0,-1 1 1 0 0,0-1-1 0 0,1 0 1 0 0,-1 1-1 0 0,0-1 1 0 0,0 1-1 0 0,0-1 1 0 0,1-1-1 0 0,7-22 13 0 0,-7 20-10 0 0,49-147 81 0 0,-50 150-81 0 0,0 0 0 0 0,1 1 0 0 0,-1-1 0 0 0,0 0 0 0 0,1 1 0 0 0,-1-1 0 0 0,1 1 1 0 0,-1-1-1 0 0,1 0 0 0 0,-1 1 0 0 0,1-1 0 0 0,0 1 0 0 0,-1-1 0 0 0,1 1 0 0 0,-1 0 0 0 0,1-1 0 0 0,0 1 0 0 0,-1 0 0 0 0,2-1 0 0 0,3 2 5 0 0,-4-1-7 0 0,-1 1-1 0 0,1-1 1 0 0,-1 0-1 0 0,1 0 1 0 0,-1 0-1 0 0,1 0 1 0 0,-1 1 0 0 0,1-1-1 0 0,-1 0 1 0 0,1 0-1 0 0,-1 1 1 0 0,1-1-1 0 0,-1 0 1 0 0,0 1-1 0 0,1-1 1 0 0,-1 0-1 0 0,1 1 1 0 0,-1-1 0 0 0,0 1-1 0 0,1-1 1 0 0,-1 1-1 0 0,0-1 1 0 0,0 1-1 0 0,1-1 1 0 0,-1 1-1 0 0,0-1 1 0 0,0 1-1 0 0,0-1 1 0 0,0 1 0 0 0,8 16 14 0 0,-1-2-7 0 0,2-1 0 0 0,14 11 5 0 0,-19-24-11 0 0,-3 0-2 0 0,0 0 0 0 0,0 0 1 0 0,0-1-1 0 0,0 1 0 0 0,-1 0 0 0 0,1-1 1 0 0,0 1-1 0 0,0-1 0 0 0,0 1 0 0 0,1-1 0 0 0,-1 0 1 0 0,0 1-1 0 0,0-1 0 0 0,0 0 0 0 0,0 0 1 0 0,0 1-1 0 0,0-1 0 0 0,0 0 0 0 0,1 0 0 0 0,-1 0 1 0 0,0-1-1 0 0,0 1 0 0 0,0 0 0 0 0,0 0 1 0 0,0-1-1 0 0,0 1 0 0 0,0 0 0 0 0,0-1 1 0 0,0 1-1 0 0,0-1 0 0 0,0 1 0 0 0,0-1 0 0 0,0 0 1 0 0,0 1-1 0 0,0-1 0 0 0,0 0 0 0 0,0 0 1 0 0,-1 0-1 0 0,1 1 0 0 0,0-1 0 0 0,-1 0 0 0 0,2-2 1 0 0,0-1 0 0 0,0 0 0 0 0,0-1 0 0 0,-1 1 0 0 0,0-1 0 0 0,1 0 0 0 0,-1-7 0 0 0,4-17-1 0 0,-3 20 0 0 0,0 0 0 0 0,-1 0 0 0 0,0 0 0 0 0,0 0 0 0 0,-1 0 0 0 0,0 0 0 0 0,-1 0 0 0 0,-3-17 0 0 0,4 25 0 0 0,0-1 0 0 0,0 1 0 0 0,-1 0 0 0 0,1 0 0 0 0,0 0 0 0 0,0 0 0 0 0,-1 0 0 0 0,1 0 0 0 0,-1 0 0 0 0,1 0 0 0 0,-1 1 0 0 0,1-1 0 0 0,-1 0 0 0 0,0 0 0 0 0,1 0 0 0 0,-1 0 0 0 0,0 1 0 0 0,0-1 0 0 0,1 0 0 0 0,-1 1 0 0 0,0-1 0 0 0,0 0 0 0 0,0 1 0 0 0,-1-1 0 0 0,-1 0 0 0 0,-11-2 0 0 0,11 5 0 0 0,-1 0 0 0 0,1 0 0 0 0,-1 0 0 0 0,1 0 0 0 0,0 0 0 0 0,0 1 0 0 0,0-1 0 0 0,0 1 0 0 0,1 0 0 0 0,-1 0 0 0 0,1 0 0 0 0,-1 0 0 0 0,1 0 0 0 0,0 1 0 0 0,0-1 0 0 0,-2 6 0 0 0,-23 61 0 0 0,24-60 2 0 0,0-1 0 0 0,2 1 0 0 0,-1 0 0 0 0,1-1 1 0 0,0 1-1 0 0,1 0 0 0 0,0 0 0 0 0,1 0 0 0 0,0-1 0 0 0,0 1 0 0 0,1 0 0 0 0,0-1 0 0 0,1 1 0 0 0,4 9 0 0 0,-3-13-1 0 0,0-1 1 0 0,1 1-1 0 0,0-1 1 0 0,0 0-1 0 0,0-1 1 0 0,0 1-1 0 0,1-1 1 0 0,0 0-1 0 0,9 5 0 0 0,29 22 10 0 0,-32-20-3 0 0,-1 0 1 0 0,-1 1-1 0 0,0 0 0 0 0,0 0 0 0 0,-1 1 0 0 0,-1 0 0 0 0,12 26 1 0 0,-9-7 5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3:21.4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15176 0 0,'0'0'0'0'0,"37"24"360"0"0,-19-13 0 0 0,-7-1 0 0 0,-1-3 135 0 0,-6 20-95 0 0,-1-17 608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7:04.7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1 158 7432 0 0,'11'-7'21'0'0,"18"-15"117"0"0,-15 4 41 0 0,-13 16-117 0 0,-1 2-36 0 0,0 0 0 0 0,1-1 0 0 0,-1 1 0 0 0,0-1 0 0 0,0 1 0 0 0,1 0 0 0 0,-1-1 0 0 0,0 1 1 0 0,0-1-1 0 0,1 1 0 0 0,-1 0 0 0 0,0-1 0 0 0,0 1 0 0 0,0-1 0 0 0,0 1 0 0 0,0-1 0 0 0,0 1 0 0 0,0-1 0 0 0,0 1 0 0 0,0-1 1 0 0,0 1-1 0 0,0-2 0 0 0,0 2-14 0 0,0 0 0 0 0,0 0 0 0 0,-1 0-1 0 0,1-1 1 0 0,0 1 0 0 0,0 0 0 0 0,0 0 0 0 0,-1 0 0 0 0,1 0 0 0 0,0 0 0 0 0,0 0 0 0 0,-1 0 0 0 0,1-1 0 0 0,0 1 0 0 0,0 0-1 0 0,-1 0 1 0 0,1 0 0 0 0,0 0 0 0 0,-1 0 0 0 0,1 0 0 0 0,0 0 0 0 0,0 0 0 0 0,-1 0 0 0 0,1 0 0 0 0,0 0 0 0 0,0 1 0 0 0,-1-1 0 0 0,1 0-1 0 0,0 0 1 0 0,0 0 0 0 0,-1 0 0 0 0,1 0 0 0 0,0 0 0 0 0,0 1 0 0 0,0-1 0 0 0,-1 0 0 0 0,1 0 0 0 0,-2 14 252 0 0,9 26 16 0 0,-4-27-125 0 0,12 126 781 0 0,6 33-466 0 0,-3-22 197 0 0,-10-57-362 0 0,-4-62-228 0 0,-2-8 41 0 0,1 1 1 0 0,10 33-1 0 0,-12-30 23 0 0,-1-7 50 0 0,0-20-186 0 0,0 0-1 0 0,1 0 0 0 0,-1 1 1 0 0,0-1-1 0 0,0 0 0 0 0,1 1 1 0 0,-1-1-1 0 0,0 0 0 0 0,0 0 1 0 0,1 0-1 0 0,-1 1 0 0 0,0-1 1 0 0,1 0-1 0 0,-1 0 0 0 0,0 0 1 0 0,1 0-1 0 0,-1 0 0 0 0,0 1 1 0 0,1-1-1 0 0,-1 0 0 0 0,1 0 1 0 0,-1 0-1 0 0,0 0 0 0 0,1 0 1 0 0,-1 0-1 0 0,0 0 0 0 0,1 0 1 0 0,-1 0-1 0 0,0-1 0 0 0,1 1 1 0 0,-1 0-1 0 0,1 0 0 0 0,-1 0 1 0 0,0 0-1 0 0,0 0 0 0 0,1-1 1 0 0,-1 1-1 0 0,0 0 0 0 0,1 0 1 0 0,-1 0-1 0 0,0-1 0 0 0,1 1 1 0 0,-1 0-1 0 0,0-1 0 0 0,0 1 1 0 0,0 0-1 0 0,1 0 0 0 0,-1-1 1 0 0,0 1-1 0 0,0-1 0 0 0,13-11 66 0 0,-7 0-33 0 0,-1 0 0 0 0,-1-1 0 0 0,0 1 0 0 0,0-1 0 0 0,-1 0 0 0 0,-1 0 0 0 0,0 0 1 0 0,-1 0-1 0 0,0-15 0 0 0,5-34 29 0 0,22-159 253 0 0,-22 155-198 0 0,-5 56-77 0 0,0 0-1 0 0,-1 0 1 0 0,-1-1 0 0 0,0 1-1 0 0,0 0 1 0 0,-4-14 0 0 0,5 22 180 0 0,-1 4-214 0 0,0-1 1 0 0,0 1 0 0 0,0-1 0 0 0,1 1 0 0 0,-1-1 0 0 0,1 1-1 0 0,-1-1 1 0 0,1 1 0 0 0,0 0 0 0 0,-1-1 0 0 0,1 1 0 0 0,0 0 0 0 0,0-1-1 0 0,0 3 1 0 0,4 30 86 0 0,2 0-1 0 0,1 0 1 0 0,2 0-1 0 0,1-1 1 0 0,1 0-1 0 0,2-1 1 0 0,31 54-1 0 0,-14-40 80 0 0,-28-44-154 0 0,-1 1 1 0 0,1-1-1 0 0,0 0 1 0 0,0 0-1 0 0,0 0 1 0 0,0 0 0 0 0,0 0-1 0 0,0-1 1 0 0,1 1-1 0 0,-1-1 1 0 0,0 1-1 0 0,1-1 1 0 0,0 0-1 0 0,-1 0 1 0 0,6 2-1 0 0,-6-5-5 0 0,1 1-1 0 0,-1 0 1 0 0,0-1 0 0 0,0 0-1 0 0,0 1 1 0 0,0-1-1 0 0,-1 0 1 0 0,1 0 0 0 0,0 0-1 0 0,-1 0 1 0 0,1 0-1 0 0,-1 0 1 0 0,0-1 0 0 0,0 1-1 0 0,1-4 1 0 0,1 2 8 0 0,16-38 85 0 0,-1 0 1 0 0,-3-2-1 0 0,-1 0 1 0 0,11-63-1 0 0,-1 8 58 0 0,20-78 206 0 0,-37 156-243 0 0,-2 0 0 0 0,0-1 0 0 0,-1 0 0 0 0,0-24 0 0 0,-4 46-125 0 0,0 0 1 0 0,0 0-1 0 0,0 0 0 0 0,0 0 1 0 0,0 0-1 0 0,-1 0 0 0 0,1 0 0 0 0,0 0 1 0 0,0 0-1 0 0,0 0 0 0 0,0 0 1 0 0,0 0-1 0 0,0 0 0 0 0,0 0 1 0 0,-1 0-1 0 0,1 0 0 0 0,0 0 0 0 0,0 0 1 0 0,0 0-1 0 0,0 0 0 0 0,0 0 1 0 0,0 0-1 0 0,0 0 0 0 0,-1 0 0 0 0,1 0 1 0 0,0 0-1 0 0,0 0 0 0 0,0-1 1 0 0,0 1-1 0 0,0 0 0 0 0,0 0 0 0 0,0 0 1 0 0,0 0-1 0 0,0 0 0 0 0,0 0 1 0 0,-1 0-1 0 0,1 0 0 0 0,0 0 1 0 0,0-1-1 0 0,0 1 0 0 0,0 0 0 0 0,0 0 1 0 0,0 0-1 0 0,0 0 0 0 0,0 0 1 0 0,0 0-1 0 0,0 0 0 0 0,0 0 0 0 0,0-1 1 0 0,0 1-1 0 0,0 0 0 0 0,0 0 1 0 0,0 0-1 0 0,0 0 0 0 0,0 0 1 0 0,0 0-1 0 0,0 0 0 0 0,0-1 0 0 0,0 1 1 0 0,0 0-1 0 0,1 0 0 0 0,-10 14 278 0 0,-5 20-23 0 0,-9 26-69 0 0,13-38-74 0 0,-11 39 0 0 0,6 3 84 0 0,4-20-54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7:05.9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0 288 13360 0 0,'0'0'693'0'0,"5"1"-352"0"0,4 2-441 0 0,27 5 1817 0 0,-34-7-1648 0 0,0-1 1 0 0,0 0-1 0 0,0 0 1 0 0,-1 0-1 0 0,1 0 0 0 0,0 0 1 0 0,0 0-1 0 0,-1-1 1 0 0,1 1-1 0 0,0-1 1 0 0,0 1-1 0 0,-1-1 1 0 0,1 0-1 0 0,-1 1 0 0 0,1-1 1 0 0,0 0-1 0 0,-1 0 1 0 0,3-2-1 0 0,4-7-2 0 0,0-1 0 0 0,-1 0 0 0 0,0 0-1 0 0,-1 0 1 0 0,0-1 0 0 0,-1 0 0 0 0,-1 0 0 0 0,1 0-1 0 0,4-24 1 0 0,0 1-4 0 0,-7 29-62 0 0,0-1 0 0 0,0 0 0 0 0,-1 0 0 0 0,2-12 0 0 0,0-2 11 0 0,-3 19-12 0 0,1 0 0 0 0,-1 0 1 0 0,1-1-1 0 0,-1 1 0 0 0,0 0 1 0 0,0 0-1 0 0,0 0 0 0 0,0-1 1 0 0,0 1-1 0 0,0 0 0 0 0,-1 0 1 0 0,-1-5-1 0 0,1 5-17 0 0,-3-2-9 0 0,4 4 25 0 0,0-1 1 0 0,0 1-1 0 0,-1 0 0 0 0,1-1 1 0 0,0 1-1 0 0,0-1 0 0 0,-1 1 1 0 0,1 0-1 0 0,0 0 0 0 0,0-1 1 0 0,-1 1-1 0 0,1 0 0 0 0,0-1 1 0 0,-1 1-1 0 0,1 0 0 0 0,-1 0 0 0 0,1 0 1 0 0,0-1-1 0 0,-1 1 0 0 0,1 0 1 0 0,0 0-1 0 0,-1 0 0 0 0,1 0 1 0 0,-1 0-1 0 0,1 0 0 0 0,-1 0 1 0 0,1 0-1 0 0,0 0 0 0 0,-1 0 1 0 0,1 0-1 0 0,-1 0 0 0 0,1 0 0 0 0,0 0 1 0 0,-1 0-1 0 0,1 0 0 0 0,-1 0 1 0 0,1 1-1 0 0,0-1 0 0 0,-1 0 1 0 0,1 0-1 0 0,-1 0 0 0 0,1 1 1 0 0,0-1-1 0 0,0 0 0 0 0,-1 1 1 0 0,1-1-1 0 0,0 0 0 0 0,-1 0 0 0 0,1 1 1 0 0,-8 9-16 0 0,1 0 0 0 0,1 0 1 0 0,-1 0-1 0 0,2 1 0 0 0,-1 0 1 0 0,2 0-1 0 0,-1 1 0 0 0,2-1 0 0 0,-1 1 1 0 0,2 0-1 0 0,-1 0 0 0 0,0 13 1 0 0,0 22-100 0 0,6 87 0 0 0,-1-93 54 0 0,-2-33 45 0 0,0 0 0 0 0,1 0 0 0 0,1 0 0 0 0,-1 0 0 0 0,1 0 0 0 0,1 0 0 0 0,-1 0 0 0 0,1-1 1 0 0,1 0-1 0 0,-1 1 0 0 0,1-1 0 0 0,1 0 0 0 0,-1-1 0 0 0,1 1 0 0 0,0-1 0 0 0,8 8 0 0 0,-8-10 6 0 0,1 0 0 0 0,-1-1 0 0 0,0 1 0 0 0,1-1 1 0 0,0 0-1 0 0,0-1 0 0 0,0 1 0 0 0,0-1 0 0 0,0 0 0 0 0,0-1 1 0 0,1 1-1 0 0,-1-1 0 0 0,1-1 0 0 0,-1 1 0 0 0,1-1 0 0 0,-1 0 0 0 0,0-1 1 0 0,1 1-1 0 0,-1-1 0 0 0,1-1 0 0 0,10-2 0 0 0,2-3-7 0 0,0-1 0 0 0,0 0 0 0 0,-1-2 0 0 0,0 0-1 0 0,-1-1 1 0 0,22-17 0 0 0,91-85-74 0 0,-118 102 83 0 0,31-26-14 0 0,12-15 2 0 0,-35 35 17 0 0,-17 16 1 0 0,0-1 0 0 0,-1-1 0 0 0,1 1-1 0 0,0 0 1 0 0,-1-1 0 0 0,0 1 0 0 0,1-1 0 0 0,-1 0 0 0 0,2-3 0 0 0,-2-3-8 0 0,-2 6 4 0 0,1-6 0 0 0,-20 13 2 0 0,-30 13 4 0 0,38-14 0 0 0,4-4 0 0 0,13-2 0 0 0,34-24 4 0 0,-19 14 2 0 0,-1-1 0 0 0,0-1-1 0 0,30-29 1 0 0,-38 33 1 0 0,1 0 0 0 0,19-13 0 0 0,19-17 40 0 0,-49 40-35 0 0,4-7 38 0 0,-4 10-8 0 0,-6 6-21 0 0,-8 19 13 0 0,0 0 0 0 0,2 2-1 0 0,1-1 1 0 0,1 1-1 0 0,-7 57 1 0 0,15-81-18 0 0,0 1 0 0 0,0-1 1 0 0,0 0-1 0 0,1 0 0 0 0,0 1 1 0 0,0-1-1 0 0,0 0 0 0 0,1 0 0 0 0,-1 0 1 0 0,1 0-1 0 0,0 0 0 0 0,1 0 1 0 0,-1-1-1 0 0,1 1 0 0 0,0-1 1 0 0,0 0-1 0 0,5 5 0 0 0,-7-9-7 0 0,1 0-1 0 0,-1 1 0 0 0,1-1 1 0 0,0 0-1 0 0,-1 0 1 0 0,1 0-1 0 0,-1 0 0 0 0,1 0 1 0 0,0 0-1 0 0,-1-1 0 0 0,1 1 1 0 0,-1 0-1 0 0,1-1 1 0 0,0 0-1 0 0,-1 1 0 0 0,0-1 1 0 0,1 0-1 0 0,-1 1 1 0 0,1-1-1 0 0,-1 0 0 0 0,0 0 1 0 0,2-2-1 0 0,4-1 16 0 0,3-2 3 0 0,-1 0 0 0 0,0-1 0 0 0,0 0 0 0 0,0 0 0 0 0,-1-1 0 0 0,13-16 0 0 0,39-58 163 0 0,-32 37-3 0 0,-27 43-125 0 0,3-5 187 0 0,-9 19-58 0 0,-7 22-123 0 0,-3 6 108 0 0,1 0-1 0 0,3 1 1 0 0,-12 75 0 0 0,21-96-135 0 0,0-11 43 0 0,1 1 0 0 0,0-1 0 0 0,1 1 0 0 0,0 0 0 0 0,0-1 0 0 0,4 17 0 0 0,-4-25-78 0 0,0-1 0 0 0,0 0 0 0 0,0 1-1 0 0,0-1 1 0 0,0 0 0 0 0,0 1 0 0 0,0-1-1 0 0,0 0 1 0 0,1 0 0 0 0,-1 1 0 0 0,0-1-1 0 0,0 0 1 0 0,0 0 0 0 0,0 1 0 0 0,1-1-1 0 0,-1 0 1 0 0,0 0 0 0 0,0 1 0 0 0,0-1 0 0 0,1 0-1 0 0,-1 0 1 0 0,0 0 0 0 0,0 0 0 0 0,1 1-1 0 0,-1-1 1 0 0,0 0 0 0 0,1 0 0 0 0,-1 0-1 0 0,0 0 1 0 0,1 0 0 0 0,-1 0 0 0 0,0 0-1 0 0,0 0 1 0 0,1 0 0 0 0,-1 0 0 0 0,1 0-1 0 0,11-8 199 0 0,10-20 60 0 0,-20 25-249 0 0,10-13 73 0 0,-1-1 0 0 0,-1 0 0 0 0,0-1 0 0 0,-1-1 0 0 0,11-33 0 0 0,-6 22 51 0 0,-12 27-109 0 0,1-1-1 0 0,-1 1 1 0 0,-1-1-1 0 0,1 0 0 0 0,0 0 1 0 0,-1 0-1 0 0,0 0 1 0 0,0 0-1 0 0,0 0 1 0 0,0-6-1 0 0,-1 10-23 0 0,0 0 0 0 0,0 0-1 0 0,0 0 1 0 0,0 0 0 0 0,0 0 0 0 0,-1 0-1 0 0,1 0 1 0 0,0 0 0 0 0,0-1 0 0 0,0 1 0 0 0,0 0-1 0 0,0 0 1 0 0,0 0 0 0 0,0 0 0 0 0,0 0 0 0 0,0 0-1 0 0,0-1 1 0 0,0 1 0 0 0,0 0 0 0 0,0 0-1 0 0,0 0 1 0 0,0 0 0 0 0,0 0 0 0 0,0 0 0 0 0,0-1-1 0 0,0 1 1 0 0,0 0 0 0 0,0 0 0 0 0,0 0 0 0 0,0 0-1 0 0,0 0 1 0 0,0 0 0 0 0,0 0 0 0 0,0-1-1 0 0,0 1 1 0 0,0 0 0 0 0,1 0 0 0 0,-1 0 0 0 0,0 0-1 0 0,0 0 1 0 0,0 0 0 0 0,0 0 0 0 0,0 0 0 0 0,0 0-1 0 0,0-1 1 0 0,0 1 0 0 0,1 0 0 0 0,-1 0-1 0 0,0 0 1 0 0,0 0 0 0 0,0 0 0 0 0,0 0 0 0 0,0 0-1 0 0,0 0 1 0 0,1 0 0 0 0,-1 0 0 0 0,0 0 0 0 0,0 0-1 0 0,0 0 1 0 0,0 0 0 0 0,0 0 0 0 0,0 0-1 0 0,1 0 1 0 0,-1 0 0 0 0,0 0 0 0 0,0 0 0 0 0,1 12 142 0 0,-7 14-31 0 0,1 1 1 0 0,-1 30-1 0 0,3-28 85 0 0,-10 44 0 0 0,11-64-155 0 0,1-6-28 0 0,0-1 1 0 0,0 1 0 0 0,1-1-1 0 0,-1 1 1 0 0,1-1 0 0 0,0 1-1 0 0,0-1 1 0 0,0 1 0 0 0,0-1 0 0 0,0 1-1 0 0,0-1 1 0 0,2 5 0 0 0,-2-6 58 0 0,6 8 226 0 0,0-12-272 0 0,-1-1-1 0 0,1 0 0 0 0,-1 0 1 0 0,0-1-1 0 0,0 1 1 0 0,-1-1-1 0 0,0 0 0 0 0,1 0 1 0 0,-1-1-1 0 0,5-9 0 0 0,9-10 31 0 0,-17 24-60 0 0,48-51 152 0 0,-45 48-132 0 0,0 1-1 0 0,0-1 0 0 0,1 1 1 0 0,-1 0-1 0 0,1 1 0 0 0,-1-1 0 0 0,1 1 1 0 0,0 0-1 0 0,0 0 0 0 0,0 0 1 0 0,5 0-1 0 0,-8 1 71 0 0,-1 7-66 0 0,1-1 1 0 0,-1 0-1 0 0,1 0 0 0 0,-1 1 1 0 0,-1-1-1 0 0,1 0 0 0 0,-1 7 1 0 0,-8 127 298 0 0,8-137-292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7:07.1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0 406 14568 0 0,'0'0'5733'0'0,"6"-10"-5680"0"0,13-33-45 0 0,-1-1 0 0 0,18-68 0 0 0,11-29-37 0 0,-30 93-10 0 0,-10 40-132 0 0,-3 13 45 0 0,-1 11 28 0 0,-2 2 30 0 0,-1-1 0 0 0,-4 30 0 0 0,0 15-172 0 0,0 9-165 0 0,2-51 299 0 0,1-1 0 0 0,0 1 1 0 0,2 0-1 0 0,5 36 0 0 0,-4-36 35 0 0,-2-19 64 0 0,-1 0-1 0 0,1 0 1 0 0,0 0 0 0 0,0 0-1 0 0,0 0 1 0 0,0 0-1 0 0,0 0 1 0 0,0 0-1 0 0,0 0 1 0 0,1 0 0 0 0,-1 0-1 0 0,0 0 1 0 0,1 0-1 0 0,-1 0 1 0 0,0 0 0 0 0,1 0-1 0 0,-1 0 1 0 0,1 0-1 0 0,0-1 1 0 0,-1 1-1 0 0,1 0 1 0 0,0 0 0 0 0,-1 0-1 0 0,1-1 1 0 0,0 1-1 0 0,0 0 1 0 0,-1-1-1 0 0,1 1 1 0 0,0-1 0 0 0,0 1-1 0 0,0-1 1 0 0,0 1-1 0 0,0-1 1 0 0,0 0-1 0 0,0 1 1 0 0,0-1 0 0 0,0 0-1 0 0,1 0 1 0 0,12-27-51 0 0,40-78 1 0 0,-41 76 50 0 0,8-16 7 0 0,23-75 0 0 0,-44 118 2 0 0,-2 5 1 0 0,-7 12 8 0 0,-9 23 13 0 0,-28 72 42 0 0,31-75-49 0 0,12-29-7 0 0,0 0 0 0 0,0 1 1 0 0,1-1-1 0 0,0 1 0 0 0,-3 13 0 0 0,-2 37 194 0 0,39-76 179 0 0,16-20-228 0 0,-23 17 55 0 0,53-34 0 0 0,-71 52-170 0 0,1-1 0 0 0,0 1-1 0 0,-1 1 1 0 0,1 0 0 0 0,1 0 0 0 0,-1 1-1 0 0,0-1 1 0 0,1 2 0 0 0,-1-1 0 0 0,1 1-1 0 0,-1 1 1 0 0,12 0 0 0 0,-17 0-22 0 0,0 1 1 0 0,-1-1-1 0 0,1 1 0 0 0,-1 0 0 0 0,1-1 1 0 0,-1 1-1 0 0,1 1 0 0 0,-1-1 0 0 0,0 0 1 0 0,1 0-1 0 0,-1 1 0 0 0,0 0 0 0 0,0-1 1 0 0,0 1-1 0 0,0 0 0 0 0,0 0 0 0 0,-1 0 1 0 0,1 0-1 0 0,0 0 0 0 0,-1 0 0 0 0,0 1 1 0 0,1-1-1 0 0,-1 0 0 0 0,0 1 0 0 0,0-1 1 0 0,0 1-1 0 0,-1-1 0 0 0,1 1 1 0 0,-1-1-1 0 0,1 1 0 0 0,-1 0 0 0 0,0-1 1 0 0,0 1-1 0 0,0 3 0 0 0,0 6 41 0 0,-1-1-1 0 0,0 0 1 0 0,-1 1 0 0 0,0-1-1 0 0,0 0 1 0 0,-7 18-1 0 0,-4 2 111 0 0,-1 0-1 0 0,-35 56 1 0 0,47-83-144 0 0,0-1 1 0 0,-1 1 0 0 0,0-1-1 0 0,1 0 1 0 0,-1 0-1 0 0,0 0 1 0 0,-1-1 0 0 0,1 1-1 0 0,-1-1 1 0 0,1 1 0 0 0,-1-1-1 0 0,0 0 1 0 0,1-1-1 0 0,-1 1 1 0 0,0-1 0 0 0,0 1-1 0 0,-5 0 1 0 0,8-2-17 0 0,0 0 0 0 0,0 0 0 0 0,0 0 1 0 0,1-1-1 0 0,-1 1 0 0 0,0 0 0 0 0,0 0 0 0 0,0-1 0 0 0,1 1 0 0 0,-1 0 0 0 0,0-1 1 0 0,1 1-1 0 0,-1-1 0 0 0,0 1 0 0 0,1-1 0 0 0,-1 1 0 0 0,0-1 0 0 0,1 1 0 0 0,-1-1 1 0 0,1 0-1 0 0,-1 1 0 0 0,1-1 0 0 0,0 0 0 0 0,-1 1 0 0 0,1-1 0 0 0,0 0 0 0 0,-1 0 1 0 0,1 1-1 0 0,0-1 0 0 0,0 0 0 0 0,-1 0 0 0 0,1-1 0 0 0,-3-26 158 0 0,4 24-147 0 0,-1 0 0 0 0,1 0 0 0 0,-1 0 0 0 0,1-1 0 0 0,0 1-1 0 0,1 0 1 0 0,-1 0 0 0 0,1 1 0 0 0,-1-1 0 0 0,1 0 0 0 0,1 0 0 0 0,-1 1 0 0 0,0-1 0 0 0,1 1 0 0 0,-1 0 0 0 0,1 0 0 0 0,0 0-1 0 0,0 0 1 0 0,1 0 0 0 0,-1 1 0 0 0,0-1 0 0 0,1 1 0 0 0,0 0 0 0 0,-1 0 0 0 0,1 0 0 0 0,0 1 0 0 0,0-1 0 0 0,0 1 0 0 0,0 0-1 0 0,0 0 1 0 0,7-1 0 0 0,5 0 51 0 0,2 0 2 0 0,0-1-1 0 0,0-1 1 0 0,22-7 0 0 0,-34 9-56 0 0,-1 0 0 0 0,1-1 0 0 0,-1 0 1 0 0,0 0-1 0 0,0 0 0 0 0,-1-1 0 0 0,1 1 1 0 0,0-1-1 0 0,-1 0 0 0 0,0 0 0 0 0,0-1 1 0 0,0 1-1 0 0,-1-1 0 0 0,5-8 0 0 0,7-15 51 0 0,-1-1 0 0 0,-2 0-1 0 0,16-56 1 0 0,-20 59-28 0 0,-6 21-31 0 0,0-1 0 0 0,0 1-1 0 0,-1-1 1 0 0,1 0-1 0 0,-1 0 1 0 0,-1 0 0 0 0,1 1-1 0 0,-1-1 1 0 0,-1-10 0 0 0,1-1 25 0 0,0 16-30 0 0,0 0 0 0 0,1 0 0 0 0,-1 0 0 0 0,0 0 0 0 0,0 0 0 0 0,0 0 0 0 0,0 0 0 0 0,0 0-1 0 0,0 0 1 0 0,0 0 0 0 0,-1 0 0 0 0,1 0 0 0 0,0 0 0 0 0,-1 0 0 0 0,1 0 0 0 0,0 0 0 0 0,-1 0 0 0 0,1 0 0 0 0,-1 0 0 0 0,0 0 0 0 0,1 0 0 0 0,-1 0 0 0 0,1 1 0 0 0,-3-2 0 0 0,2 1 28 0 0,-18 15 39 0 0,16-9-64 0 0,-1 1 1 0 0,1-1-1 0 0,0 1 1 0 0,0 0-1 0 0,1 0 1 0 0,-3 11 0 0 0,-7 14 12 0 0,-6 13 14 0 0,1 0-1 0 0,-10 50 1 0 0,23-81-26 0 0,0 1-1 0 0,1-1 0 0 0,0 1 1 0 0,1 0-1 0 0,0-1 1 0 0,2 1-1 0 0,-1 0 0 0 0,2 0 1 0 0,0 0-1 0 0,3 18 1 0 0,8-8 5 0 0,13 2 8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7:11.4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0 370 13264 0 0,'11'1'32'0'0,"5"0"110"0"0,20-3 365 0 0,-33 1-420 0 0,0 0 0 0 0,-1 0 0 0 0,1 0-1 0 0,-1-1 1 0 0,1 1 0 0 0,-1-1 0 0 0,1 0 0 0 0,-1 1 0 0 0,0-1 0 0 0,0 0 0 0 0,3-4 0 0 0,-4 4 118 0 0,2-21 1649 0 0,1 18-1806 0 0,-1-1-1 0 0,1 1 0 0 0,0-1 0 0 0,0 1 0 0 0,0 1 0 0 0,1-1 1 0 0,-1 1-1 0 0,1-1 0 0 0,0 1 0 0 0,1 1 0 0 0,-1-1 0 0 0,1 1 1 0 0,0 0-1 0 0,-1 0 0 0 0,11-3 0 0 0,0 1 5 0 0,0 1 0 0 0,0 0-1 0 0,25-1 1 0 0,-35 4-49 0 0,0 1 0 0 0,0 0 0 0 0,0 1-1 0 0,0-1 1 0 0,0 1 0 0 0,0 0 0 0 0,0 1 0 0 0,0-1 0 0 0,-1 1-1 0 0,1 0 1 0 0,-1 1 0 0 0,1-1 0 0 0,7 6 0 0 0,-11-7-5 0 0,0 1 0 0 0,-1 0 0 0 0,1 0 0 0 0,0 0 1 0 0,-1 0-1 0 0,0 0 0 0 0,1 0 0 0 0,-1 0 0 0 0,0 1 0 0 0,0-1 0 0 0,0 0 1 0 0,0 1-1 0 0,-1-1 0 0 0,1 1 0 0 0,0-1 0 0 0,-1 1 0 0 0,0-1 0 0 0,0 1 1 0 0,0-1-1 0 0,0 1 0 0 0,0-1 0 0 0,0 1 0 0 0,-1-1 0 0 0,1 1 1 0 0,-1-1-1 0 0,1 0 0 0 0,-1 1 0 0 0,-2 4 0 0 0,-2 4-18 0 0,0 1 1 0 0,-1-1-1 0 0,0 0 0 0 0,-10 14 1 0 0,7-12-39 0 0,-1-1-1 0 0,-16 17 1 0 0,22-25 31 0 0,0-1 1 0 0,0 1-1 0 0,0-1 0 0 0,0 0 0 0 0,-1 0 1 0 0,1-1-1 0 0,-1 1 0 0 0,0-1 0 0 0,0 0 0 0 0,0 0 1 0 0,-6 1-1 0 0,9-3 9 0 0,0 0 1 0 0,0 0-1 0 0,0 0 0 0 0,0 0 1 0 0,0 0-1 0 0,1-1 0 0 0,-1 1 1 0 0,0-1-1 0 0,0 1 0 0 0,0-1 1 0 0,0 0-1 0 0,1 0 1 0 0,-1 0-1 0 0,0 0 0 0 0,1 0 1 0 0,-1 0-1 0 0,1 0 0 0 0,-1 0 1 0 0,1-1-1 0 0,-1 1 0 0 0,1-1 1 0 0,0 1-1 0 0,0-1 0 0 0,0 1 1 0 0,0-1-1 0 0,0 0 1 0 0,0 1-1 0 0,-1-3 0 0 0,1 1 3 0 0,-1 0-1 0 0,1 0 0 0 0,0 0 0 0 0,0-1 1 0 0,0 1-1 0 0,1 0 0 0 0,-1 0 1 0 0,1-1-1 0 0,-1 1 0 0 0,1 0 0 0 0,0 0 1 0 0,0-1-1 0 0,1 1 0 0 0,-1 0 1 0 0,1-1-1 0 0,1-3 0 0 0,1 1-1 0 0,0-1-1 0 0,1 1 0 0 0,0 0 1 0 0,0 1-1 0 0,0-1 1 0 0,1 1-1 0 0,0 0 0 0 0,0 0 1 0 0,10-8-1 0 0,4 0-16 0 0,33-18 0 0 0,-17 12 0 0 0,21-14 17 0 0,2 0-15 0 0,61-47 1 0 0,-31 19 31 0 0,-26 6 26 0 0,-62 55-25 0 0,0-1 0 0 0,0 1 0 0 0,0 0 0 0 0,0-1 0 0 0,0 1-1 0 0,0 0 1 0 0,0-1 0 0 0,-1 1 0 0 0,1 0 0 0 0,0-1 0 0 0,0 1 0 0 0,0 0-1 0 0,-1 0 1 0 0,1-1 0 0 0,0 1 0 0 0,0 0 0 0 0,-1 0 0 0 0,1-1 0 0 0,0 1 0 0 0,-1 0-1 0 0,1 0 1 0 0,0 0 0 0 0,-1 0 0 0 0,1-1 0 0 0,0 1 0 0 0,-1 0 0 0 0,1 0 0 0 0,0 0-1 0 0,-1 0 1 0 0,0 0 0 0 0,1 0 3 0 0,-5 1 3 0 0,1 0 0 0 0,0 0 0 0 0,0 1 0 0 0,1 0 0 0 0,-1 0 1 0 0,0 0-1 0 0,0 0 0 0 0,1 0 0 0 0,0 1 0 0 0,-1 0 0 0 0,1 0 0 0 0,-3 3 0 0 0,5-5-6 0 0,-18 18 29 0 0,2 0 1 0 0,1 1-1 0 0,0 1 0 0 0,-22 40 0 0 0,21-34 20 0 0,8-10-14 0 0,0 0 0 0 0,1 1-1 0 0,1 0 1 0 0,0 0-1 0 0,2 1 1 0 0,0-1-1 0 0,1 1 1 0 0,-2 23-1 0 0,6-40-23 0 0,-1 0 0 0 0,1 1-1 0 0,0-1 1 0 0,0 0-1 0 0,0 0 1 0 0,0 1-1 0 0,1-1 1 0 0,-1 0-1 0 0,0 0 1 0 0,1 1 0 0 0,0-1-1 0 0,-1 0 1 0 0,1 0-1 0 0,0 0 1 0 0,0 0-1 0 0,0 0 1 0 0,1 0-1 0 0,-1 0 1 0 0,0 0 0 0 0,4 3-1 0 0,-4-4 90 0 0,13-6-7 0 0,-7-1-63 0 0,-1 0 0 0 0,1-1 0 0 0,-1 1-1 0 0,0-1 1 0 0,-1 0 0 0 0,8-13 0 0 0,25-52 144 0 0,-28 53-129 0 0,-5 9-10 0 0,0-1 0 0 0,-1 1 0 0 0,0-1 0 0 0,-1 0-1 0 0,0 0 1 0 0,0 0 0 0 0,-1 0 0 0 0,-1 0 0 0 0,1-13 0 0 0,1-28 573 0 0,-5 53-600 0 0,1-1-1 0 0,0 0 1 0 0,-1 0 0 0 0,1 0-1 0 0,-1 1 1 0 0,1-1-1 0 0,-1 1 1 0 0,1-1 0 0 0,0 1-1 0 0,-1-1 1 0 0,1 1 0 0 0,0 0-1 0 0,-1 0 1 0 0,0 1-1 0 0,-1 1 1 0 0,1 0 0 0 0,0-1 0 0 0,0 1 0 0 0,0 1 0 0 0,0-1 0 0 0,1 0-1 0 0,-1 0 1 0 0,1 1 0 0 0,0-1 0 0 0,0 1 0 0 0,0-1 0 0 0,-1 7 0 0 0,0 47 94 0 0,2-20-10 0 0,-1-36-86 0 0,1 0 0 0 0,0-1 0 0 0,0 1-1 0 0,0 0 1 0 0,0-1 0 0 0,0 1 0 0 0,0 0-1 0 0,0-1 1 0 0,0 1 0 0 0,0 0-1 0 0,0-1 1 0 0,1 1 0 0 0,-1 0 0 0 0,0-1-1 0 0,0 1 1 0 0,1 0 0 0 0,-1-1 0 0 0,0 1-1 0 0,1-1 1 0 0,-1 1 0 0 0,1-1-1 0 0,-1 1 1 0 0,0-1 0 0 0,1 1 0 0 0,-1-1-1 0 0,1 1 1 0 0,0-1 0 0 0,-1 1 0 0 0,1-1-1 0 0,-1 0 1 0 0,1 1 0 0 0,-1-1 0 0 0,1 0-1 0 0,0 0 1 0 0,-1 0 0 0 0,1 1-1 0 0,0-1 1 0 0,-1 0 0 0 0,1 0 0 0 0,0 0-1 0 0,-1 0 1 0 0,1 0 0 0 0,0 0 0 0 0,-1 0-1 0 0,1 0 1 0 0,0 0 0 0 0,-1 0-1 0 0,2-1 1 0 0,1 0 8 0 0,0 1-1 0 0,-1-1 1 0 0,1 0 0 0 0,-1 0-1 0 0,1 0 1 0 0,-1 0 0 0 0,1 0-1 0 0,-1-1 1 0 0,3-1-1 0 0,-3 1-8 0 0,16-16 109 0 0,0 1 1 0 0,30-22-1 0 0,-41 35-74 0 0,0 0 0 0 0,0 0 0 0 0,0 0-1 0 0,1 1 1 0 0,-1 0 0 0 0,1 0 0 0 0,-1 1 0 0 0,1 0-1 0 0,0 0 1 0 0,0 1 0 0 0,15-1 0 0 0,-21 2-24 0 0,0 0 1 0 0,-1 1 0 0 0,1-1 0 0 0,0 0-1 0 0,-1 0 1 0 0,1 1 0 0 0,0-1 0 0 0,-1 1-1 0 0,1-1 1 0 0,-1 1 0 0 0,1 0 0 0 0,-1 0-1 0 0,1 0 1 0 0,-1 0 0 0 0,1 0 0 0 0,-1 0-1 0 0,0 0 1 0 0,0 0 0 0 0,1 0 0 0 0,-1 0-1 0 0,0 1 1 0 0,0-1 0 0 0,0 1 0 0 0,0-1-1 0 0,-1 0 1 0 0,1 1 0 0 0,0 0 0 0 0,-1-1-1 0 0,1 1 1 0 0,-1-1 0 0 0,1 1 0 0 0,-1 0-1 0 0,0-1 1 0 0,1 1 0 0 0,-1 0 0 0 0,0-1-1 0 0,0 1 1 0 0,0 0 0 0 0,-1 2 0 0 0,0 9 48 0 0,-1 1 0 0 0,0-1 0 0 0,-1-1 0 0 0,-4 14 0 0 0,4-16-4 0 0,-11 19 152 0 0,3-11-28 0 0,10-16 92 0 0,3-9-255 0 0,0 0 0 0 0,0 0 1 0 0,0 0-1 0 0,1 1 0 0 0,0-1 0 0 0,0 1 1 0 0,1 0-1 0 0,8-12 0 0 0,-2 3 9 0 0,5-11 36 0 0,1 0-1 0 0,35-40 1 0 0,-50 66-64 0 0,-1-1-1 0 0,1 1 1 0 0,-1-1 0 0 0,0 0 0 0 0,1 1 0 0 0,-1-1 0 0 0,1 1 0 0 0,-1 0 0 0 0,1-1-1 0 0,-1 1 1 0 0,1-1 0 0 0,0 1 0 0 0,-1 0 0 0 0,1-1 0 0 0,0 1 0 0 0,-1 0 0 0 0,1 0 0 0 0,-1-1-1 0 0,1 1 1 0 0,0 0 0 0 0,0 0 0 0 0,-1 0 0 0 0,1 0 0 0 0,1 0 0 0 0,-2 0 0 0 0,1 1 0 0 0,-1-1 0 0 0,0 1 1 0 0,1-1-1 0 0,-1 1 0 0 0,1-1 0 0 0,-1 1 0 0 0,0-1 1 0 0,0 1-1 0 0,1 0 0 0 0,-1-1 0 0 0,0 1 0 0 0,0-1 1 0 0,0 1-1 0 0,1 0 0 0 0,-1-1 0 0 0,0 1 0 0 0,0 0 1 0 0,0-1-1 0 0,0 2 0 0 0,-5 36 88 0 0,1-28-59 0 0,0 1-1 0 0,1 1 1 0 0,0-1 0 0 0,1 0-1 0 0,1 1 1 0 0,0-1 0 0 0,0 21-1 0 0,1-30 51 0 0,42 25 110 0 0,-38-26-182 0 0,1 0 0 0 0,-1 1 0 0 0,1-1 0 0 0,-1-1 0 0 0,1 1 0 0 0,0-1-1 0 0,-1 0 1 0 0,1 0 0 0 0,0 0 0 0 0,-1-1 0 0 0,1 1 0 0 0,-1-1 0 0 0,1 0 0 0 0,-1 0-1 0 0,1-1 1 0 0,-1 1 0 0 0,0-1 0 0 0,0 0 0 0 0,0-1 0 0 0,0 1 0 0 0,0 0 0 0 0,0-1 0 0 0,-1 0-1 0 0,1 0 1 0 0,-1 0 0 0 0,1-1 0 0 0,-1 1 0 0 0,0-1 0 0 0,-1 1 0 0 0,4-6 0 0 0,8-11 52 0 0,-1 0 1 0 0,-1-1-1 0 0,-1 0 1 0 0,0-1 0 0 0,-2 0-1 0 0,12-43 1 0 0,-19 46 62 0 0,-12 35-63 0 0,-12 32 1 0 0,15-27-42 0 0,1 0 0 0 0,0 1-1 0 0,2 0 1 0 0,0 0 0 0 0,2 0 0 0 0,0 38-1 0 0,7-32-9 0 0,-3-16-4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7:12.2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252 0 15576 0 0,'0'0'376'0'0,"-2"5"0"0"0,-7 14-8 0 0,-1-1 1 0 0,0 0-1 0 0,-23 29 1 0 0,19-29 105 0 0,1 1 0 0 0,1 0 0 0 0,-19 40 0 0 0,27-48-380 0 0,1 1 0 0 0,0 0 0 0 0,0 0 0 0 0,1 1 0 0 0,1-1-1 0 0,0 15 1 0 0,1-26-86 0 0,0 0-1 0 0,0 0 1 0 0,1 0-1 0 0,-1 0 1 0 0,1 0-1 0 0,-1 0 0 0 0,1 0 1 0 0,-1 0-1 0 0,1 0 1 0 0,0 0-1 0 0,-1 0 1 0 0,1 0-1 0 0,0 0 0 0 0,0 0 1 0 0,0 0-1 0 0,0-1 1 0 0,-1 1-1 0 0,1 0 1 0 0,0-1-1 0 0,0 1 0 0 0,0 0 1 0 0,1-1-1 0 0,0 1 1 0 0,35 12-34 0 0,-13-4 3 0 0,-22-8-12 0 0,0 0 0 0 0,0 0 0 0 0,-1 0 0 0 0,1 0 0 0 0,0 1 0 0 0,0-1 0 0 0,-1 1 0 0 0,1-1 0 0 0,-1 1 0 0 0,0 0 0 0 0,1 0 0 0 0,-1 0 0 0 0,0-1 0 0 0,0 1 0 0 0,0 0 0 0 0,0 0 0 0 0,0 0 0 0 0,-1 1 0 0 0,1-1 0 0 0,0 0 0 0 0,-1 0 0 0 0,0 0 0 0 0,0 0 0 0 0,1 1 0 0 0,-2 3 0 0 0,0 0-27 0 0,-2 0-1 0 0,1 0 1 0 0,0-1-1 0 0,-1 1 1 0 0,0-1-1 0 0,0 1 1 0 0,-1-1-1 0 0,0 0 1 0 0,-4 4-1 0 0,-165 194-1664 0 0,171-201 1567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7:14.3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1 366 9440 0 0,'15'6'4'0'0,"7"3"26"0"0,-5-3 14 0 0,-7-3 6 0 0,-1 1-1 0 0,0 1 1 0 0,0 0 0 0 0,-1 0-1 0 0,15 11 1 0 0,-20-14-5 0 0,1 1 1 0 0,-1-1-1 0 0,1 0 0 0 0,0 0 1 0 0,0 0-1 0 0,0-1 1 0 0,7 3-1 0 0,6 2 254 0 0,-16-6-282 0 0,0 0 0 0 0,1 0-1 0 0,-1 1 1 0 0,1-1 0 0 0,-1 0 0 0 0,0-1-1 0 0,1 1 1 0 0,-1 0 0 0 0,0 0-1 0 0,1 0 1 0 0,-1-1 0 0 0,0 1-1 0 0,1-1 1 0 0,-1 1 0 0 0,0-1 0 0 0,0 0-1 0 0,0 1 1 0 0,1-1 0 0 0,-1 0-1 0 0,0 0 1 0 0,0 0 0 0 0,0 1 0 0 0,0-1-1 0 0,1-2 1 0 0,19-26 294 0 0,-19 27-294 0 0,45-91 344 0 0,2 3-80 0 0,-48 88-243 0 0,-1-6 122 0 0,-7 29-119 0 0,1 1 0 0 0,0 0 0 0 0,2 1 0 0 0,0-1 0 0 0,2 1 0 0 0,0 41 1 0 0,2-54-16 0 0,0-1 0 0 0,1 1 1 0 0,1 0-1 0 0,-1-1 0 0 0,1 1 1 0 0,1-1-1 0 0,0 0 1 0 0,5 12-1 0 0,-7-19 42 0 0,16-4 72 0 0,-16-2-119 0 0,1 0 1 0 0,0 0-1 0 0,0 0 1 0 0,1 0-1 0 0,-1 1 0 0 0,1-1 1 0 0,0 1-1 0 0,-1-1 1 0 0,7-4-1 0 0,0-2 45 0 0,2-4 22 0 0,0-2 1 0 0,0 1 0 0 0,-1-1-1 0 0,14-34 1 0 0,14-19 559 0 0,-33 63-485 0 0,-4 10 222 0 0,-1-2-360 0 0,-1 0 0 0 0,1 0 0 0 0,-1 0 0 0 0,1 0 0 0 0,-1 0 0 0 0,0-1-1 0 0,1 1 1 0 0,-1 0 0 0 0,0-1 0 0 0,-2 4 0 0 0,-1 1 12 0 0,0 1 0 0 0,1-1-1 0 0,0 1 1 0 0,0 0 0 0 0,1 0 0 0 0,0 0-1 0 0,0 0 1 0 0,1 0 0 0 0,-1 1-1 0 0,1 12 1 0 0,1-17-9 0 0,0 0 0 0 0,0 0 0 0 0,0 0-1 0 0,0 0 1 0 0,1 0 0 0 0,-1 0 0 0 0,1 0 0 0 0,0 0-1 0 0,0 0 1 0 0,0-1 0 0 0,0 1 0 0 0,1 0 0 0 0,1 3 0 0 0,-1-5 69 0 0,19-16 95 0 0,-10 3-131 0 0,-2 0-1 0 0,0 0 1 0 0,0-1 0 0 0,7-15 0 0 0,-2 2 35 0 0,11-15 8 0 0,-3 4 76 0 0,19-43-1 0 0,-35 67-103 0 0,-1 0 1 0 0,0 0-1 0 0,-2-1 0 0 0,1 1 0 0 0,-2-1 1 0 0,0 0-1 0 0,1-21 0 0 0,-3 34-64 0 0,0 0-1 0 0,1 0 1 0 0,-1 1 0 0 0,0-1-1 0 0,0 0 1 0 0,0 0-1 0 0,0 0 1 0 0,0 0 0 0 0,-1 0-1 0 0,1 1 1 0 0,0-1 0 0 0,0 0-1 0 0,0 0 1 0 0,-1 0-1 0 0,1 0 1 0 0,0 1 0 0 0,-1-1-1 0 0,1 0 1 0 0,-1 0 0 0 0,1 1-1 0 0,-1-1 1 0 0,1 0-1 0 0,-1 1 1 0 0,1-1 0 0 0,-1 1-1 0 0,0-1 1 0 0,1 1-1 0 0,-1-1 1 0 0,0 1 0 0 0,0-1-1 0 0,1 1 1 0 0,-1-1 0 0 0,0 1-1 0 0,-1 0 1 0 0,0 1 6 0 0,-1 0-1 0 0,1 0 1 0 0,0 1 0 0 0,0-1 0 0 0,-1 1-1 0 0,1 0 1 0 0,0 0 0 0 0,0 0 0 0 0,0 0 0 0 0,1 0-1 0 0,-1 0 1 0 0,-2 5 0 0 0,0-3 20 0 0,-8 13 24 0 0,1 0-1 0 0,1 1 1 0 0,0 0-1 0 0,1 1 1 0 0,-12 38-1 0 0,15-41-29 0 0,-2 6 30 0 0,1 1 0 0 0,1 0 0 0 0,1 0 0 0 0,1 0 0 0 0,1 1 0 0 0,1-1-1 0 0,0 1 1 0 0,3 0 0 0 0,3 32 0 0 0,-4-50-21 0 0,1-1 0 0 0,0 1 1 0 0,0-1-1 0 0,1 1 0 0 0,-1-1 0 0 0,1 1 0 0 0,0-1 0 0 0,1 0 0 0 0,-1 0 0 0 0,1 0 1 0 0,0 0-1 0 0,0 0 0 0 0,7 6 0 0 0,-9-10-28 0 0,0-1 0 0 0,0 0-1 0 0,0 1 1 0 0,0-1 0 0 0,0 0 0 0 0,0 0-1 0 0,0 0 1 0 0,0 0 0 0 0,0 0 0 0 0,0 0-1 0 0,0 0 1 0 0,0 0 0 0 0,0 0 0 0 0,0 0-1 0 0,-1-1 1 0 0,1 1 0 0 0,0 0 0 0 0,0-1-1 0 0,0 1 1 0 0,0 0 0 0 0,0-1 0 0 0,0 0 0 0 0,0 1-1 0 0,-1-1 1 0 0,2 0 0 0 0,7-3 30 0 0,-1 0 7 0 0,1 0 0 0 0,-1 0 0 0 0,0 0 0 0 0,0-1 0 0 0,-1-1 1 0 0,1 1-1 0 0,-1-1 0 0 0,0 0 0 0 0,9-11 0 0 0,7-5 82 0 0,3-3 110 0 0,-20 19-188 0 0,0-1 0 0 0,1 1 0 0 0,0 0 0 0 0,0 0 0 0 0,9-4 0 0 0,-13 8-35 0 0,0 1 1 0 0,0 0-1 0 0,0-1 0 0 0,0 2 0 0 0,1-1 0 0 0,-1 0 1 0 0,0 0-1 0 0,0 1 0 0 0,0 0 0 0 0,1 0 1 0 0,-1 0-1 0 0,0 0 0 0 0,0 0 0 0 0,1 1 1 0 0,-1-1-1 0 0,0 1 0 0 0,0 0 0 0 0,0 0 0 0 0,3 1 1 0 0,-4-1-4 0 0,0 0 1 0 0,-1 0 0 0 0,1 0-1 0 0,0 0 1 0 0,-1 1 0 0 0,1-1-1 0 0,-1 0 1 0 0,0 1 0 0 0,1-1-1 0 0,-1 1 1 0 0,0-1 0 0 0,0 1-1 0 0,0 0 1 0 0,0-1 0 0 0,0 1-1 0 0,1 3 1 0 0,0 1 10 0 0,0 0 1 0 0,-1 0-1 0 0,0 0 0 0 0,0 0 1 0 0,1 9-1 0 0,-2-3 13 0 0,0-1 1 0 0,-1 0-1 0 0,0 0 0 0 0,-1 0 0 0 0,0 0 1 0 0,-4 12-1 0 0,2-11 13 0 0,0 0-1 0 0,-1 0 1 0 0,0 0-1 0 0,-1-1 1 0 0,0 0 0 0 0,-1 0-1 0 0,0 0 1 0 0,-15 15-1 0 0,22-25-43 0 0,-1 0 1 0 0,1-1-1 0 0,-1 1 0 0 0,1-1 0 0 0,-1 0 0 0 0,1 1 1 0 0,-1-1-1 0 0,1 1 0 0 0,-1-1 0 0 0,0 0 0 0 0,1 1 0 0 0,-1-1 1 0 0,1 0-1 0 0,-1 0 0 0 0,0 1 0 0 0,1-1 0 0 0,-1 0 0 0 0,0 0 1 0 0,1 0-1 0 0,-1 0 0 0 0,0 0 0 0 0,0 0 0 0 0,1 0 1 0 0,-1 0-1 0 0,0 0 0 0 0,1 0 0 0 0,-1-1 0 0 0,0 1 0 0 0,1 0 1 0 0,-1 0-1 0 0,0-1 0 0 0,0 0 2 0 0,0 0 0 0 0,0 0 0 0 0,0-1 0 0 0,0 1 0 0 0,1 0-1 0 0,-1 0 1 0 0,0-1 0 0 0,1 1 0 0 0,-1 0 0 0 0,1-1 0 0 0,-1 1 0 0 0,1-1 0 0 0,0-1 0 0 0,-1-46 124 0 0,1 47-127 0 0,1 0 1 0 0,-1-1-1 0 0,1 1 1 0 0,-1 0 0 0 0,1 0-1 0 0,0-1 1 0 0,0 1 0 0 0,0 0-1 0 0,0 0 1 0 0,0 0-1 0 0,1 0 1 0 0,-1 0 0 0 0,1 1-1 0 0,-1-1 1 0 0,1 0-1 0 0,0 0 1 0 0,-1 1 0 0 0,1 0-1 0 0,0-1 1 0 0,0 1 0 0 0,0 0-1 0 0,0 0 1 0 0,0 0-1 0 0,1 0 1 0 0,2-1 0 0 0,-2 1-1 0 0,1 1 0 0 0,0 0 0 0 0,0-1 0 0 0,-1 1 0 0 0,1 1 1 0 0,0-1-1 0 0,5 2 0 0 0,6-1 20 0 0,-10-1-24 0 0,-1-1-1 0 0,0 1 1 0 0,1-1 0 0 0,-1 0-1 0 0,0-1 1 0 0,1 1 0 0 0,-1-1-1 0 0,0 1 1 0 0,0-1 0 0 0,0 0-1 0 0,5-5 1 0 0,41-34 28 0 0,-9 6-17 0 0,59-37 23 0 0,-78 56-14 0 0,-1-1 0 0 0,28-29 0 0 0,-47 44-14 0 0,7-7 19 0 0,-11 4-28 0 0,-7 9-1 0 0,0 5 0 0 0,6-5 0 0 0,-1 0 0 0 0,1 0 0 0 0,1 1 0 0 0,-1-1 0 0 0,0 1 0 0 0,1 0 0 0 0,0 0 0 0 0,0 0 0 0 0,1 0 0 0 0,-1 0 0 0 0,1 0 0 0 0,0 1 0 0 0,1-1 0 0 0,-1 0 0 0 0,1 7 0 0 0,-2 6 0 0 0,1-11 0 0 0,0-1-1 0 0,1 1 0 0 0,-1-1 0 0 0,1 1 1 0 0,1 0-1 0 0,-1-1 0 0 0,1 1 1 0 0,0-1-1 0 0,1 1 0 0 0,-1-1 0 0 0,1 0 1 0 0,4 7-1 0 0,2 2-4 0 0,5-2 3 0 0,5-2 2 0 0,-11-13 0 0 0,-6 1 0 0 0,2 1 0 0 0,-1 0 0 0 0,1-1 0 0 0,-1 1 0 0 0,1-1 0 0 0,-1 0 0 0 0,1 0 0 0 0,-1 0 0 0 0,0 0 0 0 0,0 0 0 0 0,1-1 0 0 0,-1 1 0 0 0,0-1 0 0 0,0 1 0 0 0,0-1 0 0 0,0 0 0 0 0,2-3 0 0 0,30-41 10 0 0,-6 9 3 0 0,23-17 70 0 0,-49 52-70 0 0,3 0 2 0 0,0 1 37 0 0,-6 11 17 0 0,-2 1-35 0 0,1 0 0 0 0,1 1 0 0 0,-1-1 0 0 0,2 1 0 0 0,0-1 0 0 0,0 1 0 0 0,3 14 0 0 0,-3-24-27 0 0,0-1 0 0 0,0 0-1 0 0,0 0 1 0 0,0 1 0 0 0,0-1 0 0 0,0 0 0 0 0,1 1-1 0 0,-1-1 1 0 0,0 0 0 0 0,1 0 0 0 0,-1 1 0 0 0,1-1 0 0 0,-1 0-1 0 0,1 0 1 0 0,0 0 0 0 0,-1 0 0 0 0,1 0 0 0 0,0 0-1 0 0,0 0 1 0 0,0 0 0 0 0,0 0 0 0 0,0 0 0 0 0,0 0-1 0 0,0 0 1 0 0,0-1 0 0 0,0 1 0 0 0,0 0 0 0 0,2 0 0 0 0,-1-1 2 0 0,0-1 0 0 0,0 1 0 0 0,0-1 0 0 0,0 1 0 0 0,0-1 1 0 0,0 1-1 0 0,0-1 0 0 0,-1 0 0 0 0,1 0 0 0 0,0 0 0 0 0,-1 0 1 0 0,1 0-1 0 0,0-1 0 0 0,-1 1 0 0 0,1 0 0 0 0,0-2 0 0 0,9-9 30 0 0,0-1 0 0 0,-1 1 0 0 0,9-17 0 0 0,-6 9 0 0 0,-7 11-8 0 0,0 0 1 0 0,-1 0-1 0 0,0 0 1 0 0,0-1 0 0 0,3-12-1 0 0,-7 19-15 0 0,4-2 63 0 0,-3 10 80 0 0,-1-3-152 0 0,-1 0 0 0 0,0 0 0 0 0,0 0 0 0 0,1-1 1 0 0,-1 1-1 0 0,1 0 0 0 0,0-1 0 0 0,0 1 0 0 0,-1 0 1 0 0,1-1-1 0 0,0 1 0 0 0,0-1 0 0 0,0 1 0 0 0,0-1 1 0 0,1 0-1 0 0,-1 1 0 0 0,0-1 0 0 0,1 0 0 0 0,-1 0 1 0 0,1 0-1 0 0,-1 0 0 0 0,1 0 0 0 0,1 1 0 0 0,-1-2 1 0 0,1 1 0 0 0,-1-1-1 0 0,0 0 1 0 0,0 0 0 0 0,1 0 0 0 0,-1-1-1 0 0,0 1 1 0 0,1 0 0 0 0,-1-1-1 0 0,0 1 1 0 0,0-1 0 0 0,0 0-1 0 0,0 0 1 0 0,0 0 0 0 0,4-2-1 0 0,4-3 13 0 0,-1-1 0 0 0,0 0 0 0 0,0-1 0 0 0,0 0 0 0 0,-1 0-1 0 0,8-10 1 0 0,2-6 23 0 0,-1 0-1 0 0,0-2 1 0 0,15-33-1 0 0,-26 48-24 0 0,-1-1 0 0 0,-1 1 0 0 0,0-1 0 0 0,-1 0 0 0 0,0 0 0 0 0,0 0 0 0 0,-1 0 0 0 0,-1-1 0 0 0,0 1 0 0 0,-2-20 0 0 0,-4 16 31 0 0,-4 14-3 0 0,7 3-42 0 0,1 0 0 0 0,-1 0 0 0 0,1 0 0 0 0,0 0 0 0 0,-1 0 1 0 0,1 0-1 0 0,0 0 0 0 0,0 0 0 0 0,-1 1 0 0 0,1-1 0 0 0,-2 3 0 0 0,-7 15 15 0 0,-1 0 0 0 0,2 0 0 0 0,1 1 0 0 0,0 0 1 0 0,2 1-1 0 0,0 0 0 0 0,1 0 0 0 0,1 0 0 0 0,-1 27 0 0 0,4-22 8 0 0,0-1 0 0 0,2 1-1 0 0,1 0 1 0 0,1-1 0 0 0,2 1 0 0 0,0-1 0 0 0,12 32 0 0 0,-16-54-21 0 0,0 0 0 0 0,0 0 0 0 0,0 0 0 0 0,1 0 0 0 0,0 0 0 0 0,-1-1 0 0 0,1 1 0 0 0,0-1 1 0 0,0 1-1 0 0,0-1 0 0 0,1 0 0 0 0,-1 1 0 0 0,1-1 0 0 0,-1-1 0 0 0,1 1 0 0 0,5 3 1 0 0,-7-5-5 0 0,0 0 0 0 0,0 0 1 0 0,0 1-1 0 0,0-1 1 0 0,0 0-1 0 0,1 0 1 0 0,-1 0-1 0 0,0 0 1 0 0,0-1-1 0 0,0 1 1 0 0,0 0-1 0 0,0 0 1 0 0,0-1-1 0 0,0 1 1 0 0,0 0-1 0 0,0-1 1 0 0,0 1-1 0 0,0-1 1 0 0,0 0-1 0 0,0 1 1 0 0,0-1-1 0 0,1-1 1 0 0,20-20 27 0 0,-16 16-17 0 0,7-9 17 0 0,-1 1 0 0 0,11-18 1 0 0,5-7 51 0 0,-19 28-45 0 0,-11 14 24 0 0,-12 22-22 0 0,10-11-25 0 0,0 0 0 0 0,1 0 0 0 0,-2 21 0 0 0,4-31-10 0 0,1 1-1 0 0,0-1 1 0 0,0 1 0 0 0,0-1 0 0 0,1 1-1 0 0,-1-1 1 0 0,1 1 0 0 0,0-1 0 0 0,1 0-1 0 0,-1 1 1 0 0,1-1 0 0 0,0 0 0 0 0,0 0-1 0 0,4 6 1 0 0,-4-10-3 0 0,-1 0 0 0 0,1 0-1 0 0,0 0 1 0 0,-1 0 0 0 0,1 0 0 0 0,-1-1 0 0 0,1 1-1 0 0,-1 0 1 0 0,1-1 0 0 0,-1 0 0 0 0,1 1 0 0 0,-1-1-1 0 0,1 0 1 0 0,-1 0 0 0 0,2-1 0 0 0,-1 1 1 0 0,9-7 3 0 0,0-1 0 0 0,-1 0 0 0 0,0-1 0 0 0,-1 0 0 0 0,0-1 0 0 0,0 0 0 0 0,13-23 0 0 0,48-78 13 0 0,-61 97-12 0 0,-5 4-4 0 0,-6 10 4 0 0,0 2-6 0 0,1 0 0 0 0,-1 0 0 0 0,0 1 0 0 0,1-1 0 0 0,-1 0 0 0 0,1 1 0 0 0,-1-1 0 0 0,1 1 0 0 0,0-1 1 0 0,0 1-1 0 0,-1 0 0 0 0,1-1 0 0 0,0 1 0 0 0,0 0 0 0 0,1 0 0 0 0,-1 0 0 0 0,-1 3 0 0 0,-1 4 0 0 0,-3 4 0 0 0,1 0 0 0 0,0 1 0 0 0,0-1 0 0 0,-2 19 0 0 0,6-28 0 0 0,0 0 0 0 0,0 0 0 0 0,1 0 0 0 0,0 0 0 0 0,0 0 0 0 0,0 0 0 0 0,0 0 0 0 0,1 0 0 0 0,-1 0 0 0 0,1 0 0 0 0,0 0 0 0 0,0 0 0 0 0,1 0 0 0 0,-1 0 0 0 0,1 0 0 0 0,0-1 0 0 0,0 1 0 0 0,0-1 0 0 0,0 1 0 0 0,3 2 0 0 0,62 34 0 0 0,-58-35 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7:14.7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17887 0 0,'0'0'2368'0'0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7:15.9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91 737 14064 0 0,'17'0'111'0'0,"11"-1"550"0"0,-15 1-107 0 0,1-1-1 0 0,23-6 1 0 0,-31 4-387 0 0,0 0-1 0 0,0 0 1 0 0,0-1 0 0 0,0 0 0 0 0,-1-1 0 0 0,0 1 0 0 0,1-1-1 0 0,5-7 1 0 0,-1-1-108 0 0,-1 1-1 0 0,0-1 1 0 0,-1-1 0 0 0,0 1-1 0 0,-1-1 1 0 0,0-1 0 0 0,7-25-1 0 0,0-9-58 0 0,-10 38-15 0 0,-1 1 0 0 0,0-1 0 0 0,1-12 0 0 0,-3 17 4 0 0,4-23-44 0 0,-2 1 0 0 0,-1 0-1 0 0,-1-1 1 0 0,-2 1 0 0 0,-4-38 0 0 0,3 60 24 0 0,-1-13-53 0 0,-1 1 1 0 0,-1 1-1 0 0,0-1 0 0 0,-15-31 0 0 0,11 31 35 0 0,5 11-6 0 0,1 0 1 0 0,-1 1 0 0 0,0-1-1 0 0,-1 1 1 0 0,0 0-1 0 0,-8-9 1 0 0,8 11 9 0 0,0 0 1 0 0,0 0-1 0 0,0 0 1 0 0,0 1-1 0 0,0 0 1 0 0,-1 0 0 0 0,-6-2-1 0 0,11 4 34 0 0,-1 1 1 0 0,1-1-1 0 0,-1 1 0 0 0,1-1 0 0 0,-1 1 1 0 0,1 0-1 0 0,-1 0 0 0 0,1 0 0 0 0,-1 0 1 0 0,1 0-1 0 0,-1 0 0 0 0,1 0 0 0 0,-1 1 1 0 0,0-1-1 0 0,1 0 0 0 0,-1 1 0 0 0,1 0 1 0 0,0-1-1 0 0,-1 1 0 0 0,1 0 0 0 0,0-1 1 0 0,-1 1-1 0 0,1 0 0 0 0,0 0 0 0 0,0 0 1 0 0,-1 0-1 0 0,1 0 0 0 0,0 1 0 0 0,0-1 1 0 0,0 0-1 0 0,1 0 0 0 0,-1 1 0 0 0,0-1 1 0 0,0 0-1 0 0,0 3 0 0 0,-4 8-15 0 0,1-1 0 0 0,1 1 0 0 0,0 0 0 0 0,0 0-1 0 0,-1 17 1 0 0,-1 68-40 0 0,5-71 47 0 0,3 179-4 0 0,0 35-10 0 0,-5-207 30 0 0,-1 0 0 0 0,-2 0 1 0 0,-1-1-1 0 0,-2 0 0 0 0,-13 36 1 0 0,-1-20 50 0 0,21-45-44 0 0,-1-1 0 0 0,1 1 0 0 0,-1-1 0 0 0,0 0 0 0 0,1 1 0 0 0,-1-1 0 0 0,0 0 1 0 0,0 0-1 0 0,-1 0 0 0 0,1 0 0 0 0,0-1 0 0 0,-1 1 0 0 0,1-1 0 0 0,-5 3 0 0 0,6-4-2 0 0,0 0 0 0 0,0 0 1 0 0,0 0-1 0 0,0 0 0 0 0,1 0 0 0 0,-1 0 0 0 0,0 0 1 0 0,0-1-1 0 0,0 1 0 0 0,0 0 0 0 0,1 0 1 0 0,-1-1-1 0 0,0 1 0 0 0,0-1 0 0 0,1 1 0 0 0,-1-1 1 0 0,0 1-1 0 0,1-1 0 0 0,-1 1 0 0 0,0-1 1 0 0,1 1-1 0 0,-1-1 0 0 0,1 0 0 0 0,-1 1 0 0 0,1-1 1 0 0,-1 0-1 0 0,0-1 0 0 0,-9-20 61 0 0,2-6 83 0 0,-10-56-1 0 0,17 76-111 0 0,0 0 0 0 0,1 0 0 0 0,0 0 1 0 0,0 0-1 0 0,0-1 0 0 0,1 2 0 0 0,0-1 0 0 0,1 0 0 0 0,0 0 0 0 0,0 0 1 0 0,1 1-1 0 0,4-10 0 0 0,-5 15-18 0 0,1 0 0 0 0,-1 0-1 0 0,1 0 1 0 0,0 1 0 0 0,-1-1 0 0 0,1 1 0 0 0,0 0 0 0 0,0 0 0 0 0,0 0 0 0 0,0 0-1 0 0,0 0 1 0 0,0 1 0 0 0,1-1 0 0 0,3 1 0 0 0,1-2 19 0 0,6-1-7 0 0,-1 1-3 0 0,-1-1 0 0 0,0-1 0 0 0,0 0-1 0 0,0 0 1 0 0,-1-1 0 0 0,1-1 0 0 0,13-8 0 0 0,32-29 109 0 0,87-83 0 0 0,-70 58-48 0 0,120-114 145 0 0,-192 180-220 0 0,17-16 16 0 0,-14 14 19 0 0,-10 14 57 0 0,-29 38-54 0 0,-67 105 62 0 0,28-15 31 0 0,61-113-76 0 0,2 1 1 0 0,0 0-1 0 0,-9 46 1 0 0,18-66-47 0 0,0 1 0 0 0,1-1 0 0 0,0 1 0 0 0,0-1 0 0 0,0 1 0 0 0,1-1 1 0 0,0 1-1 0 0,0-1 0 0 0,1 0 0 0 0,3 10 0 0 0,-4-15-16 0 0,-1 0 1 0 0,1 0-1 0 0,-1 0 1 0 0,1 0-1 0 0,-1 0 0 0 0,1 0 1 0 0,0 0-1 0 0,0-1 1 0 0,-1 1-1 0 0,1 0 0 0 0,0 0 1 0 0,0-1-1 0 0,0 1 0 0 0,0 0 1 0 0,0-1-1 0 0,0 1 1 0 0,0-1-1 0 0,0 0 0 0 0,0 1 1 0 0,0-1-1 0 0,0 0 0 0 0,0 1 1 0 0,0-1-1 0 0,0 0 1 0 0,0 0-1 0 0,0 0 0 0 0,1 0 1 0 0,-1 0-1 0 0,0 0 1 0 0,0 0-1 0 0,0 0 0 0 0,0-1 1 0 0,0 1-1 0 0,0 0 0 0 0,0-1 1 0 0,1 0-1 0 0,3 0 19 0 0,0-1 0 0 0,-1 0 0 0 0,1-1 0 0 0,-1 1 0 0 0,0-1 0 0 0,6-4 0 0 0,2-4 21 0 0,-1 0 0 0 0,-1-1 0 0 0,0-1 0 0 0,0 1 0 0 0,-1-1 0 0 0,13-27 0 0 0,32-90 280 0 0,-43 102-268 0 0,-7 16-28 0 0,0 0 0 0 0,-1 0 0 0 0,-1 0 0 0 0,0 0 0 0 0,1-14-1 0 0,-3 22-15 0 0,0-1-1 0 0,0 0 0 0 0,0 1 0 0 0,0-1 0 0 0,-1 1 1 0 0,1-1-1 0 0,-1 0 0 0 0,0 1 0 0 0,-1-1 0 0 0,1 1 0 0 0,-1 0 1 0 0,0-1-1 0 0,0 1 0 0 0,0 0 0 0 0,-4-5 0 0 0,5 8-8 0 0,0 0 0 0 0,0 0-1 0 0,0 1 1 0 0,-1-1-1 0 0,1 0 1 0 0,0 0 0 0 0,0 1-1 0 0,0-1 1 0 0,-1 0 0 0 0,1 1-1 0 0,0-1 1 0 0,-1 1-1 0 0,1 0 1 0 0,-1 0 0 0 0,1-1-1 0 0,0 1 1 0 0,-1 0 0 0 0,1 0-1 0 0,-1 0 1 0 0,1 0-1 0 0,0 0 1 0 0,-1 1 0 0 0,1-1-1 0 0,-1 0 1 0 0,1 1 0 0 0,0-1-1 0 0,0 1 1 0 0,-1-1-1 0 0,1 1 1 0 0,0 0 0 0 0,0-1-1 0 0,-1 1 1 0 0,1 0-1 0 0,0 0 1 0 0,0 0 0 0 0,0 0-1 0 0,0 0 1 0 0,0 0 0 0 0,-1 2-1 0 0,-6 6 8 0 0,0 0 1 0 0,1 1-1 0 0,-10 16 0 0 0,12-18-9 0 0,-7 12 4 0 0,2 0 1 0 0,-10 21-1 0 0,17-32-1 0 0,-1 0-1 0 0,1 0 1 0 0,1 1-1 0 0,0-1 1 0 0,0 1-1 0 0,1-1 1 0 0,-1 14-1 0 0,2-22-2 0 0,0-1 0 0 0,0 1 0 0 0,0-1 0 0 0,0 1 0 0 0,1-1 0 0 0,-1 0 0 0 0,0 1 0 0 0,0-1 0 0 0,0 1 0 0 0,0-1 0 0 0,1 0 0 0 0,-1 1 0 0 0,0-1 0 0 0,0 1 0 0 0,0-1 0 0 0,1 0 0 0 0,-1 1 0 0 0,0-1 0 0 0,1 0 0 0 0,-1 0 0 0 0,0 1 0 0 0,1-1 0 0 0,-1 0 0 0 0,0 0 0 0 0,1 1 0 0 0,-1-1 0 0 0,1 0 0 0 0,-1 0 0 0 0,1 0 0 0 0,-1 0 0 0 0,0 0 0 0 0,1 1 0 0 0,-1-1 0 0 0,1 0 0 0 0,-1 0 0 0 0,1 0 0 0 0,-1 0 0 0 0,0 0 0 0 0,1 0 0 0 0,-1-1 0 0 0,1 1 0 0 0,-1 0 0 0 0,1 0 0 0 0,-1 0 0 0 0,0 0 0 0 0,1 0 0 0 0,-1-1 0 0 0,0 1 0 0 0,1-1 0 0 0,31-15 50 0 0,-13 6-32 0 0,-10 6-16 0 0,9-4 24 0 0,0 1-1 0 0,20-5 1 0 0,-31 10-15 0 0,-1 1 0 0 0,1 0 1 0 0,0 0-1 0 0,0 0 0 0 0,0 1 1 0 0,0 0-1 0 0,0 1 1 0 0,-1-1-1 0 0,1 1 0 0 0,10 3 1 0 0,-12-3 2 0 0,0 1 0 0 0,-1 0 0 0 0,1 0-1 0 0,0 0 1 0 0,-1 0 0 0 0,1 1 0 0 0,-1-1 0 0 0,0 1 0 0 0,1 0 0 0 0,-1 1 0 0 0,-1-1 0 0 0,1 1 0 0 0,-1 0 0 0 0,1 0 0 0 0,-1 0 0 0 0,0 0 0 0 0,0 0 0 0 0,-1 1 0 0 0,1-1 0 0 0,-1 1 0 0 0,0 0-1 0 0,-1 0 1 0 0,3 7 0 0 0,0 7 37 0 0,-1 1-1 0 0,-1 0 1 0 0,-1 0-1 0 0,0 0 0 0 0,-1 0 1 0 0,-4 22-1 0 0,4-40-47 0 0,-2 26 76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7:18.4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0 624 12664 0 0,'13'-6'106'0'0,"9"-4"149"0"0,12-7 212 0 0,-20 10-264 0 0,0-2 0 0 0,0 1 1 0 0,23-22-1 0 0,-13 10 536 0 0,44-26-1 0 0,-49 35-547 0 0,-1-1 0 0 0,0 0 0 0 0,-1-2 0 0 0,0 0 0 0 0,-1-1-1 0 0,15-18 1 0 0,-24 20 60 0 0,-18 20-205 0 0,-18 21-59 0 0,9 0-6 0 0,2 0 0 0 0,0 1 0 0 0,2 1 1 0 0,2 1-1 0 0,-21 60 0 0 0,29-72-32 0 0,0 1 0 0 0,-5 36 1 0 0,5-21-38 0 0,4-24 51 0 0,0 0 0 0 0,1 0 0 0 0,0-1 0 0 0,1 1-1 0 0,0 0 1 0 0,1 0 0 0 0,0 0 0 0 0,1-1 0 0 0,3 12 0 0 0,-3-17-84 0 0,-2-5 116 0 0,0 1 0 0 0,0 0-1 0 0,0-1 1 0 0,0 1 0 0 0,0-1 0 0 0,0 1-1 0 0,0-1 1 0 0,0 1 0 0 0,1-1 0 0 0,-1 1-1 0 0,0-1 1 0 0,0 1 0 0 0,1-1-1 0 0,-1 1 1 0 0,0-1 0 0 0,1 1 0 0 0,-1-1-1 0 0,0 0 1 0 0,1 1 0 0 0,-1-1 0 0 0,1 0-1 0 0,-1 1 1 0 0,1-1 0 0 0,-1 0-1 0 0,1 1 1 0 0,-1-1 0 0 0,1 0 0 0 0,-1 0-1 0 0,1 0 1 0 0,-1 1 0 0 0,1-1 0 0 0,-1 0-1 0 0,1 0 1 0 0,-1 0 0 0 0,1 0-1 0 0,0 0 1 0 0,-1 0 0 0 0,1 0 0 0 0,-1 0-1 0 0,1 0 1 0 0,-1 0 0 0 0,1-1 0 0 0,-1 1-1 0 0,1 0 1 0 0,-1 0 0 0 0,1 0-1 0 0,-1-1 1 0 0,1 1 0 0 0,-1 0 0 0 0,1-1-1 0 0,-1 1 1 0 0,1 0 0 0 0,-1-1 0 0 0,1 1-1 0 0,-1 0 1 0 0,0-1 0 0 0,1 1-1 0 0,-1-1 1 0 0,9-7-23 0 0,-1 1 0 0 0,0-1 0 0 0,0 0 0 0 0,-1-1 0 0 0,0 0 0 0 0,-1 0 0 0 0,0 0 0 0 0,0-1 0 0 0,4-10 0 0 0,39-99-107 0 0,-37 86 93 0 0,0 2 11 0 0,3-8-36 0 0,19-76 0 0 0,-23 70 49 0 0,-3 0 0 0 0,-2-1 0 0 0,-2-1 0 0 0,-3-74 0 0 0,-6 94-3 0 0,4 21 20 0 0,-4 13 1 0 0,1 4 0 0 0,1 0 0 0 0,1 0-1 0 0,0 0 1 0 0,0 0 0 0 0,1 1 0 0 0,1 20 0 0 0,-3 22 2 0 0,-3-11 15 0 0,3 0 0 0 0,1 0 0 0 0,2 0-1 0 0,2 0 1 0 0,9 47 0 0 0,-7-73 21 0 0,0 0 0 0 0,1-1-1 0 0,1 0 1 0 0,1 0 0 0 0,0-1-1 0 0,1 1 1 0 0,17 22 0 0 0,-25-37-32 0 0,1 0 1 0 0,-1 0 0 0 0,1 0 0 0 0,0 0-1 0 0,0 0 1 0 0,0 0 0 0 0,-1 0 0 0 0,1 0-1 0 0,0 0 1 0 0,0-1 0 0 0,0 1 0 0 0,0 0-1 0 0,0-1 1 0 0,1 1 0 0 0,-1-1 0 0 0,0 1-1 0 0,0-1 1 0 0,0 0 0 0 0,0 1 0 0 0,1-1-1 0 0,-1 0 1 0 0,0 0 0 0 0,0 0 0 0 0,0 0-1 0 0,1 0 1 0 0,-1 0 0 0 0,0 0 0 0 0,0 0-1 0 0,0 0 1 0 0,1-1 0 0 0,-1 1 0 0 0,0-1-1 0 0,0 1 1 0 0,0 0 0 0 0,0-1 0 0 0,0 0 0 0 0,0 1-1 0 0,0-1 1 0 0,0 0 0 0 0,0 1 0 0 0,0-1-1 0 0,0 0 1 0 0,0 0 0 0 0,0 0 0 0 0,1-1-1 0 0,5-6 34 0 0,-1-1 0 0 0,1 1 1 0 0,-1-1-1 0 0,5-11 0 0 0,-5 9-26 0 0,78-141 498 0 0,-79 138-411 0 0,-4 13-84 0 0,-1 0 0 0 0,0 0 1 0 0,0 0-1 0 0,0 0 1 0 0,1 0-1 0 0,-1 0 0 0 0,1 0 1 0 0,-1 0-1 0 0,1 0 0 0 0,-1 0 1 0 0,1 1-1 0 0,-1-1 0 0 0,1 0 1 0 0,0 0-1 0 0,-1 0 0 0 0,1 1 1 0 0,0-1-1 0 0,0 0 0 0 0,-1 1 1 0 0,1-1-1 0 0,0 1 0 0 0,0-1 1 0 0,0 1-1 0 0,0-1 0 0 0,1 1 1 0 0,4 31 292 0 0,-3 24-151 0 0,3 32 95 0 0,-4-79-212 0 0,-1 0 0 0 0,1 0 0 0 0,1-1 0 0 0,-1 1 0 0 0,1-1 0 0 0,0 1 0 0 0,1-1 0 0 0,6 10 0 0 0,-9-16-35 0 0,0 0 1 0 0,-1-1-1 0 0,1 1 1 0 0,0 0-1 0 0,0 0 0 0 0,0-1 1 0 0,-1 1-1 0 0,1 0 0 0 0,0-1 1 0 0,0 1-1 0 0,0-1 0 0 0,0 1 1 0 0,0-1-1 0 0,0 0 0 0 0,0 1 1 0 0,0-1-1 0 0,0 0 1 0 0,0 0-1 0 0,0 0 0 0 0,0 0 1 0 0,0 0-1 0 0,0 0 0 0 0,0 0 1 0 0,0 0-1 0 0,0 0 0 0 0,1 0 1 0 0,-1 0-1 0 0,0-1 0 0 0,0 1 1 0 0,0 0-1 0 0,0-1 1 0 0,-1 1-1 0 0,1-1 0 0 0,0 1 1 0 0,0-1-1 0 0,0 0 0 0 0,0 1 1 0 0,0-1-1 0 0,-1 0 0 0 0,2 0 1 0 0,4-5 34 0 0,0 1 0 0 0,-1-1 1 0 0,10-12-1 0 0,-11 13-37 0 0,14-20 79 0 0,-1-2-1 0 0,0 0 1 0 0,-2 0-1 0 0,14-37 1 0 0,35-122 211 0 0,-53 148-210 0 0,21-81 166 0 0,-29 106-208 0 0,-1 0 0 0 0,-1-1 0 0 0,0 1 0 0 0,0 0-1 0 0,-2 0 1 0 0,-3-26 0 0 0,-11-1 197 0 0,8 26-133 0 0,6 14-101 0 0,1-1 0 0 0,-1 1 0 0 0,1-1 1 0 0,-1 1-1 0 0,1 0 0 0 0,-1-1 0 0 0,1 1 0 0 0,-1 0 0 0 0,0-1 0 0 0,1 1 0 0 0,-1 0 1 0 0,0 0-1 0 0,1 0 0 0 0,-1 0 0 0 0,0 0 0 0 0,1-1 0 0 0,-1 1 0 0 0,0 0 0 0 0,1 0 1 0 0,-1 1-1 0 0,0-1 0 0 0,1 0 0 0 0,-1 0 0 0 0,0 0 0 0 0,1 0 0 0 0,-1 1 1 0 0,0-1-1 0 0,1 0 0 0 0,-1 0 0 0 0,1 1 0 0 0,-1-1 0 0 0,0 1 0 0 0,-20 12 141 0 0,16-9-124 0 0,1 1 0 0 0,0 0 0 0 0,0 0 0 0 0,0 0 0 0 0,1 1-1 0 0,0-1 1 0 0,0 1 0 0 0,1 0 0 0 0,-4 10 0 0 0,-14 63 86 0 0,14-47-59 0 0,-15 77 229 0 0,-7 133 0 0 0,18-147-43 0 0,-29 127 1 0 0,-1-99 43 0 0,36-112-239 0 0,0-1 1 0 0,-1 0-1 0 0,0 0 0 0 0,-1-1 0 0 0,0 1 1 0 0,-14 16-1 0 0,11-14 43 0 0,9-11-77 0 0,-1-1 0 0 0,1 1 0 0 0,-1 0 0 0 0,1 0 0 0 0,-1-1 0 0 0,1 1 0 0 0,-1 0 0 0 0,0-1 0 0 0,1 1 0 0 0,-1 0 0 0 0,0-1 0 0 0,0 1 1 0 0,0-1-1 0 0,1 0 0 0 0,-1 1 0 0 0,0-1 0 0 0,0 0 0 0 0,0 1 0 0 0,0-1 0 0 0,0 0 0 0 0,0 0 0 0 0,1 0 0 0 0,-1 1 0 0 0,0-1 0 0 0,0 0 0 0 0,0 0 0 0 0,-2-1 0 0 0,2 0 4 0 0,-1 1 1 0 0,1-1 0 0 0,-1 0 0 0 0,1 0-1 0 0,0 0 1 0 0,-1 0 0 0 0,1 0 0 0 0,0-1-1 0 0,0 1 1 0 0,0 0 0 0 0,-1-1 0 0 0,1 1-1 0 0,-1-3 1 0 0,-1-2 19 0 0,0 0-1 0 0,0 0 1 0 0,0-1-1 0 0,1 0 1 0 0,-3-12-1 0 0,3 5 3 0 0,0 1 1 0 0,1-1-1 0 0,1 0 0 0 0,0 1 0 0 0,1-1 0 0 0,1 1 0 0 0,4-19 1 0 0,-5 30-26 0 0,0-1 1 0 0,0 1 0 0 0,0-1 0 0 0,1 1 0 0 0,-1-1-1 0 0,1 1 1 0 0,0 0 0 0 0,-1-1 0 0 0,1 1 0 0 0,0 0-1 0 0,1 0 1 0 0,-1 1 0 0 0,0-1 0 0 0,0 0 0 0 0,1 1-1 0 0,-1-1 1 0 0,1 1 0 0 0,-1 0 0 0 0,1 0 0 0 0,0 0-1 0 0,3-1 1 0 0,8-1 22 0 0,0 0-1 0 0,-1 1 1 0 0,19-1-1 0 0,11-2 16 0 0,-31 2-36 0 0,1 0 0 0 0,-1-2 0 0 0,0 1 0 0 0,0-1 0 0 0,0-1 0 0 0,-1 0 0 0 0,1-1 0 0 0,-2 0 0 0 0,1-1 0 0 0,12-12 0 0 0,1-3 19 0 0,-2-1 0 0 0,36-51 0 0 0,-12 9-4 0 0,49-95 0 0 0,-74 121-16 0 0,-3-1 0 0 0,-1-1 1 0 0,22-85-1 0 0,-39 126-9 0 0,3-9 2 0 0,-1 0 0 0 0,0 0-1 0 0,-1-1 1 0 0,0 1 0 0 0,0-1 0 0 0,-1 1-1 0 0,0-1 1 0 0,-3-15 0 0 0,3 24-2 0 0,-1 1 1 0 0,1 0-1 0 0,0-1 1 0 0,-1 1-1 0 0,1-1 0 0 0,-1 1 1 0 0,1 0-1 0 0,-1-1 1 0 0,0 1-1 0 0,1 0 0 0 0,-1 0 1 0 0,0 0-1 0 0,0 0 1 0 0,0-1-1 0 0,0 1 0 0 0,0 0 1 0 0,0 1-1 0 0,0-1 1 0 0,-1 0-1 0 0,1 0 0 0 0,0 0 1 0 0,0 1-1 0 0,-1-1 1 0 0,1 0-1 0 0,0 1 1 0 0,-1 0-1 0 0,1-1 0 0 0,-1 1 1 0 0,1 0-1 0 0,0-1 1 0 0,-1 1-1 0 0,1 0 0 0 0,-1 0 1 0 0,1 0-1 0 0,-1 0 1 0 0,1 1-1 0 0,-1-1 0 0 0,-1 1 1 0 0,-2 0 0 0 0,1 1 0 0 0,0 0 0 0 0,0-1 0 0 0,0 2 0 0 0,0-1 0 0 0,0 0 0 0 0,0 1 0 0 0,-6 6 0 0 0,-1 3 1 0 0,0 1-1 0 0,1 0 1 0 0,1 1-1 0 0,0 0 1 0 0,1 0-1 0 0,1 1 1 0 0,0 0-1 0 0,1 0 1 0 0,0 1-1 0 0,-5 27 1 0 0,0 14 16 0 0,-6 98 0 0 0,15-121-9 0 0,-14 211 27 0 0,14-194-29 0 0,1-19 1 0 0,0-1 0 0 0,-3 1 0 0 0,0-1 0 0 0,-18 61 1 0 0,19-83-6 0 0,-1-1 1 0 0,0 0 0 0 0,-10 15-1 0 0,12-20-1 0 0,0-1-1 0 0,0 1 0 0 0,0 0 1 0 0,-1-1-1 0 0,1 1 0 0 0,-1-1 1 0 0,1 0-1 0 0,-1 0 0 0 0,0 0 1 0 0,0 0-1 0 0,0 0 0 0 0,-7 2 1 0 0,8-4-1 0 0,0 0 1 0 0,-1 0 0 0 0,1 0 0 0 0,-1-1 0 0 0,1 1 0 0 0,-1-1-1 0 0,1 1 1 0 0,0-1 0 0 0,-1 0 0 0 0,1 0 0 0 0,0 0-1 0 0,0 0 1 0 0,0 0 0 0 0,-1-1 0 0 0,1 1 0 0 0,1 0 0 0 0,-1-1-1 0 0,0 0 1 0 0,0 0 0 0 0,0 1 0 0 0,1-1 0 0 0,-1 0-1 0 0,1 0 1 0 0,-2-4 0 0 0,1 4 1 0 0,1 0 1 0 0,-1 0-1 0 0,1 0 1 0 0,-1-1-1 0 0,1 1 0 0 0,0 0 1 0 0,0 0-1 0 0,0-1 0 0 0,1 1 1 0 0,-1-1-1 0 0,0 1 0 0 0,1-1 1 0 0,0 1-1 0 0,-1-1 0 0 0,1 0 1 0 0,0 1-1 0 0,1-1 0 0 0,-1 1 1 0 0,0-1-1 0 0,1 1 0 0 0,-1-1 1 0 0,1 1-1 0 0,0-1 1 0 0,1-2-1 0 0,3 0 6 0 0,1 0 0 0 0,0 0 0 0 0,1 0 0 0 0,-1 1 1 0 0,1-1-1 0 0,0 2 0 0 0,0-1 0 0 0,0 1 0 0 0,0 0 0 0 0,1 0 0 0 0,8-1 1 0 0,25-12 23 0 0,-17 5-9 0 0,-1-1 0 0 0,-1-1 0 0 0,0-2 1 0 0,37-30-1 0 0,-19 10 47 0 0,47-54-1 0 0,-71 70-41 0 0,0-1-1 0 0,-1-1 1 0 0,-1-1-1 0 0,21-42 1 0 0,-33 59-27 0 0,0 0 0 0 0,0 0 1 0 0,0 0-1 0 0,0 0 0 0 0,-1 0 1 0 0,0-1-1 0 0,0 1 0 0 0,0 0 0 0 0,-1-1 1 0 0,0 1-1 0 0,0-1 0 0 0,0 1 1 0 0,-2-9-1 0 0,-2 1-1 0 0,-4 5-1 0 0,5 9 0 0 0,1-1 0 0 0,-1 0 0 0 0,0 1 0 0 0,0 0 0 0 0,1 0 0 0 0,-1 0 0 0 0,0 0 0 0 0,1 0 0 0 0,-1 0 0 0 0,1 1 0 0 0,-1-1 0 0 0,1 1 0 0 0,0-1 0 0 0,-1 1 0 0 0,1 0 0 0 0,0 0 0 0 0,0 0 0 0 0,1 0 0 0 0,-4 5 0 0 0,-32 50 0 0 0,35-54 0 0 0,-5 11-2 0 0,1 0-1 0 0,1 1 1 0 0,0 0 0 0 0,1-1-1 0 0,0 2 1 0 0,-2 19-1 0 0,5-28 2 0 0,1-6 0 0 0,0-1 0 0 0,0 1 1 0 0,-1 0-1 0 0,1-1 1 0 0,0 1-1 0 0,0-1 1 0 0,0 1-1 0 0,0 0 1 0 0,1-1-1 0 0,-1 1 1 0 0,0-1-1 0 0,0 1 0 0 0,0 0 1 0 0,0-1-1 0 0,1 1 1 0 0,-1-1-1 0 0,0 1 1 0 0,0-1-1 0 0,1 1 1 0 0,-1-1-1 0 0,0 1 1 0 0,1-1-1 0 0,-1 1 0 0 0,1-1 1 0 0,-1 1-1 0 0,1-1 1 0 0,-1 0-1 0 0,1 1 1 0 0,-1-1-1 0 0,1 0 1 0 0,-1 1-1 0 0,1-1 1 0 0,-1 0-1 0 0,1 0 0 0 0,-1 0 1 0 0,1 1-1 0 0,0-1 1 0 0,-1 0-1 0 0,1 0 1 0 0,-1 0-1 0 0,1 0 1 0 0,0 0-1 0 0,-1 0 1 0 0,1 0-1 0 0,-1 0 0 0 0,1 0 1 0 0,0-1-1 0 0,-1 1 1 0 0,1 0-1 0 0,-1 0 1 0 0,1 0-1 0 0,0-1 1 0 0,31-10-10 0 0,-16 1 6 0 0,2 1-1 0 0,-1 1 1 0 0,1 1-1 0 0,1 1 1 0 0,-1 0 0 0 0,29-5-1 0 0,-44 11 5 0 0,-1 0 0 0 0,1 0 0 0 0,0-1 0 0 0,-1 2 0 0 0,1-1 0 0 0,0 0 0 0 0,-1 0 0 0 0,1 1 0 0 0,-1 0 0 0 0,1-1 0 0 0,-1 1 0 0 0,1 0 0 0 0,-1 0 0 0 0,5 3 0 0 0,-5-4 0 0 0,0 1 0 0 0,-1 0 0 0 0,1 0 0 0 0,-1 0 0 0 0,1 0 0 0 0,-1 0 0 0 0,1 0 0 0 0,-1 0 0 0 0,1 0 0 0 0,-1 1 0 0 0,0-1 0 0 0,0 0 0 0 0,0 1 0 0 0,0-1 0 0 0,0 1 0 0 0,0-1 0 0 0,0 1 0 0 0,0 0 0 0 0,-1-1 0 0 0,1 1 0 0 0,-1 0 0 0 0,1 0 0 0 0,-1-1 0 0 0,1 1 0 0 0,-1 0 0 0 0,0 0 0 0 0,0 2 0 0 0,-1 1 0 0 0,1 1 0 0 0,-1 0 0 0 0,-1 0 0 0 0,1-1 0 0 0,-1 1 0 0 0,-2 5 0 0 0,0 0 0 0 0,-1 12 0 0 0,0-11 0 0 0,-3-3 2 0 0,0-4 4 0 0,8-13 1 0 0,1 5-6 0 0,11-15 7 0 0,-8 15-6 0 0,0 0 0 0 0,0 0 1 0 0,0 0-1 0 0,1 0 0 0 0,-1 1 0 0 0,6-2 0 0 0,7-3-1 0 0,-15 7-1 0 0,-1-1 0 0 0,0 1 1 0 0,0 0-1 0 0,1-1 0 0 0,-1 1 1 0 0,0 0-1 0 0,1 0 1 0 0,-1 0-1 0 0,0 0 0 0 0,0 0 1 0 0,1 0-1 0 0,-1 0 0 0 0,0 1 1 0 0,1-1-1 0 0,-1 0 0 0 0,0 1 1 0 0,0-1-1 0 0,1 1 0 0 0,-1-1 1 0 0,0 1-1 0 0,0-1 1 0 0,2 2-1 0 0,14 4 0 0 0,-4-1 0 0 0,-2-2 0 0 0,-2-2 0 0 0,0 0 0 0 0,0 4 0 0 0,0 3 0 0 0,0 2 0 0 0,0 0 0 0 0,0-2 0 0 0,0-7 0 0 0,0-1 0 0 0,-2 0 2 0 0,-4 0 3 0 0,3 0-1 0 0,29 0 51 0 0,-33 0-31 0 0,-1 0-9 0 0,4 1-19 0 0,3-12 65 0 0,-7 7-49 0 0,-1-6-10 0 0,0 0-2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7:19.7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1 444 14064 0 0,'27'1'168'0'0,"-11"1"67"0"0,7 2 245 0 0,-15-2-228 0 0,1 1 0 0 0,-1 0 0 0 0,0 0 0 0 0,0 1 0 0 0,-1 0 0 0 0,14 10-1 0 0,-5-1-6 0 0,-14-12 713 0 0,18 12-334 0 0,-17-12-601 0 0,0-1-1 0 0,0 0 1 0 0,0 0 0 0 0,0 0 0 0 0,0 0-1 0 0,0-1 1 0 0,0 1 0 0 0,-1-1 0 0 0,1 0 0 0 0,0 0-1 0 0,0 0 1 0 0,-1 0 0 0 0,1 0 0 0 0,-1 0 0 0 0,1-1-1 0 0,-1 1 1 0 0,1-1 0 0 0,-1 0 0 0 0,0 0-1 0 0,0 0 1 0 0,4-4 0 0 0,79-110-67 0 0,-16 24-229 0 0,-61 82 225 0 0,-6 7-8 0 0,1 0 0 0 0,-1-1 0 0 0,1 1 0 0 0,0 0 0 0 0,0 0 0 0 0,0 1 0 0 0,0-1 0 0 0,1 1 0 0 0,5-4 0 0 0,-8 7 38 0 0,0 0 0 0 0,0 0 0 0 0,0-1 0 0 0,-1 1 0 0 0,1 0 0 0 0,0 0 0 0 0,0 0 0 0 0,-1 0 0 0 0,1 0 0 0 0,-1 0 0 0 0,1 1 0 0 0,-1-1 0 0 0,1 0 0 0 0,-1 0 0 0 0,0 0 0 0 0,1 0 0 0 0,-1 3 0 0 0,6 22-109 0 0,-3 82-86 0 0,-4-82 186 0 0,1 1 0 0 0,2-1-1 0 0,0 0 1 0 0,8 34 0 0 0,-8-51 28 0 0,1 0-1 0 0,0 0 1 0 0,0 0 0 0 0,1 0 0 0 0,0-1-1 0 0,10 15 1 0 0,-14-22 0 0 0,1 1 1 0 0,0-1-1 0 0,0 0 0 0 0,-1 0 0 0 0,1 0 0 0 0,0-1 1 0 0,0 1-1 0 0,0 0 0 0 0,0 0 0 0 0,0 0 0 0 0,0-1 1 0 0,0 1-1 0 0,0 0 0 0 0,0-1 0 0 0,1 1 0 0 0,-1-1 1 0 0,0 1-1 0 0,0-1 0 0 0,1 0 0 0 0,-1 1 0 0 0,0-1 1 0 0,0 0-1 0 0,1 0 0 0 0,-1 0 0 0 0,0 0 0 0 0,0 0 1 0 0,1 0-1 0 0,-1-1 0 0 0,0 1 0 0 0,0 0 0 0 0,1 0 1 0 0,0-1-1 0 0,1-1 11 0 0,1 0-1 0 0,-1 1 1 0 0,0-1 0 0 0,0 0 0 0 0,0 0 0 0 0,0-1 0 0 0,3-2 0 0 0,6-9 37 0 0,-1-1 1 0 0,-1 0-1 0 0,0-1 1 0 0,0 0-1 0 0,-2 0 1 0 0,7-19-1 0 0,15-25 111 0 0,-17 35-49 0 0,0 0-1 0 0,8-28 0 0 0,-18 44-62 0 0,0-1-1 0 0,0 0 0 0 0,-1 0 0 0 0,0 0 0 0 0,-1 0 0 0 0,0 0 0 0 0,-1 0 0 0 0,0 0 0 0 0,-2-11 0 0 0,-9-2 257 0 0,9 20-234 0 0,-17-8 316 0 0,7 21-324 0 0,0 0 1 0 0,0 0 0 0 0,1 2-1 0 0,1-1 1 0 0,0 1 0 0 0,1 1-1 0 0,0-1 1 0 0,1 2 0 0 0,0-1-1 0 0,1 1 1 0 0,1 0 0 0 0,0 1-1 0 0,1-1 1 0 0,0 1 0 0 0,1 0-1 0 0,-3 24 1 0 0,7-32-11 0 0,-1 0 0 0 0,1 1 1 0 0,0-1-1 0 0,1 1 0 0 0,0-1 0 0 0,3 13 0 0 0,-4-18-2 0 0,0-2-36 0 0,0 1 1 0 0,1-1 0 0 0,-1 1-1 0 0,0-1 1 0 0,0 1 0 0 0,1-1-1 0 0,-1 1 1 0 0,0-1 0 0 0,1 1-1 0 0,-1-1 1 0 0,0 0 0 0 0,1 1-1 0 0,-1-1 1 0 0,1 1 0 0 0,-1-1-1 0 0,1 0 1 0 0,-1 0 0 0 0,1 1-1 0 0,-1-1 1 0 0,1 0 0 0 0,-1 0-1 0 0,1 1 1 0 0,0-1 0 0 0,7-6 38 0 0,0 0 0 0 0,0 1 0 0 0,0 0 1 0 0,1 0-1 0 0,0 1 0 0 0,0 0 0 0 0,0 1 1 0 0,0 0-1 0 0,1 0 0 0 0,-1 1 0 0 0,1 0 1 0 0,-1 1-1 0 0,16 0 0 0 0,-24 1-41 0 0,0 0 0 0 0,0 0 1 0 0,-1 0-1 0 0,1 0 0 0 0,0 0 0 0 0,0 0 0 0 0,0 0 1 0 0,0 0-1 0 0,0 1 0 0 0,0-1 0 0 0,0 0 1 0 0,0 1-1 0 0,0-1 0 0 0,0 1 0 0 0,0-1 0 0 0,-1 1 1 0 0,1-1-1 0 0,0 1 0 0 0,0 0 0 0 0,-1-1 1 0 0,1 1-1 0 0,0 0 0 0 0,-1 0 0 0 0,1 0 0 0 0,-1-1 1 0 0,1 1-1 0 0,-1 0 0 0 0,1 0 0 0 0,-1 0 0 0 0,0 0 1 0 0,1 0-1 0 0,-1 0 0 0 0,0 0 0 0 0,0 0 1 0 0,1 0-1 0 0,-1 0 0 0 0,0 0 0 0 0,0 0 0 0 0,0 1 1 0 0,-1 5 21 0 0,0 0 1 0 0,0 0 0 0 0,0 0 0 0 0,-4 10-1 0 0,1-1 95 0 0,4-11-101 0 0,-1-1-1 0 0,0 0 1 0 0,0 0 0 0 0,-1 0 0 0 0,1 0 0 0 0,-1 0 0 0 0,0 0 0 0 0,0 0-1 0 0,-3 4 1 0 0,4-6 39 0 0,-5 3 204 0 0,6-5-170 0 0,8-4 35 0 0,-2 2-111 0 0,1 0 1 0 0,0 0-1 0 0,-1 0 0 0 0,1 1 1 0 0,0-1-1 0 0,0 2 0 0 0,0-1 1 0 0,13 2-1 0 0,-11-1-2 0 0,0 0 0 0 0,0-1 0 0 0,-1 0 0 0 0,10-2 0 0 0,-14 2-15 0 0,-1 0-1 0 0,1-1 1 0 0,-1 1-1 0 0,1-1 1 0 0,-1 1-1 0 0,0-1 1 0 0,0 0-1 0 0,0-1 1 0 0,0 1-1 0 0,0 0 1 0 0,-1-1-1 0 0,1 1 0 0 0,3-7 1 0 0,6-8 15 0 0,-1-2 0 0 0,0 1 1 0 0,-1-1-1 0 0,-2-1 0 0 0,0 0 1 0 0,-1 0-1 0 0,6-29 0 0 0,-3-1 25 0 0,7-101-1 0 0,-17 146-44 0 0,2-71 26 0 0,-3 68-22 0 0,1 1 0 0 0,-1 0 0 0 0,-1 0 0 0 0,1 0 0 0 0,-1 0 0 0 0,-1 0 0 0 0,1 0 0 0 0,-5-8 0 0 0,7 15-6 0 0,0-1 0 0 0,-1 1 0 0 0,1 0 0 0 0,0-1 0 0 0,0 1 0 0 0,0-1 0 0 0,0 1 0 0 0,-1 0 0 0 0,1-1-1 0 0,0 1 1 0 0,-1 0 0 0 0,1-1 0 0 0,0 1 0 0 0,0 0 0 0 0,-1 0 0 0 0,1-1 0 0 0,0 1 0 0 0,-1 0 0 0 0,1 0 0 0 0,-1 0 0 0 0,1-1 0 0 0,0 1 0 0 0,-1 0 0 0 0,1 0 0 0 0,-1 0 0 0 0,1 0 0 0 0,0 0 0 0 0,-1 0 0 0 0,1 0 0 0 0,-1 0 0 0 0,1 0 0 0 0,-1 0-1 0 0,1 0 1 0 0,0 0 0 0 0,-1 0 0 0 0,1 0 0 0 0,-1 0 0 0 0,1 0 0 0 0,0 0 0 0 0,-1 1 0 0 0,1-1 0 0 0,0 0 0 0 0,-1 1 0 0 0,-14 20 28 0 0,-4 31 5 0 0,17-42-29 0 0,-48 242 104 0 0,45-203-64 0 0,2 1 1 0 0,4 74 0 0 0,0-102-17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7:20.0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70 16783 0 0,'39'10'151'0'0,"21"-2"482"0"0,-39-7-254 0 0,0-1 0 0 0,0-1 0 0 0,38-6 0 0 0,-30 0-191 0 0,-16 3 131 0 0,1-1 0 0 0,-1-1 0 0 0,0-1 0 0 0,13-8 0 0 0,-12 7-35 0 0,0 0 0 0 0,26-9 0 0 0,-29 13-67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7:20.4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14776 0 0,'0'0'0'0'0,"35"10"0"0"0,-2-5 232 0 0,16-4 240 0 0,-34 8-224 0 0,1-5-144 0 0,0-1 8 0 0,-8-1-8 0 0,1 1 16 0 0,12-8 887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7:22.1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0 690 11552 0 0,'4'-5'266'0'0,"3"-5"-134"0"0,-1 0 0 0 0,0 0 0 0 0,-1-1 0 0 0,0 0 0 0 0,0 0 0 0 0,-2 0 0 0 0,1 0 0 0 0,2-17 0 0 0,12-141 1080 0 0,-11 87-944 0 0,-3 22-122 0 0,1-72 111 0 0,-8 37-113 0 0,3 93-143 0 0,0-1 0 0 0,0 1 0 0 0,-1 0 0 0 0,1 0 0 0 0,0 0 0 0 0,-1 1 0 0 0,0-1 1 0 0,1 0-1 0 0,-1 0 0 0 0,0 0 0 0 0,0 0 0 0 0,0 1 0 0 0,0-1 0 0 0,-1 0 0 0 0,-1-2 0 0 0,2 4 7 0 0,0 1-16 0 0,0 1 8 0 0,0-1 0 0 0,0 1 0 0 0,0-1-1 0 0,0 1 1 0 0,1-1 0 0 0,-1 1 0 0 0,1-1 0 0 0,-1 1 0 0 0,1 0-1 0 0,0-1 1 0 0,-1 1 0 0 0,1 0 0 0 0,0-1 0 0 0,0 1 0 0 0,0 0-1 0 0,1 3 1 0 0,-1 3-1 0 0,-9 81-4 0 0,2-36-12 0 0,3 0 0 0 0,4 85 0 0 0,1-122 16 0 0,2 13-5 0 0,0-1 0 0 0,9 34 0 0 0,-10-54 5 0 0,1 0 0 0 0,-1 1 0 0 0,2-2 0 0 0,-1 1 0 0 0,1 0 0 0 0,0-1 0 0 0,1 1 0 0 0,0-1 0 0 0,0 0 0 0 0,1-1 0 0 0,11 12 1 0 0,-14-16 0 0 0,0 0 1 0 0,0-1 0 0 0,0 1-1 0 0,1-1 1 0 0,-1 1 0 0 0,0-1-1 0 0,1 0 1 0 0,-1 0-1 0 0,1-1 1 0 0,-1 1 0 0 0,1-1-1 0 0,0 0 1 0 0,-1 1 0 0 0,1-2-1 0 0,-1 1 1 0 0,1 0 0 0 0,-1-1-1 0 0,1 0 1 0 0,-1 1 0 0 0,1-1-1 0 0,-1-1 1 0 0,1 1 0 0 0,-1 0-1 0 0,5-4 1 0 0,8-3 7 0 0,1-2-1 0 0,-1 0 1 0 0,17-14 0 0 0,-24 17-3 0 0,8-7 14 0 0,-1 0 1 0 0,-1-2 0 0 0,0 0 0 0 0,13-19 0 0 0,-4 5 55 0 0,-20 25-40 0 0,0-1-1 0 0,0 1 1 0 0,-1-1-1 0 0,5-12 1 0 0,-6 14-18 0 0,-1 2 28 0 0,-1 1-36 0 0,-1 1 0 0 0,1-1 0 0 0,-1 1 0 0 0,1 0 0 0 0,-1-1 0 0 0,1 1 0 0 0,0 0 0 0 0,-1-1 0 0 0,1 1 0 0 0,-1 0 0 0 0,1 0 0 0 0,-1-1 0 0 0,0 1 0 0 0,1 0 1 0 0,-1 0-1 0 0,1 0 0 0 0,-1 0 0 0 0,1 0 0 0 0,-1 0 0 0 0,1 0 0 0 0,-1 0 0 0 0,0 0 0 0 0,-80 101 240 0 0,68-80-213 0 0,2 0 0 0 0,0 0 0 0 0,1 1 0 0 0,2 0 0 0 0,0 1 0 0 0,1 0 0 0 0,1 0 0 0 0,1 1 0 0 0,2-1 0 0 0,0 1 0 0 0,1 0 0 0 0,2 0 0 0 0,0 0 0 0 0,5 30 0 0 0,-5-52-29 0 0,0-1 0 0 0,0 1 0 0 0,0 0-1 0 0,0-1 1 0 0,1 1 0 0 0,-1-1 0 0 0,0 1-1 0 0,1-1 1 0 0,-1 1 0 0 0,1-1 0 0 0,0 1 0 0 0,0-1-1 0 0,-1 1 1 0 0,1-1 0 0 0,0 0 0 0 0,0 1 0 0 0,0-1-1 0 0,1 0 1 0 0,-1 0 0 0 0,0 0 0 0 0,0 0-1 0 0,1 0 1 0 0,-1 0 0 0 0,2 1 0 0 0,-1-2 0 0 0,0 0 0 0 0,-1 0 1 0 0,1 0-1 0 0,0 0 0 0 0,-1 0 1 0 0,1-1-1 0 0,0 1 0 0 0,-1-1 1 0 0,1 1-1 0 0,-1-1 0 0 0,1 0 1 0 0,-1 1-1 0 0,1-1 0 0 0,-1 0 1 0 0,1 0-1 0 0,-1 0 0 0 0,0 0 1 0 0,2-2-1 0 0,6-5 22 0 0,-1-1 0 0 0,0 0 0 0 0,0-1 1 0 0,9-14-1 0 0,-2-4 20 0 0,-1 0 0 0 0,-1-1 1 0 0,10-36-1 0 0,28-119 222 0 0,-51 184-271 0 0,3-14 56 0 0,-1 0 1 0 0,-1 0-1 0 0,0 0 0 0 0,-1-15 1 0 0,0 27-42 0 0,0 0 104 0 0,0 2-109 0 0,-1 0-1 0 0,0 0 1 0 0,1 0 0 0 0,-1 0 0 0 0,1 0 0 0 0,-1 1 0 0 0,0-1 0 0 0,1 0-1 0 0,-1 0 1 0 0,1 0 0 0 0,-1 1 0 0 0,0-1 0 0 0,1 0 0 0 0,-1 1-1 0 0,1-1 1 0 0,-1 0 0 0 0,1 1 0 0 0,-1-1 0 0 0,1 1 0 0 0,-1 0-1 0 0,-7 19 58 0 0,0 1 1 0 0,2 1-1 0 0,1-1 0 0 0,0 1 0 0 0,2 0 0 0 0,-2 44 0 0 0,5-61-43 0 0,0 0 1 0 0,1 0 0 0 0,0 0-1 0 0,0 0 1 0 0,0 0-1 0 0,1 0 1 0 0,0 0 0 0 0,0 0-1 0 0,0-1 1 0 0,3 5-1 0 0,-5-8-18 0 0,1 0-1 0 0,0 0 1 0 0,0-1-1 0 0,-1 1 1 0 0,1-1-1 0 0,0 1 1 0 0,0-1-1 0 0,0 1 1 0 0,0-1-1 0 0,0 1 1 0 0,0-1-1 0 0,0 0 1 0 0,0 1-1 0 0,0-1 1 0 0,0 0-1 0 0,0 0 1 0 0,0 0-1 0 0,0 0 1 0 0,0 0 0 0 0,0 0-1 0 0,0 0 1 0 0,0 0-1 0 0,0 0 1 0 0,0 0-1 0 0,0-1 1 0 0,-1 1-1 0 0,1 0 1 0 0,0-1-1 0 0,0 1 1 0 0,0-1-1 0 0,0 1 1 0 0,0-1-1 0 0,0 1 1 0 0,0-1-1 0 0,0 0 1 0 0,33-26 138 0 0,-29 22-132 0 0,9-8 26 0 0,-1-1 0 0 0,0-1 0 0 0,-1 0 0 0 0,-1-1 0 0 0,16-29 0 0 0,-14 23 23 0 0,30-38-1 0 0,11-10 82 0 0,-52 82 79 0 0,-6 22-161 0 0,-8 39-35 0 0,-36 112 82 0 0,20-80-54 0 0,-43 143 91 0 0,62-227-122 0 0,-1 11 30 0 0,10-30 18 0 0,2-10-50 0 0,136-387 178 0 0,-132 381-187 0 0,0 0 0 0 0,0 1 0 0 0,9-14 0 0 0,-13 23-1 0 0,1 0 0 0 0,0 0 1 0 0,0 0-1 0 0,0 0 0 0 0,0 1 0 0 0,1-1 1 0 0,-1 1-1 0 0,1 0 0 0 0,0 0 0 0 0,0 0 1 0 0,0 1-1 0 0,8-5 0 0 0,-11 7-6 0 0,0 0 0 0 0,0 0-1 0 0,0-1 1 0 0,0 1 0 0 0,0 0 0 0 0,0 0 0 0 0,0 0-1 0 0,0 0 1 0 0,0 0 0 0 0,0 1 0 0 0,0-1-1 0 0,0 0 1 0 0,0 0 0 0 0,0 1 0 0 0,0-1 0 0 0,0 0-1 0 0,0 1 1 0 0,0-1 0 0 0,0 1 0 0 0,0-1-1 0 0,-1 1 1 0 0,1 0 0 0 0,0-1 0 0 0,0 1 0 0 0,0 0-1 0 0,-1 0 1 0 0,1 0 0 0 0,0-1 0 0 0,-1 1-1 0 0,1 0 1 0 0,-1 0 0 0 0,1 0 0 0 0,-1 0 0 0 0,0 0-1 0 0,1 0 1 0 0,-1 1 0 0 0,11 44 75 0 0,-10-35-49 0 0,2 4 6 0 0,1 0 0 0 0,1-1 0 0 0,0 0-1 0 0,10 21 1 0 0,-14-33-17 0 0,21 1 117 0 0,-14-12-98 0 0,0 0 1 0 0,0-1 0 0 0,-1 0 0 0 0,0 0 0 0 0,-1-1 0 0 0,0 1-1 0 0,-1-1 1 0 0,0 0 0 0 0,6-23 0 0 0,11-22 275 0 0,-6 4 134 0 0,-15 50-216 0 0,-12 36-17 0 0,10-30-197 0 0,0-1 0 0 0,0 0 0 0 0,1 1 0 0 0,-1-1 0 0 0,1 1 0 0 0,0-1 1 0 0,0 1-1 0 0,0-1 0 0 0,1 1 0 0 0,-1-1 0 0 0,1 0 0 0 0,0 1 0 0 0,-1-1 0 0 0,1 0 0 0 0,1 1 0 0 0,-1-1 0 0 0,1 0 1 0 0,-1 0-1 0 0,1 0 0 0 0,0 0 0 0 0,0 0 0 0 0,3 3 0 0 0,-4-5-12 0 0,0 0-1 0 0,1 0 1 0 0,-1-1 0 0 0,0 1 0 0 0,0 0 0 0 0,0-1-1 0 0,1 1 1 0 0,-1-1 0 0 0,0 0 0 0 0,0 1-1 0 0,1-1 1 0 0,-1 0 0 0 0,0 0 0 0 0,1 1-1 0 0,-1-1 1 0 0,0 0 0 0 0,1-1 0 0 0,-1 1-1 0 0,0 0 1 0 0,1 0 0 0 0,1-1 0 0 0,29-9 98 0 0,-25 7-76 0 0,9-5 20 0 0,-1 0 1 0 0,-1-2-1 0 0,1 1 1 0 0,-2-2 0 0 0,1 0-1 0 0,-2 0 1 0 0,1-1-1 0 0,12-17 1 0 0,-4-9 99 0 0,-19 35-133 0 0,-1 1 103 0 0,-19 21-38 0 0,10-9-59 0 0,0 2 0 0 0,1-1 0 0 0,1 1 0 0 0,0-1 0 0 0,0 2 0 0 0,2-1 0 0 0,-1 1 0 0 0,1-1 0 0 0,1 1 0 0 0,0 1 0 0 0,1-1 0 0 0,1 0 0 0 0,0 0 0 0 0,1 18 0 0 0,0-27-14 0 0,0 0 0 0 0,1 0-1 0 0,0 0 1 0 0,-1 0 0 0 0,1-1 0 0 0,1 1 0 0 0,-1 0-1 0 0,0-1 1 0 0,1 1 0 0 0,0-1 0 0 0,0 1 0 0 0,0-1 0 0 0,0 0-1 0 0,1 0 1 0 0,-1 0 0 0 0,1 0 0 0 0,0 0 0 0 0,-1-1 0 0 0,1 1-1 0 0,0-1 1 0 0,1 0 0 0 0,-1 0 0 0 0,0 0 0 0 0,1 0-1 0 0,-1 0 1 0 0,7 1 0 0 0,8 3 14 0 0,1-2 1 0 0,-1 0-1 0 0,1-1 1 0 0,27 1-1 0 0,8 1 39 0 0,-47-4-47 0 0,0 1 1 0 0,0-1 0 0 0,0 1 0 0 0,0 1 0 0 0,0-1 0 0 0,0 1 0 0 0,10 6-1 0 0,-15-7-8 0 0,0-1 0 0 0,1 1-1 0 0,-1 0 1 0 0,0 0 0 0 0,0 0-1 0 0,0 0 1 0 0,0 1 0 0 0,-1-1-1 0 0,1 0 1 0 0,-1 1 0 0 0,1 0-1 0 0,-1-1 1 0 0,0 1 0 0 0,0 0-1 0 0,0-1 1 0 0,0 1 0 0 0,0 0-1 0 0,-1 0 1 0 0,1 0 0 0 0,-1-1-1 0 0,0 6 1 0 0,0 4 8 0 0,0-1 1 0 0,-1 1-1 0 0,-1 0 0 0 0,0-1 1 0 0,-6 19-1 0 0,8-28-11 0 0,-1 0 1 0 0,1 0-1 0 0,-1-1 0 0 0,1 1 1 0 0,-1 0-1 0 0,0 0 0 0 0,0 0 1 0 0,0-1-1 0 0,0 1 0 0 0,0-1 1 0 0,-1 1-1 0 0,1-1 0 0 0,0 1 1 0 0,-1-1-1 0 0,1 0 0 0 0,-1 1 0 0 0,1-1 1 0 0,-1 0-1 0 0,0 0 0 0 0,1 0 1 0 0,-1 0-1 0 0,0-1 0 0 0,0 1 1 0 0,0 0-1 0 0,0-1 0 0 0,1 1 1 0 0,-1-1-1 0 0,0 0 0 0 0,0 1 1 0 0,0-1-1 0 0,0 0 0 0 0,0 0 0 0 0,0-1 1 0 0,0 1-1 0 0,0 0 0 0 0,0-1 1 0 0,0 1-1 0 0,0-1 0 0 0,0 1 1 0 0,1-1-1 0 0,-5-2 0 0 0,-7-4 14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7:22.5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16184 0 0,'0'0'2119'0'0,"29"14"-1975"0"0,-18-6 960 0 0,-2 4 8 0 0,-18-2-968 0 0,1-4 0 0 0,-3-5 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27:22.8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18 14368 0 0,'27'-5'195'0'0,"8"-2"315"0"0,15 2 359 0 0,-38 6-709 0 0,-1 1 0 0 0,0 0 0 0 0,0 1 0 0 0,0 0-1 0 0,0 0 1 0 0,-1 1 0 0 0,1 1 0 0 0,19 11 0 0 0,28 12 165 0 0,46 4 239 0 0,-90-27-499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8:55.7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130 365 13672 0 0,'-19'3'41'0'0,"-13"2"135"0"0,-20 3 256 0 0,38 0 54 0 0,6-4 743 0 0,4-16-688 0 0,4 3-466 0 0,1 1 0 0 0,0-1 0 0 0,1 1-1 0 0,0-1 1 0 0,1 1 0 0 0,-1 0 0 0 0,2 0 0 0 0,-1 0 0 0 0,5-8 0 0 0,2-6 124 0 0,48-171 1091 0 0,-54 184-1178 0 0,-1-1 0 0 0,2 1-1 0 0,-1 0 1 0 0,1 0-1 0 0,12-15 1 0 0,-14 20 220 0 0,-1 9-238 0 0,7 15-5 0 0,0-1-1 0 0,-1 1 0 0 0,-2 1 0 0 0,0-1 0 0 0,-1 1 1 0 0,4 33-1 0 0,-8-35-59 0 0,1 20 84 0 0,-1 0 0 0 0,-5 39 0 0 0,-2-9 17 0 0,-4 36 34 0 0,-3-3 84 0 0,11-81-182 0 0,2-14-40 0 0,-1 0 1 0 0,1-1-1 0 0,0 1 1 0 0,0-1-1 0 0,1 1 0 0 0,1 6 1 0 0,1 4 33 0 0,-3-6-3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8:56.9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1 466 13864 0 0,'5'0'476'0'0,"26"-1"817"0"0,-30 1-1021 0 0,14-51 1622 0 0,39-184-756 0 0,-47 206-1054 0 0,-4 16-56 0 0,1-1-1 0 0,-2 0 0 0 0,0 0 0 0 0,0 0 1 0 0,-1-21-1 0 0,-2 32-22 0 0,1-1 0 0 0,0 1 0 0 0,0-1 0 0 0,0 1 0 0 0,1-1 0 0 0,-1 1 0 0 0,1-1 0 0 0,2-6 0 0 0,-1 4-4 0 0,-8 10-1 0 0,5-2 0 0 0,0 1 0 0 0,1-1 0 0 0,-1 1-1 0 0,1-1 1 0 0,-1 1 0 0 0,1 0-1 0 0,0-1 1 0 0,0 1 0 0 0,0 0 0 0 0,0-1-1 0 0,0 1 1 0 0,2 3 0 0 0,-1 12-3 0 0,-2-8 1 0 0,-2 34-8 0 0,2 0-1 0 0,8 73 0 0 0,-5-103 6 0 0,-1-8 1 0 0,-1 0-1 0 0,2 1 1 0 0,-1-1 0 0 0,1 0-1 0 0,0 1 1 0 0,0-1 0 0 0,4 7-1 0 0,1-5-13 0 0,-1-15 4 0 0,1-12 12 0 0,-1 0-1 0 0,-1 0 1 0 0,3-22-1 0 0,1-5-1 0 0,-4 22 2 0 0,-3 13 2 0 0,1 0 0 0 0,0 0 0 0 0,0 1 0 0 0,6-11 0 0 0,-9 19 0 0 0,1 1 0 0 0,-1 0 0 0 0,1 0 0 0 0,-1-1 0 0 0,0 1 0 0 0,0 0 0 0 0,1-1 0 0 0,-1 1 0 0 0,0 0 0 0 0,0-1 0 0 0,0 1 0 0 0,0 0 0 0 0,-1-2 0 0 0,1 1 0 0 0,0 0 0 0 0,-1 0 0 0 0,1 0 1 0 0,0 0-1 0 0,0 0 0 0 0,1 0 0 0 0,-1 0 0 0 0,0 0 0 0 0,1 0 0 0 0,-1 0 0 0 0,1 0 0 0 0,0 1 0 0 0,-1-1 1 0 0,1 0-1 0 0,2-3 0 0 0,-2 4 14 0 0,6 48 21 0 0,-4-35-21 0 0,0-1 0 0 0,0 1 0 0 0,1-1 0 0 0,9 18 0 0 0,-10-23-1 0 0,1-1 0 0 0,0 0 0 0 0,0 0 1 0 0,0 0-1 0 0,0 0 0 0 0,1 0 1 0 0,-1-1-1 0 0,1 0 0 0 0,1 0 1 0 0,9 6-1 0 0,-3-5 52 0 0,1 1 0 0 0,0-2 0 0 0,0 1 0 0 0,0-2 0 0 0,19 3 0 0 0,-15-2 101 0 0,0 0-1 0 0,29 10 1 0 0,-44-13-151 0 0,0 0 0 0 0,0 0 1 0 0,-1 0-1 0 0,1 0 0 0 0,0 0 1 0 0,0 1-1 0 0,-1-1 0 0 0,1 0 1 0 0,-1 1-1 0 0,1-1 0 0 0,-1 1 1 0 0,0 0-1 0 0,1-1 0 0 0,-1 1 1 0 0,0 0-1 0 0,0 0 0 0 0,0 0 1 0 0,-1 0-1 0 0,2 2 0 0 0,-1 0 14 0 0,-1 0 1 0 0,1 0-1 0 0,-1 0 0 0 0,0 0 0 0 0,0 0 0 0 0,0 0 0 0 0,0 0 0 0 0,-1 0 0 0 0,-1 6 0 0 0,-1 1 54 0 0,-1 1 0 0 0,-1-1 1 0 0,0 0-1 0 0,0 0 0 0 0,-12 17 0 0 0,15-26-58 0 0,0 1 0 0 0,0-1 0 0 0,0 1 0 0 0,0-1 0 0 0,0 0 0 0 0,0 0 0 0 0,-1 0 1 0 0,-2 2-1 0 0,-12 9 355 0 0,16-11-278 0 0,-6-2 467 0 0,13-2-542 0 0,-1 1 0 0 0,0-1 0 0 0,0 0 0 0 0,0 0-1 0 0,0 0 1 0 0,-1-1 0 0 0,1 1 0 0 0,7-7 0 0 0,38-33 135 0 0,-39 33-127 0 0,7-9 58 0 0,-1 0 0 0 0,-1-1 1 0 0,26-40-1 0 0,-29 40-54 0 0,-1-1 0 0 0,-1 0 0 0 0,0-1 1 0 0,-2 0-1 0 0,0 0 0 0 0,-1-1 0 0 0,5-28 0 0 0,-11 42-19 0 0,-1 0-1 0 0,0-1 0 0 0,0 1 0 0 0,-1-1 1 0 0,0 1-1 0 0,0-1 0 0 0,-1 1 0 0 0,-3-14 1 0 0,4 21-12 0 0,0 0 1 0 0,0 0 0 0 0,-1 0 0 0 0,1 0-1 0 0,0 0 1 0 0,-1 0 0 0 0,1-1 0 0 0,-1 1-1 0 0,0 0 1 0 0,1 0 0 0 0,-1 1 0 0 0,0-1-1 0 0,1 0 1 0 0,-1 0 0 0 0,-1-1 0 0 0,1 2-5 0 0,1 0 0 0 0,-1 0 0 0 0,1 0 0 0 0,0 0 1 0 0,-1 0-1 0 0,1 0 0 0 0,0 0 0 0 0,-1 0 1 0 0,1 0-1 0 0,-1 0 0 0 0,1 0 0 0 0,0 0 0 0 0,-1 0 1 0 0,1 0-1 0 0,0 0 0 0 0,-1 1 0 0 0,1-1 1 0 0,0 0-1 0 0,-1 0 0 0 0,1 0 0 0 0,0 1 0 0 0,-1-1 1 0 0,1 0-1 0 0,0 0 0 0 0,0 1 0 0 0,-1-1 0 0 0,1 0 1 0 0,0 1-1 0 0,0-1 0 0 0,-15 31 119 0 0,14-22-101 0 0,0-1-1 0 0,0 1 1 0 0,0-1 0 0 0,1 1-1 0 0,1 0 1 0 0,-1-1 0 0 0,1 1-1 0 0,1-1 1 0 0,-1 0 0 0 0,2 1-1 0 0,5 14 1 0 0,-7-20-13 0 0,0 0 0 0 0,1 0 1 0 0,-1 0-1 0 0,1 0 0 0 0,0 0 0 0 0,0 0 1 0 0,0-1-1 0 0,0 1 0 0 0,0-1 0 0 0,0 0 0 0 0,1 1 1 0 0,-1-1-1 0 0,1 0 0 0 0,0 0 0 0 0,-1-1 1 0 0,1 1-1 0 0,0-1 0 0 0,0 1 0 0 0,6 1 1 0 0,4 1 37 0 0,0-1 1 0 0,1-1-1 0 0,21 2 1 0 0,25 6 125 0 0,-59-9-169 0 0,1-1 0 0 0,-1 1 0 0 0,1 0 0 0 0,-1 0 0 0 0,1 0 0 0 0,-1 0 0 0 0,1 0 0 0 0,-1 0 0 0 0,0 1 0 0 0,0-1-1 0 0,1 0 1 0 0,-1 1 0 0 0,0-1 0 0 0,0 0 0 0 0,-1 1 0 0 0,1 0 0 0 0,0-1 0 0 0,1 3 0 0 0,7 34 53 0 0,-6-20-24 0 0,0 2 0 0 0,-1 0 0 0 0,0 27-1 0 0,-2-26-2 0 0,-2-9 62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8:58.0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24 452 15272 0 0,'-6'-30'935'0'0,"6"24"-640"0"0,-1 0 0 0 0,0 0 0 0 0,0 0 0 0 0,-1 0 0 0 0,-4-11 0 0 0,5 15-185 0 0,0 0 1 0 0,0 0-1 0 0,0 0 1 0 0,0-1-1 0 0,1 1 1 0 0,-1 0 0 0 0,1-1-1 0 0,-1 1 1 0 0,1 0-1 0 0,0-1 1 0 0,0 1-1 0 0,0 0 1 0 0,0-1-1 0 0,1 1 1 0 0,-1 0-1 0 0,1-1 1 0 0,-1 1 0 0 0,1 0-1 0 0,0-1 1 0 0,0 1-1 0 0,0 0 1 0 0,2-4-1 0 0,3-3-129 0 0,0 0 0 0 0,1 1 0 0 0,14-15 1 0 0,-3 3 219 0 0,81-112-229 0 0,-73 103-24 0 0,-22 25 19 0 0,0 0 0 0 0,-1 0 1 0 0,1 0-1 0 0,-1 0 1 0 0,0-1-1 0 0,3-5 1 0 0,7-7-71 0 0,-12 15 70 0 0,1 1-1 0 0,0-1 1 0 0,-1 0-1 0 0,1 0 1 0 0,-1 0-1 0 0,0 0 1 0 0,0 0 0 0 0,0-1-1 0 0,0 1 1 0 0,0 0-1 0 0,0 0 1 0 0,0-1-1 0 0,0-2 1 0 0,-1 5 25 0 0,0 0 0 0 0,0 0-1 0 0,0-1 1 0 0,0 1 0 0 0,0 0 0 0 0,0 0 0 0 0,-1 0-1 0 0,1-1 1 0 0,0 1 0 0 0,0 0 0 0 0,0 0 0 0 0,0 0-1 0 0,0 0 1 0 0,0-1 0 0 0,0 1 0 0 0,-1 0 0 0 0,1 0-1 0 0,0 0 1 0 0,0 0 0 0 0,0 0 0 0 0,0-1 0 0 0,-1 1-1 0 0,1 0 1 0 0,0 0 0 0 0,0 0 0 0 0,0 0 0 0 0,-1 0-1 0 0,1 0 1 0 0,0 0 0 0 0,0 0 0 0 0,0 0 0 0 0,-1 0-1 0 0,1 0 1 0 0,0 0 0 0 0,0 0 0 0 0,0 0 0 0 0,-1 0-1 0 0,1 0 1 0 0,0 0 0 0 0,0 0 0 0 0,0 0 0 0 0,-1 0-1 0 0,1 0 1 0 0,0 0 0 0 0,0 0 0 0 0,0 0 0 0 0,-1 1-1 0 0,1-1 1 0 0,0 0 0 0 0,0 0 0 0 0,-1 0 0 0 0,-12 11-205 0 0,0 7 157 0 0,2 1-1 0 0,0 0 1 0 0,1 1-1 0 0,1 0 1 0 0,1 1 0 0 0,1 0-1 0 0,0 0 1 0 0,2 1-1 0 0,0 0 1 0 0,-2 33-1 0 0,7 48-70 0 0,0-92 116 0 0,0-1 0 0 0,0 0 0 0 0,1 0 0 0 0,1 0 0 0 0,-1 0-1 0 0,2 0 1 0 0,-1 0 0 0 0,2-1 0 0 0,-1 1 0 0 0,1-1-1 0 0,0 1 1 0 0,8 10 0 0 0,-12-20 10 0 0,1 1 0 0 0,-1 0 0 0 0,1 0-1 0 0,0 0 1 0 0,-1 0 0 0 0,1 0 0 0 0,0 0 0 0 0,-1-1 0 0 0,1 1 0 0 0,0 0-1 0 0,0-1 1 0 0,0 1 0 0 0,0-1 0 0 0,0 1 0 0 0,0-1 0 0 0,0 1-1 0 0,1 0 1 0 0,1 0-2 0 0,-1 0 3 0 0,0 0-1 0 0,0-1 1 0 0,0 1 0 0 0,0-1-1 0 0,0 1 1 0 0,-1-1-1 0 0,1 0 1 0 0,0 0 0 0 0,0 1-1 0 0,0-1 1 0 0,0-1-1 0 0,0 1 1 0 0,0 0 0 0 0,0 0-1 0 0,0-1 1 0 0,0 1-1 0 0,0-1 1 0 0,0 0 0 0 0,0 1-1 0 0,-1-1 1 0 0,1 0-1 0 0,0 0 1 0 0,0 0 0 0 0,-1 0-1 0 0,3-3 1 0 0,0 2-1 0 0,4-4 1 0 0,-1 0 0 0 0,1 0 0 0 0,-1-1 0 0 0,0 0 0 0 0,-1 0 0 0 0,0-1 0 0 0,6-9 0 0 0,3-2 0 0 0,107-158 84 0 0,-75 105-52 0 0,-1 2 527 0 0,-46 68-180 0 0,-17 24-185 0 0,15-19-182 0 0,0 0 0 0 0,0 0 0 0 0,0 0 0 0 0,0 0 0 0 0,1 0 0 0 0,-1 1-1 0 0,1-1 1 0 0,0 0 0 0 0,0 1 0 0 0,0-1 0 0 0,1 0 0 0 0,-1 1 0 0 0,1 5 0 0 0,-3 12 20 0 0,-4 17 73 0 0,1 1-1 0 0,3 0 1 0 0,0 0-1 0 0,7 71 1 0 0,-4-107-87 0 0,1 1 1 0 0,0-1 0 0 0,0 0 0 0 0,0 0-1 0 0,0-1 1 0 0,1 1 0 0 0,-1 0 0 0 0,1 0-1 0 0,0-1 1 0 0,-1 1 0 0 0,1-1 0 0 0,0 1-1 0 0,1-1 1 0 0,-1 0 0 0 0,3 3 0 0 0,-3-4 38 0 0,-2-1-53 0 0,0 0-1 0 0,0 0 1 0 0,0 1-1 0 0,0-1 1 0 0,0 0-1 0 0,0 0 1 0 0,0 0-1 0 0,1 0 1 0 0,-1 1-1 0 0,0-1 1 0 0,0 0-1 0 0,0 0 1 0 0,0 0-1 0 0,0 0 1 0 0,1 0-1 0 0,-1 0 1 0 0,0 0-1 0 0,0 0 1 0 0,0 1-1 0 0,1-1 1 0 0,-1 0-1 0 0,0 0 1 0 0,0 0-1 0 0,0 0 1 0 0,0 0-1 0 0,1 0 1 0 0,-1 0-1 0 0,0 0 1 0 0,0 0-1 0 0,0 0 1 0 0,1 0-1 0 0,-1 0 1 0 0,0 0-1 0 0,0 0 1 0 0,0-1 0 0 0,1 1-1 0 0,-1 0 1 0 0,0 0-1 0 0,0 0 1 0 0,0 0-1 0 0,0 0 1 0 0,0 0-1 0 0,1 0 1 0 0,-1 0-1 0 0,0-1 1 0 0,0 1-1 0 0,0 0 1 0 0,0 0-1 0 0,0 0 1 0 0,1 0-1 0 0,-1 0 1 0 0,0-1-1 0 0,0 1 1 0 0,0 0-1 0 0,11-11 149 0 0,-3-3-103 0 0,-1 0 0 0 0,0 0 0 0 0,-1-1 0 0 0,-1 0 0 0 0,7-29 0 0 0,11-85 288 0 0,-20 103-242 0 0,3-23 294 0 0,-6 47-232 0 0,0 37 157 0 0,4 140 154 0 0,-3-153-350 0 0,2 1 0 0 0,7 32 0 0 0,0 7 257 0 0,-9-60-215 0 0,-1-2-155 0 0,0 1 0 0 0,0-1 1 0 0,0 1-1 0 0,1-1 0 0 0,-1 0 0 0 0,0 1 0 0 0,0-1 1 0 0,1 0-1 0 0,-1 0 0 0 0,0 1 0 0 0,1-1 0 0 0,-1 0 0 0 0,1 0 1 0 0,-1 1-1 0 0,0-1 0 0 0,1 0 0 0 0,-1 0 0 0 0,1 0 1 0 0,-1 1-1 0 0,0-1 0 0 0,1 0 0 0 0,-1 0 0 0 0,1 0 1 0 0,-1 0-1 0 0,1 0 0 0 0,-1 0 0 0 0,0 0 0 0 0,1 0 1 0 0,24-67 228 0 0,-21 53-195 0 0,1-1 1 0 0,0 1 0 0 0,1 0 0 0 0,1 1-1 0 0,0-1 1 0 0,1 1 0 0 0,0 1 0 0 0,15-18 0 0 0,-18 25 8 0 0,-5 4-43 0 0,0 1 0 0 0,0-1 0 0 0,0 1 0 0 0,1-1 1 0 0,-1 1-1 0 0,0-1 0 0 0,1 1 0 0 0,-1-1 0 0 0,1 1 0 0 0,-1-1 0 0 0,0 1 0 0 0,1-1 0 0 0,-1 1 0 0 0,1-1 0 0 0,-1 1 0 0 0,1 0 0 0 0,-1-1 0 0 0,1 1 0 0 0,0 0 0 0 0,-1 0 0 0 0,1-1 1 0 0,-1 1-1 0 0,1 0 0 0 0,0 0 0 0 0,-1 0 0 0 0,1 0 0 0 0,-1 0 0 0 0,1 0 0 0 0,0 0 0 0 0,-1 0 0 0 0,1 0 0 0 0,0 0 0 0 0,-1 0 0 0 0,1 0 0 0 0,-1 0 0 0 0,1 1 0 0 0,0-1 1 0 0,-1 0-1 0 0,1 0 0 0 0,-1 1 0 0 0,1-1 0 0 0,-1 0 0 0 0,1 1 0 0 0,-1-1 0 0 0,1 0 0 0 0,-1 1 0 0 0,1-1 0 0 0,-1 1 0 0 0,1-1 0 0 0,-1 1 0 0 0,0-1 0 0 0,1 1 0 0 0,-1-1 0 0 0,0 1 1 0 0,1 1-1 0 0,4 7 21 0 0,0 1 0 0 0,-1 1 1 0 0,-1-1-1 0 0,0 1 1 0 0,0-1-1 0 0,2 21 1 0 0,11 35 77 0 0,7 20 99 0 0,-3-22-10 0 0,-20-63-152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8:58.5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1 453 15272 0 0,'20'5'148'0'0,"11"0"470"0"0,-21-4-363 0 0,1 0 0 0 0,-1-1 0 0 0,1-1 0 0 0,-1 1 0 0 0,15-4-1 0 0,-24 1 62 0 0,0 0 0 0 0,0 0 0 0 0,1 0 0 0 0,-1 0 0 0 0,1 0 0 0 0,-1 1 0 0 0,4-5 0 0 0,4-5-243 0 0,-1-2-1 0 0,0 1 0 0 0,-1-1 1 0 0,0 0-1 0 0,-1-1 0 0 0,-1 1 0 0 0,5-23 1 0 0,5-9 34 0 0,-9 26-63 0 0,-1 0-1 0 0,-1 0 1 0 0,2-24 0 0 0,-1 7-17 0 0,-4 28-27 0 0,0 0 0 0 0,-1 0 0 0 0,0 0 0 0 0,0 0 0 0 0,-1 0 0 0 0,-2-10 0 0 0,-4-7-7 0 0,4 23-14 0 0,1 1-4 0 0,1 2 19 0 0,1-1 0 0 0,-1 0 0 0 0,1 1 0 0 0,-1-1-1 0 0,1 1 1 0 0,-1-1 0 0 0,1 1 0 0 0,-1-1 0 0 0,0 1 0 0 0,1-1 0 0 0,-1 1-1 0 0,0 0 1 0 0,1-1 0 0 0,-1 1 0 0 0,0 0 0 0 0,0 0 0 0 0,1-1 0 0 0,-1 1 0 0 0,0 0-1 0 0,0 0 1 0 0,0 0 0 0 0,1 0 0 0 0,-1 0 0 0 0,0 0 0 0 0,0 0 0 0 0,1 0 0 0 0,-1 0-1 0 0,0 0 1 0 0,0 1 0 0 0,1-1 0 0 0,-1 0 0 0 0,0 0 0 0 0,0 1 0 0 0,1-1-1 0 0,-1 1 1 0 0,-1 0 0 0 0,-17 13-178 0 0,12-4 56 0 0,-2 0 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8:59.1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83 383 10448 0 0,'15'1'61'0'0,"0"2"158"0"0,-15-3-215 0 0,0 0 1 0 0,0 0-1 0 0,1 0 1 0 0,-1 0 0 0 0,0 0-1 0 0,0 0 1 0 0,0 0-1 0 0,0 0 1 0 0,0 1 0 0 0,0-1-1 0 0,0 0 1 0 0,1 0-1 0 0,-1 0 1 0 0,0 0 0 0 0,0 0-1 0 0,0 1 1 0 0,0-1-1 0 0,0 0 1 0 0,0 0 0 0 0,0 0-1 0 0,0 0 1 0 0,0 0-1 0 0,0 1 1 0 0,0-1 0 0 0,0 0-1 0 0,0 0 1 0 0,0 0 0 0 0,0 0-1 0 0,0 1 1 0 0,0-1-1 0 0,0 0 1 0 0,0 0 0 0 0,0 0-1 0 0,0 0 1 0 0,0 0-1 0 0,0 1 1 0 0,0-1 0 0 0,-1 0-1 0 0,1 0 1 0 0,0 0-1 0 0,0 0 1 0 0,0 0 0 0 0,0 0-1 0 0,0 1 1 0 0,-1-1-1 0 0,-14 11 153 0 0,11-9-76 0 0,0 0 1 0 0,1-1-1 0 0,-1 1 0 0 0,0-1 1 0 0,0 0-1 0 0,0 0 1 0 0,1-1-1 0 0,-1 1 1 0 0,0-1-1 0 0,0 0 1 0 0,-4 0-1 0 0,4 3 53 0 0,4-3-122 0 0,-1 1 1 0 0,1-1-1 0 0,-1 1 1 0 0,1-1-1 0 0,-1 1 0 0 0,1-1 1 0 0,-1 1-1 0 0,1-1 1 0 0,-1 1-1 0 0,1-1 0 0 0,-1 0 1 0 0,0 1-1 0 0,1-1 1 0 0,-1 0-1 0 0,1 0 0 0 0,-1 0 1 0 0,0 1-1 0 0,1-1 1 0 0,-1 0-1 0 0,0 0 0 0 0,1 0 1 0 0,-1 0-1 0 0,0 0 0 0 0,1 0 1 0 0,-1 0-1 0 0,0 0 1 0 0,1 0-1 0 0,-1-1 0 0 0,0 1 1 0 0,1 0-1 0 0,-1 0 1 0 0,0-1-1 0 0,1 1 0 0 0,-1 0 1 0 0,1-1-1 0 0,-1 1 1 0 0,1 0-1 0 0,-1-1 0 0 0,1 1 1 0 0,-1-1-1 0 0,0 0 1 0 0,-1 0-13 0 0,1 0 0 0 0,-1-1 0 0 0,1 1 1 0 0,0-1-1 0 0,-1 1 0 0 0,1-1 1 0 0,0 0-1 0 0,0 1 0 0 0,0-1 1 0 0,0 0-1 0 0,0 0 0 0 0,1 1 1 0 0,-1-1-1 0 0,0 0 0 0 0,1 0 1 0 0,-1 0-1 0 0,1 0 0 0 0,0 0 1 0 0,0 0-1 0 0,0-3 0 0 0,-1-11-8 0 0,1 1-1 0 0,1-1 1 0 0,1 1-1 0 0,0-1 1 0 0,8-27-1 0 0,-5 16-2 0 0,17-40-38 0 0,-2 8 11 0 0,-18 50 31 0 0,0 1-1 0 0,0-1 1 0 0,1 0-1 0 0,1 1 1 0 0,-1 0 0 0 0,1 0-1 0 0,1 0 1 0 0,-1 0-1 0 0,1 1 1 0 0,9-10 0 0 0,6 10-1 0 0,-20 7 8 0 0,1 0 0 0 0,0 0 0 0 0,0 0 0 0 0,-1 1 0 0 0,1-1 0 0 0,0 0 0 0 0,0 0 0 0 0,-1 0 0 0 0,1 1 0 0 0,0-1 0 0 0,-1 0 0 0 0,1 1 0 0 0,0-1 0 0 0,-1 1 0 0 0,1-1 0 0 0,-1 1 0 0 0,1-1 0 0 0,0 1 0 0 0,-1-1 0 0 0,1 1 0 0 0,-1-1 0 0 0,0 1 0 0 0,1 0 0 0 0,-1-1 0 0 0,1 1 0 0 0,-1 0 0 0 0,0-1 0 0 0,1 1 0 0 0,-1 0 0 0 0,0-1 0 0 0,0 1 0 0 0,0 0 0 0 0,0 0 0 0 0,0 1 0 0 0,1-1 0 0 0,11 36 12 0 0,12 52 1 0 0,-15-52 10 0 0,19 53 1 0 0,1-8 313 0 0,-28-80-249 0 0,17 28 647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00.1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26 639 9440 0 0,'20'-2'115'0'0,"9"-4"70"0"0,-4-6 21 0 0,6-13 162 0 0,-26 19-248 0 0,0 0 0 0 0,-1 0 0 0 0,0-1 0 0 0,0 1 0 0 0,0-1 0 0 0,5-14 1 0 0,3-27 652 0 0,-7 5-596 0 0,-3 1 0 0 0,-1-1 0 0 0,-2 0 0 0 0,-1 0 0 0 0,-3 0 0 0 0,-16-67 1 0 0,18 99-170 0 0,-1 1 1 0 0,-1 0 0 0 0,1 1 0 0 0,-2-1 0 0 0,1 1 0 0 0,-1 0 0 0 0,-1 0-1 0 0,1 0 1 0 0,-2 1 0 0 0,-11-11 0 0 0,18 18-9 0 0,1 1-1 0 0,-1-1 1 0 0,0 0-1 0 0,1 1 1 0 0,-1-1-1 0 0,0 1 1 0 0,0 0 0 0 0,0-1-1 0 0,0 1 1 0 0,0-1-1 0 0,1 1 1 0 0,-1 0 0 0 0,0 0-1 0 0,0-1 1 0 0,0 1-1 0 0,0 0 1 0 0,0 0 0 0 0,0 0-1 0 0,0 0 1 0 0,0 0-1 0 0,0 0 1 0 0,0 1 0 0 0,0-1-1 0 0,0 0 1 0 0,-1 1-1 0 0,0 0 0 0 0,0 0 1 0 0,0 0-1 0 0,0 1 0 0 0,1-1 0 0 0,-1 1 0 0 0,0-1 1 0 0,1 1-1 0 0,-1 0 0 0 0,1-1 0 0 0,-3 5 0 0 0,1 0-1 0 0,-1 1 0 0 0,1-1 0 0 0,0 1 0 0 0,1 0 0 0 0,0 0-1 0 0,-3 12 1 0 0,-12 195-35 0 0,21-148 31 0 0,3 0 0 0 0,29 128 1 0 0,-33-181 5 0 0,0-1 0 0 0,0 0 0 0 0,0 0 0 0 0,2 0 0 0 0,-1-1 0 0 0,1 0 0 0 0,1 1 0 0 0,0-2 0 0 0,1 1 0 0 0,0-1 0 0 0,0 0 0 0 0,1 0 0 0 0,0-1 0 0 0,1 0 0 0 0,11 8 0 0 0,-19-16 0 0 0,0 0 1 0 0,0 0 0 0 0,1 0-1 0 0,-1 0 1 0 0,0 0-1 0 0,1-1 1 0 0,-1 1 0 0 0,0-1-1 0 0,1 1 1 0 0,-1-1 0 0 0,1 0-1 0 0,-1 1 1 0 0,1-1 0 0 0,-1 0-1 0 0,1 0 1 0 0,-1 0 0 0 0,1 0-1 0 0,-1 0 1 0 0,1 0 0 0 0,-1-1-1 0 0,1 1 1 0 0,2-1 0 0 0,-2 0 1 0 0,0-1 0 0 0,0 1 1 0 0,0 0-1 0 0,-1-1 0 0 0,1 1 1 0 0,0-1-1 0 0,-1 0 1 0 0,1 0-1 0 0,-1 0 0 0 0,1 1 1 0 0,-1-1-1 0 0,0 0 1 0 0,1-3-1 0 0,2-5 7 0 0,0 0 0 0 0,-1 0 0 0 0,0 0 0 0 0,-1 0 0 0 0,2-17 0 0 0,-1-6 37 0 0,-2-37 0 0 0,-1 60-19 0 0,-1 0 1 0 0,0 0 0 0 0,-1 0-1 0 0,0 0 1 0 0,0 1-1 0 0,-1-1 1 0 0,0 0 0 0 0,-5-8-1 0 0,8 17-21 0 0,0 1 0 0 0,-1-1 0 0 0,1 1-1 0 0,0-1 1 0 0,0 1 0 0 0,-1-1 0 0 0,1 1-1 0 0,0-1 1 0 0,0 1 0 0 0,-1-1 0 0 0,1 1 0 0 0,-1 0-1 0 0,1-1 1 0 0,0 1 0 0 0,-1 0 0 0 0,1-1-1 0 0,-1 1 1 0 0,1 0 0 0 0,-1-1 0 0 0,1 1-1 0 0,-1 0 1 0 0,1 0 0 0 0,-1 0 0 0 0,1-1 0 0 0,-1 1-1 0 0,1 0 1 0 0,-1 0 0 0 0,1 0 0 0 0,-1 0-1 0 0,1 0 1 0 0,-1 0 0 0 0,1 0 0 0 0,-1 0-1 0 0,1 0 1 0 0,-1 0 0 0 0,1 0 0 0 0,-1 1 0 0 0,1-1-1 0 0,-1 0 1 0 0,1 0 0 0 0,-1 0 0 0 0,1 1-1 0 0,-1-1 1 0 0,0 1 0 0 0,0 0-1 0 0,1-1 1 0 0,-1 1 0 0 0,0 0-1 0 0,1-1 1 0 0,-1 1 0 0 0,1 0-1 0 0,0 0 1 0 0,-1 0-1 0 0,1 0 1 0 0,0-1 0 0 0,-1 1-1 0 0,1 0 1 0 0,0 0 0 0 0,0 0-1 0 0,0 0 1 0 0,-1 0 0 0 0,1 0-1 0 0,0 0 1 0 0,0 0-1 0 0,1 0 1 0 0,-1-1 0 0 0,0 1-1 0 0,0 1 1 0 0,9 25 117 0 0,0-1-1 0 0,23 43 1 0 0,-26-59-71 0 0,1 1 0 0 0,0-1 0 0 0,0 0 0 0 0,1-1 0 0 0,1 0 0 0 0,-1 0 0 0 0,1-1 0 0 0,17 13 0 0 0,-22-20-31 0 0,-1 1 1 0 0,1 0 0 0 0,-1-1-1 0 0,1 1 1 0 0,0-1 0 0 0,0 0-1 0 0,0-1 1 0 0,0 1-1 0 0,0-1 1 0 0,-1 1 0 0 0,1-1-1 0 0,0 0 1 0 0,0 0 0 0 0,0-1-1 0 0,0 1 1 0 0,0-1-1 0 0,0 0 1 0 0,0 0 0 0 0,-1 0-1 0 0,1-1 1 0 0,0 1-1 0 0,-1-1 1 0 0,1 0 0 0 0,-1 0-1 0 0,0 0 1 0 0,1-1 0 0 0,-1 1-1 0 0,0-1 1 0 0,0 1-1 0 0,-1-1 1 0 0,1 0 0 0 0,4-6-1 0 0,2-9 77 0 0,1-1 0 0 0,-2 1-1 0 0,-1-2 1 0 0,0 1 0 0 0,-2-1-1 0 0,5-24 1 0 0,11-79 327 0 0,-19 94-317 0 0,-1 20-25 0 0,0 0 0 0 0,0 0 0 0 0,-2 1 1 0 0,1-1-1 0 0,-3-14 0 0 0,2 8 61 0 0,2 14-127 0 0,-1 0 0 0 0,0 0-1 0 0,0-1 1 0 0,0 1 0 0 0,0 0-1 0 0,0 0 1 0 0,0 0 0 0 0,0 0-1 0 0,0 0 1 0 0,0 0 0 0 0,-1 0-1 0 0,1 0 1 0 0,0 0 0 0 0,-1-1-1 0 0,1 1 1 0 0,-1 0 0 0 0,1 1-1 0 0,-1-1 1 0 0,1 0 0 0 0,-1 0-1 0 0,0 0 1 0 0,1 0 0 0 0,-1 0-1 0 0,0 0 1 0 0,0 1-1 0 0,0-1 1 0 0,-1-1 0 0 0,2 2-11 0 0,-1 0 0 0 0,1 0-1 0 0,-1 0 1 0 0,1 0 0 0 0,-1 0 0 0 0,1 0 0 0 0,-1 0 0 0 0,1 0 0 0 0,-1 0 0 0 0,1 0-1 0 0,-1 1 1 0 0,1-1 0 0 0,-1 0 0 0 0,1 0 0 0 0,-1 0 0 0 0,1 0 0 0 0,0 1 0 0 0,-1-1-1 0 0,1 0 1 0 0,-1 0 0 0 0,1 1 0 0 0,0-1 0 0 0,-1 0 0 0 0,1 1 0 0 0,0-1 0 0 0,-1 1 0 0 0,1-1-1 0 0,0 0 1 0 0,0 1 0 0 0,-1-1 0 0 0,1 1 0 0 0,0 0 0 0 0,-7 14 62 0 0,1 13-1 0 0,1 0 0 0 0,1 0 0 0 0,2 0 0 0 0,1 37 0 0 0,3-18 62 0 0,13 79-1 0 0,-13-118-115 0 0,0 0 0 0 0,0 0 1 0 0,1 0-1 0 0,1 0 0 0 0,-1-1 0 0 0,6 9 0 0 0,2 5 25 0 0,-1-1 8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02.9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1 864 11856 0 0,'0'0'3722'0'0,"6"-14"-3574"0"0,25-50-36 0 0,64-122 115 0 0,-92 181-218 0 0,0 0 1 0 0,1 1 0 0 0,-1-1-1 0 0,1 1 1 0 0,-1 0-1 0 0,1 0 1 0 0,0 0-1 0 0,1 1 1 0 0,-1-1-1 0 0,1 1 1 0 0,7-4 0 0 0,-11 7-10 0 0,0-1 1 0 0,0 1 0 0 0,-1 0 0 0 0,1 0 0 0 0,0 0 0 0 0,0 0 0 0 0,0 0 0 0 0,-1 0 0 0 0,1 0 0 0 0,0 0-1 0 0,0 1 1 0 0,-1-1 0 0 0,1 0 0 0 0,0 0 0 0 0,0 1 0 0 0,-1-1 0 0 0,1 0 0 0 0,0 1 0 0 0,-1-1 0 0 0,1 0-1 0 0,0 1 1 0 0,-1-1 0 0 0,1 1 0 0 0,-1-1 0 0 0,1 1 0 0 0,-1 0 0 0 0,1-1 0 0 0,-1 1 0 0 0,1-1 0 0 0,-1 1 0 0 0,0 0-1 0 0,1 0 1 0 0,-1-1 0 0 0,1 2 0 0 0,8 27 11 0 0,-8-25-9 0 0,2 12 10 0 0,0 0-1 0 0,0 24 1 0 0,2 13 0 0 0,15 199-10 0 0,-11-111-3 0 0,-7-88 0 0 0,-8 81 0 0 0,5-119-5 0 0,0-24-3 0 0,1-11 5 0 0,-1-155-5 0 0,-1 114 5 0 0,3-1 0 0 0,10-76 1 0 0,6 41 2 0 0,-10 77 1 0 0,-6 20 0 0 0,-1 0-1 0 0,0 0 0 0 0,0 0 0 0 0,0-1 0 0 0,1 1 0 0 0,-1 0 0 0 0,0 0 0 0 0,0 0 1 0 0,1 0-1 0 0,-1 0 0 0 0,0 0 0 0 0,0-1 0 0 0,1 1 0 0 0,-1 0 0 0 0,0 0 1 0 0,0 0-1 0 0,1 0 0 0 0,-1 0 0 0 0,0 0 0 0 0,0 0 0 0 0,1 0 0 0 0,-1 0 0 0 0,0 0 1 0 0,0 0-1 0 0,1 0 0 0 0,-1 0 0 0 0,0 1 0 0 0,0-1 0 0 0,1 0 0 0 0,-1 0 0 0 0,0 0 1 0 0,0 0-1 0 0,1 1 0 0 0,0-1 0 0 0,0 1 1 0 0,0 0 0 0 0,0 0-1 0 0,0 1 1 0 0,0-1 0 0 0,0 0-1 0 0,-1 0 1 0 0,1 0 0 0 0,0 1-1 0 0,-1-1 1 0 0,1 0 0 0 0,0 3-1 0 0,3 25 16 0 0,1 0 1 0 0,2 0-1 0 0,1 0 0 0 0,19 46 1 0 0,-22-61-12 0 0,-4-13-1 0 0,-1 1 1 0 0,0 0 0 0 0,1-1 0 0 0,-1 1 0 0 0,1 0 0 0 0,-1-1 0 0 0,1 1 0 0 0,0 0-1 0 0,0-1 1 0 0,-1 0 0 0 0,1 1 0 0 0,0-1 0 0 0,0 1 0 0 0,1-1 0 0 0,-1 0-1 0 0,0 0 1 0 0,0 1 0 0 0,1-1 0 0 0,-1 0 0 0 0,0 0 0 0 0,1 0 0 0 0,-1-1-1 0 0,1 1 1 0 0,2 1 0 0 0,-3-3-3 0 0,0 0 1 0 0,0 0-1 0 0,0 0 0 0 0,0 0 1 0 0,0 0-1 0 0,-1 0 0 0 0,1 0 0 0 0,0 0 1 0 0,-1 0-1 0 0,1 0 0 0 0,-1 0 0 0 0,1 0 1 0 0,-1-1-1 0 0,1 0 0 0 0,0-2 8 0 0,11-30 54 0 0,-1-1 1 0 0,-2 1-1 0 0,9-73 0 0 0,0 3 94 0 0,7 9 128 0 0,-13 119-143 0 0,-7-5-101 0 0,-1 1 0 0 0,-1 0-1 0 0,0 37 1 0 0,-1-23 14 0 0,2 15 25 0 0,-3-24-28 0 0,1 0-1 0 0,1 0 0 0 0,2 0 0 0 0,0 0 0 0 0,14 38 0 0 0,-9-31 67 0 0,-9-26-85 0 0,1 0 1 0 0,0-1-1 0 0,0 1 1 0 0,0-1-1 0 0,0 1 1 0 0,5 6-1 0 0,-6-11 22 0 0,6 3 130 0 0,-5-3-127 0 0,1-8 2 0 0,31-141 332 0 0,-22 94-247 0 0,-9 35-56 0 0,11-34 1 0 0,-2 11-2 0 0,4-10 107 0 0,-12 41-129 0 0,10-13 227 0 0,-13 23-288 0 0,-1 1-1 0 0,1 0 1 0 0,-1 0 0 0 0,1-1 0 0 0,0 1-1 0 0,-1 0 1 0 0,1 0 0 0 0,0 0 0 0 0,-1 0-1 0 0,1 0 1 0 0,-1-1 0 0 0,1 1 0 0 0,0 0 0 0 0,-1 0-1 0 0,1 1 1 0 0,0-1 0 0 0,-1 0 0 0 0,1 0-1 0 0,0 0 1 0 0,-1 0 0 0 0,1 1 0 0 0,-1-1 0 0 0,1 0-1 0 0,-1 0 1 0 0,1 1 0 0 0,0-1 0 0 0,-1 0-1 0 0,1 1 1 0 0,-1-1 0 0 0,1 1 0 0 0,-1-1-1 0 0,0 1 1 0 0,1-1 0 0 0,-1 1 0 0 0,1-1 0 0 0,-1 1-1 0 0,0-1 1 0 0,1 1 0 0 0,-1-1 0 0 0,0 2-1 0 0,8 9 92 0 0,-1 0 0 0 0,0 1 0 0 0,-1 0 0 0 0,7 21 0 0 0,-10-24-50 0 0,0 0-1 0 0,0 0 1 0 0,1-1 0 0 0,1 1-1 0 0,-1-1 1 0 0,1 0-1 0 0,1 0 1 0 0,-1-1 0 0 0,1 0-1 0 0,1 0 1 0 0,10 10-1 0 0,-16-17-38 0 0,-1 1-1 0 0,1 0 1 0 0,0-1-1 0 0,0 1 1 0 0,0-1-1 0 0,1 0 1 0 0,-1 1-1 0 0,0-1 1 0 0,0 0-1 0 0,0 1 1 0 0,0-1-1 0 0,0 0 1 0 0,0 0-1 0 0,0 0 1 0 0,1 0-1 0 0,-1 0 1 0 0,0 0-1 0 0,0 0 1 0 0,0 0-1 0 0,0-1 1 0 0,0 1-1 0 0,0 0 1 0 0,0-1-1 0 0,0 1 1 0 0,0-1-1 0 0,0 1 1 0 0,0-1-1 0 0,0 1 1 0 0,0-1-1 0 0,0 0 1 0 0,0 1-1 0 0,0-1 1 0 0,0 0-1 0 0,-1 0 1 0 0,1 0-1 0 0,0 0 0 0 0,-1 0 1 0 0,1 0-1 0 0,0 0 1 0 0,-1 0-1 0 0,1-1 1 0 0,3-6 6 0 0,0 0 1 0 0,-1 0-1 0 0,0 0 1 0 0,3-10-1 0 0,-4 10 6 0 0,5-20 13 0 0,-2 0-1 0 0,-1 0 1 0 0,2-38-1 0 0,-3 21 5 0 0,0 10-3 0 0,-1-1 0 0 0,-2 0 0 0 0,-1 0 0 0 0,-2 0 0 0 0,-2 0 1 0 0,-1 1-1 0 0,-17-58 0 0 0,22 91-31 0 0,1 1 1 0 0,-1-1-1 0 0,1 0 1 0 0,-1 0-1 0 0,0 0 0 0 0,0 1 1 0 0,0-1-1 0 0,0 0 0 0 0,0 1 1 0 0,0-1-1 0 0,0 1 1 0 0,-1-1-1 0 0,1 1 0 0 0,0 0 1 0 0,-3-2-1 0 0,3 3-1 0 0,1 0 0 0 0,-1 0 0 0 0,0-1-1 0 0,1 1 1 0 0,-1 0 0 0 0,1 0 0 0 0,-1 1 0 0 0,0-1-1 0 0,1 0 1 0 0,-1 0 0 0 0,1 0 0 0 0,-1 0 0 0 0,0 0 0 0 0,1 1-1 0 0,-1-1 1 0 0,1 0 0 0 0,-1 1 0 0 0,1-1 0 0 0,-1 0-1 0 0,1 1 1 0 0,-1-1 0 0 0,1 0 0 0 0,-1 1 0 0 0,1-1 0 0 0,0 1-1 0 0,-1-1 1 0 0,1 1 0 0 0,-1-1 0 0 0,1 2 0 0 0,-3 3 4 0 0,0 1 1 0 0,0 0-1 0 0,1 0 0 0 0,-1 0 1 0 0,1 0-1 0 0,1 0 1 0 0,-2 7-1 0 0,-1 25 9 0 0,1 1 0 0 0,4 66 1 0 0,16 79 21 0 0,-10-127-31 0 0,3 13 18 0 0,3 0 0 0 0,36 110 0 0 0,-47-174-21 0 0,2 8 9 0 0,1 1 0 0 0,1-1 0 0 0,14 25 0 0 0,-19-36-7 0 0,1 0 0 0 0,0 0 1 0 0,0 0-1 0 0,1 0 0 0 0,-1-1 0 0 0,1 1 0 0 0,-1-1 0 0 0,1 0 0 0 0,0 1 1 0 0,0-1-1 0 0,0-1 0 0 0,0 1 0 0 0,0 0 0 0 0,0-1 0 0 0,1 1 1 0 0,-1-1-1 0 0,0 0 0 0 0,1 0 0 0 0,-1 0 0 0 0,1-1 0 0 0,-1 1 0 0 0,5-1 1 0 0,-4-1 4 0 0,1 0 1 0 0,-1-1 0 0 0,0 0 0 0 0,1 0 0 0 0,-1 0 0 0 0,0 0-1 0 0,0-1 1 0 0,0 1 0 0 0,-1-1 0 0 0,1 0 0 0 0,-1 0 0 0 0,1 0-1 0 0,2-5 1 0 0,13-8 55 0 0,-15 11-53 0 0,0 0 0 0 0,0-1 0 0 0,-1 1 0 0 0,0 0 0 0 0,0-1 0 0 0,0 0 0 0 0,-1 0 0 0 0,3-9 0 0 0,-1 6 5 0 0,7-19 18 0 0,-2-1 0 0 0,0 0 0 0 0,7-50 0 0 0,-15 65-26 0 0,-2 0 0 0 0,1 1 0 0 0,-1-1 0 0 0,-1 1 0 0 0,-1 0 0 0 0,-3-15 0 0 0,5 26-2 0 0,0-4-4 0 0,1 6-3 0 0,0 0 0 0 0,0 0 1 0 0,0 0-1 0 0,0 0 0 0 0,-1 0 0 0 0,1 0 0 0 0,0 0 0 0 0,0 0 1 0 0,0 0-1 0 0,0 0 0 0 0,0 0 0 0 0,0 0 0 0 0,0 0 1 0 0,0 0-1 0 0,0 0 0 0 0,0 0 0 0 0,0 0 0 0 0,0 0 0 0 0,0 0 1 0 0,0 0-1 0 0,-1 0 0 0 0,1 0 0 0 0,0 0 0 0 0,0 0 1 0 0,0 0-1 0 0,0 0 0 0 0,0 0 0 0 0,0 0 0 0 0,0 0 1 0 0,0 0-1 0 0,0 0 0 0 0,0 0 0 0 0,0 0 0 0 0,0 0 0 0 0,0 0 1 0 0,0 0-1 0 0,0 0 0 0 0,0 0 0 0 0,-1 0 0 0 0,1 0 1 0 0,0 0-1 0 0,0 0 0 0 0,0 0 0 0 0,0-1 0 0 0,0 1 0 0 0,0 0 1 0 0,0 0-1 0 0,0 0 0 0 0,0 0 0 0 0,0 0 0 0 0,0 0 1 0 0,-2 10 7 0 0,0-1 0 0 0,0 1 1 0 0,1 0-1 0 0,0 0 1 0 0,0 0-1 0 0,1 0 1 0 0,1 0-1 0 0,0 0 0 0 0,0-1 1 0 0,1 1-1 0 0,0 0 1 0 0,0-1-1 0 0,2 1 0 0 0,-1-1 1 0 0,8 16-1 0 0,-10-24-1 0 0,12 2 8 0 0,-12-2-15 0 0,0-1 0 0 0,0 0 1 0 0,0 1-1 0 0,0-1 1 0 0,0 0-1 0 0,0 0 1 0 0,0 1-1 0 0,0-1 1 0 0,0 0-1 0 0,0 0 1 0 0,1 0-1 0 0,-1 0 0 0 0,0-1 1 0 0,0 1-1 0 0,0 0 1 0 0,1-1-1 0 0,7-3 12 0 0,0-1 1 0 0,-1 1-1 0 0,0-2 0 0 0,13-10 0 0 0,0 1 15 0 0,-18 12-24 0 0,0 1-1 0 0,0 0 1 0 0,0-1 0 0 0,-1 0 0 0 0,1 0 0 0 0,-1 0 0 0 0,1 0 0 0 0,2-6 0 0 0,5-5 10 0 0,9-10 29 0 0,-2 0 0 0 0,0 0 0 0 0,-2-2 0 0 0,-1 0 1 0 0,20-52-1 0 0,-19 48 6 0 0,-11 23-35 0 0,0-1 1 0 0,0 1-1 0 0,-1-1 1 0 0,3-12-1 0 0,4-15 38 0 0,-2-1 0 0 0,-2 0 0 0 0,-1-1 1 0 0,-2 1-1 0 0,-2-1 0 0 0,-3-44 0 0 0,1 70-43 0 0,-1-13 27 0 0,-11-47 0 0 0,12 66-26 0 0,-1-1 0 0 0,0 0-1 0 0,0 0 1 0 0,0 0 0 0 0,-1 1 0 0 0,0 0-1 0 0,0-1 1 0 0,0 1 0 0 0,-1 0 0 0 0,1 0-1 0 0,-1 1 1 0 0,-1-1 0 0 0,-7-6 0 0 0,11 11-9 0 0,1-1 1 0 0,-1 1 0 0 0,1 0 0 0 0,-1 0 0 0 0,0 0 0 0 0,1 0-1 0 0,-1 0 1 0 0,0 0 0 0 0,1 0 0 0 0,-1 0 0 0 0,0 0 0 0 0,1 0-1 0 0,-1 0 1 0 0,0 0 0 0 0,1 0 0 0 0,-1 0 0 0 0,1 0-1 0 0,-1 1 1 0 0,0-1 0 0 0,1 0 0 0 0,-1 1 0 0 0,1-1 0 0 0,-1 0-1 0 0,0 1 1 0 0,1-1 0 0 0,-1 0 0 0 0,1 1 0 0 0,0-1 0 0 0,-1 1-1 0 0,1-1 1 0 0,-1 1 0 0 0,1-1 0 0 0,0 1 0 0 0,-1 0 0 0 0,1-1-1 0 0,0 1 1 0 0,-1-1 0 0 0,1 1 0 0 0,0 0 0 0 0,0-1-1 0 0,0 1 1 0 0,0 1 0 0 0,-2 1 2 0 0,-2 5 3 0 0,1 0-1 0 0,1 0 0 0 0,-1 0 0 0 0,1 1 1 0 0,0-1-1 0 0,1 1 0 0 0,0-1 1 0 0,1 1-1 0 0,0 12 0 0 0,-3 23 15 0 0,-2 24 8 0 0,2 0-1 0 0,3 0 1 0 0,4 0-1 0 0,2-1 0 0 0,26 117 1 0 0,-26-158-13 0 0,24 87 32 0 0,-27-104-36 0 0,1 1-1 0 0,0 0 1 0 0,1-1 0 0 0,0 0-1 0 0,0 0 1 0 0,1-1 0 0 0,0 1 0 0 0,13 13-1 0 0,-18-21-8 0 0,0 0 0 0 0,0 0 0 0 0,-1 0 0 0 0,1-1 0 0 0,0 1-1 0 0,0 0 1 0 0,0 0 0 0 0,0-1 0 0 0,1 1 0 0 0,-1-1 0 0 0,0 1 0 0 0,0-1-1 0 0,0 1 1 0 0,0-1 0 0 0,1 0 0 0 0,-1 1 0 0 0,0-1 0 0 0,0 0 0 0 0,0 0-1 0 0,1 0 1 0 0,-1 0 0 0 0,0 0 0 0 0,0 0 0 0 0,1 0 0 0 0,-1-1 0 0 0,0 1-1 0 0,0 0 1 0 0,0-1 0 0 0,1 1 0 0 0,-1-1 0 0 0,0 1 0 0 0,0-1 0 0 0,0 0 0 0 0,1 0-1 0 0,2-3 7 0 0,-1 1 0 0 0,0-1-1 0 0,0 0 1 0 0,0 0 0 0 0,0 0-1 0 0,-1 0 1 0 0,1-1 0 0 0,-1 1-1 0 0,2-6 1 0 0,4-13 25 0 0,-1 0 0 0 0,5-32-1 0 0,14-142 170 0 0,-20 143-60 0 0,-6 52 27 0 0,5 19-115 0 0,0 7-17 0 0,-4-17-31 0 0,0 0 0 0 0,0 0 0 0 0,1 0 0 0 0,0 0 0 0 0,1 0 0 0 0,0-1 0 0 0,0 1 0 0 0,0-1 0 0 0,0 0 0 0 0,8 10 0 0 0,1-3 8 0 0,15 18 27 0 0,34 30 0 0 0,-49-51-32 0 0,0-1-1 0 0,0 0 1 0 0,1 0 0 0 0,0-2-1 0 0,0 1 1 0 0,25 8-1 0 0,-29-12 1 0 0,1 0 1 0 0,-2 1-1 0 0,1 0 0 0 0,14 12 0 0 0,-12-9 10 0 0,-10-8-18 0 0,-1 0 0 0 0,1 1 0 0 0,-1-1-1 0 0,1 1 1 0 0,-1-1 0 0 0,1 1 0 0 0,-1-1 0 0 0,0 1 0 0 0,1-1 0 0 0,-1 1 0 0 0,0-1 0 0 0,1 1 0 0 0,-1-1-1 0 0,0 1 1 0 0,1 0 0 0 0,-1-1 0 0 0,0 1 0 0 0,0 0 0 0 0,0-1 0 0 0,0 1 0 0 0,0 0 0 0 0,0-1 0 0 0,0 1-1 0 0,0-1 1 0 0,0 1 0 0 0,0 0 0 0 0,0-1 0 0 0,0 1 0 0 0,0 0 0 0 0,-1-1 0 0 0,1 1 0 0 0,-1 1 0 0 0,1-1 23 0 0,-10 7 10 0 0,5-9-28 0 0,0 1 0 0 0,0-1 0 0 0,0 0 0 0 0,-1 0 1 0 0,1-1-1 0 0,0 0 0 0 0,0 1 0 0 0,1-2 1 0 0,-1 1-1 0 0,0 0 0 0 0,-7-6 0 0 0,12 7-6 0 0,-1 1 0 0 0,1-1 1 0 0,-1 0-1 0 0,1 1 0 0 0,-1-1 0 0 0,1 0 0 0 0,0 1 0 0 0,-1-1 0 0 0,1 0 1 0 0,0 1-1 0 0,0-1 0 0 0,-1 0 0 0 0,1 0 0 0 0,0 1 0 0 0,0-1 0 0 0,0 0 0 0 0,0 0 1 0 0,0-1-1 0 0,-3-11 49 0 0,1 5-43 0 0,8-1-6 0 0,8-2-3 0 0,-1-1 0 0 0,0-1 0 0 0,-1 0-1 0 0,0-1 1 0 0,-1 0 0 0 0,0 0 0 0 0,-2-1-1 0 0,13-24 1 0 0,-4-2-22 0 0,24-83 0 0 0,-23 62 0 0 0,-9 22-18 0 0,-2-1-1 0 0,-2-1 1 0 0,-1 0 0 0 0,-3-83-1 0 0,-3 94 2 0 0,-6-33 0 0 0,-1-26-93 0 0,8 89 126 0 0,0-10-26 0 0,0 7 20 0 0,0 8 8 0 0,-7 134-5 0 0,1 206-10 0 0,12-234 3 0 0,-2-98 17 0 0,4-8-4 0 0,1-11 2 0 0,21-32-5 0 0,-27 36 7 0 0,0 0 0 0 0,-1 0 0 0 0,1 0 0 0 0,0 0 0 0 0,1 1 0 0 0,-1-1 0 0 0,0 1 0 0 0,1 0 0 0 0,-1-1 0 0 0,1 2 0 0 0,0-1 0 0 0,0 0 0 0 0,0 1 0 0 0,0 0 0 0 0,0 0 1 0 0,0 0-1 0 0,7-1 0 0 0,-7 3 0 0 0,1 1 1 0 0,-1-1 0 0 0,-1 1-1 0 0,1-1 1 0 0,0 1-1 0 0,0 0 1 0 0,-1 0 0 0 0,1 1-1 0 0,-1-1 1 0 0,1 1 0 0 0,-1 0-1 0 0,0 0 1 0 0,0 0 0 0 0,3 5-1 0 0,-3-6 1 0 0,14 17 0 0 0,1-2 0 0 0,32 25 0 0 0,-46-39 0 0 0,0 0 0 0 0,0 0 0 0 0,0 0 0 0 0,1 0 0 0 0,-1-1 0 0 0,1 0 0 0 0,0 0 0 0 0,0 0 0 0 0,0 0 0 0 0,0-1 0 0 0,0 0 0 0 0,0 0 0 0 0,0 0 0 0 0,0-1 0 0 0,0 0 0 0 0,1 0 0 0 0,-1 0 0 0 0,0 0 0 0 0,9-3 0 0 0,-10 1 0 0 0,1-1 0 0 0,-1 0 0 0 0,1 0 0 0 0,-1 0 0 0 0,0 0 0 0 0,0-1 0 0 0,-1 0 0 0 0,1 0 0 0 0,-1 0 0 0 0,1 0 0 0 0,-1 0 0 0 0,4-9 0 0 0,0 1 0 0 0,-1-1 0 0 0,0 0 0 0 0,7-22 0 0 0,-8 16 0 0 0,-1-1 0 0 0,0 1 0 0 0,1-38 0 0 0,-5 48 0 0 0,0 0 0 0 0,-1 0 0 0 0,0 0 0 0 0,0 0 0 0 0,-1 1 0 0 0,0-1 0 0 0,0 0 0 0 0,-1 1 0 0 0,0 0 0 0 0,-8-16 0 0 0,3 14 0 0 0,7 9 0 0 0,0 0 0 0 0,0 0 0 0 0,0 0 0 0 0,0 0 0 0 0,0 0 0 0 0,0 0 0 0 0,0 0 0 0 0,0 0 0 0 0,0 1 0 0 0,0-1 0 0 0,-1 0 0 0 0,1 1 0 0 0,0-1 0 0 0,0 1 0 0 0,-2-1 0 0 0,-3 5 0 0 0,5-4 0 0 0,-1 1 0 0 0,-1 0 0 0 0,0 1 0 0 0,1-1 0 0 0,-1 1 0 0 0,1-1 0 0 0,0 1 0 0 0,-1 0 0 0 0,1 0 0 0 0,0 0 0 0 0,0 0 0 0 0,0 1 0 0 0,1-1 0 0 0,-1 0 0 0 0,0 1 0 0 0,1 0 0 0 0,0-1 0 0 0,-1 1 0 0 0,1 0 0 0 0,0-1 0 0 0,0 1 0 0 0,0 4 0 0 0,-2 8 0 0 0,0 0 0 0 0,-1 30 0 0 0,2-22 0 0 0,0-4 1 0 0,1-1-1 0 0,1 37 0 0 0,2-47 3 0 0,-1 0-1 0 0,1 0 0 0 0,0 0 0 0 0,0 0 0 0 0,1 0 0 0 0,0 0 0 0 0,1-1 1 0 0,0 1-1 0 0,5 6 0 0 0,6 11 7 0 0,-9-14-3 0 0,1-1 1 0 0,0 0-1 0 0,16 18 1 0 0,-15-21-1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03.3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17079 0 0,'0'0'0'0'0,"30"7"408"0"0,-19-5 400 0 0,2-2 8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12.7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76 558 11448 0 0,'0'0'312'0'0,"-5"-1"-215"0"0,3 1-83 0 0,0 0 13 0 0,0-1-1 0 0,-1 1 1 0 0,1 0-1 0 0,0-1 1 0 0,-1 1-1 0 0,1 0 1 0 0,0 1-1 0 0,-1-1 1 0 0,1 0-1 0 0,0 1 1 0 0,0-1 0 0 0,-1 1-1 0 0,1 0 1 0 0,0 0-1 0 0,-4 2 1 0 0,5-2 142 0 0,-26 1 864 0 0,51-25-1001 0 0,-10 10-21 0 0,31-23 0 0 0,-31 26-16 0 0,10-7-39 0 0,2 0 0 0 0,49-22 1 0 0,-59 31 18 0 0,-11 6-9 0 0,0-1-1 0 0,0 1 1 0 0,1 0 0 0 0,-1 0 0 0 0,0 1-1 0 0,1-1 1 0 0,9 0 0 0 0,-13 2 3 0 0,-2 0-3 0 0,6 2-136 0 0,-15 4 121 0 0,2-2 44 0 0,1 0 0 0 0,-1 1 0 0 0,1 0 0 0 0,0 0 1 0 0,0 1-1 0 0,1-1 0 0 0,0 1 0 0 0,0 0 0 0 0,0 1 0 0 0,1-1 0 0 0,0 1 0 0 0,0 0 0 0 0,0 0 1 0 0,-4 14-1 0 0,-1 2-4 0 0,2-1 1 0 0,1 1-1 0 0,0 1 1 0 0,-2 27 0 0 0,6-39 4 0 0,2 0 1 0 0,-1 0-1 0 0,2 0 1 0 0,0 0-1 0 0,0 0 1 0 0,1 0-1 0 0,0-1 1 0 0,1 1 0 0 0,1-1-1 0 0,6 16 1 0 0,-10-25 3 0 0,1-1 0 0 0,-1 0 0 0 0,0-1 0 0 0,0 1 0 0 0,0 0 0 0 0,1-1 0 0 0,-1 1 0 0 0,1 0 0 0 0,-1-1 0 0 0,0 1 0 0 0,1-1 0 0 0,-1 1 0 0 0,1 0 0 0 0,-1-1 0 0 0,1 1 0 0 0,-1-1 0 0 0,1 0 0 0 0,0 1 0 0 0,-1-1 0 0 0,1 1 0 0 0,-1-1 0 0 0,1 0 0 0 0,0 0 0 0 0,0 1 0 0 0,-1-1 0 0 0,1 0 0 0 0,0 0 0 0 0,0 0 0 0 0,0 1 0 0 0,0-1 0 0 0,0 1 0 0 0,0-1 0 0 0,0 1 0 0 0,0-1 0 0 0,0 0 0 0 0,0 1 0 0 0,1-1 0 0 0,-1 0 0 0 0,0 0 0 0 0,0 0 0 0 0,0 0 0 0 0,0 0 0 0 0,0 0 0 0 0,0 0 0 0 0,0 0 0 0 0,0-1 0 0 0,0 1 0 0 0,0 0 0 0 0,0-1 0 0 0,0 1 0 0 0,0 0 0 0 0,0-1 0 0 0,0 1 0 0 0,0-1 0 0 0,0 0 0 0 0,0 1 0 0 0,0-1 0 0 0,-1 0 0 0 0,1 0 0 0 0,0 1 0 0 0,0-1 0 0 0,-1 0 0 0 0,1 0 0 0 0,0 0 0 0 0,-1 0 0 0 0,1 0 0 0 0,-1 0 0 0 0,0 0 0 0 0,1 0 0 0 0,-1 0 0 0 0,1-1 0 0 0,0-1 1 0 0,5-10 5 0 0,-1 1-1 0 0,0-1 1 0 0,0-1-1 0 0,-2 1 1 0 0,0-1 0 0 0,2-15-1 0 0,1-4-4 0 0,12-118 62 0 0,-13 115 23 0 0,-2 1 1 0 0,-1-1 0 0 0,-5-62-1 0 0,-4 76 88 0 0,7 21-162 0 0,0 0-1 0 0,0 1 0 0 0,-1-1 1 0 0,1 1-1 0 0,0-1 0 0 0,-1 1 1 0 0,1-1-1 0 0,0 1 0 0 0,-1-1 1 0 0,1 1-1 0 0,-1-1 0 0 0,1 1 0 0 0,-1 0 1 0 0,1-1-1 0 0,-1 1 0 0 0,1-1 1 0 0,-1 1-1 0 0,1 0 0 0 0,-1 0 1 0 0,1-1-1 0 0,-1 1 0 0 0,0 0 0 0 0,1 0 1 0 0,-1 0-1 0 0,1 0 0 0 0,-1 0 1 0 0,0 0-1 0 0,1 0 0 0 0,-1 0 1 0 0,0 0-1 0 0,0 0 0 0 0,-1 3 36 0 0,1 0-1 0 0,0 1 1 0 0,-1-1-1 0 0,1 0 1 0 0,0 1-1 0 0,1 0 1 0 0,-1-1 0 0 0,1 1-1 0 0,-1 4 1 0 0,1-7-45 0 0,-1 19 71 0 0,2 0 1 0 0,0-1-1 0 0,1 1 0 0 0,1 0 0 0 0,8 30 0 0 0,-1-5 108 0 0,-7-32-125 0 0,1 1-1 0 0,0-1 1 0 0,1 0-1 0 0,9 20 1 0 0,-12-29-28 0 0,1 0 0 0 0,-1 1 0 0 0,1-1 0 0 0,-1 0 0 0 0,1-1 0 0 0,0 1 0 0 0,1 0 0 0 0,-1-1 0 0 0,0 0 0 0 0,1 0 0 0 0,0 0 0 0 0,0 0 0 0 0,0 0 1 0 0,0-1-1 0 0,0 0 0 0 0,1 0 0 0 0,4 2 0 0 0,-7-3-15 0 0,1-1 0 0 0,-1 0 0 0 0,0 0 0 0 0,1 0 0 0 0,-1 0 1 0 0,0-1-1 0 0,1 1 0 0 0,-1 0 0 0 0,0-1 0 0 0,1 0 0 0 0,-1 1 0 0 0,0-1 0 0 0,0 0 1 0 0,0 0-1 0 0,0 0 0 0 0,0-1 0 0 0,0 1 0 0 0,0 0 0 0 0,0-1 0 0 0,0 1 0 0 0,-1-1 0 0 0,1 0 1 0 0,-1 0-1 0 0,1 1 0 0 0,-1-1 0 0 0,0 0 0 0 0,2-3 0 0 0,4-7 54 0 0,0-1 0 0 0,-1-1 0 0 0,7-19 0 0 0,-4 10-2 0 0,1-4 14 0 0,-1 0 0 0 0,-1-1 0 0 0,-2 0 0 0 0,5-35-1 0 0,-7 24-6 0 0,0 17-30 0 0,-2 0 1 0 0,0-1 0 0 0,-1 1 0 0 0,-1-1 0 0 0,-2 1 0 0 0,0-1 0 0 0,-1 1 0 0 0,-7-24 0 0 0,10 45-40 0 0,-15-39 109 0 0,14 38-102 0 0,0 0 0 0 0,0 0 0 0 0,0 0 0 0 0,0 0 0 0 0,-1 0 0 0 0,1 0 0 0 0,-1 0 0 0 0,0 0 1 0 0,1 0-1 0 0,-1 1 0 0 0,0-1 0 0 0,0 1 0 0 0,-4-3 0 0 0,5 4 104 0 0,-5-1-219 0 0,3 22 1080 0 0,7 111-882 0 0,5 0 1 0 0,6 0 0 0 0,46 184-1 0 0,-57-300-67 0 0,-1-1 7 0 0,1 0 0 0 0,1 0-1 0 0,0 0 1 0 0,1 0 0 0 0,0-1-1 0 0,11 17 1 0 0,-2-16 157 0 0,-15-15-187 0 0,1 1 0 0 0,-1-1 0 0 0,0 0 0 0 0,0 0 0 0 0,1 0 0 0 0,-1 0-1 0 0,0 0 1 0 0,1 0 0 0 0,-1 1 0 0 0,0-1 0 0 0,0 0 0 0 0,1 0 0 0 0,-1 0-1 0 0,0 0 1 0 0,1 0 0 0 0,-1 0 0 0 0,0 0 0 0 0,1 0 0 0 0,-1-1 0 0 0,0 1-1 0 0,1 0 1 0 0,-1 0 0 0 0,0 0 0 0 0,0 0 0 0 0,1 0 0 0 0,-1 0 0 0 0,0-1-1 0 0,0 1 1 0 0,1 0 0 0 0,-1 0 0 0 0,0 0 0 0 0,0-1 0 0 0,1 1 0 0 0,-1 0 0 0 0,0 0-1 0 0,0-1 1 0 0,0 1 0 0 0,1 0 0 0 0,-1 0 0 0 0,0-1 0 0 0,0 1 0 0 0,0-1-1 0 0,1 0 30 0 0,10-13 55 0 0,-6 3-38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13.4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242 244 12160 0 0,'-1'7'281'0'0,"-8"32"630"0"0,-1 0 1 0 0,-17 38 0 0 0,23-68-846 0 0,2-4-50 0 0,-1-1-1 0 0,1 1 1 0 0,0 0 0 0 0,1 0-1 0 0,-1 1 1 0 0,1-1 0 0 0,0 0-1 0 0,1 1 1 0 0,-1-1 0 0 0,1 9-1 0 0,0-2-88 0 0,0 0 0 0 0,-2 0 0 0 0,1 1 0 0 0,-2-1 0 0 0,-5 19 0 0 0,4-15-38 0 0,-2-2-70 0 0,-1 0 0 0 0,-1 0 0 0 0,0-1 1 0 0,0 0-1 0 0,-1-1 0 0 0,-1 1 0 0 0,-20 19 0 0 0,7-6-125 0 0,21-24 272 0 0,1 0 1 0 0,-1 0-1 0 0,0 0 1 0 0,0 0-1 0 0,0 0 1 0 0,0 0-1 0 0,0-1 1 0 0,-1 1-1 0 0,1-1 0 0 0,0 0 1 0 0,-1 1-1 0 0,1-1 1 0 0,-1 0-1 0 0,-3 1 1 0 0,4-2-46 0 0,-2-16-73 0 0,-2-15 76 0 0,7-50 14 0 0,3 0 0 0 0,4 0 0 0 0,34-151 0 0 0,5 72 24 0 0,-44 149 36 0 0,1 0 0 0 0,0 0 0 0 0,9-15 0 0 0,0 4 2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15.0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63 676 7024 0 0,'0'0'310'0'0,"-4"4"-188"0"0,-2 1-88 0 0,5-3-18 0 0,-1 0 0 0 0,0-1 0 0 0,1 1 0 0 0,-1-1 0 0 0,0 1-1 0 0,0-1 1 0 0,0 0 0 0 0,0 0 0 0 0,0 0 0 0 0,-3 1 0 0 0,4-1 343 0 0,20-3 177 0 0,-3-18-444 0 0,-1-1-1 0 0,-1 0 1 0 0,-1-1 0 0 0,-1-1 0 0 0,14-37-1 0 0,23-60-1 0 0,-48 118-90 0 0,5-16 5 0 0,0-19-2 0 0,-3 28-2 0 0,-2 6 4 0 0,2-3-2 0 0,-2 4 20 0 0,17 27 17 0 0,-5 5-19 0 0,-2 0 0 0 0,-1 0 0 0 0,-1 1 0 0 0,-2 0 0 0 0,5 40 0 0 0,-6-11 95 0 0,-4 105-1 0 0,-5-135-47 0 0,-2 0 0 0 0,-1 0 1 0 0,-1-1-1 0 0,-1 0 0 0 0,-2 0 0 0 0,-1-1 0 0 0,-15 28 0 0 0,16-37 24 0 0,0 0-1 0 0,-2 0 1 0 0,0-1-1 0 0,-25 28 1 0 0,36-44-78 0 0,0 0 1 0 0,-1 0 0 0 0,1-1 0 0 0,0 1-1 0 0,-1-1 1 0 0,0 1 0 0 0,1-1-1 0 0,-1 1 1 0 0,0-1 0 0 0,0 0 0 0 0,0 0-1 0 0,0 0 1 0 0,0 0 0 0 0,0 0 0 0 0,0-1-1 0 0,0 1 1 0 0,0-1 0 0 0,0 1-1 0 0,0-1 1 0 0,-1 0 0 0 0,1 1 0 0 0,0-1-1 0 0,0 0 1 0 0,0-1 0 0 0,-1 1 0 0 0,1 0-1 0 0,0-1 1 0 0,0 1 0 0 0,0-1-1 0 0,0 1 1 0 0,0-1 0 0 0,0 0 0 0 0,0 0-1 0 0,0 0 1 0 0,0 0 0 0 0,0-1 0 0 0,1 1-1 0 0,-1 0 1 0 0,0-1 0 0 0,1 1-1 0 0,-1-1 1 0 0,1 1 0 0 0,-1-1 0 0 0,1 0-1 0 0,-2-2 1 0 0,-5-8 101 0 0,1 0-1 0 0,0-1 1 0 0,1 0-1 0 0,0 0 1 0 0,-6-20-1 0 0,9 24-34 0 0,1 0 0 0 0,-1-1-1 0 0,1 0 1 0 0,1 1 0 0 0,0-1-1 0 0,0 0 1 0 0,1 0 0 0 0,0 0 0 0 0,3-16-1 0 0,-1 19-22 0 0,-1 0 0 0 0,1 1-1 0 0,1-1 1 0 0,-1 1 0 0 0,1 0 0 0 0,0 0-1 0 0,1 0 1 0 0,-1 0 0 0 0,1 0 0 0 0,0 1-1 0 0,1 0 1 0 0,-1 0 0 0 0,1 0-1 0 0,0 0 1 0 0,8-5 0 0 0,14-10 331 0 0,44-24 1 0 0,-49 32-231 0 0,-2-2 0 0 0,1-1 1 0 0,-2 0-1 0 0,22-21 0 0 0,-30 25-115 0 0,0-1 25 0 0,-1 1 1 0 0,-1-2 0 0 0,0 1 0 0 0,-1-1 0 0 0,0 0 0 0 0,-1-1 0 0 0,0 0 0 0 0,-1 0 0 0 0,-1-1 0 0 0,5-19 0 0 0,13-68 398 0 0,-13 58-174 0 0,-10 42-158 0 0,0 2-131 0 0,0 0 0 0 0,0-1 0 0 0,0 1-1 0 0,0 0 1 0 0,0 0 0 0 0,0-1 0 0 0,0 1-1 0 0,0 0 1 0 0,0 0 0 0 0,0 0 0 0 0,0-1-1 0 0,0 1 1 0 0,0 0 0 0 0,0 0 0 0 0,0 0-1 0 0,0-1 1 0 0,0 1 0 0 0,0 0 0 0 0,0 0-1 0 0,0 0 1 0 0,0-1 0 0 0,-1 1 0 0 0,1 0-1 0 0,0 0 1 0 0,0 0 0 0 0,0 0-1 0 0,0-1 1 0 0,0 1 0 0 0,-1 0 0 0 0,1 0-1 0 0,0 0 1 0 0,0 0 0 0 0,0 0 0 0 0,-1 0-1 0 0,1-1 1 0 0,0 1 0 0 0,0 0 0 0 0,0 0-1 0 0,-1 0 1 0 0,1 0 0 0 0,-4 9 292 0 0,3 41-157 0 0,0-21-58 0 0,2 0 0 0 0,5 41 0 0 0,-2-42-30 0 0,-4-21-23 0 0,1 1 0 0 0,0-1 0 0 0,0-1 0 0 0,1 1 1 0 0,0 0-1 0 0,0 0 0 0 0,0 0 0 0 0,5 7 0 0 0,-7-13-22 0 0,1 0-1 0 0,-1 0 0 0 0,0-1 0 0 0,1 1 0 0 0,-1 0 0 0 0,1 0 0 0 0,-1-1 0 0 0,1 1 0 0 0,-1 0 0 0 0,1-1 0 0 0,0 1 0 0 0,-1 0 1 0 0,1-1-1 0 0,0 1 0 0 0,0-1 0 0 0,-1 1 0 0 0,1-1 0 0 0,0 1 0 0 0,0-1 0 0 0,0 0 0 0 0,0 1 0 0 0,-1-1 0 0 0,1 0 0 0 0,2 0 0 0 0,-2 0 1 0 0,0 0 0 0 0,0-1 0 0 0,-1 1 0 0 0,1-1 0 0 0,0 1 0 0 0,0-1 0 0 0,0 1 0 0 0,-1-1 0 0 0,1 0 0 0 0,0 1 0 0 0,0-1 0 0 0,-1 0 0 0 0,1 0 0 0 0,-1 0 0 0 0,1 1 0 0 0,-1-1-1 0 0,1 0 1 0 0,0-1 0 0 0,15-46 130 0 0,-16 45-136 0 0,12-71 161 0 0,-8 43-82 0 0,3-7-5 0 0,2-20 252 0 0,-9 56-235 0 0,2-6 394 0 0,135 121 98 0 0,-133-109-566 0 0,0 0 0 0 0,-1 0 1 0 0,0 1-1 0 0,0 0 0 0 0,0-1 0 0 0,0 1 0 0 0,-1 0 0 0 0,0 1 0 0 0,0-1 0 0 0,0 0 0 0 0,-1 0 0 0 0,0 1 0 0 0,0-1 0 0 0,0 1 0 0 0,-1-1 0 0 0,1 1 0 0 0,-1 0 0 0 0,-1-1 0 0 0,1 1 0 0 0,-1-1 1 0 0,0 1-1 0 0,-2 5 0 0 0,1-1 20 0 0,0 1 1 0 0,-1-1 0 0 0,-1 0 0 0 0,1 0-1 0 0,-2-1 1 0 0,1 1 0 0 0,-1-1-1 0 0,-1 0 1 0 0,0 0 0 0 0,-10 12 0 0 0,16-21-36 0 0,0 0 0 0 0,-1 1 1 0 0,1-1-1 0 0,0 0 0 0 0,0 0 0 0 0,-1 1 1 0 0,1-1-1 0 0,0 0 0 0 0,0 0 1 0 0,-1 0-1 0 0,1 0 0 0 0,0 1 0 0 0,-1-1 1 0 0,1 0-1 0 0,0 0 0 0 0,-1 0 1 0 0,1 0-1 0 0,0 0 0 0 0,-1 0 0 0 0,1 0 1 0 0,0 0-1 0 0,-1 0 0 0 0,1 0 1 0 0,0 0-1 0 0,-1 0 0 0 0,1 0 0 0 0,0 0 1 0 0,-1 0-1 0 0,1 0 0 0 0,0 0 1 0 0,-1 0-1 0 0,1-1 0 0 0,0 1 1 0 0,-1 0-1 0 0,1 0 0 0 0,0 0 0 0 0,0 0 1 0 0,-1-1-1 0 0,1 1 0 0 0,0 0 1 0 0,0 0-1 0 0,-1-1 0 0 0,1 1 0 0 0,0 0 1 0 0,0-1-1 0 0,0 1 0 0 0,-6-13 52 0 0,6 13-56 0 0,-2-7 21 0 0,1 0 1 0 0,0 0-1 0 0,0 0 0 0 0,1 0 1 0 0,0 0-1 0 0,0 0 1 0 0,1 0-1 0 0,0 0 1 0 0,3-11-1 0 0,1-32 72 0 0,-5 47-84 0 0,1 0 0 0 0,-1 1 0 0 0,0-1 1 0 0,1 0-1 0 0,-1 0 0 0 0,1 1 1 0 0,0-1-1 0 0,0 0 0 0 0,0 1 0 0 0,0-1 1 0 0,1 0-1 0 0,-1 1 0 0 0,1 0 1 0 0,-1-1-1 0 0,1 1 0 0 0,0 0 0 0 0,0 0 1 0 0,0 0-1 0 0,0 0 0 0 0,0 0 0 0 0,1 1 1 0 0,-1-1-1 0 0,0 0 0 0 0,1 1 1 0 0,-1 0-1 0 0,1 0 0 0 0,-1 0 0 0 0,5-2 1 0 0,9-1 49 0 0,0 0 7 0 0,0-1 1 0 0,23-11-1 0 0,-32 13-52 0 0,-1-1-1 0 0,0 0 1 0 0,0 0 0 0 0,0-1-1 0 0,-1 0 1 0 0,0 0-1 0 0,0 0 1 0 0,8-10 0 0 0,-4 2 10 0 0,-1 0 0 0 0,-1 0 0 0 0,0 0 0 0 0,-1-1 0 0 0,0 0 0 0 0,-1 0 0 0 0,6-30 0 0 0,9-111 213 0 0,-12 72-162 0 0,-5 57-47 0 0,-2 13 7 0 0,1 0 1 0 0,0 0 0 0 0,0-1 0 0 0,7-16-1 0 0,0 67 34 0 0,8 72 19 0 0,28 144 89 0 0,-23-143-43 0 0,-19-95-101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15.4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15472 0 0,'45'33'982'0'0,"15"27"629"0"0,-46-43-1134 0 0,1-1 0 0 0,1-1 0 0 0,0-1 0 0 0,27 19 0 0 0,-11-14-72 0 0,-18-10-197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15.7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0 505 14064 0 0,'0'0'2961'0'0,"7"-9"-2844"0"0,13-15-49 0 0,-1 0 0 0 0,-2-2 0 0 0,0 0 0 0 0,17-38 0 0 0,8-15 105 0 0,-19 36-67 0 0,91-151 395 0 0,-114 193-496 0 0,1 0-1 0 0,-1 0 1 0 0,1 0 0 0 0,0 0-1 0 0,-1 0 1 0 0,1 0 0 0 0,0 0-1 0 0,0 1 1 0 0,-1-1 0 0 0,1 0-1 0 0,0 1 1 0 0,0-1 0 0 0,0 0-1 0 0,0 1 1 0 0,0-1 0 0 0,0 1-1 0 0,0-1 1 0 0,0 1 0 0 0,0 0-1 0 0,0-1 1 0 0,2 1 0 0 0,-3 0-2 0 0,1 0-1 0 0,0 1 1 0 0,0-1 0 0 0,0 0 0 0 0,-1 1 0 0 0,1-1 0 0 0,0 1 0 0 0,-1-1 0 0 0,1 1-1 0 0,0-1 1 0 0,-1 1 0 0 0,1 0 0 0 0,0-1 0 0 0,-1 1 0 0 0,1 0 0 0 0,-1-1-1 0 0,0 1 1 0 0,1 0 0 0 0,-1-1 0 0 0,1 1 0 0 0,-1 1 0 0 0,3 7 9 0 0,0 0 0 0 0,0 0 0 0 0,2 17-1 0 0,-4-18-8 0 0,5 37 21 0 0,-1 0 0 0 0,-2 0-1 0 0,-6 74 1 0 0,-26 137 43 0 0,9-110-28 0 0,5 10 17 0 0,19-116-24 0 0,-3-30-24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17.6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1 674 11152 0 0,'0'0'890'0'0,"1"-6"-746"0"0,48-308 2183 0 0,-23 99-2048 0 0,-13 77-270 0 0,-4 379-202 0 0,-5-177 178 0 0,16 88-2 0 0,-8-72 18 0 0,7 1 18 0 0,-19-81-17 0 0,0 1 1 0 0,0-1-1 0 0,0 1 1 0 0,0-1 0 0 0,0 1-1 0 0,0-1 1 0 0,0 1 0 0 0,1-1-1 0 0,-1 1 1 0 0,0-1 0 0 0,0 1-1 0 0,0-1 1 0 0,1 1-1 0 0,-1-1 1 0 0,0 0 0 0 0,0 1-1 0 0,1-1 1 0 0,-1 1 0 0 0,0-1-1 0 0,1 0 1 0 0,-1 1 0 0 0,0-1-1 0 0,1 0 1 0 0,-1 1 0 0 0,1-1-1 0 0,-1 0 1 0 0,1 0-1 0 0,-1 1 1 0 0,0-1 0 0 0,1 0-1 0 0,-1 0 1 0 0,1 0 0 0 0,-1 0-1 0 0,1 0 1 0 0,-1 0 0 0 0,1 1-1 0 0,-1-1 1 0 0,1 0-1 0 0,-1 0 1 0 0,1-1 0 0 0,-1 1-1 0 0,1 0 1 0 0,-1 0 0 0 0,1 0-1 0 0,-1 0 1 0 0,1 0 0 0 0,-1 0-1 0 0,1-1 1 0 0,-1 1-1 0 0,1 0 1 0 0,-1 0 0 0 0,0-1-1 0 0,1 1 1 0 0,0-1 0 0 0,22-17 80 0 0,-23 17-85 0 0,8-8 45 0 0,0 0-1 0 0,-1-1 1 0 0,0-1 0 0 0,-1 1-1 0 0,0-1 1 0 0,-1 0-1 0 0,7-20 1 0 0,10-18 86 0 0,-15 16 24 0 0,0 4 12 0 0,-5 24-130 0 0,0 0-1 0 0,0-1 0 0 0,-1 1 1 0 0,0 0-1 0 0,0-1 0 0 0,0 1 1 0 0,-1-1-1 0 0,0 1 0 0 0,0-1 1 0 0,0 0-1 0 0,-2-8 0 0 0,2 13-15 0 0,0 1 0 0 0,0-1 1 0 0,0 0-1 0 0,0 1 0 0 0,0-1 0 0 0,0 0 0 0 0,0 0 0 0 0,0 1 0 0 0,-1-1 1 0 0,1 0-1 0 0,0 1 0 0 0,-1-1 0 0 0,1 0 0 0 0,0 1 0 0 0,-1-1 0 0 0,1 0 1 0 0,-1 1-1 0 0,1-1 0 0 0,-1 1 0 0 0,1-1 0 0 0,-1 1 0 0 0,1-1 0 0 0,-1 1 1 0 0,0 0-1 0 0,1-1 0 0 0,-1 1 0 0 0,1-1 0 0 0,-1 1 0 0 0,0 0 0 0 0,0 0 1 0 0,-1-1-1 0 0,1 2-7 0 0,0 0 1 0 0,0-1 0 0 0,0 1 0 0 0,0 0 0 0 0,0 0-1 0 0,0 0 1 0 0,0 0 0 0 0,0 0 0 0 0,0 0 0 0 0,0 0-1 0 0,1 1 1 0 0,-1-1 0 0 0,0 0 0 0 0,1 0-1 0 0,-1 2 1 0 0,-4 7 16 0 0,2-1 0 0 0,-1 2-1 0 0,-3 15 1 0 0,4 12 56 0 0,1 1 1 0 0,2-1-1 0 0,1 1 0 0 0,3-1 1 0 0,11 56-1 0 0,-14-87-67 0 0,1-1 0 0 0,0 0-1 0 0,0 1 1 0 0,0-1 0 0 0,1 0 0 0 0,0 0-1 0 0,0-1 1 0 0,1 1 0 0 0,0-1 0 0 0,0 1-1 0 0,0-1 1 0 0,5 5 0 0 0,-8-10-11 0 0,-1 1 0 0 0,1 0 1 0 0,0-1-1 0 0,0 1 0 0 0,-1-1 0 0 0,1 1 1 0 0,0-1-1 0 0,0 0 0 0 0,0 1 0 0 0,-1-1 1 0 0,1 0-1 0 0,0 1 0 0 0,0-1 0 0 0,0 0 1 0 0,0 0-1 0 0,0 0 0 0 0,0 0 0 0 0,0 0 1 0 0,-1 0-1 0 0,1 0 0 0 0,0 0 0 0 0,0 0 0 0 0,0 0 1 0 0,0 0-1 0 0,0 0 0 0 0,0-1 0 0 0,1 0 1 0 0,-1 0 0 0 0,1 0 1 0 0,0 0-1 0 0,-1-1 0 0 0,1 1 1 0 0,-1-1-1 0 0,1 1 1 0 0,-1-1-1 0 0,0 0 0 0 0,1 0 1 0 0,-1 0-1 0 0,1-2 1 0 0,3-8 11 0 0,0 0 0 0 0,-1 0 0 0 0,2-14 0 0 0,-4 21-7 0 0,38-247 296 0 0,-38 239-295 0 0,-2 0 10 0 0,0-1 1 0 0,0 0-1 0 0,-1 0 0 0 0,-1 0 1 0 0,-5-18-1 0 0,-1-19 62 0 0,8 50-81 0 0,0 0 0 0 0,0 0 1 0 0,0 0-1 0 0,0 0 0 0 0,0 0 1 0 0,0 0-1 0 0,-1 0 0 0 0,1 0 1 0 0,0 0-1 0 0,0 1 0 0 0,-1-1 1 0 0,1 0-1 0 0,0 0 0 0 0,-1 0 1 0 0,1 0-1 0 0,-1 0 0 0 0,0 1 1 0 0,1-1-1 0 0,-1 0 0 0 0,1 0 1 0 0,-1 1-1 0 0,0-1 0 0 0,0 1 1 0 0,1-1-1 0 0,-1 0 0 0 0,0 1 1 0 0,0-1-1 0 0,0 1 0 0 0,1 0 1 0 0,-1-1-1 0 0,0 1 0 0 0,0 0 1 0 0,0-1-1 0 0,-2 1 0 0 0,2 0 2 0 0,0 1-1 0 0,0-1 0 0 0,0 1 0 0 0,0-1 1 0 0,0 1-1 0 0,0 0 0 0 0,0-1 0 0 0,0 1 1 0 0,0 0-1 0 0,0 0 0 0 0,0-1 0 0 0,1 1 1 0 0,-1 0-1 0 0,0 0 0 0 0,0 0 0 0 0,1 0 0 0 0,-1 0 1 0 0,1 0-1 0 0,-1 0 0 0 0,1 0 0 0 0,-1 1 1 0 0,1-1-1 0 0,0 0 0 0 0,-1 0 0 0 0,1 0 1 0 0,0 0-1 0 0,0 3 0 0 0,-2 17 27 0 0,2-1 1 0 0,0 1-1 0 0,1-1 0 0 0,1 1 1 0 0,1 0-1 0 0,0-1 0 0 0,11 32 1 0 0,-12-45-19 0 0,1-1 1 0 0,-1 0-1 0 0,1 0 1 0 0,0 0-1 0 0,0 0 1 0 0,1 0-1 0 0,0 0 0 0 0,0-1 1 0 0,6 7-1 0 0,-8-10 39 0 0,-2-2-53 0 0,0 0 0 0 0,0 0 1 0 0,0 1-1 0 0,1-1 0 0 0,-1 0 0 0 0,0 0 1 0 0,0 0-1 0 0,0 0 0 0 0,0 1 1 0 0,1-1-1 0 0,-1 0 0 0 0,0 0 0 0 0,0 0 1 0 0,0 0-1 0 0,1 0 0 0 0,-1 1 1 0 0,0-1-1 0 0,0 0 0 0 0,0 0 0 0 0,1 0 1 0 0,-1 0-1 0 0,0 0 0 0 0,0 0 0 0 0,1 0 1 0 0,-1 0-1 0 0,0 0 0 0 0,0 0 1 0 0,1 0-1 0 0,-1 0 0 0 0,0 0 0 0 0,0 0 1 0 0,0 0-1 0 0,1 0 0 0 0,-1 0 1 0 0,0 0-1 0 0,0 0 0 0 0,1-1 0 0 0,-1 1 1 0 0,0 0-1 0 0,0 0 0 0 0,0 0 1 0 0,1 0-1 0 0,-1 0 0 0 0,0-1 0 0 0,0 1 1 0 0,0 0-1 0 0,1 0 0 0 0,9-7 19 0 0,4-11 22 0 0,0 0-1 0 0,12-24 1 0 0,5-6 33 0 0,-24 35-40 0 0,-1 4 84 0 0,-7 25-66 0 0,-45 311 91 0 0,38-262-115 0 0,3-27-1 0 0,0 0 0 0 0,-12 39 0 0 0,11-61 51 0 0,8-30-47 0 0,9-30-12 0 0,16-69 19 0 0,-16 60-9 0 0,2 1 0 0 0,2 1 0 0 0,37-82-1 0 0,-49 126-19 0 0,1 0-1 0 0,-1 0 0 0 0,2 0 0 0 0,-1 1 0 0 0,1 0 0 0 0,0 0 1 0 0,0 0-1 0 0,7-6 0 0 0,-10 12-6 0 0,-1-1-1 0 0,0 1 1 0 0,0 0-1 0 0,1 0 1 0 0,-1 0 0 0 0,0-1-1 0 0,0 1 1 0 0,1 0-1 0 0,-1 1 1 0 0,0-1 0 0 0,0 0-1 0 0,0 0 1 0 0,1 0 0 0 0,-1 1-1 0 0,0-1 1 0 0,0 1-1 0 0,0-1 1 0 0,0 1 0 0 0,1-1-1 0 0,-1 1 1 0 0,0 0-1 0 0,0-1 1 0 0,0 1 0 0 0,0 0-1 0 0,-1 0 1 0 0,1 0-1 0 0,0 0 1 0 0,0 0 0 0 0,0 0-1 0 0,-1 0 1 0 0,1 0-1 0 0,0 0 1 0 0,-1 0 0 0 0,1 1-1 0 0,25 47 82 0 0,-25-45-80 0 0,23 72 123 0 0,-9-23 135 0 0,-15-51-143 0 0,13-30-5 0 0,-6-37 24 0 0,4-33 131 0 0,-10 76-189 0 0,-1 9 47 0 0,4 22-58 0 0,0 6-18 0 0,0 1 20 0 0,1-1 0 0 0,0 1 0 0 0,1-1 0 0 0,0 0 0 0 0,13 20 0 0 0,-18-34-63 0 0,0 0 0 0 0,0 0-1 0 0,0 0 1 0 0,0 0-1 0 0,0-1 1 0 0,1 1 0 0 0,-1 0-1 0 0,0-1 1 0 0,0 1-1 0 0,0 0 1 0 0,1-1 0 0 0,-1 1-1 0 0,0-1 1 0 0,1 0 0 0 0,-1 0-1 0 0,0 1 1 0 0,1-1-1 0 0,-1 0 1 0 0,1 0 0 0 0,-1 0-1 0 0,3-1 1 0 0,22-4 117 0 0,-25 5-122 0 0,4-2 34 0 0,1 0-1 0 0,0 0 1 0 0,-1-1-1 0 0,0 1 1 0 0,1-1-1 0 0,-1 0 0 0 0,-1-1 1 0 0,1 1-1 0 0,0-1 1 0 0,-1 0-1 0 0,8-9 1 0 0,-11 12-16 0 0,0-1 0 0 0,0 1 0 0 0,0 0 0 0 0,0-1 0 0 0,-1 1 0 0 0,1-1 0 0 0,-1 1 0 0 0,1-1 1 0 0,-1 0-1 0 0,1 1 0 0 0,-1-1 0 0 0,0 1 0 0 0,0-1 0 0 0,0 0 0 0 0,0 1 0 0 0,0-4 0 0 0,0 5-17 0 0,0 0 0 0 0,0 0 0 0 0,0-1 0 0 0,0 1 0 0 0,0 0 0 0 0,0 0 0 0 0,0 0 0 0 0,0-1-1 0 0,0 1 1 0 0,-1 0 0 0 0,1 0 0 0 0,0 0 0 0 0,0-1 0 0 0,0 1 0 0 0,0 0 0 0 0,0 0 0 0 0,0 0-1 0 0,-1 0 1 0 0,1-1 0 0 0,0 1 0 0 0,0 0 0 0 0,0 0 0 0 0,-1 0 0 0 0,1 0 0 0 0,0 0 0 0 0,0 0 0 0 0,0-1-1 0 0,-1 1 1 0 0,1 0 0 0 0,0 0 0 0 0,0 0 0 0 0,-1 0 0 0 0,1 0 0 0 0,0 0 0 0 0,0 0 0 0 0,-1 0-1 0 0,-11 12 41 0 0,7-4-24 0 0,2 1 0 0 0,-1 0-1 0 0,1 0 1 0 0,1 0-1 0 0,-1 0 1 0 0,2 1 0 0 0,-1-1-1 0 0,1 14 1 0 0,-3 5 11 0 0,1-9 4 0 0,1-1-1 0 0,0 2 0 0 0,1-1 1 0 0,3 30-1 0 0,-1-42-21 0 0,0 0 1 0 0,0 0-1 0 0,0-1 0 0 0,1 1 1 0 0,0 0-1 0 0,1-1 0 0 0,-1 1 1 0 0,1-1-1 0 0,0 0 0 0 0,1 0 1 0 0,-1 0-1 0 0,1 0 1 0 0,1-1-1 0 0,-1 1 0 0 0,7 5 1 0 0,-10-10-9 0 0,0 1 0 0 0,1-1 0 0 0,-1 0 1 0 0,1 0-1 0 0,-1-1 0 0 0,1 1 1 0 0,-1 0-1 0 0,1 0 0 0 0,0-1 0 0 0,-1 1 1 0 0,1-1-1 0 0,0 1 0 0 0,-1-1 0 0 0,1 0 1 0 0,0 0-1 0 0,-1 1 0 0 0,1-1 1 0 0,0-1-1 0 0,0 1 0 0 0,2 0 0 0 0,-1-1 0 0 0,-1 0 1 0 0,0 0-1 0 0,0 0 0 0 0,0-1 0 0 0,0 1 0 0 0,0 0 0 0 0,0-1 0 0 0,0 1 0 0 0,0-1 0 0 0,0 0 0 0 0,-1 1 0 0 0,1-1 1 0 0,-1 0-1 0 0,1 0 0 0 0,-1 0 0 0 0,1-3 0 0 0,13-22 24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18.0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15072 0 0,'0'0'312'0'0,"25"8"336"0"0,-25 5-201 0 0,-1-1-199 0 0,-9-5 240 0 0,6 3 232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18.3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21 12456 0 0,'0'0'48'0'0,"47"-9"48"0"0,-23 9-40 0 0,8 0-24 0 0,-2 0 8 0 0,2 0-8 0 0,1 0 8 0 0,30-9 136 0 0,-37 7-88 0 0,6 4 8 0 0,2 1-48 0 0,-4 3 16 0 0,-3 3-8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18.7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11656 0 0,'0'0'0'0'0,"36"8"64"0"0,-24-5 152 0 0,-2 4-80 0 0,-2-1 40 0 0,1-7 88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19.0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 9648 0 0,'0'0'313'0'0,"4"-3"-212"0"0,-3 2-79 0 0,0 0-9 0 0,0 0-1 0 0,0 0 1 0 0,0 0-1 0 0,0 0 1 0 0,0 0-1 0 0,0 0 1 0 0,1 1-1 0 0,-1-1 1 0 0,0 0-1 0 0,0 1 0 0 0,1-1 1 0 0,1 0-1 0 0,-2 1 13 0 0,0 1 0 0 0,0-1-1 0 0,0 1 1 0 0,0 0 0 0 0,-1-1 0 0 0,1 1-1 0 0,0 0 1 0 0,-1 0 0 0 0,1 0-1 0 0,0-1 1 0 0,-1 1 0 0 0,1 0-1 0 0,-1 0 1 0 0,0 0 0 0 0,1 0-1 0 0,-1 0 1 0 0,1 0 0 0 0,-1 0 0 0 0,0 0-1 0 0,0 1 1 0 0,6 22 226 0 0,10 87 234 0 0,-5 0-1 0 0,-5 134 1 0 0,-8-203-417 0 0,-8 51-1 0 0,3-38-18 0 0,6-51-38 0 0,-1 4 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19.4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9648 0 0,'0'0'440'0'0,"4"4"-384"0"0,6 5 103 0 0,0-2 0 0 0,0 1 0 0 0,1-1 0 0 0,0-1 0 0 0,22 10 0 0 0,72 24 776 0 0,-79-31-600 0 0,-7-2 105 0 0,-17-6-280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19.7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1 802 10248 0 0,'5'2'198'0'0,"13"3"20"0"0,0-1 0 0 0,0-1 0 0 0,26 2 0 0 0,-28-4-61 0 0,0-1 0 0 0,0-1-1 0 0,0 0 1 0 0,-1-1 0 0 0,1-1 0 0 0,0-1-1 0 0,-1 0 1 0 0,0-1 0 0 0,0 0 0 0 0,0-1-1 0 0,-1-1 1 0 0,0 0 0 0 0,0-1-1 0 0,19-15 1 0 0,-17 10-77 0 0,-1-1 0 0 0,0-1-1 0 0,-1 0 1 0 0,-1 0 0 0 0,0-1 0 0 0,-2-1-1 0 0,1 0 1 0 0,-2-1 0 0 0,-1 0-1 0 0,12-30 1 0 0,-11 18-22 0 0,-1-1 0 0 0,-1 0 0 0 0,-2 0-1 0 0,-1-1 1 0 0,0-41 0 0 0,-4 19 65 0 0,-2-1 1 0 0,-11-66 0 0 0,11 115-105 0 0,1 1 0 0 0,-1 0 1 0 0,-1-1-1 0 0,1 1 1 0 0,-1 0-1 0 0,0 0 0 0 0,0 0 1 0 0,-1 0-1 0 0,1 0 1 0 0,-1 1-1 0 0,0-1 1 0 0,0 1-1 0 0,-1-1 0 0 0,1 1 1 0 0,-5-3-1 0 0,7 7-7 0 0,-1 0 0 0 0,1 0 0 0 0,0 1 0 0 0,-1-1 1 0 0,1 0-1 0 0,0 1 0 0 0,-1 0 0 0 0,1-1 0 0 0,0 1 0 0 0,0 0 0 0 0,0-1 0 0 0,0 1 0 0 0,-1 0 0 0 0,1 0 0 0 0,0 0 0 0 0,0 0 0 0 0,1 0 0 0 0,-1 0 0 0 0,-1 2 1 0 0,-5 11 13 0 0,1 0 1 0 0,1 0 0 0 0,0 0 0 0 0,1 1-1 0 0,-3 16 1 0 0,-7 82 105 0 0,13-101-112 0 0,0-1-3 0 0,-22 342 384 0 0,21-286-281 0 0,-3 1-1 0 0,-3-1 1 0 0,-3 0-1 0 0,-26 91 0 0 0,34-151-89 0 0,0 1-1 0 0,0-1 0 0 0,-1 0 1 0 0,1 0-1 0 0,-2 0 0 0 0,1 0 1 0 0,-1-1-1 0 0,0 0 0 0 0,-10 10 1 0 0,13-13-16 0 0,-1-1-1 0 0,1 0 1 0 0,0 0 0 0 0,-1 0 0 0 0,0 0 0 0 0,0 0 0 0 0,1 0 0 0 0,-1-1 0 0 0,0 1-1 0 0,0-1 1 0 0,-1 0 0 0 0,1 0 0 0 0,0 0 0 0 0,0 0 0 0 0,0-1 0 0 0,-1 1 0 0 0,1-1-1 0 0,0 0 1 0 0,-1 0 0 0 0,1 0 0 0 0,0 0 0 0 0,-1 0 0 0 0,1-1 0 0 0,-6-1-1 0 0,6 0-3 0 0,0 0 0 0 0,1 0 0 0 0,-1 0-1 0 0,1 0 1 0 0,-1 0 0 0 0,1 0 0 0 0,0-1-1 0 0,0 1 1 0 0,0-1 0 0 0,0 0-1 0 0,0 1 1 0 0,1-1 0 0 0,-1 0 0 0 0,1 0-1 0 0,0 0 1 0 0,-2-5 0 0 0,0-2 18 0 0,1 1 0 0 0,0-1 0 0 0,0 0 0 0 0,0-12 0 0 0,3-16 65 0 0,1 0 1 0 0,2 0 0 0 0,10-41-1 0 0,-11 65-61 0 0,2 0-1 0 0,0 0 0 0 0,0 1 0 0 0,1 0 0 0 0,11-17 0 0 0,-8 14 6 0 0,11-20 43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21.2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0 530 11856 0 0,'34'-1'395'0'0,"-30"1"-315"0"0,1 0 1 0 0,-1-1 0 0 0,0 0 0 0 0,0 0 0 0 0,0-1 0 0 0,0 1 0 0 0,0-1-1 0 0,4-2 1 0 0,-4 2-23 0 0,-1-1 1 0 0,0 1-1 0 0,0-1 0 0 0,0 0 0 0 0,-1 0 0 0 0,1 0 0 0 0,-1 0 0 0 0,1 0 1 0 0,-1 0-1 0 0,0-1 0 0 0,0 1 0 0 0,0-1 0 0 0,-1 0 0 0 0,0 1 0 0 0,1-1 1 0 0,-1 0-1 0 0,1-5 0 0 0,19-110 1375 0 0,-11 59-953 0 0,18-60-1 0 0,-24 78-289 0 0,-1 5-86 0 0,-3 38-102 0 0,0-1 0 0 0,0 0 0 0 0,0 0 0 0 0,-1 0 0 0 0,1 1 0 0 0,0-1 0 0 0,0 0 0 0 0,-1 0 0 0 0,1 0 0 0 0,0 0 0 0 0,0 0 0 0 0,-1 1 0 0 0,1-1 0 0 0,0 0 0 0 0,-1 0 0 0 0,1 0 0 0 0,0 0 0 0 0,0 0 0 0 0,-1 0 0 0 0,1 0 0 0 0,0 0 0 0 0,-1 0 0 0 0,1 0 0 0 0,0 0 0 0 0,0 0 0 0 0,-1 0-1 0 0,1 0 1 0 0,0-1 0 0 0,-1 1 0 0 0,1 0 0 0 0,0 0 0 0 0,0 0 0 0 0,-1 0 0 0 0,1 0 0 0 0,0-1 0 0 0,0 1 0 0 0,-1 0 0 0 0,1 0 0 0 0,0 0 0 0 0,0-1 0 0 0,0 1 0 0 0,0 0 0 0 0,-1 0 0 0 0,1-1 0 0 0,0 1 0 0 0,0 0 0 0 0,0 0 0 0 0,0-1 0 0 0,0 1 0 0 0,0 0 0 0 0,0 0 0 0 0,-1-1-1 0 0,-1 11-1 0 0,1 0 0 0 0,-1 0 0 0 0,2 1 0 0 0,-1-1 0 0 0,1 0 0 0 0,3 16 0 0 0,-1 23 0 0 0,-2-40 0 0 0,0 0 0 0 0,1 0 0 0 0,0 0 0 0 0,0-1 0 0 0,6 17 0 0 0,-1-3 0 0 0,0-9 0 0 0,3-3 0 0 0,0-10 0 0 0,-7-3 0 0 0,1-1 0 0 0,-1 0 0 0 0,0 1 0 0 0,1-1 0 0 0,-2 0 0 0 0,1-1 0 0 0,2-6 0 0 0,4-10 0 0 0,-1 7 0 0 0,-1-1 0 0 0,6-24 0 0 0,-8 24 0 0 0,1 0 0 0 0,12-26 0 0 0,-11 26 0 0 0,-4 10 0 0 0,0 0 1 0 0,0 0-1 0 0,0 0 1 0 0,1 1-1 0 0,0-1 0 0 0,0 0 1 0 0,5-4-1 0 0,-7 10 2 0 0,0 1 1 0 0,1 0-1 0 0,-1 0 0 0 0,0 0 0 0 0,0 0 1 0 0,0 0-1 0 0,0 0 0 0 0,0 0 1 0 0,1 5-1 0 0,4 32 13 0 0,-2 0 1 0 0,-2 0-1 0 0,-1 0 0 0 0,-6 47 1 0 0,3-47-7 0 0,-1 2 16 0 0,-2 0-1 0 0,-1-1 1 0 0,-2 0-1 0 0,-2-1 0 0 0,-2 1 1 0 0,-18 39-1 0 0,24-67-4 0 0,0 0-1 0 0,0-1 0 0 0,-1 1 1 0 0,0-1-1 0 0,-1-1 0 0 0,-1 0 1 0 0,0 0-1 0 0,0 0 1 0 0,-1-1-1 0 0,0-1 0 0 0,0 0 1 0 0,-15 9-1 0 0,24-16-14 0 0,0-1 1 0 0,-1 1-1 0 0,1 0 0 0 0,0-1 0 0 0,-1 1 1 0 0,1-1-1 0 0,0 0 0 0 0,-1 0 0 0 0,1 1 1 0 0,-1-1-1 0 0,1 0 0 0 0,0 0 1 0 0,-1 0-1 0 0,1 0 0 0 0,-1-1 0 0 0,1 1 1 0 0,0 0-1 0 0,-1 0 0 0 0,1-1 0 0 0,0 1 1 0 0,-1-1-1 0 0,1 1 0 0 0,0-1 0 0 0,-1 0 1 0 0,1 0-1 0 0,0 1 0 0 0,0-1 0 0 0,0 0 1 0 0,0 0-1 0 0,0 0 0 0 0,0 0 0 0 0,0 0 1 0 0,0 0-1 0 0,0-1 0 0 0,0 1 0 0 0,1 0 1 0 0,-1 0-1 0 0,0-1 0 0 0,1 1 1 0 0,-1 0-1 0 0,0-3 0 0 0,-1-1 17 0 0,0-1 0 0 0,0 0 0 0 0,1 0 0 0 0,0 0 0 0 0,0 0-1 0 0,0 0 1 0 0,1 0 0 0 0,-1 0 0 0 0,2-9 0 0 0,1-3 98 0 0,-1 4-66 0 0,1 1 0 0 0,0 0 0 0 0,1 0 1 0 0,0-1-1 0 0,1 2 0 0 0,0-1 0 0 0,1 0 0 0 0,0 1 1 0 0,1 0-1 0 0,10-14 0 0 0,19-19 144 0 0,1 3 1 0 0,3 1-1 0 0,1 1 1 0 0,50-37-1 0 0,-90 77-197 0 0,188-141 493 0 0,-106 76-158 0 0,-80 64-320 0 0,0 0-1 0 0,-1-1 1 0 0,1 1 0 0 0,-1-1 0 0 0,0 0 0 0 0,1 1-1 0 0,-1-1 1 0 0,0 0 0 0 0,0 0 0 0 0,0 0 0 0 0,0 0-1 0 0,0 0 1 0 0,0-3 0 0 0,-1 5-16 0 0,1-2 133 0 0,3-8 50 0 0,-9 11-165 0 0,1 0-1 0 0,-1 0 1 0 0,1 0-1 0 0,0 0 1 0 0,-1 1 0 0 0,1 0-1 0 0,0 0 1 0 0,0 0 0 0 0,0 0-1 0 0,0 1 1 0 0,0-1-1 0 0,0 1 1 0 0,1 0 0 0 0,0 0-1 0 0,-1 1 1 0 0,-3 4 0 0 0,-3 4 16 0 0,1-1 0 0 0,1 1 0 0 0,-11 19 0 0 0,9-11 13 0 0,0 0 0 0 0,1 0 0 0 0,1 0-1 0 0,-6 25 1 0 0,12-37-15 0 0,1 1 0 0 0,0-1 1 0 0,0 1-1 0 0,1 0 0 0 0,0-1 0 0 0,0 1 0 0 0,1 0 0 0 0,0-1 0 0 0,0 1 1 0 0,1-1-1 0 0,1 1 0 0 0,5 14 0 0 0,-3-20 40 0 0,1 0-29 0 0,-4-2-25 0 0,0 0-1 0 0,0 0 1 0 0,0 0 0 0 0,0 0-1 0 0,0-1 1 0 0,0 1 0 0 0,1-1-1 0 0,-1 1 1 0 0,0-1 0 0 0,3 0-1 0 0,-2-1-1 0 0,0 0-1 0 0,0-1 1 0 0,0 0 0 0 0,0 0-1 0 0,-1 0 1 0 0,1 0-1 0 0,-1 0 1 0 0,0 0 0 0 0,1 0-1 0 0,-1-1 1 0 0,0 0-1 0 0,0 1 1 0 0,-1-1-1 0 0,1 0 1 0 0,2-5 0 0 0,15-32 178 0 0,-1-1 1 0 0,-3-1 0 0 0,21-86-1 0 0,-34 110-117 0 0,-1 1-1 0 0,0-1 0 0 0,-4-31 1 0 0,1 6 200 0 0,0 42-268 0 0,0 1 0 0 0,0-1 0 0 0,1 1 0 0 0,-1-1 0 0 0,0 1 0 0 0,0 0 0 0 0,0 0 0 0 0,0 0 0 0 0,1 0 0 0 0,-1 0 0 0 0,0 1 0 0 0,0-1 1 0 0,-2 1-1 0 0,-1 1 5 0 0,1 0 0 0 0,-1 1 1 0 0,1-1-1 0 0,0 1 0 0 0,0 0 1 0 0,0 0-1 0 0,0 0 0 0 0,0 1 1 0 0,1-1-1 0 0,0 1 0 0 0,-1 0 1 0 0,1 0-1 0 0,0 0 1 0 0,1 0-1 0 0,-1 1 0 0 0,1-1 1 0 0,0 1-1 0 0,0-1 0 0 0,0 1 1 0 0,1 0-1 0 0,0 0 0 0 0,-2 9 1 0 0,1 0 12 0 0,1 0 0 0 0,0 0 0 0 0,1 0 0 0 0,0 0 0 0 0,1 0 0 0 0,0 0 0 0 0,5 16 0 0 0,-4-18-2 0 0,1-1 0 0 0,0 0 0 0 0,1 0 0 0 0,0 0 0 0 0,0 0 0 0 0,2 0 0 0 0,-1-1 0 0 0,1 0 0 0 0,14 17 0 0 0,-20-26-21 0 0,1 0 0 0 0,0 0 1 0 0,0 0-1 0 0,0-1 0 0 0,-1 1 1 0 0,1 0-1 0 0,0-1 0 0 0,0 1 1 0 0,0 0-1 0 0,0-1 1 0 0,0 0-1 0 0,0 1 0 0 0,0-1 1 0 0,1 1-1 0 0,-1-1 0 0 0,0 0 1 0 0,0 0-1 0 0,0 0 0 0 0,0 0 1 0 0,0 1-1 0 0,0-2 0 0 0,1 1 1 0 0,-1 0-1 0 0,0 0 1 0 0,0 0-1 0 0,2-1 0 0 0,-1 0 2 0 0,0 0 0 0 0,0-1-1 0 0,0 1 1 0 0,0-1 0 0 0,0 1 0 0 0,0-1-1 0 0,0 0 1 0 0,-1 0 0 0 0,1 0 0 0 0,-1 0-1 0 0,0 0 1 0 0,2-2 0 0 0,2-5 11 0 0,-1-1-1 0 0,0 1 1 0 0,0-1 0 0 0,5-20 0 0 0,-8 22-9 0 0,1 1 0 0 0,0 0 1 0 0,0 0-1 0 0,6-11 1 0 0,-5 11-2 0 0,0 0 1 0 0,0 0-1 0 0,-1 0 1 0 0,3-14 0 0 0,15-56 54 0 0,-13 54-12 0 0,0-1 1 0 0,3-29 0 0 0,-10 52-49 0 0,0 1 0 0 0,0 0 0 0 0,-1-1 0 0 0,1 1 0 0 0,0 0 0 0 0,0 0 0 0 0,0 0 0 0 0,0-1 0 0 0,0 1 0 0 0,-1 0 0 0 0,1 0 0 0 0,0-1 0 0 0,0 1-1 0 0,0 0 1 0 0,-1 0 0 0 0,1 0 0 0 0,0 0 0 0 0,0-1 0 0 0,-1 1 0 0 0,1 0 0 0 0,0 0 0 0 0,0 0 0 0 0,-1 0 0 0 0,1 0 0 0 0,0 0 0 0 0,-1 0 0 0 0,1 0 0 0 0,0 0 0 0 0,0 0 0 0 0,-1 0 0 0 0,1 0-1 0 0,0 0 1 0 0,0 0 0 0 0,-1 0 0 0 0,1 0 0 0 0,-1 0 0 0 0,0 10 23 0 0,1 0 0 0 0,0 0 0 0 0,1 1 0 0 0,2 16 0 0 0,-1-8 1 0 0,2 3 28 0 0,0 1 1 0 0,2-1-1 0 0,0 0 0 0 0,16 34 1 0 0,-22-54 26 0 0,16-34 79 0 0,-13 25-120 0 0,0 1 0 0 0,0 1-1 0 0,0-1 1 0 0,8-10 0 0 0,-10 14-7 0 0,13 22 15 0 0,15 83 73 0 0,-5-15-27 0 0,-14-50-37 0 0,-6-27-41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21.9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0 148 16687 0 0,'0'0'1872'0'0,"4"-1"-1638"0"0,-2 1-166 0 0,-1 0 1 0 0,1-1-1 0 0,-1 1 1 0 0,0 0-1 0 0,1 1 1 0 0,-1-1-1 0 0,1 0 1 0 0,-1 0-1 0 0,1 1 1 0 0,-1-1-1 0 0,0 0 1 0 0,1 1-1 0 0,-1 0 1 0 0,0-1-1 0 0,1 1 1 0 0,-1 0-1 0 0,0 0 1 0 0,0-1-1 0 0,2 2 1 0 0,22 29 866 0 0,-9-2-729 0 0,-1 1 0 0 0,-1 1 1 0 0,-1 0-1 0 0,-2 0 0 0 0,13 59 0 0 0,-23-73-204 0 0,-1-14-27 0 0,0 0 0 0 0,0 0-1 0 0,1 0 1 0 0,-1 0 0 0 0,1 1 0 0 0,0-1-1 0 0,-1 0 1 0 0,1 0 0 0 0,1-1 0 0 0,-1 1-1 0 0,2 4 1 0 0,6-20-139 0 0,-5-4 60 0 0,1-1 1 0 0,2-32-1 0 0,-2 14-64 0 0,3-12-164 0 0,2 1-1 0 0,20-59 1 0 0,-27 89 23 0 0,-3 15 230 0 0,9 9-120 0 0,28 53-32 0 0,-27-41 176 0 0,1-1-1 0 0,27 35 1 0 0,-35-50 48 0 0,-1 0 0 0 0,1-1 0 0 0,0 1 0 0 0,-1 0 0 0 0,1-1 1 0 0,1 0-1 0 0,-1 1 0 0 0,0-1 0 0 0,0 0 0 0 0,1-1 0 0 0,-1 1 0 0 0,1-1 0 0 0,0 1 0 0 0,-1-1 0 0 0,1 0 0 0 0,0 0 0 0 0,0-1 1 0 0,0 1-1 0 0,-1-1 0 0 0,7 0 0 0 0,-7-2 4 0 0,0 1 0 0 0,0-1 0 0 0,-1 0 0 0 0,1 0 0 0 0,-1 0 0 0 0,1 0 0 0 0,-1 0 0 0 0,0 0 0 0 0,0-1 0 0 0,0 1 0 0 0,0-1 0 0 0,0 0 0 0 0,0 1 0 0 0,-1-1 0 0 0,1 0 0 0 0,1-6 0 0 0,0-8-3 0 0,-1 0 0 0 0,1-30 0 0 0,-2 26 3 0 0,-1-144 1 0 0,0 155 2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22.9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1 703 13360 0 0,'21'4'93'0'0,"11"-4"297"0"0,-24-1-283 0 0,-1-1-1 0 0,0 1 0 0 0,1-1 0 0 0,-1-1 1 0 0,0 1-1 0 0,0-1 0 0 0,0-1 0 0 0,12-7 1 0 0,2-7 287 0 0,0 0 1 0 0,-2-2 0 0 0,0 0-1 0 0,-1-1 1 0 0,20-31 0 0 0,2-1 254 0 0,48-76 332 0 0,-71 101-778 0 0,-16 28-193 0 0,-1 0-1 0 0,0-1 1 0 0,1 1 0 0 0,-1-1 0 0 0,0 1 0 0 0,0 0 0 0 0,0-1 0 0 0,1 1-1 0 0,-1 0 1 0 0,0-1 0 0 0,0 1 0 0 0,0-1 0 0 0,0 1 0 0 0,0-1-1 0 0,0 1 1 0 0,0 0 0 0 0,0-1 0 0 0,0 1 0 0 0,0-1 0 0 0,0 1 0 0 0,0-1-1 0 0,0 1 1 0 0,0 0 0 0 0,0-1 0 0 0,0 1 0 0 0,0-1 0 0 0,-1 1-1 0 0,1 0 1 0 0,0-1 0 0 0,0 1 0 0 0,0 0 0 0 0,-1-1 0 0 0,1 1 0 0 0,0 0-1 0 0,-1-1 1 0 0,1 1 0 0 0,0 0 0 0 0,-1-1 0 0 0,1 1 0 0 0,0 0 0 0 0,-1 0-1 0 0,1-1 1 0 0,0 1 0 0 0,-1 0 0 0 0,1 0 0 0 0,-1 0 0 0 0,1 0-1 0 0,0 0 1 0 0,-1-1 0 0 0,1 1 0 0 0,-1 0 0 0 0,1 0 0 0 0,-1 0 0 0 0,1 0-1 0 0,-1 0 1 0 0,-1 0 1 0 0,1 0 1 0 0,-1 0-1 0 0,1 0 0 0 0,-1 0 0 0 0,1 0 1 0 0,-1 1-1 0 0,1-1 0 0 0,-1 0 0 0 0,1 1 1 0 0,-1-1-1 0 0,1 1 0 0 0,-1-1 0 0 0,1 1 1 0 0,-1 0-1 0 0,1 0 0 0 0,-2 1 0 0 0,-4 6 23 0 0,-1 1-1 0 0,1 1 0 0 0,1-1 1 0 0,0 1-1 0 0,0 0 0 0 0,1 1 1 0 0,1-1-1 0 0,-6 17 0 0 0,-20 96 220 0 0,27-109-220 0 0,-1 6 66 0 0,2 0 0 0 0,0 1 0 0 0,2-1-1 0 0,2 34 1 0 0,-2-54-89 0 0,0 1 0 0 0,0 0 0 0 0,0-1 0 0 0,0 1 0 0 0,0-1 0 0 0,0 1 0 0 0,0 0 0 0 0,0-1 0 0 0,0 1 0 0 0,1-1 0 0 0,-1 1 0 0 0,0 0 0 0 0,0-1 0 0 0,0 1 0 0 0,1-1 0 0 0,-1 1 0 0 0,0-1 0 0 0,1 1 0 0 0,-1-1 0 0 0,0 1 0 0 0,1-1 0 0 0,-1 1 0 0 0,1-1 0 0 0,-1 0-1 0 0,1 1 1 0 0,-1-1 0 0 0,1 0 0 0 0,-1 1 0 0 0,1-1 0 0 0,-1 0 0 0 0,2 1 0 0 0,-2-1 2 0 0,1-1 0 0 0,-1 1-1 0 0,1 0 1 0 0,0 0 0 0 0,-1-1 0 0 0,1 1-1 0 0,-1 0 1 0 0,1-1 0 0 0,-1 1 0 0 0,1 0-1 0 0,0-1 1 0 0,-1 1 0 0 0,0-1 0 0 0,1 1-1 0 0,-1-1 1 0 0,1 1 0 0 0,-1-1 0 0 0,0 0-1 0 0,1 1 1 0 0,-1-1 0 0 0,1 0 0 0 0,12-34 185 0 0,-1 1 0 0 0,9-50 1 0 0,-16 61-1 0 0,-1 1-1 0 0,1-45 1 0 0,-5 65-89 0 0,0 1-99 0 0,0 1 0 0 0,0-1 0 0 0,0 1 0 0 0,-1 0 0 0 0,1-1 0 0 0,0 1 0 0 0,-1-1 0 0 0,1 1 0 0 0,0 0 0 0 0,-1-1 0 0 0,1 1 0 0 0,-1 0 0 0 0,1-1 0 0 0,-1 1 0 0 0,1 0 0 0 0,-1 0 0 0 0,1-1 0 0 0,0 1 0 0 0,-1 0 0 0 0,1 0 0 0 0,-1 0 0 0 0,1 0 0 0 0,-1 0 0 0 0,0 0 0 0 0,1 0 0 0 0,-1 0 0 0 0,1 0 0 0 0,-1 0 0 0 0,1 0 0 0 0,-1 0 0 0 0,1 0 0 0 0,-1 0 0 0 0,1 0 0 0 0,-1 0 0 0 0,1 1 0 0 0,-1-1 0 0 0,1 0 0 0 0,-1 0 0 0 0,1 1 0 0 0,0-1 0 0 0,-1 0 0 0 0,1 0 0 0 0,-1 1 0 0 0,1-1 0 0 0,0 1 0 0 0,-1-1 0 0 0,1 0 0 0 0,0 1 0 0 0,-1-1 0 0 0,1 1 0 0 0,0-1 0 0 0,0 1 0 0 0,-1-1 0 0 0,1 1 0 0 0,0-1 0 0 0,0 1 0 0 0,0-1 0 0 0,0 1 0 0 0,0-1 0 0 0,0 1 0 0 0,0 0 0 0 0,-2 5 24 0 0,0 1 0 0 0,1 0 0 0 0,0 0 0 0 0,0 0 0 0 0,0 0 0 0 0,1 0 0 0 0,0 0 0 0 0,1 0 0 0 0,2 13 1 0 0,17 65 219 0 0,-19-79-219 0 0,2 4 48 0 0,0 0 0 0 0,0-1 0 0 0,1 0 0 0 0,9 17 0 0 0,-12-26-75 0 0,0 0 0 0 0,0 0 1 0 0,-1 0-1 0 0,1 0 0 0 0,0 0 1 0 0,0 0-1 0 0,-1 0 1 0 0,1 0-1 0 0,0-1 0 0 0,0 1 1 0 0,-1 0-1 0 0,1 0 0 0 0,0-1 1 0 0,0 1-1 0 0,-1 0 1 0 0,1-1-1 0 0,-1 1 0 0 0,1-1 1 0 0,0 1-1 0 0,-1-1 0 0 0,1 1 1 0 0,-1-1-1 0 0,1 0 1 0 0,-1 1-1 0 0,1-1 0 0 0,-1 0 1 0 0,0 1-1 0 0,1-1 0 0 0,-1 0 1 0 0,0 1-1 0 0,1-3 1 0 0,13-72 147 0 0,14-53 108 0 0,-27 126-259 0 0,0-2 21 0 0,0-1 0 0 0,1 0 0 0 0,-1 0 0 0 0,1 1 0 0 0,0-1 0 0 0,1 1 0 0 0,-1-1 0 0 0,1 1 0 0 0,0 0 0 0 0,0 0 0 0 0,0 0 1 0 0,6-4-1 0 0,-8 8-20 0 0,0 0 0 0 0,0 0 0 0 0,0 0 0 0 0,0 0 0 0 0,0 0 0 0 0,0 1 0 0 0,0-1 0 0 0,0 0 0 0 0,0 1 1 0 0,0-1-1 0 0,0 1 0 0 0,0-1 0 0 0,0 1 0 0 0,0-1 0 0 0,0 1 0 0 0,0 0 0 0 0,-1 0 0 0 0,1-1 1 0 0,0 1-1 0 0,0 0 0 0 0,-1 0 0 0 0,1 0 0 0 0,-1 0 0 0 0,1 0 0 0 0,0 0 0 0 0,-1 1 0 0 0,3 1-1 0 0,4 8 21 0 0,0 1-1 0 0,-1 0 1 0 0,0 0-1 0 0,-1 0 1 0 0,6 19 0 0 0,11 26 35 0 0,-6-19-7 0 0,8 18 31 0 0,-22-53-72 0 0,0 1 0 0 0,0 0 0 0 0,0-1 0 0 0,1 0 0 0 0,0 1 0 0 0,0-1 0 0 0,0 0 0 0 0,0 0 0 0 0,0-1 0 0 0,0 1 0 0 0,5 2 0 0 0,-7-5-8 0 0,1 1 0 0 0,-1 0 1 0 0,0-1-1 0 0,1 1 0 0 0,-1-1 0 0 0,0 0 0 0 0,1 0 0 0 0,-1 1 0 0 0,0-1 0 0 0,1 0 0 0 0,-1 0 0 0 0,1 0 0 0 0,-1 0 1 0 0,0 0-1 0 0,1-1 0 0 0,-1 1 0 0 0,1 0 0 0 0,-1-1 0 0 0,0 1 0 0 0,1-1 0 0 0,-1 1 0 0 0,0-1 0 0 0,0 0 1 0 0,1 1-1 0 0,-1-1 0 0 0,0 0 0 0 0,0 0 0 0 0,0 0 0 0 0,0 0 0 0 0,0 0 0 0 0,0 0 0 0 0,0 0 0 0 0,0 0 0 0 0,-1 0 1 0 0,1 0-1 0 0,0-1 0 0 0,-1 1 0 0 0,1-2 0 0 0,4-7 17 0 0,-1 1 0 0 0,0-1 1 0 0,-1 0-1 0 0,2-11 0 0 0,-3 14-13 0 0,5-27 27 0 0,-1 1 0 0 0,-1-1 0 0 0,-2 0 0 0 0,-3-63 0 0 0,-4 43 20 0 0,-3 1 0 0 0,-17-72 0 0 0,19 100 1 0 0,0-1 0 0 0,2 1 0 0 0,1-35 0 0 0,2 58 325 0 0,3 16-364 0 0,17 78 39 0 0,-4 1-1 0 0,6 149 1 0 0,-22-241-54 0 0,0 0 1 0 0,0 0 0 0 0,0 0-1 0 0,0 0 1 0 0,0 1 0 0 0,0-1-1 0 0,-1 0 1 0 0,1 0-1 0 0,0 0 1 0 0,-1-1 0 0 0,1 1-1 0 0,0 0 1 0 0,-1 0 0 0 0,1 0-1 0 0,-1 0 1 0 0,0 0 0 0 0,1 0-1 0 0,-1-1 1 0 0,0 1-1 0 0,1 0 1 0 0,-1 0 0 0 0,0-1-1 0 0,0 1 1 0 0,0 0 0 0 0,0-1-1 0 0,1 1 1 0 0,-1-1-1 0 0,0 0 1 0 0,0 1 0 0 0,0-1-1 0 0,0 0 1 0 0,0 1 0 0 0,0-1-1 0 0,0 0 1 0 0,-2 0-1 0 0,-9-2 33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23.2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27 128 27455 0 0,'-5'-13'0'0'0,"3"-13"0"0"0,-2-9 0 0 0,-8 2 0 0 0,11 32 0 0 0,1 1 0 0 0,0-1 0 0 0,-1 1 0 0 0,1-1 0 0 0,0 1 0 0 0,0-1 0 0 0,-1 1 0 0 0,1-1 0 0 0,0 1 0 0 0,0-1 0 0 0,0 1 0 0 0,0-1 0 0 0,0 1 0 0 0,0-1 0 0 0,0 1 0 0 0,0-1 0 0 0,0 0 0 0 0,0 1 0 0 0,0-1 0 0 0,0 1 0 0 0,0-1 0 0 0,1 1 0 0 0,-1-1 0 0 0,0 1 0 0 0,0-1 0 0 0,0 1 0 0 0,1-1 0 0 0,-1 1 0 0 0,0-1 0 0 0,1 1 0 0 0,-1 0 0 0 0,0-1 0 0 0,1 1 0 0 0,-1-1 0 0 0,1 1 0 0 0,-1 0 0 0 0,0-1 0 0 0,1 1 0 0 0,-1 0 0 0 0,1 0 0 0 0,-1-1 0 0 0,1 1 0 0 0,-1 0 0 0 0,1 0 0 0 0,-1 0 0 0 0,1 0 0 0 0,-1-1 0 0 0,1 1 0 0 0,0 0 0 0 0,-1 0 0 0 0,1 0 0 0 0,-1 0 0 0 0,1 0 0 0 0,-1 1 0 0 0,1-1 0 0 0,-1 0 0 0 0,1 0 0 0 0,-1 0 0 0 0,1 0 0 0 0,-1 0 0 0 0,1 1 0 0 0,0-1 0 0 0,42 10-50 0 0,0-2 0 0 0,63 3-1 0 0,84-7-107 0 0,-177-4 129 0 0,0-1-1 0 0,0 0 1 0 0,15-4 0 0 0,-26 5 25 0 0,19-4-38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23.8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1 583 15176 0 0,'6'-6'152'0'0,"1"0"1"0"0,-1 0 0 0 0,0-1 0 0 0,4-7 0 0 0,-3 3 10 0 0,-1 1-1 0 0,0-1 1 0 0,-1 0-1 0 0,6-18 0 0 0,0-8 400 0 0,8-64 1 0 0,-7 33 181 0 0,18-145 442 0 0,-27 162-960 0 0,-3 50-118 0 0,2 33-80 0 0,-2 21-21 0 0,16 105 0 0 0,-13-140-7 0 0,0 1 0 0 0,1-1 0 0 0,1-1 0 0 0,0 1 0 0 0,13 25 0 0 0,-16-39 0 0 0,1 0 0 0 0,0 0 0 0 0,0-1 0 0 0,0 0 0 0 0,1 1 0 0 0,-1-1 0 0 0,1 0 0 0 0,0 0 0 0 0,5 3 0 0 0,2-8 0 0 0,-6-2 0 0 0,-1 0 1 0 0,0 0-1 0 0,0-1 0 0 0,0 1 0 0 0,-1-1 0 0 0,1 0 0 0 0,-1 1 0 0 0,0-2 0 0 0,3-7 0 0 0,19-56 7 0 0,-20 51-4 0 0,0-1 29 0 0,4-37 1 0 0,-9 51-27 0 0,0 4-3 0 0,0 0 0 0 0,0 1 0 0 0,0-1 0 0 0,0 0 0 0 0,0 0 0 0 0,0 0 0 0 0,0 0 0 0 0,0 1 0 0 0,-1-1 0 0 0,1 0 0 0 0,0 0 0 0 0,-1 0 0 0 0,1 1 0 0 0,0-1 0 0 0,-1 0 0 0 0,1 1 0 0 0,-1-1 0 0 0,1 0 0 0 0,-1 1 0 0 0,0-1 0 0 0,1 1 0 0 0,-1-1 0 0 0,0 1 0 0 0,1-1 0 0 0,-1 1 0 0 0,0-1 0 0 0,1 1 0 0 0,-1-1 0 0 0,0 1 0 0 0,0 0 0 0 0,1 0 0 0 0,-1-1 0 0 0,0 1 0 0 0,0 0 0 0 0,0 0 0 0 0,0 0 0 0 0,1 0 0 0 0,-1 0 0 0 0,0 0 0 0 0,0 0 1 0 0,0 0-1 0 0,0 0 0 0 0,1 0 0 0 0,-1 1 0 0 0,0-1 0 0 0,0 0 0 0 0,0 0 0 0 0,0 1 0 0 0,-3 2 4 0 0,0 1 0 0 0,0-1 1 0 0,0 0-1 0 0,0 1 0 0 0,1 0 1 0 0,0 0-1 0 0,0 0 0 0 0,0 0 1 0 0,0 1-1 0 0,1-1 0 0 0,-1 1 1 0 0,-1 5-1 0 0,-21 64 52 0 0,23-67-51 0 0,-9 30 23 0 0,2-1 0 0 0,2 2-1 0 0,1-1 1 0 0,2 1 0 0 0,1 47-1 0 0,3-69-7 0 0,1 0-1 0 0,5 23 1 0 0,-6-35-18 0 0,1-1 0 0 0,0 0 1 0 0,-1 0-1 0 0,1 0 1 0 0,1 1-1 0 0,-1-1 0 0 0,0 0 1 0 0,1 0-1 0 0,0-1 0 0 0,0 1 1 0 0,0 0-1 0 0,0 0 0 0 0,0-1 1 0 0,0 1-1 0 0,0-1 1 0 0,1 0-1 0 0,0 0 0 0 0,4 4 1 0 0,-4-6-3 0 0,-1 1 1 0 0,0 0 0 0 0,0-1 0 0 0,0 1 0 0 0,1-1-1 0 0,-1 0 1 0 0,0 1 0 0 0,1-1 0 0 0,-1 0-1 0 0,0-1 1 0 0,1 1 0 0 0,-1 0 0 0 0,0-1-1 0 0,0 1 1 0 0,1-1 0 0 0,-1 0 0 0 0,0 1 0 0 0,0-1-1 0 0,0 0 1 0 0,0 0 0 0 0,0-1 0 0 0,0 1-1 0 0,0 0 1 0 0,0-1 0 0 0,-1 1 0 0 0,1-1-1 0 0,0 0 1 0 0,1-2 0 0 0,5-5 3 0 0,-1-1 0 0 0,0 1 0 0 0,-1-1 0 0 0,6-11 1 0 0,-12 20-8 0 0,22-45 36 0 0,-2 0 0 0 0,23-82 0 0 0,-39 115-31 0 0,7-19 8 0 0,-3 0 1 0 0,8-51-1 0 0,-15 76-8 0 0,0-1 1 0 0,0 0-1 0 0,-1 0 1 0 0,0 1-1 0 0,-1-1 1 0 0,0 0-1 0 0,0 0 0 0 0,0 1 1 0 0,-1-1-1 0 0,0 1 1 0 0,-1-1-1 0 0,0 1 1 0 0,0 0-1 0 0,0 0 0 0 0,-1 0 1 0 0,-8-11-1 0 0,12 18-3 0 0,-1-1 1 0 0,0 0-1 0 0,1 0 0 0 0,-1 1 0 0 0,1-1 0 0 0,-1 0 0 0 0,0 1 0 0 0,0-1 1 0 0,1 0-1 0 0,-1 1 0 0 0,0-1 0 0 0,0 1 0 0 0,0 0 0 0 0,0-1 0 0 0,0 1 1 0 0,1 0-1 0 0,-1-1 0 0 0,0 1 0 0 0,0 0 0 0 0,0 0 0 0 0,0 0 0 0 0,0 0 1 0 0,0 0-1 0 0,0 0 0 0 0,0 0 0 0 0,0 0 0 0 0,0 0 0 0 0,-2 1 0 0 0,2 0 3 0 0,-1 0-1 0 0,0 0 0 0 0,0 0 1 0 0,0 1-1 0 0,1-1 1 0 0,-1 1-1 0 0,1-1 0 0 0,-1 1 1 0 0,1 0-1 0 0,0 0 0 0 0,0-1 1 0 0,-2 4-1 0 0,-2 6 14 0 0,0 0 1 0 0,0 0-1 0 0,-4 18 0 0 0,0 11 30 0 0,3 1-1 0 0,0 0 0 0 0,3 0 0 0 0,3 63 0 0 0,0-83-21 0 0,1-8 6 0 0,-1 0 1 0 0,2 0 0 0 0,3 18-1 0 0,-5-28 8 0 0,-2 8 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24.2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13168 0 0,'23'12'187'0'0,"15"2"500"0"0,8 3-21 0 0,42 28 177 0 0,-65-32-494 0 0,1 0 0 0 0,0-2 0 0 0,1 0 0 0 0,0-2 0 0 0,0 0 0 0 0,44 7 0 0 0,-47-13-216 0 0,0 1 3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24.7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1 729 11952 0 0,'33'-27'205'0'0,"12"-20"26"0"0,-34 34-150 0 0,-1-1-1 0 0,0-1 1 0 0,-1 0 0 0 0,-1 0-1 0 0,0-1 1 0 0,-1 0-1 0 0,7-23 1 0 0,-5 7 36 0 0,0 8-32 0 0,-2 0 0 0 0,-1 0 0 0 0,0-1 0 0 0,-2 0 0 0 0,-1 0 0 0 0,-1-1 0 0 0,-3-44 0 0 0,-2 20 37 0 0,3 36-92 0 0,-1-1 0 0 0,0 1 1 0 0,-1 0-1 0 0,0 0 0 0 0,-1 0 1 0 0,-1 0-1 0 0,0 1 1 0 0,-7-16-1 0 0,4 13-7 0 0,6 13-15 0 0,0 0 0 0 0,-1 0 0 0 0,1 0 0 0 0,-1 0 0 0 0,1 0 0 0 0,-1 0 0 0 0,-3-3 0 0 0,4 5-6 0 0,1 1 0 0 0,-1 0 0 0 0,0 0 0 0 0,1-1 0 0 0,-1 1-1 0 0,0 0 1 0 0,1 0 0 0 0,-1-1 0 0 0,0 1 0 0 0,0 0 0 0 0,1 0-1 0 0,-1 0 1 0 0,0 0 0 0 0,0 0 0 0 0,1 0 0 0 0,-1 0 0 0 0,0 1 0 0 0,1-1-1 0 0,-1 0 1 0 0,0 0 0 0 0,0 0 0 0 0,1 1 0 0 0,-1-1 0 0 0,0 0 0 0 0,1 1-1 0 0,-1-1 1 0 0,1 1 0 0 0,-1-1 0 0 0,0 0 0 0 0,1 1 0 0 0,-1-1-1 0 0,1 1 1 0 0,-1 0 0 0 0,1-1 0 0 0,0 1 0 0 0,-1-1 0 0 0,1 1 0 0 0,0 0-1 0 0,-1 0 1 0 0,-5 10 11 0 0,0 0 1 0 0,0 0-1 0 0,2 0 0 0 0,-1 0 0 0 0,1 1 0 0 0,1 0 0 0 0,0 0 0 0 0,-1 17 1 0 0,-1-4 1 0 0,-4 17 57 0 0,3 1 0 0 0,1 0 0 0 0,2 0 1 0 0,2 0-1 0 0,2 0 0 0 0,2 0 0 0 0,2 0 1 0 0,1 0-1 0 0,20 66 0 0 0,-1-39 162 0 0,-25-69-227 0 0,0 0 1 0 0,0-1 0 0 0,1 1-1 0 0,-1 0 1 0 0,0 0 0 0 0,0-1-1 0 0,0 1 1 0 0,1 0 0 0 0,-1-1-1 0 0,0 1 1 0 0,1-1 0 0 0,-1 1-1 0 0,0 0 1 0 0,1-1 0 0 0,-1 1-1 0 0,1-1 1 0 0,-1 1-1 0 0,1-1 1 0 0,-1 1 0 0 0,1-1-1 0 0,0 0 1 0 0,-1 1 0 0 0,1-1-1 0 0,-1 0 1 0 0,1 1 0 0 0,0-1-1 0 0,-1 0 1 0 0,1 0 0 0 0,0 1-1 0 0,-1-1 1 0 0,1 0 0 0 0,0 0-1 0 0,0 0 1 0 0,-1 0 0 0 0,1 0-1 0 0,0 0 1 0 0,-1 0 0 0 0,1 0-1 0 0,0 0 1 0 0,-1-1 0 0 0,1 1-1 0 0,0 0 1 0 0,-1 0 0 0 0,2-1-1 0 0,0 0 8 0 0,-1 0 0 0 0,1 0 0 0 0,0-1 0 0 0,0 1 0 0 0,-1-1 0 0 0,1 1 0 0 0,-1-1 0 0 0,1 1 0 0 0,-1-1 0 0 0,0 0 0 0 0,2-2 0 0 0,3-12 47 0 0,0-1 1 0 0,-1 1 0 0 0,-1-1 0 0 0,0 0 0 0 0,-1 0-1 0 0,1-23 1 0 0,-2 16 34 0 0,10-45 0 0 0,-7 51 62 0 0,-1 0 1 0 0,0 0 0 0 0,1-33-1 0 0,2 83 33 0 0,0 120 66 0 0,-4-127-205 0 0,1-1 0 0 0,1 1-1 0 0,1-1 1 0 0,10 26 0 0 0,-15-48-43 0 0,0 1 0 0 0,0-1-1 0 0,0 0 1 0 0,0 1 0 0 0,0-1 0 0 0,1 0 0 0 0,-1 0 0 0 0,1 0 0 0 0,0 0 0 0 0,-1 0-1 0 0,1 0 1 0 0,0 0 0 0 0,0-1 0 0 0,0 1 0 0 0,3 1 0 0 0,-3-2-3 0 0,-1-1 1 0 0,0 0-1 0 0,1 1 1 0 0,-1-1-1 0 0,1 0 1 0 0,-1 0-1 0 0,1 1 0 0 0,-1-1 1 0 0,1 0-1 0 0,-1-1 1 0 0,1 1-1 0 0,-1 0 1 0 0,0 0-1 0 0,1-1 1 0 0,-1 1-1 0 0,1-1 1 0 0,-1 1-1 0 0,0-1 1 0 0,3-1-1 0 0,0-1 8 0 0,1 0 0 0 0,-1 0 0 0 0,0-1 0 0 0,0 0 0 0 0,-1 1 0 0 0,1-2 0 0 0,-1 1 0 0 0,0 0 0 0 0,0-1 0 0 0,0 1 0 0 0,0-1 0 0 0,2-7 0 0 0,7-20 96 0 0,-1-1 0 0 0,-1 0-1 0 0,-1-1 1 0 0,-3 0 0 0 0,0-1-1 0 0,0-36 1 0 0,-6 64-59 0 0,0 1 1 0 0,-1-1-1 0 0,0 1 0 0 0,0-1 0 0 0,0 1 1 0 0,-5-12-1 0 0,6 17-41 0 0,0 0-1 0 0,-1 0 1 0 0,1 0 0 0 0,-1 0-1 0 0,1 1 1 0 0,-1-1 0 0 0,1 0 0 0 0,-1 0-1 0 0,0 0 1 0 0,1 0 0 0 0,-1 1 0 0 0,0-1-1 0 0,0 0 1 0 0,1 1 0 0 0,-1-1 0 0 0,0 1-1 0 0,0-1 1 0 0,0 1 0 0 0,-2-1 0 0 0,2 1-3 0 0,0 0 0 0 0,0 0 0 0 0,-1 0 1 0 0,1 0-1 0 0,0 1 0 0 0,0-1 0 0 0,0 0 1 0 0,-1 1-1 0 0,1-1 0 0 0,0 1 1 0 0,0-1-1 0 0,0 1 0 0 0,0 0 0 0 0,0-1 1 0 0,0 1-1 0 0,0 0 0 0 0,0 0 1 0 0,0 0-1 0 0,0 0 0 0 0,1 0 0 0 0,-2 1 1 0 0,-4 6 41 0 0,1-1 0 0 0,0 1 0 0 0,0 1 0 0 0,1-1-1 0 0,0 1 1 0 0,1 0 0 0 0,-5 16 0 0 0,-11 64 77 0 0,16-74-91 0 0,-3 23 89 0 0,2 0 0 0 0,1 0 0 0 0,5 70 0 0 0,2-67-43 0 0,6 11 28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27.3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2 586 14272 0 0,'0'0'338'0'0,"-1"-4"10"0"0,1-3-224 0 0,-1 0-1 0 0,1 1 0 0 0,1-1 0 0 0,-1 0 1 0 0,1 1-1 0 0,0-1 0 0 0,1 0 1 0 0,-1 1-1 0 0,1-1 0 0 0,4-7 1 0 0,7-14 622 0 0,17-28 1 0 0,7-16-10 0 0,7-21-315 0 0,-32 72-446 0 0,-11 13-9 0 0,-1 7 17 0 0,2-29-179 0 0,1 16 90 0 0,-4 19 15 0 0,-1 22 57 0 0,-11 236-7 0 0,-18 92 54 0 0,29-339-12 0 0,-1 0 0 0 0,-11 31 1 0 0,5-16 23 0 0,5-22 15 0 0,2-15 38 0 0,4-17-10 0 0,91-329 375 0 0,-54 243-67 0 0,-36 103-344 0 0,-2 2-3 0 0,1 1-1 0 0,-1 0 1 0 0,1 0 0 0 0,0 0 0 0 0,-1 0 0 0 0,1 0 0 0 0,1 0 0 0 0,-1 0 0 0 0,0 1-1 0 0,1-1 1 0 0,-1 1 0 0 0,1 0 0 0 0,0 0 0 0 0,4-3 0 0 0,-6 5 79 0 0,11 19 264 0 0,46 129 582 0 0,-57-146-856 0 0,1-2-76 0 0,0-1 0 0 0,0 1 0 0 0,-1-1 0 0 0,1 0 1 0 0,0 0-1 0 0,-1 0 0 0 0,1 0 0 0 0,-1 0 0 0 0,1 0 1 0 0,-1 0-1 0 0,1 0 0 0 0,-1 0 0 0 0,0-1 0 0 0,0 1 1 0 0,1-1-1 0 0,-1 1 0 0 0,0-1 0 0 0,0 1 0 0 0,-1-1 1 0 0,1 0-1 0 0,0 1 0 0 0,0-1 0 0 0,-1 0 0 0 0,1-3 1 0 0,15-53 142 0 0,-13 45-138 0 0,7-31 66 0 0,-7 29-18 0 0,0-1 0 0 0,1 1 0 0 0,1 1 1 0 0,11-25-1 0 0,-16 38-65 0 0,0 1 1 0 0,0 0-1 0 0,0 0 0 0 0,0-1 0 0 0,0 1 1 0 0,0 0-1 0 0,1-1 0 0 0,-1 1 1 0 0,0 0-1 0 0,0-1 0 0 0,0 1 1 0 0,0 0-1 0 0,1 0 0 0 0,-1-1 0 0 0,0 1 1 0 0,0 0-1 0 0,1 0 0 0 0,-1 0 1 0 0,0-1-1 0 0,0 1 0 0 0,1 0 0 0 0,-1 0 1 0 0,0 0-1 0 0,0 0 0 0 0,1 0 1 0 0,-1 0-1 0 0,0-1 0 0 0,1 1 1 0 0,-1 0-1 0 0,0 0 0 0 0,1 0 0 0 0,-1 0 1 0 0,0 0-1 0 0,1 0 0 0 0,-1 0 1 0 0,0 0-1 0 0,1 0 0 0 0,-1 1 0 0 0,9 12 139 0 0,1 31-131 0 0,-8-37 35 0 0,9 44 147 0 0,27 74 0 0 0,-38-124-197 0 0,0-1-1 0 0,0 1 1 0 0,0 0 0 0 0,0-1-1 0 0,1 1 1 0 0,-1-1 0 0 0,0 1-1 0 0,0 0 1 0 0,0-1-1 0 0,1 1 1 0 0,-1-1 0 0 0,0 1-1 0 0,1-1 1 0 0,-1 1-1 0 0,0-1 1 0 0,1 1 0 0 0,-1-1-1 0 0,1 1 1 0 0,-1-1-1 0 0,0 1 1 0 0,1-1 0 0 0,-1 0-1 0 0,1 1 1 0 0,0-1 0 0 0,-1 0-1 0 0,1 0 1 0 0,-1 1-1 0 0,1-1 1 0 0,-1 0 0 0 0,1 0-1 0 0,0 0 1 0 0,-1 0-1 0 0,1 0 1 0 0,-1 1 0 0 0,1-1-1 0 0,0 0 1 0 0,-1 0-1 0 0,1-1 1 0 0,-1 1 0 0 0,1 0-1 0 0,0 0 1 0 0,-1 0-1 0 0,1 0 1 0 0,-1 0 0 0 0,1-1-1 0 0,0 1 1 0 0,-1 0 0 0 0,1-1-1 0 0,-1 1 1 0 0,1 0-1 0 0,-1-1 1 0 0,1 1 0 0 0,-1 0-1 0 0,0-1 1 0 0,1 1-1 0 0,-1-1 1 0 0,1 1 0 0 0,-1-1-1 0 0,1 0 1 0 0,21-35 97 0 0,-20 33-96 0 0,108-228 363 0 0,-102 215-332 0 0,-1 8 197 0 0,-2 16-104 0 0,1 31-33 0 0,-3-14-11 0 0,-1-18-60 0 0,0 0 0 0 0,1 0 0 0 0,0 0 0 0 0,0-1 0 0 0,0 0 0 0 0,1 1 0 0 0,-1-1 0 0 0,7 6 0 0 0,-9-10-16 0 0,0-1-1 0 0,0 0 1 0 0,0 0-1 0 0,0-1 1 0 0,0 1-1 0 0,1 0 1 0 0,-1 0-1 0 0,0 0 1 0 0,0-1 0 0 0,1 1-1 0 0,-1-1 1 0 0,0 1-1 0 0,1-1 1 0 0,-1 0-1 0 0,0 1 1 0 0,1-1-1 0 0,-1 0 1 0 0,2 0-1 0 0,-1 0 0 0 0,0-1-1 0 0,0 1 1 0 0,0-1-1 0 0,0 1 1 0 0,0-1-1 0 0,-1 0 0 0 0,1 0 1 0 0,0 0-1 0 0,-1 0 1 0 0,1 0-1 0 0,-1 0 0 0 0,1-1 1 0 0,-1 1-1 0 0,1 0 1 0 0,-1-1-1 0 0,0 1 0 0 0,2-3 1 0 0,1-3 16 0 0,1-1 0 0 0,-1 1 0 0 0,0-1 0 0 0,-1 0 0 0 0,0 0-1 0 0,4-16 1 0 0,9-56 99 0 0,-9 41-70 0 0,-2 19-12 0 0,0-1 1 0 0,-2 1 0 0 0,1-31 0 0 0,-4 46-30 0 0,0 0 0 0 0,0 0 1 0 0,-1-1-1 0 0,0 1 0 0 0,0 0 1 0 0,0 0-1 0 0,0 0 0 0 0,-1 1 1 0 0,0-1-1 0 0,0 0 0 0 0,0 1 1 0 0,-1-1-1 0 0,1 1 0 0 0,-1-1 1 0 0,0 1-1 0 0,-1 0 0 0 0,1 0 1 0 0,-7-5-1 0 0,10 8-7 0 0,-1 1 1 0 0,0-1-1 0 0,0 0 1 0 0,0 1-1 0 0,0-1 0 0 0,1 0 1 0 0,-1 1-1 0 0,0-1 1 0 0,0 1-1 0 0,0 0 1 0 0,0-1-1 0 0,0 1 0 0 0,0 0 1 0 0,0-1-1 0 0,0 1 1 0 0,0 0-1 0 0,0 0 1 0 0,0 0-1 0 0,0 0 0 0 0,0 0 1 0 0,-1 0-1 0 0,1 0 1 0 0,0 1-1 0 0,-1-1 1 0 0,0 1-1 0 0,1 0-1 0 0,-1 0 1 0 0,1 0 0 0 0,0 0 0 0 0,-1 1 0 0 0,1-1 0 0 0,0 0 0 0 0,0 0 0 0 0,0 1 0 0 0,0-1 0 0 0,0 1 0 0 0,0-1 0 0 0,-1 4 0 0 0,-2 7 8 0 0,-1 1 0 0 0,2-1 0 0 0,-3 19 0 0 0,4-23-5 0 0,-10 67 40 0 0,4 1 1 0 0,2 0-1 0 0,4 0 0 0 0,4 0 0 0 0,16 118 1 0 0,-14-161-30 0 0,0-5 21 0 0,1 0 0 0 0,10 36-1 0 0,-14-63-36 0 0,-1-1 0 0 0,1 1 0 0 0,-1-1 0 0 0,1 1 0 0 0,-1-1 0 0 0,1 1 0 0 0,0-1 1 0 0,-1 1-1 0 0,1-1 0 0 0,0 0 0 0 0,-1 1 0 0 0,1-1 0 0 0,0 0 0 0 0,0 1 0 0 0,-1-1 0 0 0,1 0 0 0 0,0 0 0 0 0,0 0 0 0 0,-1 0 0 0 0,1 0 0 0 0,0 0 0 0 0,0 0 0 0 0,0 0 0 0 0,-1 0 0 0 0,1 0 0 0 0,0 0 0 0 0,0-1 0 0 0,-1 1 0 0 0,1 0 0 0 0,0 0 1 0 0,0-1-1 0 0,-1 1 0 0 0,1 0 0 0 0,0-1 0 0 0,-1 1 0 0 0,1-1 0 0 0,0 1 0 0 0,0-2 0 0 0,4-6 6 0 0,0 0 0 0 0,0-1 0 0 0,0 1 0 0 0,-1-1 0 0 0,-1-1 0 0 0,1 1 0 0 0,-1 0 0 0 0,-1-1 0 0 0,0 1 0 0 0,0-1 1 0 0,0-12-1 0 0,7-28 18 0 0,29-64 37 0 0,-7 22 1 0 0,-30 91-64 0 0,-1 0 1 0 0,0 1-1 0 0,0-1 0 0 0,0 0 0 0 0,1 0 1 0 0,-1 0-1 0 0,0 0 0 0 0,1 1 0 0 0,-1-1 0 0 0,1 0 1 0 0,-1 0-1 0 0,1 1 0 0 0,-1-1 0 0 0,1 0 1 0 0,-1 1-1 0 0,1-1 0 0 0,0 1 0 0 0,-1-1 0 0 0,2 0 1 0 0,-2 1-2 0 0,1 0 1 0 0,-1 0 0 0 0,1 0 0 0 0,-1 0-1 0 0,1 0 1 0 0,-1 0 0 0 0,1 0 0 0 0,-1 1-1 0 0,1-1 1 0 0,-1 0 0 0 0,1 0 0 0 0,-1 0-1 0 0,1 1 1 0 0,-1-1 0 0 0,1 0 0 0 0,-1 1-1 0 0,0-1 1 0 0,1 0 0 0 0,-1 1 0 0 0,0-1-1 0 0,1 0 1 0 0,-1 1 0 0 0,0-1 0 0 0,1 1-1 0 0,19 41 24 0 0,-12-25-16 0 0,-4-10-3 0 0,0 0 1 0 0,1 0 0 0 0,0-1-1 0 0,0 0 1 0 0,1 0-1 0 0,0 0 1 0 0,10 7-1 0 0,-15-11-4 0 0,1-1 0 0 0,0 0-1 0 0,-1 0 1 0 0,1 0 0 0 0,0 0 0 0 0,0-1-1 0 0,0 1 1 0 0,0 0 0 0 0,-1-1-1 0 0,1 1 1 0 0,0-1 0 0 0,0 0 0 0 0,0 0-1 0 0,0 0 1 0 0,0 0 0 0 0,0 0-1 0 0,0 0 1 0 0,0 0 0 0 0,0 0-1 0 0,0-1 1 0 0,0 1 0 0 0,0-1 0 0 0,0 0-1 0 0,0 1 1 0 0,0-1 0 0 0,-1 0-1 0 0,1 0 1 0 0,0 0 0 0 0,-1 0 0 0 0,1-1-1 0 0,0 1 1 0 0,-1 0 0 0 0,0-1-1 0 0,1 1 1 0 0,-1-1 0 0 0,2-2-1 0 0,6-9 3 0 0,-1 1-1 0 0,-1-1 0 0 0,0-1 0 0 0,-1 0 0 0 0,0 0 0 0 0,4-17 0 0 0,0 1-2 0 0,-2 0 0 0 0,-1-1 0 0 0,-2 1 0 0 0,-1-1 0 0 0,-1 0 0 0 0,-2-46 0 0 0,0 71 0 0 0,-1 4 0 0 0,0 0 0 0 0,0 0 0 0 0,0 0 0 0 0,0 0 0 0 0,0 0 0 0 0,0 0 0 0 0,-1-1 0 0 0,1 1 0 0 0,-1 0 0 0 0,1 1 0 0 0,-1-1 0 0 0,0 0 0 0 0,0 0 0 0 0,0 0 0 0 0,0 0 0 0 0,0 1 0 0 0,0-1 0 0 0,0 0 0 0 0,-1 1 0 0 0,-1-2 0 0 0,3 2 0 0 0,-1 0 0 0 0,1 0 0 0 0,-1 0 0 0 0,0 0 0 0 0,1 0 0 0 0,-1 0 0 0 0,0 1 0 0 0,0-1 0 0 0,0 0 0 0 0,1 1 0 0 0,-1-1 0 0 0,0 1 0 0 0,0-1 0 0 0,0 1 0 0 0,0-1 0 0 0,0 1 0 0 0,0-1 0 0 0,0 1 0 0 0,-2 0 0 0 0,-3 4 0 0 0,5-3 0 0 0,-1 1 0 0 0,0 0 0 0 0,0 0 0 0 0,0 0 0 0 0,0 0 0 0 0,0 0 0 0 0,0 0 0 0 0,0 1 0 0 0,1-1 0 0 0,-1 1 0 0 0,1-1 0 0 0,0 1 0 0 0,0 0 0 0 0,0 0 0 0 0,0-1 0 0 0,0 4 0 0 0,-7 51 0 0 0,7-37 0 0 0,-1 2 2 0 0,1 0 0 0 0,1 0 0 0 0,1 0 0 0 0,1 0 0 0 0,1 0-1 0 0,1-1 1 0 0,1 1 0 0 0,1-1 0 0 0,1 0 0 0 0,0 0 0 0 0,14 24 0 0 0,-19-42 0 0 0,0 1 0 0 0,0-1 0 0 0,0 0 1 0 0,1 0-1 0 0,-1-1 0 0 0,1 1 0 0 0,0 0 0 0 0,0-1 0 0 0,4 3 1 0 0,-6-4-3 0 0,0-1 1 0 0,0 1 0 0 0,1 0-1 0 0,-1-1 1 0 0,0 0 0 0 0,1 1-1 0 0,-1-1 1 0 0,0 0 0 0 0,1 1 0 0 0,-1-1-1 0 0,0 0 1 0 0,1 0 0 0 0,-1 0-1 0 0,0 0 1 0 0,1-1 0 0 0,-1 1 0 0 0,0 0-1 0 0,1 0 1 0 0,-1-1 0 0 0,0 1-1 0 0,1-1 1 0 0,-1 1 0 0 0,0-1 0 0 0,0 0-1 0 0,0 1 1 0 0,1-1 0 0 0,-1 0-1 0 0,0 0 1 0 0,0 0 0 0 0,0 0 0 0 0,0 0-1 0 0,0 0 1 0 0,-1 0 0 0 0,1 0-1 0 0,0 0 1 0 0,0-2 0 0 0,3-3 9 0 0,0-1 0 0 0,-1 1 0 0 0,0-1 0 0 0,0 0 0 0 0,2-7 0 0 0,-5 12 2 0 0,1-17 109 0 0,-1 21-119 0 0,1-1 0 0 0,0 0-1 0 0,-1 0 1 0 0,1 0 0 0 0,0 0 0 0 0,0 0-1 0 0,0-1 1 0 0,0 1 0 0 0,0 0-1 0 0,0 0 1 0 0,0 0 0 0 0,0-1 0 0 0,0 1-1 0 0,0-1 1 0 0,0 1 0 0 0,0-1 0 0 0,1 1-1 0 0,-1-1 1 0 0,0 1 0 0 0,0-1 0 0 0,3 0-1 0 0,35 3 19 0 0,-8-2-3 0 0,-24 0-13 0 0,0 1-1 0 0,-1 0 1 0 0,0 0 0 0 0,1 0-1 0 0,-1 1 1 0 0,0-1 0 0 0,0 2 0 0 0,0-1-1 0 0,0 1 1 0 0,-1-1 0 0 0,0 1 0 0 0,1 1-1 0 0,-2-1 1 0 0,1 1 0 0 0,0 0-1 0 0,-1 0 1 0 0,0 1 0 0 0,0-1 0 0 0,0 1-1 0 0,-1 0 1 0 0,0 0 0 0 0,3 8 0 0 0,-2-5 0 0 0,-2 1 1 0 0,0-1 0 0 0,0 0 0 0 0,0 1 0 0 0,-1-1 0 0 0,-1 1 0 0 0,1-1 0 0 0,-1 1 0 0 0,-1-1 0 0 0,0 1 0 0 0,-1-1 0 0 0,1 0 0 0 0,-2 1 0 0 0,1-1 0 0 0,-7 13 0 0 0,9-21-4 0 0,0 1 0 0 0,-1-1 0 0 0,1 0 0 0 0,-1 1 0 0 0,1-1 0 0 0,-1 0 0 0 0,0 0 0 0 0,1 0 0 0 0,-1 1 1 0 0,0-1-1 0 0,0 0 0 0 0,0 0 0 0 0,0 0 0 0 0,0 0 0 0 0,0 0 0 0 0,0-1 0 0 0,-2 2 0 0 0,-2 1 3 0 0,-9 8 6 0 0,2-9 4 0 0,11-2-14 0 0,0 0 1 0 0,0 0-1 0 0,0-1 1 0 0,0 1 0 0 0,0 0-1 0 0,0-1 1 0 0,1 1-1 0 0,-1 0 1 0 0,0-1-1 0 0,0 1 1 0 0,0-1-1 0 0,1 1 1 0 0,-1-1-1 0 0,0 0 1 0 0,0 1 0 0 0,1-1-1 0 0,-1 0 1 0 0,1 1-1 0 0,-1-1 1 0 0,0 0-1 0 0,1 0 1 0 0,-1 0-1 0 0,1 0 1 0 0,0 1-1 0 0,-1-1 1 0 0,1 0 0 0 0,0 0-1 0 0,0 0 1 0 0,-1 0-1 0 0,1 0 1 0 0,0 0-1 0 0,0 0 1 0 0,0 0-1 0 0,0 0 1 0 0,0 0-1 0 0,0 0 1 0 0,0 0 0 0 0,1 0-1 0 0,-1 0 1 0 0,0 1-1 0 0,0-1 1 0 0,1 0-1 0 0,-1 0 1 0 0,1-1-1 0 0,-1 1 1 0 0,3-8 0 0 0,1 1 1 0 0,-1 1-1 0 0,1-1 0 0 0,0 0 1 0 0,1 1-1 0 0,0 0 0 0 0,0 0 0 0 0,0 0 1 0 0,1 1-1 0 0,0 0 0 0 0,0 0 0 0 0,14-10 1 0 0,25-27-3 0 0,-12 5 1 0 0,-1-1-1 0 0,43-72 1 0 0,-58 81-2 0 0,-2-1-1 0 0,-1 0 1 0 0,-1 0 0 0 0,-2-2 0 0 0,9-38-1 0 0,-19 66 4 0 0,12-74-9 0 0,-12 72 5 0 0,0 0 0 0 0,-1-1-1 0 0,0 1 1 0 0,-1 0-1 0 0,1 0 1 0 0,-1 0-1 0 0,-1 0 1 0 0,1-1 0 0 0,-6-10-1 0 0,-5 0-11 0 0,12 17 15 0 0,-1 1 0 0 0,1-1-1 0 0,-1 1 1 0 0,0-1 0 0 0,1 1-1 0 0,-1-1 1 0 0,0 1 0 0 0,1-1-1 0 0,-1 1 1 0 0,0 0 0 0 0,1 0-1 0 0,-1-1 1 0 0,0 1 0 0 0,1 0-1 0 0,-1 0 1 0 0,0 0 0 0 0,0 0-1 0 0,1 0 1 0 0,-1 0 0 0 0,0 0-1 0 0,0 0 1 0 0,1 0-1 0 0,-1 0 1 0 0,0 0 0 0 0,0 0-1 0 0,1 0 1 0 0,-2 1 0 0 0,0 0-1 0 0,1 0 0 0 0,-1 0 0 0 0,0 0 1 0 0,1 1-1 0 0,-1-1 0 0 0,1 0 0 0 0,0 1 0 0 0,-1-1 1 0 0,1 1-1 0 0,-2 2 0 0 0,-20 44-11 0 0,21-42 10 0 0,-9 22-5 0 0,2 0-1 0 0,1 2 1 0 0,0-1-1 0 0,-3 39 0 0 0,2 119-12 0 0,10-176 14 0 0,3 2 5 0 0,-4-13 1 0 0,1 0 0 0 0,-1 1 0 0 0,0-1 0 0 0,0 0 0 0 0,1 1 0 0 0,-1-1 0 0 0,0 0 0 0 0,0 0 0 0 0,1 0 0 0 0,-1 1 0 0 0,0-1 0 0 0,1 0 0 0 0,-1 0 0 0 0,0 0 0 0 0,1 1 0 0 0,-1-1 0 0 0,1 0 0 0 0,-1 0 0 0 0,0 0 0 0 0,1 0 0 0 0,-1 0 0 0 0,0 0 0 0 0,1 0 0 0 0,-1 0 0 0 0,1 0 0 0 0,-1 0 0 0 0,1 0 0 0 0,8-10 0 0 0,2-6 0 0 0,-4 10 0 0 0,6 1 0 0 0,-11 4 0 0 0,0 1 0 0 0,0-1 0 0 0,1 1 0 0 0,-1-1 0 0 0,0 1 0 0 0,0 0 0 0 0,0 0 0 0 0,1 0 0 0 0,-1 0 0 0 0,0 0 0 0 0,0 0 0 0 0,0 1 0 0 0,1-1 0 0 0,-1 1 0 0 0,0-1 0 0 0,0 1 0 0 0,0 0 0 0 0,0 0 0 0 0,0 0 0 0 0,0 0 0 0 0,0 0 0 0 0,0 0 0 0 0,-1 1 0 0 0,1-1 0 0 0,0 1 0 0 0,2 2 0 0 0,-1 0 0 0 0,8 4 1 0 0,0 1-1 0 0,0-2 1 0 0,0 1-1 0 0,1-2 1 0 0,0 1 0 0 0,14 4-1 0 0,-22-10 0 0 0,-1 0 0 0 0,1 0 1 0 0,-1 0-1 0 0,0-1 0 0 0,1 1 0 0 0,-1-1 0 0 0,1 0 0 0 0,-1 0 0 0 0,1 0 1 0 0,-1-1-1 0 0,1 1 0 0 0,-1-1 0 0 0,1 0 0 0 0,-1 0 0 0 0,0 0 0 0 0,1 0 0 0 0,-1-1 1 0 0,0 1-1 0 0,0-1 0 0 0,0 0 0 0 0,0 0 0 0 0,0 0 0 0 0,-1 0 0 0 0,1 0 1 0 0,0-1-1 0 0,-1 1 0 0 0,0-1 0 0 0,4-4 0 0 0,0-3 2 0 0,0 0 0 0 0,-1-1-1 0 0,0 1 1 0 0,0-1 0 0 0,-1 0 0 0 0,-1 0-1 0 0,0 0 1 0 0,0-1 0 0 0,-1 1 0 0 0,-1-1-1 0 0,0 0 1 0 0,-1-21 0 0 0,0 32-2 0 0,0-1 0 0 0,0 0 0 0 0,0 1 1 0 0,-1-1-1 0 0,1 0 0 0 0,-1 1 0 0 0,1-1 0 0 0,-1 1 1 0 0,0-1-1 0 0,0 1 0 0 0,0-1 0 0 0,-1-1 0 0 0,-10-7 6 0 0,-1 7-2 0 0,-1 13 6 0 0,8-4-7 0 0,0 1-1 0 0,0 1 0 0 0,0-1 1 0 0,1 1-1 0 0,1 0 0 0 0,-1 0 0 0 0,1 0 1 0 0,1 1-1 0 0,-1-1 0 0 0,1 1 0 0 0,1 0 1 0 0,0 0-1 0 0,0 0 0 0 0,1 0 0 0 0,0 0 1 0 0,0 1-1 0 0,1-1 0 0 0,0 0 0 0 0,1 0 1 0 0,0 0-1 0 0,1 0 0 0 0,4 17 0 0 0,-6-25-1 0 0,1 1 0 0 0,-1 0 0 0 0,1-1 0 0 0,-1 1 0 0 0,1-1-1 0 0,0 0 1 0 0,-1 1 0 0 0,1-1 0 0 0,0 1 0 0 0,0-1 0 0 0,0 0-1 0 0,0 0 1 0 0,0 1 0 0 0,1-1 0 0 0,-1 0 0 0 0,0 0-1 0 0,0 0 1 0 0,1 0 0 0 0,-1-1 0 0 0,0 1 0 0 0,3 1 0 0 0,0-1 2 0 0,-2 1-2 0 0,1-1 0 0 0,0 0 0 0 0,0 0 1 0 0,-1 0-1 0 0,1 0 0 0 0,0 0 0 0 0,0-1 0 0 0,0 1 0 0 0,0-1 1 0 0,0 0-1 0 0,0 0 0 0 0,4 0 0 0 0,15 2 8 0 0,-3 1-7 0 0,-14-2 1 0 0,0-1-1 0 0,-1 1 0 0 0,1 0 0 0 0,0 0 1 0 0,0 0-1 0 0,-1 0 0 0 0,1 1 0 0 0,-1 0 1 0 0,1 0-1 0 0,-1 0 0 0 0,0 1 0 0 0,0-1 1 0 0,0 1-1 0 0,0 0 0 0 0,-1 0 0 0 0,1 1 1 0 0,-1-1-1 0 0,1 1 0 0 0,-1-1 0 0 0,0 1 1 0 0,2 5-1 0 0,0 2 2 0 0,-1 0 0 0 0,0 0 0 0 0,-1 0 1 0 0,0 1-1 0 0,-1-1 0 0 0,1 16 0 0 0,0-4 4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28.4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0 595 17287 0 0,'9'-5'120'0'0,"7"-5"105"0"0,-4 4 128 0 0,-9 3-229 0 0,1 0-1 0 0,-1 0 1 0 0,1-1 0 0 0,-1 1-1 0 0,0-1 1 0 0,-1 1 0 0 0,1-1 0 0 0,2-5-1 0 0,2-1 48 0 0,50-57 1617 0 0,-29 36-1336 0 0,26-37 0 0 0,-47 58-392 0 0,-1 0 1 0 0,0 0-1 0 0,-1 0 0 0 0,0-1 0 0 0,0 1 0 0 0,-1-1 0 0 0,-1 0 0 0 0,4-18 0 0 0,-7 28-59 0 0,0 1-1 0 0,1-1 1 0 0,-1 1 0 0 0,0-1-1 0 0,0 1 1 0 0,0-1 0 0 0,1 1-1 0 0,-1-1 1 0 0,0 1-1 0 0,0-1 1 0 0,0 1 0 0 0,0-1-1 0 0,0 1 1 0 0,0-1 0 0 0,0 1-1 0 0,0-1 1 0 0,0 1 0 0 0,0-1-1 0 0,-1 1 1 0 0,1-1 0 0 0,0 0-1 0 0,0 1 1 0 0,0-1 0 0 0,-1 1-1 0 0,1 0 1 0 0,0-1 0 0 0,0 1-1 0 0,-1-1 1 0 0,1 1 0 0 0,0-1-1 0 0,-1 1 1 0 0,1 0-1 0 0,-1-1 1 0 0,1 1 0 0 0,-1 0-1 0 0,1-1 1 0 0,0 1 0 0 0,-1 0-1 0 0,1 0 1 0 0,-1-1 0 0 0,1 1-1 0 0,-1 0 1 0 0,1 0 0 0 0,-1 0-1 0 0,0 0 1 0 0,1 0 0 0 0,-1-1-1 0 0,1 1 1 0 0,-1 0 0 0 0,1 0-1 0 0,-1 1 1 0 0,1-1-1 0 0,-1 0 1 0 0,1 0 0 0 0,-1 0-1 0 0,1 0 1 0 0,-1 0 0 0 0,1 0-1 0 0,-1 1 1 0 0,0-1 0 0 0,-2 2 3 0 0,-1 0 0 0 0,1-1 0 0 0,-1 1 0 0 0,1 1 1 0 0,0-1-1 0 0,0 0 0 0 0,-3 4 0 0 0,-14 16-27 0 0,1 0 1 0 0,1 2-1 0 0,2 0 0 0 0,0 1 0 0 0,2 0 0 0 0,0 2 0 0 0,2-1 0 0 0,1 2 0 0 0,1-1 1 0 0,1 2-1 0 0,2-1 0 0 0,-8 55 0 0 0,14-74 0 0 0,1 0 1 0 0,0 1-1 0 0,0-1 1 0 0,1 1-1 0 0,0-1 1 0 0,0 0-1 0 0,1 0 1 0 0,0 0-1 0 0,4 10 1 0 0,-5-18 18 0 0,-1-1 1 0 0,0 1 0 0 0,1-1-1 0 0,-1 1 1 0 0,1-1 0 0 0,-1 1-1 0 0,1-1 1 0 0,-1 1 0 0 0,1-1-1 0 0,-1 1 1 0 0,1-1 0 0 0,-1 0-1 0 0,1 1 1 0 0,0-1 0 0 0,-1 0-1 0 0,1 1 1 0 0,0-1 0 0 0,-1 0-1 0 0,1 0 1 0 0,0 0 0 0 0,-1 0-1 0 0,1 1 1 0 0,0-1 0 0 0,-1 0-1 0 0,1 0 1 0 0,0 0 0 0 0,0-1-1 0 0,-1 1 1 0 0,1 0 0 0 0,0 0-1 0 0,-1 0 1 0 0,1 0 0 0 0,1-1-1 0 0,22-12-58 0 0,-14 4 45 0 0,1-1 0 0 0,-2 0-1 0 0,1 0 1 0 0,-2-1 0 0 0,1-1 0 0 0,-1 0 0 0 0,-1 0 0 0 0,7-15 0 0 0,42-112-73 0 0,-51 124 80 0 0,3-8-6 0 0,-1 0-1 0 0,3-26 1 0 0,-8 42 11 0 0,-1-1 1 0 0,0 0 0 0 0,-1 0-1 0 0,1 1 1 0 0,-2-1 0 0 0,1 0-1 0 0,-1 0 1 0 0,0 1 0 0 0,-1-1-1 0 0,-3-10 1 0 0,4 15 1 0 0,-7-6-17 0 0,8 8 20 0 0,-1 1-1 0 0,0-1 0 0 0,0 1 1 0 0,0-1-1 0 0,0 1 0 0 0,0 0 1 0 0,0-1-1 0 0,0 1 0 0 0,0 0 1 0 0,0 0-1 0 0,0-1 1 0 0,0 1-1 0 0,0 0 0 0 0,0 0 1 0 0,0 0-1 0 0,0 0 0 0 0,0 0 1 0 0,0 1-1 0 0,0-1 0 0 0,0 0 1 0 0,0 0-1 0 0,0 1 0 0 0,0-1 1 0 0,0 0-1 0 0,0 1 0 0 0,0-1 1 0 0,1 1-1 0 0,-1 0 0 0 0,0-1 1 0 0,0 1-1 0 0,0-1 0 0 0,1 1 1 0 0,-1 0-1 0 0,0 0 1 0 0,1-1-1 0 0,-1 1 0 0 0,0 0 1 0 0,1 0-1 0 0,-1 1 0 0 0,-1 1-2 0 0,-5 6 3 0 0,0 1-1 0 0,0 1 1 0 0,1-1 0 0 0,1 1-1 0 0,0 0 1 0 0,0 0 0 0 0,1 1 0 0 0,-4 15-1 0 0,4-4 1 0 0,0 0 0 0 0,1 1-1 0 0,1 32 1 0 0,3-46-1 0 0,-1 0-1 0 0,2 1 1 0 0,-1-1-1 0 0,1 0 1 0 0,6 16-1 0 0,-7-24 2 0 0,-1 1 0 0 0,1-1-1 0 0,0 0 1 0 0,0 0 0 0 0,0 1 0 0 0,0-1 0 0 0,0 0-1 0 0,0 0 1 0 0,0 0 0 0 0,1 0 0 0 0,-1-1 0 0 0,1 1 0 0 0,0 0-1 0 0,-1 0 1 0 0,1-1 0 0 0,0 1 0 0 0,0-1 0 0 0,0 0-1 0 0,0 1 1 0 0,0-1 0 0 0,0 0 0 0 0,1 0 0 0 0,-1-1-1 0 0,0 1 1 0 0,1 0 0 0 0,-1-1 0 0 0,0 1 0 0 0,1-1 0 0 0,2 1-1 0 0,-1-2 1 0 0,0-1 0 0 0,0 1 0 0 0,0-1 0 0 0,0 1 0 0 0,0-1 0 0 0,-1 0 0 0 0,1 0 0 0 0,0-1 0 0 0,-1 1 0 0 0,0-1 0 0 0,1 0 0 0 0,-1 0 0 0 0,0 0 0 0 0,-1 0 0 0 0,4-5 0 0 0,5-6 0 0 0,18-32 0 0 0,-25 39 0 0 0,14-27 0 0 0,-1-1 0 0 0,-2 0 0 0 0,12-43 0 0 0,20-109 1 0 0,-44 172 0 0 0,0 3 3 0 0,-1 1-1 0 0,0-1 1 0 0,-1 1 0 0 0,-1-1 0 0 0,1 0 0 0 0,-2 0 0 0 0,0 1 0 0 0,0-1 0 0 0,-1 1-1 0 0,-5-17 1 0 0,7 27-1 0 0,0 1-1 0 0,-1 0 0 0 0,1-1 1 0 0,0 1-1 0 0,0 0 0 0 0,-1 0 0 0 0,1-1 1 0 0,0 1-1 0 0,0 0 0 0 0,-1 0 1 0 0,1 0-1 0 0,0-1 0 0 0,-1 1 1 0 0,1 0-1 0 0,0 0 0 0 0,-1 0 1 0 0,1 0-1 0 0,0 0 0 0 0,-1 0 0 0 0,1 0 1 0 0,-1 0-1 0 0,1 0 0 0 0,0 0 1 0 0,-1 0-1 0 0,1 0 0 0 0,0 0 1 0 0,-1 0-1 0 0,1 0 0 0 0,0 0 0 0 0,-1 0 1 0 0,1 0-1 0 0,0 0 0 0 0,-1 0 1 0 0,1 1-1 0 0,0-1 0 0 0,-1 0 1 0 0,1 0-1 0 0,0 0 0 0 0,-1 1 1 0 0,1-1-1 0 0,0 1 0 0 0,-12 8 30 0 0,11-9-31 0 0,-5 9 14 0 0,-1-1 0 0 0,1 2-1 0 0,1-1 1 0 0,0 1 0 0 0,0-1 0 0 0,1 1 0 0 0,0 0 0 0 0,-5 20 0 0 0,4-11 15 0 0,-18 60 91 0 0,4 1 0 0 0,-8 86 1 0 0,5 16 153 0 0,-7 47 12 0 0,19-176-147 0 0,-2 0 0 0 0,-25 67 0 0 0,7-50 8 0 0,27-65-123 0 0,0 0 1 0 0,1 0-1 0 0,-2 0 1 0 0,1 0-1 0 0,0-1 1 0 0,-1 1-1 0 0,0-1 1 0 0,0 0-1 0 0,0 0 1 0 0,-1-1-1 0 0,1 1 0 0 0,-7 2 1 0 0,10-5-19 0 0,0-1 1 0 0,0 0-1 0 0,0 0 0 0 0,0 1 0 0 0,0-1 1 0 0,0 0-1 0 0,0 0 0 0 0,0 0 1 0 0,0-1-1 0 0,0 1 0 0 0,0 0 1 0 0,0 0-1 0 0,0 0 0 0 0,0-1 0 0 0,0 1 1 0 0,1 0-1 0 0,-1-1 0 0 0,0 1 1 0 0,0-1-1 0 0,0 1 0 0 0,0-1 1 0 0,0 0-1 0 0,1 1 0 0 0,-1-1 0 0 0,0 0 1 0 0,1 1-1 0 0,-1-1 0 0 0,0 0 1 0 0,0-1-1 0 0,-13-25 131 0 0,11 16-102 0 0,1 1-1 0 0,0-1 0 0 0,0 0 1 0 0,1 1-1 0 0,1-1 0 0 0,0 0 1 0 0,2-17-1 0 0,17-76 125 0 0,-19 101-155 0 0,5-14 25 0 0,0 0 0 0 0,1 0 0 0 0,0 0 0 0 0,18-30 0 0 0,15-23 36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30.4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0 788 16184 0 0,'4'-3'423'0'0,"17"-13"136"0"0,-1-1 0 0 0,-1 0 0 0 0,0-2 0 0 0,-2 0 0 0 0,26-36 0 0 0,-20 22 202 0 0,-17 27-635 0 0,-1-1 0 0 0,0 0 0 0 0,-1-1 0 0 0,0 1 0 0 0,0-1 1 0 0,5-13-1 0 0,-9 5 191 0 0,0 15-317 0 0,1 1 1 0 0,-1 0-1 0 0,0 0 0 0 0,0 0 1 0 0,0-1-1 0 0,0 1 0 0 0,0 0 1 0 0,0 0-1 0 0,0-1 0 0 0,0 1 1 0 0,0 0-1 0 0,0 0 0 0 0,-1 0 1 0 0,1-1-1 0 0,0 1 0 0 0,0 0 1 0 0,0 0-1 0 0,0 0 0 0 0,0-1 1 0 0,0 1-1 0 0,0 0 1 0 0,0 0-1 0 0,-1 0 0 0 0,1 0 1 0 0,0-1-1 0 0,0 1 0 0 0,0 0 1 0 0,0 0-1 0 0,-1 0 0 0 0,1 0 1 0 0,0 0-1 0 0,0 0 0 0 0,0-1 1 0 0,-1 1-1 0 0,1 0 0 0 0,0 0 1 0 0,0 0-1 0 0,0 0 0 0 0,-1 0 1 0 0,1 0-1 0 0,0 0 0 0 0,0 0 1 0 0,0 0-1 0 0,-1 0 0 0 0,1 0 1 0 0,0 0-1 0 0,0 0 0 0 0,-1 0 1 0 0,1 0-1 0 0,0 0 0 0 0,0 0 1 0 0,0 0-1 0 0,-1 1 0 0 0,1-1 1 0 0,0 0-1 0 0,0 0 0 0 0,0 0 1 0 0,-1 0-1 0 0,1 0 1 0 0,0 0-1 0 0,0 1 0 0 0,-11 7 0 0 0,3 1-9 0 0,1-1 0 0 0,0 1 0 0 0,1 1 0 0 0,0-1 0 0 0,0 1 0 0 0,1 0 0 0 0,0 1 0 0 0,-4 13-1 0 0,-2 13-66 0 0,-7 41-1 0 0,15-64 62 0 0,1-4-59 0 0,1-1 0 0 0,0 0 0 0 0,1 1 1 0 0,0-1-1 0 0,0 1 0 0 0,1-1 0 0 0,0 0 0 0 0,0 1 1 0 0,1-1-1 0 0,1 0 0 0 0,4 11 0 0 0,-7-19 67 0 0,0 0-1 0 0,1 0 0 0 0,-1-1 0 0 0,1 1 1 0 0,-1 0-1 0 0,1 0 0 0 0,-1-1 1 0 0,1 1-1 0 0,-1 0 0 0 0,1-1 0 0 0,0 1 1 0 0,-1-1-1 0 0,1 1 0 0 0,0-1 0 0 0,-1 1 1 0 0,1-1-1 0 0,0 0 0 0 0,0 1 0 0 0,0-1 1 0 0,-1 0-1 0 0,1 1 0 0 0,0-1 1 0 0,0 0-1 0 0,0 0 0 0 0,0 0 0 0 0,-1 0 1 0 0,1 0-1 0 0,0 0 0 0 0,0 0 0 0 0,0 0 1 0 0,0 0-1 0 0,0 0 0 0 0,-1-1 1 0 0,1 1-1 0 0,0 0 0 0 0,0 0 0 0 0,0-1 1 0 0,-1 1-1 0 0,1-1 0 0 0,0 1 0 0 0,0 0 1 0 0,-1-1-1 0 0,2 0 0 0 0,1-2-10 0 0,0 1 0 0 0,1-1-1 0 0,-1 1 1 0 0,-1-1 0 0 0,1 0-1 0 0,0 0 1 0 0,3-5 0 0 0,17-30-107 0 0,-13 23 88 0 0,-1-1 0 0 0,0 0 0 0 0,12-32-1 0 0,-18 38 29 0 0,1-1-4 0 0,0 1 0 0 0,-1-1 0 0 0,0 0-1 0 0,-1 0 1 0 0,0 0 0 0 0,-1-1 0 0 0,0 1 0 0 0,-2-20-1 0 0,-6 21 4 0 0,3 8-4 0 0,-5-4 1 0 0,0 8 10 0 0,5 0 4 0 0,0 0-1 0 0,0 1 0 0 0,1 0 1 0 0,-1 0-1 0 0,1 0 1 0 0,0 0-1 0 0,0 0 0 0 0,0 0 1 0 0,0 1-1 0 0,1 0 0 0 0,-1-1 1 0 0,1 1-1 0 0,0 0 0 0 0,0 0 1 0 0,1 0-1 0 0,-1 0 0 0 0,-1 7 1 0 0,0-2 0 0 0,1 1 0 0 0,0 0 0 0 0,1-1 0 0 0,0 1 0 0 0,0 0 0 0 0,1 0 0 0 0,1 9 0 0 0,0-14 4 0 0,-1-1 1 0 0,1 1-1 0 0,-1-1 1 0 0,1 1-1 0 0,1-1 1 0 0,-1 0-1 0 0,0 1 0 0 0,1-1 1 0 0,0 0-1 0 0,0 0 1 0 0,0 0-1 0 0,1 0 0 0 0,-1-1 1 0 0,1 1-1 0 0,0-1 1 0 0,0 1-1 0 0,0-1 0 0 0,1 0 1 0 0,-1 0-1 0 0,1 0 1 0 0,-1-1-1 0 0,1 1 0 0 0,0-1 1 0 0,0 0-1 0 0,0 0 1 0 0,0 0-1 0 0,1-1 1 0 0,-1 1-1 0 0,0-1 0 0 0,1 0 1 0 0,-1 0-1 0 0,1-1 1 0 0,-1 0-1 0 0,8 1 0 0 0,2-1 73 0 0,-1 0 0 0 0,1 2 0 0 0,-1 0 0 0 0,26 6 0 0 0,-37-6-53 0 0,0-1 0 0 0,0 0 1 0 0,0 1-1 0 0,0-1 1 0 0,0 1-1 0 0,0-1 0 0 0,0 1 1 0 0,0 0-1 0 0,-1 0 0 0 0,1 0 1 0 0,-1 0-1 0 0,0 0 1 0 0,1 0-1 0 0,-1 1 0 0 0,0-1 1 0 0,0 0-1 0 0,0 1 0 0 0,0-1 1 0 0,-1 0-1 0 0,1 4 1 0 0,1 0 61 0 0,-1-4 93 0 0,-1 6 78 0 0,-1-37 8 0 0,0 14-180 0 0,1 0 0 0 0,0 0-1 0 0,1 0 1 0 0,1 0 0 0 0,0 0-1 0 0,1 0 1 0 0,0 1 0 0 0,9-24 0 0 0,-11 37-74 0 0,-1-1 1 0 0,0 1-1 0 0,1 0 1 0 0,-1 0 0 0 0,1 0-1 0 0,-1 0 1 0 0,1 0-1 0 0,-1 0 1 0 0,1 0-1 0 0,0 0 1 0 0,0 0 0 0 0,-1 0-1 0 0,1 0 1 0 0,0 1-1 0 0,0-1 1 0 0,0 0-1 0 0,0 0 1 0 0,0 1 0 0 0,0-1-1 0 0,0 1 1 0 0,0-1-1 0 0,0 1 1 0 0,0-1-1 0 0,1 1 1 0 0,-1 0 0 0 0,0-1-1 0 0,0 1 1 0 0,0 0-1 0 0,0 0 1 0 0,1 0-1 0 0,-1 0 1 0 0,0 0 0 0 0,0 0-1 0 0,0 0 1 0 0,0 1-1 0 0,1-1 1 0 0,-1 0-1 0 0,0 1 1 0 0,0-1 0 0 0,0 0-1 0 0,0 1 1 0 0,0-1-1 0 0,0 1 1 0 0,0 0-1 0 0,2 1 1 0 0,4 4 46 0 0,1 0 0 0 0,-1 1 0 0 0,-1 0 0 0 0,11 14 0 0 0,-3-4 53 0 0,5 6-14 0 0,10 7 128 0 0,-27-28-167 0 0,-1-2-53 0 0,-1 0 1 0 0,1 0-1 0 0,-1 0 1 0 0,0 1 0 0 0,1-1-1 0 0,-1 0 1 0 0,1 0-1 0 0,-1 0 1 0 0,0 0 0 0 0,1 1-1 0 0,-1-1 1 0 0,0 0-1 0 0,1 1 1 0 0,-1-1 0 0 0,0 0-1 0 0,0 0 1 0 0,1 1 0 0 0,-1-1-1 0 0,0 0 1 0 0,0 1-1 0 0,1-1 1 0 0,-1 1 0 0 0,0-1-1 0 0,0 0 1 0 0,0 1-1 0 0,0-1 1 0 0,0 1 0 0 0,5 5 201 0 0,6-18-80 0 0,91-150 271 0 0,-41 82-187 0 0,-17 24-24 0 0,-43 55-151 0 0,6-10 61 0 0,-1 1 109 0 0,-6 10-205 0 0,0 0 1 0 0,1 1 0 0 0,-1-1-1 0 0,0 0 1 0 0,1 0 0 0 0,-1 1-1 0 0,0-1 1 0 0,1 0 0 0 0,-1 1 0 0 0,0-1-1 0 0,0 0 1 0 0,1 1 0 0 0,-1-1-1 0 0,0 1 1 0 0,0-1 0 0 0,0 0-1 0 0,1 1 1 0 0,-1-1 0 0 0,0 1-1 0 0,0-1 1 0 0,0 0 0 0 0,0 1-1 0 0,0-1 1 0 0,0 1 0 0 0,0-1-1 0 0,0 1 1 0 0,0-1 0 0 0,0 0 0 0 0,0 1-1 0 0,0 0 1 0 0,2 26 70 0 0,0 49 1 0 0,-3-62-54 0 0,0 0 0 0 0,1-1 1 0 0,1 1-1 0 0,0-1 1 0 0,1 1-1 0 0,0 0 1 0 0,1-1-1 0 0,0 0 1 0 0,2 0-1 0 0,7 18 1 0 0,-11-29-17 0 0,-1-1 0 0 0,1 0 0 0 0,0 1 0 0 0,-1-1 0 0 0,1 0 0 0 0,0 0 0 0 0,0 1 0 0 0,0-1 0 0 0,0 0 0 0 0,0 0 0 0 0,0 0 0 0 0,0 0 0 0 0,0-1 0 0 0,1 1 0 0 0,-1 0 0 0 0,0 0 0 0 0,1-1 0 0 0,-1 1 0 0 0,2 0 0 0 0,-2-1 0 0 0,0 0-1 0 0,-1 0 0 0 0,1-1 0 0 0,0 1 1 0 0,0 0-1 0 0,0 0 0 0 0,0-1 1 0 0,0 1-1 0 0,-1 0 0 0 0,1-1 0 0 0,0 1 1 0 0,0-1-1 0 0,-1 1 0 0 0,1-1 1 0 0,0 1-1 0 0,-1-1 0 0 0,1 1 0 0 0,0-1 1 0 0,-1 0-1 0 0,1 0 0 0 0,0-1 1 0 0,2-3 5 0 0,0 0 0 0 0,0-1 0 0 0,0 0 1 0 0,-1 0-1 0 0,0 1 0 0 0,1-9 0 0 0,3-13 18 0 0,-2 0 1 0 0,-1 0-1 0 0,-2 0 0 0 0,-1-34 0 0 0,-1 53-17 0 0,1 2-1 0 0,-1 0-1 0 0,0 0 1 0 0,0 0-1 0 0,0 0 1 0 0,-1 1 0 0 0,0-1-1 0 0,-4-10 1 0 0,3 13 0 0 0,-2 0-1 0 0,14 46 16 0 0,-4-26-21 0 0,0 0 1 0 0,0 0-1 0 0,2-1 0 0 0,14 28 0 0 0,-7-25-3 0 0,-7-17 0 0 0,-5-2 0 0 0,1 1 0 0 0,0 1 0 0 0,0-1 0 0 0,0 0 0 0 0,0 0 0 0 0,0 0 0 0 0,0 0 0 0 0,0-1 0 0 0,0 1 0 0 0,0-1 0 0 0,0 0 0 0 0,0 0 0 0 0,1 0 0 0 0,-1 0 0 0 0,0-1 0 0 0,0 1 0 0 0,0-1 0 0 0,0 0 0 0 0,0 1 0 0 0,0-2 0 0 0,0 1 0 0 0,0 0 0 0 0,0 0 0 0 0,3-3 0 0 0,6-12 0 0 0,0 1 0 0 0,-2-2 0 0 0,0 1 0 0 0,0-2 0 0 0,-2 1 0 0 0,0-1 0 0 0,-1 0 0 0 0,-1-1 0 0 0,-1 0 0 0 0,5-25 0 0 0,-2-12-10 0 0,-3 0 0 0 0,-1-73 1 0 0,-4 103 6 0 0,-1 0 1 0 0,-1 0-1 0 0,-2 0 1 0 0,0 0-1 0 0,-2 0 1 0 0,-16-44 0 0 0,19 63-1 0 0,1 7-2 0 0,1 1 4 0 0,1-1 1 0 0,-1 1 0 0 0,0 0 0 0 0,1-1 0 0 0,-1 1 0 0 0,1 0 0 0 0,-1-1 0 0 0,1 1 0 0 0,-1 0 0 0 0,1-1 0 0 0,-1 1 0 0 0,1 0 0 0 0,0 0 0 0 0,-1 0 0 0 0,1 0 0 0 0,0-1-1 0 0,0 1 1 0 0,0 0 0 0 0,-1 0 0 0 0,1 0 0 0 0,0 0 0 0 0,0 0 0 0 0,0-1 0 0 0,1 1 0 0 0,-1 0 0 0 0,0 0 0 0 0,0 0 0 0 0,0 0 0 0 0,1 0 0 0 0,-1-1 0 0 0,1 2 0 0 0,0 0-1 0 0,11 76-17 0 0,3 0 0 0 0,3-1 0 0 0,35 89 0 0 0,-46-149 16 0 0,-1 1-4 0 0,1 0 0 0 0,1 0 0 0 0,1 0 0 0 0,11 16 0 0 0,-18-31 5 0 0,0 0 1 0 0,0 0-1 0 0,0 0 0 0 0,0-1 0 0 0,1 1 0 0 0,-1-1 1 0 0,1 1-1 0 0,0-1 0 0 0,0 0 0 0 0,-1 0 1 0 0,1 0-1 0 0,1 0 0 0 0,-1-1 0 0 0,0 1 0 0 0,0-1 1 0 0,1 0-1 0 0,-1 0 0 0 0,0 0 0 0 0,1 0 0 0 0,-1 0 1 0 0,1-1-1 0 0,-1 0 0 0 0,1 0 0 0 0,0 0 0 0 0,-1 0 1 0 0,1 0-1 0 0,-1-1 0 0 0,6-1 0 0 0,-6 1 1 0 0,1-1 0 0 0,-1 0 0 0 0,0 0 0 0 0,0 0 0 0 0,0 0 0 0 0,0 0 0 0 0,0-1 0 0 0,0 0 0 0 0,0 1 0 0 0,-1-1 0 0 0,1 0 0 0 0,-1 0 0 0 0,0 0 0 0 0,2-5 0 0 0,23-48 0 0 0,-22 46 0 0 0,14-40 0 0 0,-2-1 0 0 0,12-55 0 0 0,-26 94 0 0 0,0-4 4 0 0,-1-1-1 0 0,0 1 1 0 0,-1 0-1 0 0,0-1 1 0 0,-2 1 0 0 0,0-1-1 0 0,-1 1 1 0 0,-6-27-1 0 0,8 41-2 0 0,0 0 1 0 0,-1 0-1 0 0,1 0 0 0 0,-1 0 0 0 0,0 0 0 0 0,0 0 0 0 0,0 0 1 0 0,1 1-1 0 0,-2-1 0 0 0,1 0 0 0 0,0 0 0 0 0,0 1 0 0 0,0-1 1 0 0,-1 1-1 0 0,1-1 0 0 0,-1 1 0 0 0,1 0 0 0 0,-1-1 0 0 0,0 1 1 0 0,1 0-1 0 0,-1 0 0 0 0,0 0 0 0 0,-2-1 0 0 0,2 2 1 0 0,0 0-1 0 0,0 0 0 0 0,0 0 1 0 0,1 1-1 0 0,-1-1 0 0 0,0 0 1 0 0,0 1-1 0 0,0-1 0 0 0,1 1 1 0 0,-1 0-1 0 0,0-1 0 0 0,0 1 1 0 0,1 0-1 0 0,-1 0 0 0 0,1 0 1 0 0,-1 0-1 0 0,1 0 0 0 0,-1 0 1 0 0,1 1-1 0 0,0-1 0 0 0,0 1 1 0 0,-1-1-1 0 0,1 0 0 0 0,0 1 1 0 0,-1 2-1 0 0,-6 9 5 0 0,0 1 0 0 0,2 0 0 0 0,-1 0 0 0 0,2 0-1 0 0,0 0 1 0 0,-4 19 0 0 0,1 7 26 0 0,-4 47 0 0 0,12-80-28 0 0,-6 89 47 0 0,6-85-36 0 0,1-1 1 0 0,0 1-1 0 0,0-1 1 0 0,1 1-1 0 0,0-1 0 0 0,8 19 1 0 0,-9-27-12 0 0,0-1 0 0 0,0 1 0 0 0,0 0 1 0 0,0-1-1 0 0,0 1 0 0 0,1-1 0 0 0,-1 1 1 0 0,1-1-1 0 0,-1 0 0 0 0,1 1 0 0 0,0-1 0 0 0,-1 0 1 0 0,1 0-1 0 0,0 0 0 0 0,0 0 0 0 0,0-1 1 0 0,2 2-1 0 0,39 7 76 0 0,-14-4-23 0 0,-27-4-52 0 0,0 0 1 0 0,0 0-1 0 0,0 0 0 0 0,0 0 0 0 0,0 0 0 0 0,0 1 0 0 0,-1-1 1 0 0,1 0-1 0 0,0 1 0 0 0,-1 0 0 0 0,1-1 0 0 0,-1 1 1 0 0,0 0-1 0 0,1-1 0 0 0,-1 1 0 0 0,0 0 0 0 0,0 0 0 0 0,1 4 1 0 0,1 0 3 0 0,-1 1 1 0 0,-1-1-1 0 0,1 1 1 0 0,-1 0-1 0 0,-1-1 1 0 0,1 10-1 0 0,-1 0 12 0 0,-1 1 1 0 0,-1-1-1 0 0,0 0 0 0 0,-7 24 0 0 0,-3-12 4 0 0,6-16-9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30.8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17791 0 0,'0'0'504'0'0,"45"50"496"0"0,-32-31-488 0 0,3-1-368 0 0,-1-3 0 0 0,-1 1 0 0 0,0 5 0 0 0,16 5 840 0 0,-16-11-488 0 0,-5 0 8 0 0,-1-6-368 0 0,2-3 152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32.8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69 375 10248 0 0,'1'-54'430'0'0,"-1"-57"1450"0"0,-1 100-1615 0 0,-1 0-1 0 0,1 0 1 0 0,-2 1-1 0 0,1-1 1 0 0,-1 1-1 0 0,-1 0 1 0 0,-9-18-1 0 0,13 28-252 0 0,0-1-1 0 0,0 1 1 0 0,-1 0 0 0 0,1-1-1 0 0,0 1 1 0 0,0 0-1 0 0,-1-1 1 0 0,1 1 0 0 0,0 0-1 0 0,-1 0 1 0 0,1-1-1 0 0,0 1 1 0 0,-1 0 0 0 0,1 0-1 0 0,0 0 1 0 0,-1 0-1 0 0,1-1 1 0 0,0 1-1 0 0,-1 0 1 0 0,1 0 0 0 0,-1 0-1 0 0,1 0 1 0 0,0 0-1 0 0,-1 0 1 0 0,1 0 0 0 0,-1 0-1 0 0,1 0 1 0 0,0 0-1 0 0,-1 0 1 0 0,1 0 0 0 0,0 0-1 0 0,-1 1 1 0 0,1-1-1 0 0,-1 0 1 0 0,1 0 0 0 0,0 0-1 0 0,-1 0 1 0 0,1 1-1 0 0,0-1 1 0 0,-1 0 0 0 0,-10 13 163 0 0,7-1-104 0 0,1 0-1 0 0,0 0 1 0 0,1 1 0 0 0,0-1 0 0 0,1 0-1 0 0,1 1 1 0 0,0-1 0 0 0,3 23 0 0 0,-2-26-31 0 0,0 1 1 0 0,1-1-1 0 0,0 1 0 0 0,1-1 1 0 0,0 0-1 0 0,1 0 1 0 0,0 0-1 0 0,0-1 1 0 0,1 1-1 0 0,0-1 1 0 0,0 0-1 0 0,7 8 1 0 0,-11-15-32 0 0,0 0 1 0 0,1 0-1 0 0,-1 0 1 0 0,0 0-1 0 0,0 0 1 0 0,0 0-1 0 0,1 0 1 0 0,-1 0-1 0 0,0-1 1 0 0,1 1-1 0 0,-1 0 1 0 0,1-1-1 0 0,-1 1 1 0 0,0-1-1 0 0,1 1 1 0 0,-1-1-1 0 0,1 0 1 0 0,0 0-1 0 0,-1 0 1 0 0,1 0-1 0 0,-1 0 1 0 0,3 0-1 0 0,-2-1 0 0 0,0 0 1 0 0,1 0-1 0 0,-1 0 0 0 0,0 0 1 0 0,0 0-1 0 0,0 0 0 0 0,0-1 1 0 0,0 1-1 0 0,0-1 0 0 0,0 1 1 0 0,0-1-1 0 0,2-3 0 0 0,3-4 21 0 0,-1 0 0 0 0,0 0-1 0 0,-1-1 1 0 0,9-20-1 0 0,18-54 122 0 0,-6 15 57 0 0,36-69 0 0 0,-62 138-205 0 0,0 0-1 0 0,0-1 1 0 0,1 1 0 0 0,-1-1-1 0 0,0 1 1 0 0,0-1 0 0 0,1 1-1 0 0,-1-1 1 0 0,0 1-1 0 0,0 0 1 0 0,1-1 0 0 0,-1 1-1 0 0,0 0 1 0 0,1-1 0 0 0,-1 1-1 0 0,1 0 1 0 0,-1-1-1 0 0,0 1 1 0 0,1 0 0 0 0,-1 0-1 0 0,1-1 1 0 0,-1 1 0 0 0,1 0-1 0 0,-1 0 1 0 0,1 0-1 0 0,-1 0 1 0 0,1 0 0 0 0,-1 0-1 0 0,1 0 1 0 0,-1 0 0 0 0,1 0-1 0 0,-1 0 1 0 0,1 0 0 0 0,-1 0-1 0 0,1 0 1 0 0,-1 0-1 0 0,1 0 1 0 0,-1 0 0 0 0,0 0-1 0 0,1 1 1 0 0,-1-1 0 0 0,1 0-1 0 0,-1 0 1 0 0,1 1-1 0 0,-1-1 1 0 0,0 0 0 0 0,1 1-1 0 0,-1-1 1 0 0,1 0 0 0 0,-1 1-1 0 0,0-1 1 0 0,0 0-1 0 0,1 1 1 0 0,-1-1 0 0 0,1 1-1 0 0,16 30 57 0 0,-16-29-56 0 0,6 16 19 0 0,0 1-1 0 0,-2-1 0 0 0,0 1 0 0 0,-1 0 0 0 0,2 23 0 0 0,2 102 84 0 0,-7-106-74 0 0,-1-30-24 0 0,1 36 59 0 0,-6 72 0 0 0,3-104-47 0 0,1 1 0 0 0,-2-1 1 0 0,0 0-1 0 0,0 0 1 0 0,-2 0-1 0 0,1-1 0 0 0,-1 1 1 0 0,-1-1-1 0 0,0 0 1 0 0,-13 17-1 0 0,18-26-14 0 0,0-1 0 0 0,0 1 0 0 0,0 0 0 0 0,0-1 0 0 0,-1 1 1 0 0,1-1-1 0 0,-1 0 0 0 0,1 1 0 0 0,-1-1 0 0 0,0 0 0 0 0,1 0 0 0 0,-1 0 0 0 0,0 0 0 0 0,0 0 0 0 0,0-1 0 0 0,0 1 0 0 0,0 0 0 0 0,0-1 1 0 0,1 1-1 0 0,-1-1 0 0 0,0 0 0 0 0,0 0 0 0 0,-1 0 0 0 0,1 0 0 0 0,-2 0 0 0 0,2-1-2 0 0,1 0 1 0 0,0 0-1 0 0,-1 0 1 0 0,1-1-1 0 0,0 1 1 0 0,0 0-1 0 0,-1 0 0 0 0,1-1 1 0 0,0 1-1 0 0,0-1 1 0 0,1 1-1 0 0,-1-1 0 0 0,0 0 1 0 0,0 1-1 0 0,1-1 1 0 0,-1 0-1 0 0,1 1 0 0 0,-1-1 1 0 0,1 0-1 0 0,0 0 1 0 0,0 1-1 0 0,0-1 0 0 0,0 0 1 0 0,0 0-1 0 0,0 1 1 0 0,0-1-1 0 0,1 0 0 0 0,0-3 1 0 0,3-14 10 0 0,0 0 0 0 0,1 0-1 0 0,1 1 1 0 0,1 0 0 0 0,1 0 0 0 0,0 0 0 0 0,19-28 0 0 0,2 3 11 0 0,57-66 0 0 0,116-87 45 0 0,-103 106 47 0 0,-84 79-69 0 0,-15 11-47 0 0,0 0 0 0 0,0 0 0 0 0,0 0 0 0 0,0-1 0 0 0,0 1-1 0 0,0 0 1 0 0,0 0 0 0 0,0 0 0 0 0,0 0 0 0 0,0 0 0 0 0,0 0 0 0 0,0 0 0 0 0,1 0-1 0 0,-1 0 1 0 0,0 0 0 0 0,0 0 0 0 0,0 0 0 0 0,0 0 0 0 0,0 0 0 0 0,0 0 0 0 0,0 0 0 0 0,0 0-1 0 0,1 0 1 0 0,-1 0 0 0 0,0 0 0 0 0,0 0 0 0 0,0 0 0 0 0,0 0 0 0 0,0 0 0 0 0,0 0-1 0 0,0 0 1 0 0,0 0 0 0 0,0 0 0 0 0,0 0 0 0 0,1 0 0 0 0,-1 0 0 0 0,0 0 0 0 0,0 0 0 0 0,0 0-1 0 0,0 1 1 0 0,0-1 0 0 0,0 0 0 0 0,0 0 0 0 0,0 0 0 0 0,0 0 0 0 0,0 0 0 0 0,0 0 0 0 0,0 0-1 0 0,0 0 1 0 0,0 0 0 0 0,0 0 0 0 0,0 1 0 0 0,0-1 0 0 0,0 0 0 0 0,0 0 0 0 0,0 0-1 0 0,0 0 1 0 0,0 0 0 0 0,0 0 0 0 0,0 0 0 0 0,0 0 0 0 0,-9 26 87 0 0,0-4-79 0 0,3-3 3 0 0,1 1 0 0 0,1 0 0 0 0,0 0 1 0 0,2 0-1 0 0,-1 32 0 0 0,3-43-7 0 0,1 0-1 0 0,-1 1 1 0 0,1-1 0 0 0,1 0-1 0 0,0 0 1 0 0,0 0-1 0 0,0-1 1 0 0,1 1 0 0 0,1 0-1 0 0,-1-1 1 0 0,2 0 0 0 0,-1 0-1 0 0,1 0 1 0 0,9 12-1 0 0,-13-19 0 0 0,0 0-1 0 0,0 0 0 0 0,0 0 1 0 0,0 0-1 0 0,0-1 0 0 0,0 1 1 0 0,0 0-1 0 0,0 0 0 0 0,0-1 0 0 0,0 1 1 0 0,0-1-1 0 0,0 1 0 0 0,1-1 1 0 0,-1 1-1 0 0,0-1 0 0 0,0 0 1 0 0,1 0-1 0 0,-1 1 0 0 0,0-1 0 0 0,0 0 1 0 0,1 0-1 0 0,-1 0 0 0 0,0 0 1 0 0,1-1-1 0 0,-1 1 0 0 0,2-1 1 0 0,-1 0 4 0 0,1 0 0 0 0,-1-1 0 0 0,1 1 0 0 0,-1-1 1 0 0,0 1-1 0 0,0-1 0 0 0,0 0 0 0 0,0 0 0 0 0,0 0 1 0 0,0 0-1 0 0,2-4 0 0 0,3-5 28 0 0,-1 1 0 0 0,-1-1 0 0 0,1-1 0 0 0,4-16 0 0 0,-4 11 3 0 0,-1 0-1 0 0,0 0 1 0 0,-2 0-1 0 0,0 0 0 0 0,-1-1 1 0 0,0 1-1 0 0,-2-1 0 0 0,0 0 1 0 0,-1 1-1 0 0,-1-1 1 0 0,0 1-1 0 0,-1-1 0 0 0,-9-25 1 0 0,12 43-36 0 0,-1 0 0 0 0,0 0-1 0 0,1 1 1 0 0,-1-1 0 0 0,1 0 0 0 0,-1 0 0 0 0,1 0 0 0 0,-1 0 0 0 0,0 0 0 0 0,1 1 0 0 0,-1-1 0 0 0,1 0 0 0 0,-1 1 0 0 0,1-1 0 0 0,-1 0-1 0 0,1 1 1 0 0,-1-1 0 0 0,1 0 0 0 0,-1 1 0 0 0,0 0 0 0 0,-2 3 1 0 0,0 0 0 0 0,1 1 0 0 0,-1-1 0 0 0,1 1 0 0 0,-1-1 0 0 0,1 1 0 0 0,1 0 0 0 0,-1 0 0 0 0,1 0 0 0 0,0 0 0 0 0,0 0 0 0 0,0 0 0 0 0,1 0 1 0 0,0 8-1 0 0,0 8 13 0 0,1 0 0 0 0,4 23 0 0 0,9 17 23 0 0,-12-56-34 0 0,0 0 0 0 0,0 0 0 0 0,0 0 0 0 0,1-1 0 0 0,-1 1-1 0 0,1 0 1 0 0,0-1 0 0 0,1 0 0 0 0,5 7 0 0 0,-7-11-5 0 0,-1 1 1 0 0,0 0-1 0 0,1 0 0 0 0,-1-1 1 0 0,0 1-1 0 0,1-1 1 0 0,-1 1-1 0 0,1-1 1 0 0,-1 0-1 0 0,1 1 1 0 0,-1-1-1 0 0,1 0 0 0 0,-1 0 1 0 0,1 0-1 0 0,-1 0 1 0 0,1 0-1 0 0,-1 0 1 0 0,1-1-1 0 0,-1 1 1 0 0,1 0-1 0 0,-1-1 0 0 0,1 1 1 0 0,-1-1-1 0 0,0 0 1 0 0,1 1-1 0 0,-1-1 1 0 0,0 0-1 0 0,1 0 1 0 0,-1 0-1 0 0,0 0 0 0 0,2-2 1 0 0,3-2 1 0 0,0-1 1 0 0,-1 0 0 0 0,0 0-1 0 0,8-11 1 0 0,13-28 7 0 0,36-89-1 0 0,-48 101-9 0 0,-7 16-1 0 0,-2 13 0 0 0,-2 13 0 0 0,1 13 0 0 0,-2 11 2 0 0,-2-7 2 0 0,2 0 0 0 0,1 0 0 0 0,1 0 1 0 0,10 35-1 0 0,-6-44 5 0 0,-8-16-8 0 0,1-1-1 0 0,-1 1 0 0 0,0 0 0 0 0,1-1 0 0 0,-1 1 1 0 0,1 0-1 0 0,-1-1 0 0 0,1 1 0 0 0,-1-1 1 0 0,1 1-1 0 0,-1-1 0 0 0,1 1 0 0 0,-1-1 0 0 0,1 1 1 0 0,0-1-1 0 0,-1 1 0 0 0,1-1 0 0 0,0 0 0 0 0,-1 1 1 0 0,1-1-1 0 0,0 0 0 0 0,0 0 0 0 0,-1 0 1 0 0,1 0-1 0 0,0 1 0 0 0,0-1 0 0 0,0 0 0 0 0,5-5 2 0 0,-2 2-4 0 0,0-1 0 0 0,0 1 0 0 0,-1-1 0 0 0,1 0 0 0 0,-1-1-1 0 0,0 1 1 0 0,-1 0 0 0 0,1-1 0 0 0,-1 0 0 0 0,3-5 0 0 0,15-26-15 0 0,-18 34 15 0 0,-1-1-1 0 0,1 1 1 0 0,0 0 0 0 0,0 1-1 0 0,-1-1 1 0 0,1 0-1 0 0,0 0 1 0 0,0 1-1 0 0,1 0 1 0 0,-1-1 0 0 0,0 1-1 0 0,0 0 1 0 0,1 0-1 0 0,-1 0 1 0 0,1 0-1 0 0,-1 0 1 0 0,1 1-1 0 0,-1-1 1 0 0,3 0 0 0 0,-2 2 0 0 0,-1 0 0 0 0,0-1 0 0 0,1 1 0 0 0,-1 0 0 0 0,0 0 0 0 0,0 1 0 0 0,0-1 0 0 0,0 0 0 0 0,0 1 0 0 0,0-1 0 0 0,0 1 0 0 0,0 0 0 0 0,0-1 0 0 0,-1 1 0 0 0,1 0 0 0 0,-1 0 0 0 0,0 0 0 0 0,1 0 0 0 0,1 4 0 0 0,25 38 10 0 0,-17-28-2594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34.2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142 495 10752 0 0,'6'-29'620'0'0,"-1"0"1"0"0,-1 0-1 0 0,-2-1 0 0 0,-1-33 1 0 0,-17-117 397 0 0,14 165-899 0 0,0 1 0 0 0,-10-28 0 0 0,10 37-69 0 0,0-1 1 0 0,0 1 0 0 0,-1-1 0 0 0,0 1 0 0 0,0 0 0 0 0,0 0-1 0 0,-1 0 1 0 0,1 0 0 0 0,-8-6 0 0 0,10 10-40 0 0,1 1 0 0 0,-1-1 0 0 0,0 1 0 0 0,1-1 0 0 0,-1 1 0 0 0,0 0 0 0 0,1-1 0 0 0,-1 1 0 0 0,0 0 0 0 0,1-1 0 0 0,-1 1 0 0 0,0 0 0 0 0,0 0 0 0 0,1 0 0 0 0,-1-1-1 0 0,0 1 1 0 0,0 0 0 0 0,0 0 0 0 0,1 0 0 0 0,-1 0 0 0 0,0 1 0 0 0,0-1 0 0 0,1 0 0 0 0,-1 0 0 0 0,0 0 0 0 0,0 1 0 0 0,1-1 0 0 0,-1 0 0 0 0,0 1 0 0 0,-1 0 9 0 0,0 1-1 0 0,0 0 0 0 0,0-1 1 0 0,0 1-1 0 0,1 0 0 0 0,-1 0 1 0 0,0 0-1 0 0,1 0 0 0 0,-2 3 1 0 0,-2 6 35 0 0,1-1 0 0 0,-1 0 0 0 0,-2 12 0 0 0,-2 14 90 0 0,2 0 1 0 0,1 0 0 0 0,2 0 0 0 0,1 1-1 0 0,2-1 1 0 0,2 1 0 0 0,1 0 0 0 0,13 68-1 0 0,-3-120 25 0 0,29-83 48 0 0,-34 77-170 0 0,1 0-1 0 0,1 1 1 0 0,1 0 0 0 0,0 0-1 0 0,24-31 1 0 0,-33 50-45 0 0,0 0 1 0 0,0 0-1 0 0,0 1 1 0 0,0-1-1 0 0,0 0 1 0 0,0 1-1 0 0,0-1 1 0 0,0 0-1 0 0,0 1 1 0 0,0 0 0 0 0,0-1-1 0 0,0 1 1 0 0,0 0-1 0 0,1-1 1 0 0,-1 1-1 0 0,0 0 1 0 0,0 0-1 0 0,1 0 1 0 0,-1 0-1 0 0,0 0 1 0 0,0 0-1 0 0,0 1 1 0 0,1-1-1 0 0,-1 0 1 0 0,0 0-1 0 0,0 1 1 0 0,0-1-1 0 0,0 1 1 0 0,0-1 0 0 0,0 1-1 0 0,0 0 1 0 0,0-1-1 0 0,1 2 1 0 0,36 30 60 0 0,-29-23-44 0 0,13 12 10 0 0,-14-12-8 0 0,1-1 0 0 0,0 0-1 0 0,17 12 1 0 0,-24-19-19 0 0,-1-1-1 0 0,1 0 1 0 0,-1 1-1 0 0,1-1 1 0 0,-1 0-1 0 0,1 0 1 0 0,-1 1-1 0 0,1-1 1 0 0,-1-1-1 0 0,1 1 1 0 0,-1 0-1 0 0,1 0 1 0 0,-1 0-1 0 0,1-1 1 0 0,-1 1-1 0 0,0-1 1 0 0,1 1-1 0 0,-1-1 1 0 0,1 0-1 0 0,-1 1 1 0 0,0-1-1 0 0,0 0 1 0 0,1 0-1 0 0,-1 0 1 0 0,0 0-1 0 0,0 0 1 0 0,0 0-1 0 0,2-2 1 0 0,28-39 34 0 0,-27 36-30 0 0,23-42 64 0 0,-26 46-43 0 0,-1 4 7 0 0,-3 72 54 0 0,1-44-70 0 0,2-1 1 0 0,0 1-1 0 0,2-1 1 0 0,8 42-1 0 0,-10-69-13 0 0,1 1-1 0 0,0 0 1 0 0,0-1-1 0 0,0 1 0 0 0,0-1 1 0 0,0 1-1 0 0,0-1 1 0 0,1 1-1 0 0,-1-1 0 0 0,1 0 1 0 0,2 3-1 0 0,-3-4-1 0 0,0-1 0 0 0,-1 1-1 0 0,1-1 1 0 0,0 0 0 0 0,-1 0 0 0 0,1 1 0 0 0,0-1-1 0 0,-1 0 1 0 0,1 0 0 0 0,0 0 0 0 0,0 0-1 0 0,-1 0 1 0 0,1 0 0 0 0,0 0 0 0 0,0 0-1 0 0,-1 0 1 0 0,1 0 0 0 0,0 0 0 0 0,-1 0-1 0 0,1-1 1 0 0,0 1 0 0 0,-1 0 0 0 0,1 0 0 0 0,0-1-1 0 0,-1 1 1 0 0,1-1 0 0 0,0 1 0 0 0,-1 0-1 0 0,1-1 1 0 0,-1 1 0 0 0,1-1 0 0 0,-1 1-1 0 0,1-1 1 0 0,-1 0 0 0 0,1 1 0 0 0,-1-1-1 0 0,1 1 1 0 0,-1-1 0 0 0,0 0 0 0 0,0 1 0 0 0,1-1-1 0 0,-1-1 1 0 0,10-18 150 0 0,-1 0-1 0 0,-1-1 1 0 0,-1 1 0 0 0,0-1-1 0 0,6-42 1 0 0,-6 27 379 0 0,-6 34-407 0 0,3 16 65 0 0,6 35-32 0 0,-9-36-121 0 0,2 0-1 0 0,0 0 1 0 0,0-1-1 0 0,1 1 1 0 0,9 19-1 0 0,-12-31-34 0 0,0-1-1 0 0,-1 0 1 0 0,1 1 0 0 0,0-1 0 0 0,-1 0-1 0 0,1 0 1 0 0,0 1 0 0 0,0-1-1 0 0,-1 0 1 0 0,1 0 0 0 0,0 0 0 0 0,0 0-1 0 0,-1 0 1 0 0,1 0 0 0 0,0 0 0 0 0,0 0-1 0 0,-1-1 1 0 0,1 1 0 0 0,0 0-1 0 0,0 0 1 0 0,-1-1 0 0 0,1 1 0 0 0,0 0-1 0 0,0-1 1 0 0,-1 1-2 0 0,5-3 4 0 0,0-1-1 0 0,-1 1 0 0 0,1-1 0 0 0,-1 0 1 0 0,0 0-1 0 0,0 0 0 0 0,-1-1 0 0 0,1 1 0 0 0,-1-1 1 0 0,0 0-1 0 0,4-9 0 0 0,-5 9-3 0 0,1 1-1 0 0,-1-1 1 0 0,1 1-1 0 0,-1-1 1 0 0,1 1-1 0 0,1 0 1 0 0,-1 0-1 0 0,0 0 1 0 0,1 1-1 0 0,0-1 1 0 0,0 1-1 0 0,0 0 1 0 0,0 0-1 0 0,1 0 1 0 0,-1 1-1 0 0,1 0 1 0 0,6-3-1 0 0,-8 4 0 0 0,0 1-1 0 0,0 0 1 0 0,0 0-1 0 0,0 0 1 0 0,0 0-1 0 0,0 1 1 0 0,0-1 0 0 0,0 1-1 0 0,0 0 1 0 0,0 0-1 0 0,0 0 1 0 0,0 0-1 0 0,0 0 1 0 0,-1 1-1 0 0,1-1 1 0 0,-1 1-1 0 0,1 0 1 0 0,3 3-1 0 0,5 4-5 0 0,-1 1 0 0 0,16 19 0 0 0,-13-13-4 0 0,-2-4-14 0 0,0 0 1 0 0,0-1-1 0 0,2 0 1 0 0,-1 0-1 0 0,23 13 1 0 0,-34-24 19 0 0,0 1 0 0 0,1-1 1 0 0,-1 1-1 0 0,1-1 0 0 0,-1 0 1 0 0,1 0-1 0 0,-1 1 1 0 0,0-1-1 0 0,1 0 0 0 0,-1 0 1 0 0,1-1-1 0 0,-1 1 0 0 0,1 0 1 0 0,-1 0-1 0 0,1-1 0 0 0,-1 1 1 0 0,0-1-1 0 0,1 1 0 0 0,-1-1 1 0 0,0 1-1 0 0,1-1 1 0 0,-1 0-1 0 0,0 0 0 0 0,0 0 1 0 0,1 0-1 0 0,-1 0 0 0 0,0 0 1 0 0,0 0-1 0 0,0 0 0 0 0,0 0 1 0 0,-1 0-1 0 0,1 0 0 0 0,0-1 1 0 0,0 1-1 0 0,-1 0 1 0 0,2-3-1 0 0,3-7-10 0 0,0 0 0 0 0,0 0-1 0 0,3-17 1 0 0,-4 17-1 0 0,19-71-146 0 0,-23 82 158 0 0,0-1 1 0 0,0 1 0 0 0,0 0 0 0 0,0-1 0 0 0,0 1-1 0 0,0 0 1 0 0,0-1 0 0 0,0 1 0 0 0,0 0 0 0 0,0-1-1 0 0,1 1 1 0 0,-1 0 0 0 0,0-1 0 0 0,0 1 0 0 0,0 0-1 0 0,0-1 1 0 0,1 1 0 0 0,-1 0 0 0 0,0 0-1 0 0,0-1 1 0 0,1 1 0 0 0,-1 0 0 0 0,0 0 0 0 0,0 0-1 0 0,1-1 1 0 0,-1 1 0 0 0,0 0 0 0 0,1 0 0 0 0,-1 0-1 0 0,0 0 1 0 0,1 0 0 0 0,-1-1 0 0 0,0 1 0 0 0,1 0-1 0 0,-1 0 1 0 0,0 0 0 0 0,1 0 0 0 0,-1 0-1 0 0,0 0 1 0 0,1 0 0 0 0,-1 0 0 0 0,0 0 0 0 0,1 0-1 0 0,-1 1 1 0 0,0-1 0 0 0,1 0 0 0 0,-1 0 0 0 0,0 0-1 0 0,1 0 1 0 0,-1 0 0 0 0,0 1 0 0 0,17 13-31 0 0,-14-11 23 0 0,12 12-10 0 0,-5-4 13 0 0,1-1 0 0 0,0 0 0 0 0,0 0-1 0 0,1-2 1 0 0,13 9 0 0 0,-23-16 7 0 0,1 1-1 0 0,0-1 1 0 0,-1 0-1 0 0,1 0 0 0 0,0 0 1 0 0,0 0-1 0 0,0 0 1 0 0,0-1-1 0 0,0 1 1 0 0,-1-1-1 0 0,1 0 0 0 0,0 0 1 0 0,0 0-1 0 0,0 0 1 0 0,0-1-1 0 0,0 1 1 0 0,0-1-1 0 0,0 1 0 0 0,0-1 1 0 0,0 0-1 0 0,-1 0 1 0 0,1-1-1 0 0,0 1 1 0 0,-1 0-1 0 0,1-1 0 0 0,-1 0 1 0 0,1 1-1 0 0,-1-1 1 0 0,0 0-1 0 0,0 0 1 0 0,3-3-1 0 0,-1 0-2 0 0,0 0 0 0 0,0-1 0 0 0,0 1 0 0 0,-1-1 0 0 0,0 1 1 0 0,0-1-1 0 0,0 0 0 0 0,-1 0 0 0 0,0-1 0 0 0,0 1 0 0 0,-1 0 0 0 0,1-1 0 0 0,-2 1 0 0 0,1-1 0 0 0,-1-12 0 0 0,0 19 3 0 0,0 0 0 0 0,0 0-1 0 0,0 0 1 0 0,-1-1-1 0 0,1 1 1 0 0,0 0 0 0 0,0 0-1 0 0,-1 0 1 0 0,1 0 0 0 0,0 0-1 0 0,0 0 1 0 0,0 0-1 0 0,-1 0 1 0 0,1 0 0 0 0,0 0-1 0 0,0 0 1 0 0,-1 0 0 0 0,1 0-1 0 0,0 0 1 0 0,0 0-1 0 0,-1 0 1 0 0,1 0 0 0 0,0 0-1 0 0,0 0 1 0 0,-1 0 0 0 0,1 1-1 0 0,0-1 1 0 0,0 0-1 0 0,0 0 1 0 0,-1 0 0 0 0,1 0-1 0 0,0 0 1 0 0,0 1-1 0 0,0-1 1 0 0,0 0 0 0 0,-1 0-1 0 0,1 0 1 0 0,0 1 0 0 0,0-1-1 0 0,0 0 1 0 0,0 0-1 0 0,0 1 1 0 0,0-1 0 0 0,0 0-1 0 0,-1 1 1 0 0,-8 10-7 0 0,6-2 9 0 0,0 0-1 0 0,1 1 0 0 0,0-1 1 0 0,1 1-1 0 0,0 0 0 0 0,0-1 1 0 0,1 1-1 0 0,0 0 0 0 0,2 14 1 0 0,5 19-2656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35.0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0 462 11952 0 0,'0'0'2858'0'0,"1"-4"-2283"0"0,14-338 900 0 0,-13 265-1204 0 0,-2 46-157 0 0,0 23-3 0 0,0 20 122 0 0,0 14-160 0 0,0 30 107 0 0,9 84-1 0 0,-6-124-147 0 0,-1 0-1 0 0,2-1 1 0 0,0 1-1 0 0,1-1 1 0 0,0 0-1 0 0,2 0 1 0 0,-1 0-1 0 0,2-1 0 0 0,0 0 1 0 0,12 16-1 0 0,-18-28-25 0 0,-1 1 0 0 0,1-1 0 0 0,0 0 0 0 0,0 0 0 0 0,0 0 0 0 0,0 0 0 0 0,1 0 0 0 0,-1 0 0 0 0,0-1 0 0 0,1 1 0 0 0,-1-1 0 0 0,1 0 0 0 0,0 1 0 0 0,-1-1 0 0 0,1-1 0 0 0,0 1 0 0 0,0 0 0 0 0,0 0 0 0 0,-1-1 0 0 0,1 0 0 0 0,0 0 0 0 0,0 1 0 0 0,0-2 0 0 0,0 1 0 0 0,0 0 0 0 0,0-1 0 0 0,-1 1-1 0 0,1-1 1 0 0,0 0 0 0 0,0 0 0 0 0,-1 0 0 0 0,1 0 0 0 0,0 0 0 0 0,-1 0 0 0 0,1-1 0 0 0,-1 0 0 0 0,0 1 0 0 0,4-4 0 0 0,1-1 10 0 0,0-1 0 0 0,0 0 0 0 0,-1 0 0 0 0,0 0 0 0 0,-1-1 0 0 0,1 0 0 0 0,-1 0 0 0 0,-1-1 0 0 0,0 1-1 0 0,6-15 1 0 0,-1-7 194 0 0,-14 45-197 0 0,2 1 1 0 0,0 1-1 0 0,0-1 1 0 0,2 0 0 0 0,0 1-1 0 0,0-1 1 0 0,2 1-1 0 0,0-1 1 0 0,1 1-1 0 0,1-1 1 0 0,0 0 0 0 0,1 0-1 0 0,1 0 1 0 0,1 0-1 0 0,0-1 1 0 0,11 20-1 0 0,-15-31-7 0 0,1 0-1 0 0,0-1 1 0 0,-1 0-1 0 0,1 0 1 0 0,0 0-1 0 0,1 0 1 0 0,-1 0-1 0 0,0 0 1 0 0,1-1-1 0 0,0 0 1 0 0,0 1-1 0 0,4 1 1 0 0,-6-4-2 0 0,0 1 0 0 0,-1-1 0 0 0,1 0 0 0 0,0 1 0 0 0,0-1 1 0 0,0 0-1 0 0,0 0 0 0 0,-1 0 0 0 0,1 0 0 0 0,0 0 0 0 0,0-1 0 0 0,0 1 1 0 0,-1-1-1 0 0,1 1 0 0 0,0-1 0 0 0,0 1 0 0 0,-1-1 0 0 0,1 0 0 0 0,0 0 1 0 0,-1 0-1 0 0,1 0 0 0 0,-1 0 0 0 0,1 0 0 0 0,-1 0 0 0 0,0-1 1 0 0,1 1-1 0 0,-1-1 0 0 0,0 1 0 0 0,0 0 0 0 0,0-1 0 0 0,1-1 0 0 0,3-7 20 0 0,0 1 0 0 0,-1-1 0 0 0,0 1-1 0 0,-1-1 1 0 0,0 0 0 0 0,0-1 0 0 0,-1 1-1 0 0,0 0 1 0 0,-1-1 0 0 0,0-14 0 0 0,-1-9 109 0 0,-8-62 0 0 0,7 95-131 0 0,-7-44 105 0 0,8 42-99 0 0,-1 0 1 0 0,0 0-1 0 0,0 0 1 0 0,0 1 0 0 0,0-1-1 0 0,-1 0 1 0 0,1 1-1 0 0,-1-1 1 0 0,0 1 0 0 0,1-1-1 0 0,-1 1 1 0 0,-3-3-1 0 0,5 5-6 0 0,-1 0-1 0 0,1 0 0 0 0,0-1 1 0 0,-1 1-1 0 0,1 0 0 0 0,-1 0 0 0 0,1 0 1 0 0,0 0-1 0 0,-1 0 0 0 0,1-1 1 0 0,-1 1-1 0 0,1 0 0 0 0,0 0 0 0 0,-1 0 1 0 0,1 0-1 0 0,-1 0 0 0 0,1 0 1 0 0,-1 0-1 0 0,1 0 0 0 0,0 1 1 0 0,-1-1-1 0 0,1 0 0 0 0,-1 0 0 0 0,1 0 1 0 0,0 0-1 0 0,-1 1 0 0 0,1-1 1 0 0,0 0-1 0 0,-1 0 0 0 0,1 0 0 0 0,0 1 1 0 0,-1-1-1 0 0,1 0 0 0 0,0 1 1 0 0,-1-1-1 0 0,1 0 0 0 0,0 1 1 0 0,0-1-1 0 0,-1 0 0 0 0,1 1 0 0 0,-9 18 17 0 0,9-18-17 0 0,-4 13 3 0 0,1-1 0 0 0,0 1 0 0 0,1 1-1 0 0,1-1 1 0 0,0 0 0 0 0,1 0 0 0 0,0 0 0 0 0,1 1-1 0 0,1-1 1 0 0,1 0 0 0 0,-1 0 0 0 0,2 0-1 0 0,0-1 1 0 0,1 1 0 0 0,0-1 0 0 0,13 22-1 0 0,-5-20 546 0 0,-5-8-3636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35.3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 13560 0 0,'0'0'0'0'0,"26"5"520"0"0,1-3 8 0 0,6-2 272 0 0,8-2 0 0 0,7-3-241 0 0,6 0-7 0 0,2 5-312 0 0,-2 3-8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36.4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1 285 10656 0 0,'0'0'2773'0'0,"0"-4"-2506"0"0,9-53 192 0 0,-3 0 0 0 0,-3-110 0 0 0,-1 183-395 0 0,1 0 1 0 0,1 0-1 0 0,0 0 0 0 0,2-1 1 0 0,-1 0-1 0 0,2 0 0 0 0,0-1 1 0 0,1 1-1 0 0,0-1 0 0 0,1-1 1 0 0,0 0-1 0 0,1 0 0 0 0,1-1 1 0 0,14 13-1 0 0,-23-23-34 0 0,1 0 0 0 0,0 0 0 0 0,-1 0-1 0 0,1 0 1 0 0,0 0 0 0 0,0 0 0 0 0,0-1 0 0 0,1 0 0 0 0,-1 1-1 0 0,0-1 1 0 0,1 0 0 0 0,-1-1 0 0 0,0 1 0 0 0,1-1-1 0 0,-1 1 1 0 0,1-1 0 0 0,-1 0 0 0 0,1 0 0 0 0,-1-1 0 0 0,6 0-1 0 0,-6 0-5 0 0,0 0 1 0 0,0-1-1 0 0,-1 1 0 0 0,1-1 0 0 0,0 1 0 0 0,-1-1 0 0 0,1 0 0 0 0,-1 0 1 0 0,0 0-1 0 0,1 0 0 0 0,-1-1 0 0 0,0 1 0 0 0,0-1 0 0 0,-1 1 0 0 0,1-1 0 0 0,0 0 1 0 0,-1 1-1 0 0,0-1 0 0 0,0 0 0 0 0,0 0 0 0 0,0 0 0 0 0,0 0 0 0 0,0-4 0 0 0,2-5 38 0 0,-2-1 0 0 0,0 1 0 0 0,0-1 0 0 0,-1 0 0 0 0,-1 1 0 0 0,0-1 0 0 0,0 0-1 0 0,-2 1 1 0 0,-6-22 0 0 0,9 33-56 0 0,0 0 0 0 0,0 1-1 0 0,0-1 1 0 0,0 0 0 0 0,0 1-1 0 0,-1-1 1 0 0,1 0 0 0 0,0 1 0 0 0,-1-1-1 0 0,1 0 1 0 0,0 1 0 0 0,-1-1 0 0 0,1 1-1 0 0,-1-1 1 0 0,1 1 0 0 0,-1-1-1 0 0,1 1 1 0 0,-1-1 0 0 0,1 1 0 0 0,-1-1-1 0 0,1 1 1 0 0,-1 0 0 0 0,1-1 0 0 0,-1 1-1 0 0,0 0 1 0 0,1-1 0 0 0,-1 1-1 0 0,0 0 1 0 0,1 0 0 0 0,-1 0 0 0 0,-1 0-1 0 0,1 0 2 0 0,0 1 0 0 0,0-1 0 0 0,-1 1-1 0 0,1-1 1 0 0,0 1 0 0 0,0 0 0 0 0,0 0-1 0 0,0 0 1 0 0,0 0 0 0 0,0 0 0 0 0,0 0 0 0 0,0 0-1 0 0,0 0 1 0 0,0 2 0 0 0,-4 4 13 0 0,1 0 0 0 0,0 0-1 0 0,1 1 1 0 0,-4 9 0 0 0,5-5 0 0 0,0-1 1 0 0,0 1-1 0 0,1-1 1 0 0,0 1-1 0 0,1-1 0 0 0,2 13 1 0 0,-2-18-8 0 0,1-1 1 0 0,0 1-1 0 0,0-1 1 0 0,0 1-1 0 0,0-1 1 0 0,1 0-1 0 0,0 0 1 0 0,0 0-1 0 0,1 0 1 0 0,-1 0-1 0 0,1 0 1 0 0,0-1-1 0 0,0 1 1 0 0,7 6-1 0 0,-8-9 0 0 0,0-1-1 0 0,1 1 0 0 0,0-1 0 0 0,-1 0 0 0 0,1 0 0 0 0,-1 0 0 0 0,1 0 1 0 0,0-1-1 0 0,0 1 0 0 0,0-1 0 0 0,-1 1 0 0 0,1-1 0 0 0,0 0 0 0 0,0 0 1 0 0,0-1-1 0 0,0 1 0 0 0,-1 0 0 0 0,1-1 0 0 0,0 0 0 0 0,0 1 0 0 0,-1-1 1 0 0,1 0-1 0 0,-1 0 0 0 0,1-1 0 0 0,-1 1 0 0 0,1-1 0 0 0,-1 1 0 0 0,4-4 1 0 0,4-2 65 0 0,-2 0 0 0 0,1 0 0 0 0,-1-1 0 0 0,0 0 1 0 0,11-15-1 0 0,-17 20-33 0 0,-2 3-34 0 0,1 0 0 0 0,-1-1-1 0 0,0 1 1 0 0,1 0 0 0 0,-1-1-1 0 0,0 1 1 0 0,1-1 0 0 0,-1 1 0 0 0,0-1-1 0 0,1 1 1 0 0,-1 0 0 0 0,0-1 0 0 0,0 1-1 0 0,0-1 1 0 0,0 1 0 0 0,1-1-1 0 0,-1 1 1 0 0,0-1 0 0 0,0 0 0 0 0,0 0-1 0 0,-1 1 4 0 0,1 0 0 0 0,0 0 0 0 0,-1-1 0 0 0,1 1 0 0 0,-1 0 0 0 0,1 0 0 0 0,-1 0 0 0 0,1 0-1 0 0,-1 0 1 0 0,1-1 0 0 0,-1 1 0 0 0,1 0 0 0 0,-1 0 0 0 0,1 0 0 0 0,-1 0 0 0 0,1 1 0 0 0,0-1-1 0 0,-1 0 1 0 0,1 0 0 0 0,-1 0 0 0 0,1 0 0 0 0,-1 0 0 0 0,1 0 0 0 0,-1 1 0 0 0,1-1-1 0 0,0 0 1 0 0,-1 0 0 0 0,1 1 0 0 0,-1-1 0 0 0,1 0 0 0 0,0 1 0 0 0,-1-1 0 0 0,1 0 0 0 0,0 1-1 0 0,-1-1 1 0 0,1 1 0 0 0,0-1 0 0 0,0 0 0 0 0,-1 1 0 0 0,1-1 0 0 0,0 1 0 0 0,0-1 0 0 0,0 1-1 0 0,0-1 1 0 0,0 1 0 0 0,0-1 0 0 0,0 1 0 0 0,0-1 0 0 0,0 1 0 0 0,0-1 0 0 0,0 1 0 0 0,0 1 39 0 0,0 0 0 0 0,1 1 1 0 0,-1-1-1 0 0,1 0 0 0 0,0 0 1 0 0,0 0-1 0 0,0-1 1 0 0,0 1-1 0 0,0 0 0 0 0,2 3 1 0 0,-1-3 202 0 0,27 28 424 0 0,-4-9-634 0 0,-25-21 42 0 0,5 4 291 0 0,-1-3-3612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37.2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14 278 12552 0 0,'0'0'976'0'0,"0"-26"906"0"0,-14-191-1199 0 0,14 183-672 0 0,5 89 93 0 0,3-1 0 0 0,2 1 1 0 0,17 52-1 0 0,-26-103-56 0 0,0-1 0 0 0,0 0 0 0 0,0 1 0 0 0,0-1 0 0 0,1 0 0 0 0,0 0 0 0 0,-1 0 1 0 0,1 0-1 0 0,0 0 0 0 0,1 0 0 0 0,-1 0 0 0 0,0-1 0 0 0,1 1 0 0 0,4 3 0 0 0,-5-7-27 0 0,-1 0 0 0 0,1 0-1 0 0,0 0 1 0 0,-1 0 0 0 0,1 0-1 0 0,-1-1 1 0 0,1 1 0 0 0,-1 0 0 0 0,0-1-1 0 0,1 1 1 0 0,-1-1 0 0 0,0 1-1 0 0,0-1 1 0 0,1-2 0 0 0,-2 4-11 0 0,20-35 164 0 0,-17 28-129 0 0,1-1 0 0 0,0 1-1 0 0,0 0 1 0 0,1 0-1 0 0,-1 1 1 0 0,2-1 0 0 0,6-6-1 0 0,-12 13-37 0 0,1-1 0 0 0,-1 1 0 0 0,1-1 0 0 0,0 1 0 0 0,-1-1 0 0 0,1 1 0 0 0,0 0 0 0 0,-1 0 0 0 0,1-1 0 0 0,0 1 1 0 0,-1 0-1 0 0,1 0 0 0 0,0 0 0 0 0,0 0 0 0 0,-1-1 0 0 0,1 1 0 0 0,0 0 0 0 0,0 0 0 0 0,-1 1 0 0 0,1-1 0 0 0,0 0 0 0 0,-1 0 0 0 0,1 0 0 0 0,0 0 0 0 0,0 1 0 0 0,-1-1 0 0 0,2 1 0 0 0,0 0 4 0 0,-1 0 1 0 0,1 1-1 0 0,-1-1 0 0 0,1 1 1 0 0,-1-1-1 0 0,0 1 0 0 0,0 0 1 0 0,1-1-1 0 0,-1 1 0 0 0,1 2 1 0 0,14 44 157 0 0,-15-47-160 0 0,1 15 95 0 0,0-1 0 0 0,0 1 0 0 0,-1 0 0 0 0,-3 21 0 0 0,2-4 383 0 0,1-42-432 0 0,1-1 1 0 0,1 1-1 0 0,0 0 0 0 0,0 0 1 0 0,0 0-1 0 0,1 0 1 0 0,1 1-1 0 0,-1 0 1 0 0,1 0-1 0 0,1 0 0 0 0,0 0 1 0 0,0 1-1 0 0,10-10 1 0 0,-8 9-6 0 0,1 1 1 0 0,0 0-1 0 0,0 0 1 0 0,0 1 0 0 0,1 0-1 0 0,20-8 1 0 0,-26 12-30 0 0,-1 0-1 0 0,1 1 1 0 0,0 0 0 0 0,0 0 0 0 0,0 0-1 0 0,0 1 1 0 0,0-1 0 0 0,0 1 0 0 0,0 0 0 0 0,0 0-1 0 0,0 0 1 0 0,1 1 0 0 0,-1-1 0 0 0,0 1-1 0 0,0 0 1 0 0,-1 0 0 0 0,1 0 0 0 0,0 1 0 0 0,0-1-1 0 0,0 1 1 0 0,-1 0 0 0 0,6 4 0 0 0,-6-3-7 0 0,-1 0 1 0 0,0 0-1 0 0,0 0 1 0 0,0 0 0 0 0,0 0-1 0 0,-1 1 1 0 0,1-1-1 0 0,-1 1 1 0 0,0-1-1 0 0,0 1 1 0 0,0-1 0 0 0,0 1-1 0 0,-1-1 1 0 0,1 1-1 0 0,-1 0 1 0 0,0 0 0 0 0,0-1-1 0 0,-1 1 1 0 0,0 4-1 0 0,-1 13 30 0 0,-2-1-1 0 0,-5 20 0 0 0,9-40-42 0 0,-8 28 72 0 0,-2-1-1 0 0,-15 33 1 0 0,2-17-2793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37.6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15776 0 0,'0'0'0'0'0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39.6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0 534 15880 0 0,'7'-5'317'0'0,"0"0"1"0"0,0 1-1 0 0,0 0 1 0 0,1 0-1 0 0,-1 1 1 0 0,1 0-1 0 0,0 0 1 0 0,0 0 0 0 0,10-1-1 0 0,6 1 388 0 0,43-1 1 0 0,-22 2-717 0 0,-41 2 15 0 0,-1 0-1 0 0,0-1 0 0 0,1 0 1 0 0,-1 1-1 0 0,0-1 1 0 0,1 0-1 0 0,-1-1 0 0 0,0 1 1 0 0,0 0-1 0 0,0-1 0 0 0,0 0 1 0 0,-1 0-1 0 0,1 0 1 0 0,0 0-1 0 0,-1 0 0 0 0,4-3 1 0 0,-3 0-3 0 0,1 1 0 0 0,-1-1 1 0 0,0 0-1 0 0,0 0 0 0 0,-1 0 1 0 0,1 0-1 0 0,-1-1 0 0 0,2-9 1 0 0,1-7-8 0 0,-2 0 1 0 0,-1 0-1 0 0,0-42 0 0 0,-2 53 6 0 0,0-1-3 0 0,2 36 18 0 0,4 39 46 0 0,12-2 71 0 0,-17-57-114 0 0,0-1 0 0 0,1 0 1 0 0,-1 0-1 0 0,1 0 0 0 0,-1 0 1 0 0,1 0-1 0 0,0 0 0 0 0,0 0 0 0 0,1-1 1 0 0,-1 1-1 0 0,0-1 0 0 0,1 1 1 0 0,0-1-1 0 0,-1 0 0 0 0,7 3 0 0 0,-8-5-12 0 0,1 1 0 0 0,-1-1 0 0 0,1 0 0 0 0,-1-1 0 0 0,1 1 0 0 0,-1 0-1 0 0,1 0 1 0 0,-1-1 0 0 0,1 1 0 0 0,-1 0 0 0 0,1-1 0 0 0,-1 0 0 0 0,0 1 0 0 0,1-1-1 0 0,-1 0 1 0 0,0 0 0 0 0,0 1 0 0 0,1-1 0 0 0,-1 0 0 0 0,0 0 0 0 0,0-1-1 0 0,0 1 1 0 0,0 0 0 0 0,0 0 0 0 0,-1 0 0 0 0,1-1 0 0 0,0 1 0 0 0,0 0 0 0 0,-1-1-1 0 0,1 1 1 0 0,0-3 0 0 0,3-4 9 0 0,0-1-1 0 0,-1 0 0 0 0,3-15 1 0 0,13-94 102 0 0,-19 116-78 0 0,3 8-27 0 0,10 26-7 0 0,-7-13 0 0 0,2-1 0 0 0,14 25 0 0 0,-21-40-4 0 0,1 1 0 0 0,0-1 1 0 0,0 0-1 0 0,1 0 0 0 0,-1 0 0 0 0,1 0 1 0 0,0 0-1 0 0,-1-1 0 0 0,1 1 0 0 0,0-1 1 0 0,1 1-1 0 0,-1-1 0 0 0,0 0 0 0 0,1-1 1 0 0,-1 1-1 0 0,1 0 0 0 0,-1-1 0 0 0,8 2 1 0 0,-9-3-2 0 0,0 0 0 0 0,0 0 0 0 0,0 0 0 0 0,0-1 0 0 0,0 1 1 0 0,0 0-1 0 0,-1-1 0 0 0,1 1 0 0 0,0-1 0 0 0,0 0 0 0 0,0 0 1 0 0,0 0-1 0 0,-1 0 0 0 0,1 0 0 0 0,0 0 0 0 0,-1 0 0 0 0,1 0 0 0 0,-1-1 1 0 0,1 1-1 0 0,-1 0 0 0 0,0-1 0 0 0,1 0 0 0 0,-1 1 0 0 0,0-1 1 0 0,0 0-1 0 0,0 1 0 0 0,1-4 0 0 0,2-4 0 0 0,-1 0 1 0 0,0 0-1 0 0,0 0 1 0 0,1-13-1 0 0,1-16 0 0 0,-2 1 0 0 0,-1 0 0 0 0,-2 0 0 0 0,-2-1 0 0 0,-11-62 0 0 0,2 64 0 0 0,11 35 0 0 0,0 1 0 0 0,0 0 0 0 0,0-1 0 0 0,-1 1 0 0 0,1-1 0 0 0,0 1 0 0 0,0 0 0 0 0,-1-1 0 0 0,1 1 0 0 0,0-1 0 0 0,-1 1 0 0 0,1 0 0 0 0,0-1 0 0 0,-1 1 0 0 0,1 0 0 0 0,0 0 0 0 0,-1-1 0 0 0,1 1 0 0 0,-1 0 0 0 0,1 0 0 0 0,-1 0 0 0 0,1-1 0 0 0,0 1 0 0 0,-1 0 0 0 0,0 1 0 0 0,0-1 0 0 0,1 1 0 0 0,-1-1 0 0 0,0 1 0 0 0,1-1 0 0 0,-1 1 0 0 0,1-1 0 0 0,-1 1 0 0 0,1 0 0 0 0,-1-1 0 0 0,1 1 0 0 0,-1 0 0 0 0,1-1 0 0 0,0 1 0 0 0,-1 0 0 0 0,1 0 0 0 0,0 0 0 0 0,0-1 0 0 0,0 1 0 0 0,-1 1 0 0 0,-1 10 0 0 0,0 0-1 0 0,0-1 1 0 0,1 1-1 0 0,0 1 1 0 0,2 17-1 0 0,10 65-3 0 0,-8-74 3 0 0,10 49-3 0 0,2 0-1 0 0,4-2 0 0 0,2 0 0 0 0,33 70 0 0 0,-53-136 6 0 0,-1-1-1 0 0,0 1 1 0 0,1-1-1 0 0,-1 0 1 0 0,1 1-1 0 0,0-1 0 0 0,-1 0 1 0 0,1 1-1 0 0,0-1 1 0 0,0 0-1 0 0,0 0 1 0 0,0 0-1 0 0,0 0 1 0 0,0 0-1 0 0,0 0 1 0 0,0 0-1 0 0,0 0 0 0 0,1 0 1 0 0,-1 0-1 0 0,0-1 1 0 0,0 1-1 0 0,1-1 1 0 0,-1 1-1 0 0,1-1 1 0 0,-1 1-1 0 0,2-1 0 0 0,-1 0 2 0 0,0-1 0 0 0,0 1 0 0 0,-1-1 0 0 0,1 0 0 0 0,0 0 0 0 0,0 0 0 0 0,-1 0 0 0 0,1 0-1 0 0,0-1 1 0 0,-1 1 0 0 0,1 0 0 0 0,-1-1 0 0 0,0 1 0 0 0,1-1 0 0 0,-1 0 0 0 0,0 1 0 0 0,0-1-1 0 0,1-2 1 0 0,12-20 58 0 0,17-44-1 0 0,-25 51-57 0 0,1 1 0 0 0,1 0 0 0 0,0 1 0 0 0,1 0 0 0 0,0 0 0 0 0,1 1 0 0 0,14-14 0 0 0,-22 25-2 0 0,0 1 0 0 0,1 0 0 0 0,-1 0 0 0 0,1 0 0 0 0,0 0 1 0 0,0 0-1 0 0,0 1 0 0 0,0-1 0 0 0,0 1 0 0 0,0 0 0 0 0,0 0 0 0 0,0 0 0 0 0,0 0 0 0 0,1 1 0 0 0,-1-1 0 0 0,0 1 0 0 0,0 0 1 0 0,7 0-1 0 0,-5 1 0 0 0,-1 0 1 0 0,1 0-1 0 0,-1 1 0 0 0,1-1 1 0 0,-1 1-1 0 0,0 0 1 0 0,0 0-1 0 0,0 1 1 0 0,0-1-1 0 0,0 1 1 0 0,0 0-1 0 0,4 4 1 0 0,-2-2-1 0 0,-1 1 1 0 0,1 0-1 0 0,-1 1 1 0 0,0-1 0 0 0,-1 1-1 0 0,0 0 1 0 0,0 0 0 0 0,0 1-1 0 0,-1-1 1 0 0,0 1-1 0 0,0-1 1 0 0,-1 1 0 0 0,0 0-1 0 0,0 0 1 0 0,0 10-1 0 0,-2-16-1 0 0,0 0 0 0 0,1 1 1 0 0,-1-1-1 0 0,-1 0 0 0 0,1 0 0 0 0,0 1 0 0 0,0-1 0 0 0,-1 0 0 0 0,0 0 0 0 0,1 0 0 0 0,-1 0 0 0 0,0 0 0 0 0,0 0 0 0 0,0 0 1 0 0,0 0-1 0 0,0 0 0 0 0,0 0 0 0 0,-1 0 0 0 0,1 0 0 0 0,-1-1 0 0 0,1 1 0 0 0,-1-1 0 0 0,0 1 0 0 0,-2 1 0 0 0,2-3 0 0 0,0 1-1 0 0,0-1 1 0 0,0 0-1 0 0,0 0 1 0 0,0 0-1 0 0,0 0 1 0 0,-1 0 0 0 0,1 0-1 0 0,0 0 1 0 0,0-1-1 0 0,0 1 1 0 0,0-1-1 0 0,0 1 1 0 0,0-1-1 0 0,0 0 1 0 0,0 0-1 0 0,0 0 1 0 0,0 0-1 0 0,0 0 1 0 0,0 0-1 0 0,1-1 1 0 0,-1 1-1 0 0,0 0 1 0 0,-1-4-1 0 0,-2 2-15 0 0,2-1 0 0 0,-1 0 0 0 0,0 0-1 0 0,1-1 1 0 0,-1 1 0 0 0,1-1 0 0 0,0 1 0 0 0,1-1-1 0 0,-3-6 1 0 0,4 10 12 0 0,1 0-1 0 0,0 0 1 0 0,-1-1-1 0 0,1 1 1 0 0,0 0 0 0 0,0 0-1 0 0,0 0 1 0 0,0-1-1 0 0,0 1 1 0 0,0 0 0 0 0,0 0-1 0 0,1-1 1 0 0,-1 1-1 0 0,0 0 1 0 0,1 0 0 0 0,-1 0-1 0 0,0 0 1 0 0,2-2-1 0 0,-1 1 4 0 0,0 1-1 0 0,1 0 1 0 0,-1-1-1 0 0,1 1 1 0 0,-1 0-1 0 0,1 0 0 0 0,-1 0 1 0 0,1 0-1 0 0,0 0 1 0 0,0 0-1 0 0,-1 0 1 0 0,1 1-1 0 0,0-1 0 0 0,0 0 1 0 0,3 1-1 0 0,17-2-2 0 0,-17 2 5 0 0,1 0 0 0 0,0-1-1 0 0,0 0 1 0 0,-1 0-1 0 0,1 0 1 0 0,11-4-1 0 0,-6 0 1 0 0,-3 5 0 0 0,-5 8 0 0 0,-3-6 2 0 0,0 0 0 0 0,0 0-1 0 0,0 0 1 0 0,1 0-1 0 0,-1 0 1 0 0,1 0 0 0 0,-1-1-1 0 0,1 1 1 0 0,0 0-1 0 0,0 0 1 0 0,0 0 0 0 0,1 2-1 0 0,-1-3 2 0 0,0-1-1 0 0,-1 1 1 0 0,1 0-1 0 0,0-1 1 0 0,0 1-1 0 0,-1-1 1 0 0,1 1-1 0 0,0-1 1 0 0,0 0-1 0 0,0 1 1 0 0,0-1-1 0 0,0 0 1 0 0,-1 1-1 0 0,1-1 1 0 0,0 0-1 0 0,0 0 1 0 0,0 0-1 0 0,1 0 1 0 0,2 0 6 0 0,0-1 1 0 0,0 0 0 0 0,0 0 0 0 0,0 0-1 0 0,0 0 1 0 0,-1-1 0 0 0,1 1 0 0 0,3-4-1 0 0,-3 3-5 0 0,8-4 27 0 0,-1-1 0 0 0,-1 0 0 0 0,1 0-1 0 0,-1-2 1 0 0,0 1 0 0 0,-1-1 0 0 0,0-1-1 0 0,13-16 1 0 0,-3-2 103 0 0,-2 0-1 0 0,17-34 1 0 0,-33 60-50 0 0,-7 21 8 0 0,3-6-56 0 0,0 1 1 0 0,1-1-1 0 0,0 0 1 0 0,1 1-1 0 0,2 19 0 0 0,-1-28-28 0 0,0 0-1 0 0,0 0 1 0 0,1 0-1 0 0,0 0 0 0 0,0 0 1 0 0,0 0-1 0 0,1-1 1 0 0,0 1-1 0 0,0 0 0 0 0,0-1 1 0 0,0 0-1 0 0,1 1 1 0 0,-1-1-1 0 0,1 0 0 0 0,0 0 1 0 0,0 0-1 0 0,7 5 1 0 0,-9-8-8 0 0,1 0 1 0 0,-1 0 0 0 0,1 0 0 0 0,-1-1 0 0 0,1 1 0 0 0,0 0 0 0 0,-1-1-1 0 0,1 1 1 0 0,0-1 0 0 0,0 0 0 0 0,-1 1 0 0 0,1-1 0 0 0,0 0-1 0 0,0 0 1 0 0,0 0 0 0 0,-1 0 0 0 0,1-1 0 0 0,0 1 0 0 0,0 0-1 0 0,-1-1 1 0 0,1 1 0 0 0,0-1 0 0 0,-1 0 0 0 0,1 1 0 0 0,0-1-1 0 0,-1 0 1 0 0,1 0 0 0 0,1-2 0 0 0,5-3 0 0 0,0-1-1 0 0,0 0 1 0 0,12-16-1 0 0,1 0 0 0 0,-15 18 0 0 0,0-1 0 0 0,1 1 0 0 0,-1 0 0 0 0,1 0 0 0 0,0 1 0 0 0,8-4 0 0 0,-12 7 0 0 0,0 0 0 0 0,0 1 0 0 0,0-1 0 0 0,0 1 0 0 0,0-1 0 0 0,0 1 0 0 0,0 0 0 0 0,0 0 0 0 0,0 0 0 0 0,0 1 0 0 0,0-1 0 0 0,0 1 0 0 0,0 0 0 0 0,0-1 0 0 0,-1 1 0 0 0,1 1 0 0 0,0-1 0 0 0,0 0 0 0 0,3 3 0 0 0,39 27 0 0 0,-36-23 0 0 0,1-1 0 0 0,0 0 0 0 0,1-1 0 0 0,0 0 0 0 0,12 5 0 0 0,-21-10 0 0 0,0-1-1 0 0,0 1 0 0 0,0-1 1 0 0,0 0-1 0 0,0 0 1 0 0,0 1-1 0 0,0-1 0 0 0,0-1 1 0 0,0 1-1 0 0,0 0 1 0 0,0 0-1 0 0,0-1 0 0 0,0 1 1 0 0,0-1-1 0 0,0 0 1 0 0,0 1-1 0 0,-1-1 0 0 0,1 0 1 0 0,0 0-1 0 0,0 0 1 0 0,-1-1-1 0 0,1 1 0 0 0,0 0 1 0 0,-1-1-1 0 0,1 1 0 0 0,-1-1 1 0 0,3-2-1 0 0,2-6-2 0 0,0 1-1 0 0,0-1 0 0 0,0-1 1 0 0,3-10-1 0 0,6-10-2 0 0,2 4-1 0 0,-17 26 7 0 0,0 1 0 0 0,0-1 0 0 0,1 1 0 0 0,-1-1 0 0 0,0 1 0 0 0,1-1 0 0 0,-1 1 0 0 0,0-1 0 0 0,1 1 0 0 0,-1 0 0 0 0,1-1 0 0 0,-1 1 0 0 0,1 0 0 0 0,-1-1 0 0 0,0 1 0 0 0,1 0 0 0 0,0-1 0 0 0,-1 1 0 0 0,1 0 0 0 0,-1 0 0 0 0,1 0 0 0 0,-1 0 0 0 0,1-1 0 0 0,-1 1 0 0 0,1 0 0 0 0,0 0 0 0 0,-1 0 0 0 0,1 0 0 0 0,-1 0 0 0 0,1 0 0 0 0,-1 1 0 0 0,1-1 0 0 0,0 0 0 0 0,-1 0 0 0 0,1 0 0 0 0,-1 0 0 0 0,1 1 0 0 0,-1-1 0 0 0,2 1 0 0 0,9 12 0 0 0,-10-12 0 0 0,3 5 0 0 0,6 11 0 0 0,1-1 0 0 0,1 0 1 0 0,17 16-1 0 0,-27-29-1 0 0,1 0 0 0 0,-1-1 1 0 0,1 1-1 0 0,0-1 0 0 0,0 0 1 0 0,0 1-1 0 0,0-1 0 0 0,1-1 1 0 0,-1 1-1 0 0,1 0 0 0 0,-1-1 1 0 0,1 0-1 0 0,-1 0 0 0 0,1 0 1 0 0,0 0-1 0 0,-1 0 0 0 0,1-1 0 0 0,0 1 1 0 0,0-1-1 0 0,-1 0 0 0 0,1-1 1 0 0,0 1-1 0 0,6-2 0 0 0,-7 1 0 0 0,1-1-1 0 0,-1 0 0 0 0,0 0 1 0 0,0 0-1 0 0,0-1 0 0 0,0 1 1 0 0,0-1-1 0 0,0 1 0 0 0,-1-1 1 0 0,0 0-1 0 0,1 0 0 0 0,-1 0 1 0 0,0-1-1 0 0,0 1 0 0 0,2-6 1 0 0,21-59-19 0 0,-21 54 18 0 0,4-10-5 0 0,-1-1-1 0 0,0-1 0 0 0,-2 1 1 0 0,-2-1-1 0 0,0 0 1 0 0,-1-32-1 0 0,-4 53-1 0 0,-2 15 6 0 0,-3 20-2 0 0,5 10-10 0 0,2 1 0 0 0,2 0 0 0 0,1-1-1 0 0,2 0 1 0 0,2 0 0 0 0,18 59 0 0 0,-24-94 14 0 0,1 0 0 0 0,-1 0-1 0 0,1 0 1 0 0,0-1 0 0 0,0 1 0 0 0,1-1-1 0 0,-1 1 1 0 0,1-1 0 0 0,0 0-1 0 0,4 5 1 0 0,-6-8 0 0 0,0-1 1 0 0,0 1-1 0 0,0-1 0 0 0,0 1 1 0 0,0 0-1 0 0,0-1 0 0 0,0 0 1 0 0,0 1-1 0 0,0-1 0 0 0,0 0 1 0 0,0 1-1 0 0,0-1 0 0 0,0 0 1 0 0,0 0-1 0 0,0 0 0 0 0,0 0 1 0 0,0 0-1 0 0,0 0 0 0 0,2 0 1 0 0,0-1-2 0 0,-1 0 0 0 0,0 0 1 0 0,0 0-1 0 0,1 0 1 0 0,-1-1-1 0 0,0 1 1 0 0,0 0-1 0 0,0-1 1 0 0,-1 1-1 0 0,1-1 0 0 0,0 0 1 0 0,1-2-1 0 0,3-3-3 0 0,-2 3 3 0 0,0-1-1 0 0,0 1 0 0 0,0-1 1 0 0,1 1-1 0 0,0 1 1 0 0,8-6-1 0 0,-12 8 3 0 0,1 0 0 0 0,0 1 0 0 0,0-1 0 0 0,-1 1 0 0 0,1-1 0 0 0,0 1 0 0 0,0 0 0 0 0,0 0 0 0 0,-1 0 0 0 0,1 0 0 0 0,0 0 0 0 0,0 0 0 0 0,0 1 0 0 0,-1-1 0 0 0,1 0 0 0 0,0 1 0 0 0,0 0 0 0 0,-1-1 0 0 0,1 1 0 0 0,0 0-1 0 0,-1 0 1 0 0,1 0 0 0 0,-1 0 0 0 0,1 0 0 0 0,2 3 0 0 0,16 12 1 0 0,44 31-51 0 0,-63-46 48 0 0,0-1 1 0 0,1 1-1 0 0,-1 0 0 0 0,0-1 0 0 0,1 1 1 0 0,-1-1-1 0 0,0 1 0 0 0,1-1 1 0 0,-1 0-1 0 0,0 0 0 0 0,1 0 1 0 0,-1 1-1 0 0,1-1 0 0 0,-1-1 0 0 0,1 1 1 0 0,-1 0-1 0 0,0 0 0 0 0,1 0 1 0 0,-1-1-1 0 0,0 1 0 0 0,1-1 1 0 0,-1 1-1 0 0,0-1 0 0 0,2 0 0 0 0,0-1-2 0 0,-1 0 0 0 0,1 0-1 0 0,-1-1 1 0 0,0 1 0 0 0,1-1-1 0 0,-1 1 1 0 0,0-1 0 0 0,0 0-1 0 0,2-5 1 0 0,1-3-9 0 0,0 1 0 0 0,-1-1 0 0 0,-1 0 0 0 0,4-20 0 0 0,-2-31-57 0 0,-20 80 60 0 0,12-5 13 0 0,0 0 1 0 0,-2 25-1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40.0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 14272 0 0,'0'0'3095'0'0,"-4"27"-2495"0"0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41.7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53 720 5520 0 0,'9'-3'13'0'0,"4"0"11"0"0,0 0 31 0 0,6-2 149 0 0,10-1 513 0 0,-17 9 791 0 0,-10-3-1417 0 0,-1 1-1 0 0,0 0 1 0 0,1-1 0 0 0,-1 1-1 0 0,1-1 1 0 0,-1 0 0 0 0,1 1-1 0 0,-1-1 1 0 0,1 0 0 0 0,0 0-1 0 0,-1 0 1 0 0,3 0 0 0 0,5-2-56 0 0,-1 1 1 0 0,1-1 0 0 0,0 0-1 0 0,-1-1 1 0 0,1 0 0 0 0,-1 0-1 0 0,0-1 1 0 0,0 0 0 0 0,-1 0-1 0 0,1-1 1 0 0,-1 0 0 0 0,0 0-1 0 0,0-1 1 0 0,0 0 0 0 0,7-8-1 0 0,-5 2-31 0 0,-1 0-1 0 0,-1 0 1 0 0,0 0-1 0 0,0-1 1 0 0,-1 0-1 0 0,-1 0 1 0 0,0-1-1 0 0,-1 1 1 0 0,0-1 0 0 0,2-20-1 0 0,-3-25-8 0 0,-6-79-1 0 0,-1 56 4 0 0,4 67 2 0 0,0 1 1 0 0,-2-1 0 0 0,0 1-1 0 0,0-1 1 0 0,-1 1-1 0 0,-1 0 1 0 0,-1 0 0 0 0,0 1-1 0 0,0-1 1 0 0,-12-19-1 0 0,16 31 1 0 0,0 1-1 0 0,0-1 1 0 0,0 1-1 0 0,0 0 0 0 0,0-1 1 0 0,-1 1-1 0 0,1 0 1 0 0,0 0-1 0 0,-1-1 0 0 0,1 1 1 0 0,-1 0-1 0 0,1 1 1 0 0,-1-1-1 0 0,1 0 0 0 0,-1 0 1 0 0,0 1-1 0 0,1-1 1 0 0,-1 1-1 0 0,0-1 0 0 0,0 1 1 0 0,1 0-1 0 0,-4-1 1 0 0,3 2 3 0 0,-1-1 0 0 0,1 1 1 0 0,-1 0-1 0 0,1 0 1 0 0,-1 0-1 0 0,1 0 0 0 0,0 0 1 0 0,-1 0-1 0 0,1 1 0 0 0,0-1 1 0 0,0 1-1 0 0,0-1 0 0 0,-3 4 1 0 0,-2 3 12 0 0,0 0 1 0 0,0 0-1 0 0,1 1 0 0 0,1 0 1 0 0,-1 0-1 0 0,-4 11 0 0 0,4-4 22 0 0,1 0 0 0 0,1 1 0 0 0,0-1 0 0 0,-2 32 0 0 0,4-27 2 0 0,-3 34 52 0 0,2 0-1 0 0,3 0 0 0 0,9 76 1 0 0,0-5 200 0 0,12 105 59 0 0,-20-194-291 0 0,1-5 76 0 0,-2 0-1 0 0,-1-1 1 0 0,-7 43 0 0 0,4-31 6 0 0,3-28-66 0 0,0-1-1 0 0,-1 0 0 0 0,-1 1 1 0 0,-8 26-1 0 0,9-38-39 0 0,1 1 0 0 0,-1-1 1 0 0,1 0-1 0 0,-1 0 0 0 0,0 0 0 0 0,-1 0 0 0 0,1 0 0 0 0,0 0 1 0 0,-1 0-1 0 0,0-1 0 0 0,1 1 0 0 0,-1-1 0 0 0,0 0 1 0 0,0 0-1 0 0,0 0 0 0 0,-1 0 0 0 0,1-1 0 0 0,0 1 0 0 0,-1-1 1 0 0,1 0-1 0 0,-1 1 0 0 0,1-2 0 0 0,-1 1 0 0 0,-4 0 1 0 0,5-1-14 0 0,0 0 0 0 0,0-1 0 0 0,0 1 0 0 0,0-1 1 0 0,1 0-1 0 0,-1 1 0 0 0,0-1 0 0 0,1 0 0 0 0,-1-1 1 0 0,1 1-1 0 0,-1 0 0 0 0,1-1 0 0 0,-1 0 0 0 0,1 1 0 0 0,0-1 1 0 0,0 0-1 0 0,0 0 0 0 0,0 0 0 0 0,0 0 0 0 0,-2-4 1 0 0,-1 0 48 0 0,1-1 1 0 0,-1 1 0 0 0,1-1-1 0 0,0-1 1 0 0,1 1 0 0 0,-4-8 0 0 0,4 4-21 0 0,-1 2-4 0 0,1-1 0 0 0,1 1 1 0 0,-1-1-1 0 0,2 0 0 0 0,-1 0 1 0 0,1 0-1 0 0,1-19 1 0 0,1-5 203 0 0,-1 12 39 0 0,6-41 0 0 0,-5 57-255 0 0,0 0 1 0 0,0 0-1 0 0,1 0 0 0 0,0 0 0 0 0,0 0 0 0 0,1 0 1 0 0,0 1-1 0 0,0-1 0 0 0,0 1 0 0 0,0 0 0 0 0,9-9 1 0 0,-8 9 20 0 0,1 1 1 0 0,0-1-1 0 0,0 1 1 0 0,0 0-1 0 0,0 0 1 0 0,1 0 0 0 0,0 1-1 0 0,0 0 1 0 0,0 0-1 0 0,0 0 1 0 0,0 1 0 0 0,1 0-1 0 0,-1 0 1 0 0,0 1-1 0 0,1 0 1 0 0,10-1-1 0 0,60 10 515 0 0,-65-5-481 0 0,1-1-1 0 0,-1 0 1 0 0,1-1 0 0 0,0-1-1 0 0,0 0 1 0 0,-1 0 0 0 0,1-1-1 0 0,0-1 1 0 0,14-4 0 0 0,-20 4-54 0 0,1-1 0 0 0,-1-1 0 0 0,-1 1 1 0 0,1-1-1 0 0,0 0 0 0 0,-1 0 0 0 0,0-1 1 0 0,0 0-1 0 0,0 0 0 0 0,-1 0 0 0 0,0-1 1 0 0,0 0-1 0 0,8-12 0 0 0,-3 0 39 0 0,-1-1 0 0 0,0 0 0 0 0,9-33 0 0 0,-11 29-25 0 0,2 0 0 0 0,14-27-1 0 0,22-17 148 0 0,-43 68-191 0 0,-1-1 0 0 0,0 1 0 0 0,0 0 0 0 0,1 0 1 0 0,-1 0-1 0 0,0 0 0 0 0,0 0 0 0 0,0 1 0 0 0,0-1 0 0 0,0 0 0 0 0,0 0 0 0 0,0 1 0 0 0,0-1 0 0 0,-1 0 1 0 0,2 3-1 0 0,-2-4-7 0 0,6 15 27 0 0,-1 0 0 0 0,-1 1 0 0 0,0-1 1 0 0,2 29-1 0 0,-5-33-13 0 0,0 0 0 0 0,0-1 0 0 0,1 1 1 0 0,0-1-1 0 0,1 1 0 0 0,1-1 0 0 0,-1 0 0 0 0,1 0 1 0 0,1-1-1 0 0,0 1 0 0 0,0-1 0 0 0,11 13 0 0 0,-5-10 23 0 0,-8-7-15 0 0,0-2 0 0 0,0 1 0 0 0,1 0 0 0 0,-1-1-1 0 0,1 1 1 0 0,0-1 0 0 0,0 0 0 0 0,0 0 0 0 0,9 4 0 0 0,-12-7-9 0 0,1-1-1 0 0,-1 1 1 0 0,1 0-1 0 0,-1-1 1 0 0,1 1 0 0 0,-1-1-1 0 0,0 1 1 0 0,1-1-1 0 0,-1 0 1 0 0,0 0 0 0 0,1 1-1 0 0,-1-1 1 0 0,0 0-1 0 0,0 0 1 0 0,0 0-1 0 0,0 0 1 0 0,0-1 0 0 0,0 1-1 0 0,0 0 1 0 0,1-2-1 0 0,14-21 91 0 0,-1-1-1 0 0,-1-1 1 0 0,-1 0 0 0 0,-1-1-1 0 0,15-52 1 0 0,-25 73-79 0 0,0 0 1 0 0,-1 0 0 0 0,0 0 0 0 0,0 0 0 0 0,-1 0-1 0 0,0 0 1 0 0,0 0 0 0 0,0 0 0 0 0,-1 0-1 0 0,1 0 1 0 0,-4-11 0 0 0,3 16 6 0 0,0 1-28 0 0,-1-1 1 0 0,1 1-1 0 0,0 0 1 0 0,0 0-1 0 0,0 0 0 0 0,0 1 1 0 0,0-1-1 0 0,0 0 1 0 0,0 0-1 0 0,0 1 1 0 0,-1-1-1 0 0,1 0 0 0 0,0 1 1 0 0,0-1-1 0 0,0 1 1 0 0,0 0-1 0 0,0-1 0 0 0,1 1 1 0 0,-1 0-1 0 0,0-1 1 0 0,0 1-1 0 0,0 0 0 0 0,1 0 1 0 0,-1 0-1 0 0,0 0 1 0 0,1-1-1 0 0,-1 1 0 0 0,1 0 1 0 0,-1 0-1 0 0,1 0 1 0 0,-1 1-1 0 0,0 0 1 0 0,-15 36 62 0 0,13-26-49 0 0,-1 0-1 0 0,2 0 1 0 0,-1 1 0 0 0,2-1-1 0 0,0 1 1 0 0,0-1-1 0 0,1 1 1 0 0,1 0-1 0 0,0-1 1 0 0,1 1 0 0 0,0-1-1 0 0,0 0 1 0 0,2 1-1 0 0,-1-1 1 0 0,2-1-1 0 0,6 15 1 0 0,-9-23-7 0 0,0 0 0 0 0,-1 0 0 0 0,1-1 0 0 0,1 1 0 0 0,-1-1 0 0 0,0 1 0 0 0,1-1 0 0 0,-1 0 0 0 0,1 1 0 0 0,-1-1 0 0 0,1-1-1 0 0,0 1 1 0 0,0 0 0 0 0,0-1 0 0 0,0 1 0 0 0,0-1 0 0 0,1 0 0 0 0,-1 0 0 0 0,0 0 0 0 0,0-1 0 0 0,1 1 0 0 0,-1-1 0 0 0,0 0 0 0 0,1 0 0 0 0,-1 0 0 0 0,0 0 0 0 0,1 0 0 0 0,-1-1 0 0 0,0 0 0 0 0,1 1 0 0 0,-1-1 0 0 0,0 0 0 0 0,0-1 0 0 0,0 1 0 0 0,0-1-1 0 0,0 1 1 0 0,0-1 0 0 0,0 0 0 0 0,0 0 0 0 0,3-3 0 0 0,0-4 13 0 0,1 1 0 0 0,-2-1-1 0 0,1 0 1 0 0,-1 0 0 0 0,-1-1 0 0 0,1 0-1 0 0,-2 0 1 0 0,1 0 0 0 0,-1 0 0 0 0,-1 0-1 0 0,0 0 1 0 0,0-1 0 0 0,-1 1-1 0 0,-1-13 1 0 0,1-3 25 0 0,-2 0-1 0 0,-1 0 1 0 0,-1 0-1 0 0,-11-41 1 0 0,12 60-34 0 0,-1-1 0 0 0,1 1 1 0 0,-2 0-1 0 0,1 0 0 0 0,-1 0 0 0 0,-5-7 1 0 0,8 12-9 0 0,-1-1 1 0 0,0 1-1 0 0,0 0 1 0 0,0 0 0 0 0,0-1-1 0 0,0 1 1 0 0,0 1-1 0 0,0-1 1 0 0,0 0 0 0 0,-1 1-1 0 0,1-1 1 0 0,-1 1-1 0 0,1-1 1 0 0,-1 1 0 0 0,0 0-1 0 0,0 0 1 0 0,1 1-1 0 0,-1-1 1 0 0,-3 0 0 0 0,4 1-3 0 0,0 1 1 0 0,0-1 0 0 0,0 0-1 0 0,0 1 1 0 0,0 0 0 0 0,0 0-1 0 0,1-1 1 0 0,-1 1 0 0 0,0 0-1 0 0,0 1 1 0 0,1-1 0 0 0,-1 0-1 0 0,1 0 1 0 0,-1 1 0 0 0,1-1-1 0 0,0 0 1 0 0,-1 1 0 0 0,1 0-1 0 0,0-1 1 0 0,0 1 0 0 0,0 0-1 0 0,0 0 1 0 0,0-1 0 0 0,0 1 0 0 0,0 2-1 0 0,-3 7 15 0 0,0 1-1 0 0,-4 21 1 0 0,8-29-14 0 0,-7 28 52 0 0,-3 60-1 0 0,10-79-36 0 0,0 0 0 0 0,1-1 0 0 0,0 1 0 0 0,1 0 0 0 0,0 0 0 0 0,1-1-1 0 0,8 24 1 0 0,-10-35-17 0 0,0 1 0 0 0,-1-1 0 0 0,1 0 0 0 0,0 0 0 0 0,0 0 0 0 0,0 0 0 0 0,-1 0 0 0 0,1 0 0 0 0,0 0-1 0 0,0 0 1 0 0,1 0 0 0 0,-1 0 0 0 0,0 0 0 0 0,0-1 0 0 0,0 1 0 0 0,1 0 0 0 0,-1-1 0 0 0,0 1 0 0 0,0-1 0 0 0,1 1 0 0 0,-1-1-1 0 0,1 0 1 0 0,-1 0 0 0 0,0 0 0 0 0,1 1 0 0 0,-1-1 0 0 0,0 0 0 0 0,1-1 0 0 0,-1 1 0 0 0,1 0 0 0 0,1-1 0 0 0,6-1 15 0 0,-1 0 1 0 0,0-1-1 0 0,1 0 1 0 0,7-5-1 0 0,2 0 1 0 0,20-10 39 0 0,-31 14-46 0 0,0 1 0 0 0,0-1 0 0 0,1 1 0 0 0,0 0 0 0 0,-1 1 1 0 0,12-2-1 0 0,-2 0 18 0 0,-9 2-13 0 0,0 0 0 0 0,0 1 0 0 0,-1 0 0 0 0,12 0 0 0 0,-18 1-12 0 0,1 0 0 0 0,-1 0 0 0 0,1 0-1 0 0,-1 0 1 0 0,1 0 0 0 0,-1 1 0 0 0,0-1 0 0 0,1 1 0 0 0,-1-1 0 0 0,1 1 0 0 0,-1-1 0 0 0,0 1 0 0 0,1 0 0 0 0,-1-1 0 0 0,0 1-1 0 0,0 0 1 0 0,0 0 0 0 0,0 0 0 0 0,0 0 0 0 0,0 0 0 0 0,0 0 0 0 0,0 1 0 0 0,0-1 0 0 0,0 0 0 0 0,0 0 0 0 0,-1 1-1 0 0,1-1 1 0 0,0 0 0 0 0,0 3 0 0 0,2 6 35 0 0,-2-7-27 0 0,1 0 0 0 0,-1 0 0 0 0,0 0-1 0 0,-1 1 1 0 0,1-1 0 0 0,0 0 0 0 0,-1 0 0 0 0,0 1 0 0 0,1-1 0 0 0,-1 0 0 0 0,-1 0 0 0 0,1 1 0 0 0,0-1 0 0 0,-1 0 0 0 0,0 0 0 0 0,-1 5 0 0 0,-3 2 56 0 0,-3 5 137 0 0,7-15-205 0 0,1-1 1 0 0,-1 1 0 0 0,0 0 0 0 0,1 0-1 0 0,-1 0 1 0 0,1-1 0 0 0,-1 1 0 0 0,1 0-1 0 0,-1 0 1 0 0,1-1 0 0 0,-1 1 0 0 0,1-1-1 0 0,-1 1 1 0 0,1 0 0 0 0,0-1 0 0 0,-1 1-1 0 0,1-1 1 0 0,-1 1 0 0 0,1-1 0 0 0,0 1 0 0 0,0-1-1 0 0,-1 1 1 0 0,1-1 0 0 0,0 1 0 0 0,0-1-1 0 0,0 0 1 0 0,-1 1 0 0 0,1-1 0 0 0,0 1-1 0 0,0-1 1 0 0,0 0 0 0 0,-4-10 19 0 0,0-1 0 0 0,1 1 1 0 0,1-1-1 0 0,0 1 0 0 0,0-1 1 0 0,1 0-1 0 0,1 0 0 0 0,-1 1 0 0 0,2-1 1 0 0,2-13-1 0 0,1 2 25 0 0,1 1 0 0 0,1 0 0 0 0,1 1 0 0 0,14-30 0 0 0,-21 51-45 0 0,0-1 1 0 0,0 0-1 0 0,1 1 1 0 0,-1-1-1 0 0,1 1 1 0 0,-1-1-1 0 0,0 1 1 0 0,1-1-1 0 0,-1 1 0 0 0,1-1 1 0 0,0 1-1 0 0,-1-1 1 0 0,1 1-1 0 0,-1-1 1 0 0,1 1-1 0 0,-1 0 1 0 0,1-1-1 0 0,0 1 1 0 0,-1 0-1 0 0,1 0 0 0 0,0-1 1 0 0,-1 1-1 0 0,1 0 1 0 0,0 0-1 0 0,0 0 1 0 0,-1 0-1 0 0,1 0 1 0 0,0 0-1 0 0,-1 0 1 0 0,1 0-1 0 0,0 0 0 0 0,-1 0 1 0 0,2 1-1 0 0,0 0 2 0 0,-1-1 0 0 0,0 1 0 0 0,1-1-1 0 0,-1 1 1 0 0,0 0 0 0 0,0-1 0 0 0,1 1 0 0 0,-1 0-1 0 0,0 0 1 0 0,0 0 0 0 0,0 0 0 0 0,0 0 0 0 0,0 0-1 0 0,0 0 1 0 0,1 2 0 0 0,10 18 27 0 0,-9-17-24 0 0,0 1-1 0 0,-1-1 1 0 0,1 0-1 0 0,-1 1 1 0 0,0-1 0 0 0,-1 1-1 0 0,1 0 1 0 0,1 5 0 0 0,0 7 39 0 0,1 0 0 0 0,8 23 0 0 0,-12-39-42 0 0,0-1-1 0 0,0 1 1 0 0,0 0-1 0 0,0-1 0 0 0,0 1 1 0 0,1-1-1 0 0,-1 1 1 0 0,0-1-1 0 0,0 1 1 0 0,1-1-1 0 0,-1 1 0 0 0,0-1 1 0 0,1 1-1 0 0,-1-1 1 0 0,0 1-1 0 0,1-1 1 0 0,-1 1-1 0 0,1-1 0 0 0,-1 0 1 0 0,1 1-1 0 0,-1-1 1 0 0,1 0-1 0 0,-1 1 1 0 0,1-1-1 0 0,-1 0 0 0 0,1 0 1 0 0,0 1-1 0 0,1-2 13 0 0,-1 0 0 0 0,0 0-1 0 0,1 1 1 0 0,-1-1-1 0 0,0 0 1 0 0,1 0-1 0 0,-1 0 1 0 0,0-1 0 0 0,0 1-1 0 0,0 0 1 0 0,0 0-1 0 0,1-3 1 0 0,0 3-13 0 0,0-4 9 0 0,2 2-1 0 0,-1-1 0 0 0,0 0 0 0 0,1 1 0 0 0,0-1 1 0 0,7-4-1 0 0,-9 7-8 0 0,0 0 1 0 0,-1 0 0 0 0,1 0-1 0 0,0 1 1 0 0,0-1-1 0 0,0 1 1 0 0,0-1 0 0 0,0 1-1 0 0,0 0 1 0 0,1-1-1 0 0,-1 1 1 0 0,0 0 0 0 0,0 0-1 0 0,0 1 1 0 0,0-1-1 0 0,0 0 1 0 0,0 1 0 0 0,0-1-1 0 0,0 1 1 0 0,0 0-1 0 0,0-1 1 0 0,0 1 0 0 0,0 0-1 0 0,2 2 1 0 0,4 3 6 0 0,0 0 1 0 0,-1 0-1 0 0,0 0 1 0 0,-1 1 0 0 0,1 0-1 0 0,-1 1 1 0 0,0-1-1 0 0,7 14 1 0 0,37 78 70 0 0,-17-29-26 0 0,-27-57-33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42.7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45 530 16384 0 0,'7'-29'551'0'0,"-1"-1"1"0"0,-1 1 0 0 0,-2-1 0 0 0,-1 0 0 0 0,-3-50 0 0 0,-29-147 1174 0 0,21 173-1530 0 0,6 43-94 0 0,3 11-100 0 0,0 0 0 0 0,0-1 0 0 0,0 1 0 0 0,0 0 0 0 0,0-1 0 0 0,0 1 0 0 0,0-1 0 0 0,0 1 0 0 0,0 0 0 0 0,0-1 0 0 0,0 1 0 0 0,0 0 0 0 0,-1-1 0 0 0,1 1 0 0 0,0 0 0 0 0,0 0 0 0 0,0-1 0 0 0,-1 1 0 0 0,1 0 0 0 0,0-1 0 0 0,0 1 0 0 0,0 0 0 0 0,-1 0 0 0 0,1-1 0 0 0,0 1 0 0 0,-1 0-1 0 0,1 0 1 0 0,0 0 0 0 0,-1 0 0 0 0,1-1 0 0 0,0 1 0 0 0,-1 0 0 0 0,1 0 0 0 0,0 0 0 0 0,-1 0 0 0 0,1 0 0 0 0,0 0 0 0 0,-1 0 0 0 0,1 0 0 0 0,0 0 0 0 0,-1 0 0 0 0,1 0 0 0 0,0 0 0 0 0,-1 0 0 0 0,-3 5-4 0 0,2 2 3 0 0,0 0 0 0 0,0 0-1 0 0,0 0 1 0 0,1 0 0 0 0,0 0 0 0 0,1 1 0 0 0,0-1 0 0 0,0 0-1 0 0,0 0 1 0 0,1 1 0 0 0,3 12 0 0 0,-2-3-8 0 0,5 47-15 0 0,22 92 0 0 0,-23-134-3 0 0,1 0 0 0 0,1-1 0 0 0,0 1 0 0 0,2-2 0 0 0,1 1 0 0 0,0-1 0 0 0,28 35 0 0 0,-28-41-6 0 0,1 0 1 0 0,0-2 0 0 0,2 1 0 0 0,-1-1-1 0 0,1-1 1 0 0,22 13 0 0 0,-35-23 26 0 0,1 0 0 0 0,0-1 0 0 0,-1 1 0 0 0,1 0 0 0 0,0-1 0 0 0,-1 1 1 0 0,1-1-1 0 0,0 0 0 0 0,0 1 0 0 0,0-1 0 0 0,-1 0 0 0 0,1 0 0 0 0,0 0 1 0 0,0 0-1 0 0,0-1 0 0 0,-1 1 0 0 0,1 0 0 0 0,0-1 0 0 0,0 1 0 0 0,-1-1 0 0 0,1 0 1 0 0,0 1-1 0 0,1-2 0 0 0,0-1-1 0 0,0 1 1 0 0,-1 0-1 0 0,1-1 0 0 0,-1 0 0 0 0,1 0 1 0 0,-1 1-1 0 0,0-1 0 0 0,0 0 1 0 0,0-1-1 0 0,2-5 0 0 0,1-5-3 0 0,0 0 1 0 0,-1-1-1 0 0,-1 1 0 0 0,2-16 0 0 0,-2 8 4 0 0,-2 0 0 0 0,0 0 0 0 0,-2 0 1 0 0,-5-42-1 0 0,-27-80-11 0 0,30 134 15 0 0,2 6 0 0 0,0-1 0 0 0,0 0 0 0 0,-1 1 0 0 0,0-1 0 0 0,0 1 0 0 0,0 0 0 0 0,-1 0 0 0 0,1-1 0 0 0,-1 1 0 0 0,0 1 0 0 0,0-1 0 0 0,0 0 0 0 0,-8-5 0 0 0,-5 1 4 0 0,15 8-1 0 0,0 0-1 0 0,0 1 0 0 0,0-1 0 0 0,0 0 0 0 0,-1 0 0 0 0,1 0 1 0 0,0 1-1 0 0,0-1 0 0 0,0 0 0 0 0,0 1 0 0 0,0-1 0 0 0,0 1 1 0 0,1-1-1 0 0,-1 1 0 0 0,0 0 0 0 0,0-1 0 0 0,0 1 0 0 0,0 0 1 0 0,1 0-1 0 0,-1-1 0 0 0,0 1 0 0 0,1 0 0 0 0,-1 0 1 0 0,0 0-1 0 0,1 0 0 0 0,-1 2 0 0 0,-13 33 33 0 0,12-29-27 0 0,-14 52 103 0 0,4 1 0 0 0,1 0 0 0 0,-4 119 0 0 0,16-144 137 0 0,10 55 1 0 0,-11-86-89 0 0,1-4-143 0 0,0 0 0 0 0,1-1 0 0 0,-1 1 0 0 0,0-1 0 0 0,0 1 0 0 0,0-1 0 0 0,0 1 0 0 0,0-1 0 0 0,0 0 0 0 0,-1 1 0 0 0,1-1 0 0 0,0 0 0 0 0,0 0 0 0 0,0 1-1 0 0,-1-1 1 0 0,1 0 0 0 0,0 0 0 0 0,-1 0 0 0 0,1 0 0 0 0,0-2 0 0 0,15-31 52 0 0,-5 9 21 0 0,-2 9-34 0 0,1-1 0 0 0,0 2 0 0 0,1-1-1 0 0,18-18 1 0 0,-24 29-32 0 0,0-1 0 0 0,1 1 0 0 0,0 0 0 0 0,0 0 0 0 0,1 1 0 0 0,-1 0 0 0 0,1 0 0 0 0,0 0 0 0 0,0 1 0 0 0,0 0 0 0 0,1 0-1 0 0,-1 1 1 0 0,13-3 0 0 0,-15 5-6 0 0,0 0 0 0 0,0 0 0 0 0,0 1 0 0 0,0-1 0 0 0,0 1 0 0 0,0 0 0 0 0,-1 0 0 0 0,1 1 0 0 0,0-1 0 0 0,-1 1 0 0 0,1 0 0 0 0,-1 0 0 0 0,0 1 0 0 0,1-1 0 0 0,-1 1-1 0 0,0 0 1 0 0,5 5 0 0 0,5 6 78 0 0,-1 0-1 0 0,24 31 1 0 0,-25-29-2 0 0,-12-16-88 0 0,1 0 0 0 0,0 1 0 0 0,-1-1-1 0 0,1 0 1 0 0,-1 0 0 0 0,1 0 0 0 0,-1 0 0 0 0,1 0-1 0 0,0 0 1 0 0,-1 0 0 0 0,1 0 0 0 0,-1 0 0 0 0,1 0-1 0 0,0 0 1 0 0,-1 0 0 0 0,1 0 0 0 0,-1 0-1 0 0,1-1 1 0 0,-1 1 0 0 0,1 0 0 0 0,-1 0 0 0 0,1-1-1 0 0,-1 1 1 0 0,1 0 0 0 0,-1-1 0 0 0,1 1 0 0 0,-1 0-1 0 0,1-1 1 0 0,-1 1 0 0 0,0-1 0 0 0,1 1-1 0 0,-1-1 1 0 0,0 1 0 0 0,1-1 0 0 0,-1 1 0 0 0,0-1-1 0 0,0 1 1 0 0,1-1 0 0 0,-1 1 0 0 0,0-1 0 0 0,0 0-1 0 0,0 1 1 0 0,0-2 0 0 0,1-24 34 0 0,-1 0-1 0 0,-1 1 1 0 0,-2-1-1 0 0,0 0 1 0 0,-2 0 0 0 0,-12-39-1 0 0,14 55-16 0 0,2 9-19 0 0,1-1 1 0 0,0 1 0 0 0,0-1 0 0 0,-1 1 0 0 0,1-1 0 0 0,0 1 0 0 0,-1 0 0 0 0,0-1 0 0 0,1 1-1 0 0,-1-1 1 0 0,0 1 0 0 0,0 0 0 0 0,0 0 0 0 0,1-1 0 0 0,-1 1 0 0 0,-1 0 0 0 0,1 0 0 0 0,0 0-1 0 0,0 0 1 0 0,0 0 0 0 0,0 0 0 0 0,-1 0 0 0 0,1 1 0 0 0,0-1 0 0 0,-1 0 0 0 0,1 1-1 0 0,-1-1 1 0 0,-2 0 0 0 0,2 3 1 0 0,1 0-1 0 0,-1 0 0 0 0,1-1 0 0 0,0 1 1 0 0,0 0-1 0 0,0 0 0 0 0,0 1 0 0 0,0-1 1 0 0,0 0-1 0 0,0 0 0 0 0,1 0 1 0 0,-1 1-1 0 0,0 2 0 0 0,1-4 1 0 0,-3 19 12 0 0,1 0 1 0 0,0 0-1 0 0,2 1 0 0 0,0-1 0 0 0,2 0 0 0 0,0 0 1 0 0,1 0-1 0 0,1-1 0 0 0,1 1 0 0 0,10 26 0 0 0,-4-16 16 0 0,1 0-1 0 0,2-1 0 0 0,21 35 1 0 0,-22-53-9 0 0,-11-8-16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43.0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43 16687 0 0,'0'0'419'0'0,"4"0"10"0"0,52 2 397 0 0,0-2 0 0 0,0-3 0 0 0,0-2 0 0 0,98-22 0 0 0,-131 22-573 0 0,1 0-4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44.4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65 580 12456 0 0,'58'2'530'0'0,"-35"0"-299"0"0,0-1 1 0 0,1-2 0 0 0,44-5 0 0 0,-62 5-195 0 0,0-1 0 0 0,1 0 0 0 0,-1 0 0 0 0,0 0-1 0 0,-1-1 1 0 0,1 1 0 0 0,0-1 0 0 0,-1-1 0 0 0,0 1 0 0 0,0-1 0 0 0,0 0 0 0 0,0 0 0 0 0,0 0 0 0 0,-1-1 0 0 0,0 0 0 0 0,0 0 0 0 0,0 0 0 0 0,0 0 0 0 0,3-7 0 0 0,-2 1-7 0 0,0-1 0 0 0,0 0 0 0 0,-1 0 0 0 0,-1 0 1 0 0,0 0-1 0 0,0 0 0 0 0,-1-1 0 0 0,-1 1 1 0 0,0-1-1 0 0,-1 0 0 0 0,0 1 0 0 0,-1-1 0 0 0,0 1 1 0 0,-5-18-1 0 0,1 4-29 0 0,-1-1 0 0 0,-1 1-1 0 0,-2 1 1 0 0,-12-28 0 0 0,14 39-1 0 0,0 0 1 0 0,-1 1-1 0 0,-1 0 0 0 0,0 0 1 0 0,-1 1-1 0 0,0 0 0 0 0,-1 0 0 0 0,-15-11 1 0 0,25 21-2 0 0,-1 1 0 0 0,0-1 0 0 0,1 1 0 0 0,-1-1 0 0 0,0 1 1 0 0,0 0-1 0 0,0 0 0 0 0,0 0 0 0 0,0 0 0 0 0,0 0 1 0 0,0 1-1 0 0,0-1 0 0 0,0 1 0 0 0,-1-1 0 0 0,1 1 1 0 0,0 0-1 0 0,0-1 0 0 0,-1 1 0 0 0,-2 1 0 0 0,3 0-1 0 0,0-1 1 0 0,0 1-1 0 0,1 0 0 0 0,-1 0 0 0 0,1 0 0 0 0,-1 0 0 0 0,1 0 0 0 0,-1 1 0 0 0,1-1 0 0 0,-1 0 1 0 0,1 1-1 0 0,0-1 0 0 0,0 1 0 0 0,0-1 0 0 0,0 1 0 0 0,0 0 0 0 0,0-1 0 0 0,0 3 1 0 0,-3 8-8 0 0,0-1 0 0 0,1 1 1 0 0,1 0-1 0 0,0 0 0 0 0,-1 18 1 0 0,2 30 14 0 0,13 115 0 0 0,-5-116 3 0 0,-2 99 0 0 0,-6-154-7 0 0,-15 170 225 0 0,13-151-177 0 0,-2 0 1 0 0,0 0-1 0 0,-2-1 0 0 0,0 0 1 0 0,-12 23-1 0 0,15-38-9 0 0,0-1 0 0 0,-1 1 0 0 0,1-1 0 0 0,-2 0 0 0 0,1-1 0 0 0,-7 7 0 0 0,0-1 63 0 0,11-10-98 0 0,0 0 1 0 0,1 0 0 0 0,-1-1 0 0 0,0 1 0 0 0,0 0 0 0 0,0-1-1 0 0,1 1 1 0 0,-1-1 0 0 0,0 1 0 0 0,0-1 0 0 0,0 1 0 0 0,0-1 0 0 0,0 1-1 0 0,0-1 1 0 0,0 0 0 0 0,0 0 0 0 0,0 0 0 0 0,0 1 0 0 0,0-1-1 0 0,0 0 1 0 0,0 0 0 0 0,0 0 0 0 0,0-1 0 0 0,0 1 0 0 0,-2 0 0 0 0,1-1 15 0 0,1 0 0 0 0,-1 0 1 0 0,1 0-1 0 0,-1 0 1 0 0,1-1-1 0 0,-1 1 1 0 0,1 0-1 0 0,-1-1 1 0 0,1 1-1 0 0,0-1 1 0 0,0 1-1 0 0,0-1 1 0 0,-1-1-1 0 0,-1-3 45 0 0,0-1 0 0 0,0 1 0 0 0,1-1 0 0 0,-1 0 1 0 0,2 1-1 0 0,-1-1 0 0 0,0-10 0 0 0,1 4 13 0 0,1-1 0 0 0,1 1 0 0 0,0-1 0 0 0,1 1-1 0 0,0 0 1 0 0,1-1 0 0 0,1 1 0 0 0,0 0 0 0 0,1 1 0 0 0,8-17 0 0 0,-11 23-33 0 0,1 1-1 0 0,1 0 1 0 0,-1 0-1 0 0,0 0 1 0 0,1 1-1 0 0,0-1 1 0 0,0 1-1 0 0,1 0 1 0 0,-1 0-1 0 0,1 0 1 0 0,0 1 0 0 0,0 0-1 0 0,0 0 1 0 0,0 0-1 0 0,1 0 1 0 0,-1 1-1 0 0,1 0 1 0 0,-1 0-1 0 0,1 0 1 0 0,0 1-1 0 0,0 0 1 0 0,-1 0 0 0 0,1 1-1 0 0,0-1 1 0 0,0 1-1 0 0,12 2 1 0 0,38 7 239 0 0,-35-4-94 0 0,0-2 0 0 0,0 0 0 0 0,30 0 0 0 0,-48-4-165 0 0,1 0 0 0 0,-1 0 0 0 0,1 0 0 0 0,0 0 1 0 0,-1-1-1 0 0,0 1 0 0 0,1-1 0 0 0,-1 0 0 0 0,0 0 0 0 0,0 0 0 0 0,0 0 0 0 0,0-1 0 0 0,0 1 0 0 0,-1-1 0 0 0,1 1 0 0 0,-1-1 0 0 0,0 0 0 0 0,3-4 0 0 0,3-6 39 0 0,-1 1 0 0 0,0-1 1 0 0,6-15-1 0 0,32-110 379 0 0,-42 126-393 0 0,2-2 217 0 0,-2 17-157 0 0,-2 29-111 0 0,-1-11 35 0 0,3 13 19 0 0,14 60 0 0 0,-14-80-38 0 0,1 0 0 0 0,1 0 0 0 0,0-1 0 0 0,1 0-1 0 0,0 0 1 0 0,1 0 0 0 0,9 11 0 0 0,-15-22-10 0 0,0-1-1 0 0,0 1 1 0 0,0-1-1 0 0,1 1 1 0 0,-1-1 0 0 0,0 0-1 0 0,1 0 1 0 0,-1 1 0 0 0,1-1-1 0 0,-1 0 1 0 0,1 0-1 0 0,0 0 1 0 0,-1-1 0 0 0,1 1-1 0 0,0 0 1 0 0,0-1-1 0 0,0 1 1 0 0,-1-1 0 0 0,1 1-1 0 0,0-1 1 0 0,3 0-1 0 0,-2 0 3 0 0,0-1-1 0 0,-1 0 0 0 0,1 1 0 0 0,0-1 0 0 0,-1 0 0 0 0,1 0 0 0 0,0-1 0 0 0,-1 1 1 0 0,1-1-1 0 0,-1 1 0 0 0,0-1 0 0 0,4-3 0 0 0,4-5 31 0 0,-1 0 0 0 0,0-1 0 0 0,-1 1-1 0 0,13-23 1 0 0,-21 33-39 0 0,56-88 170 0 0,-48 77-109 0 0,0 0-1 0 0,1 1 1 0 0,1 0 0 0 0,-1 1-1 0 0,19-14 1 0 0,-27 22-53 0 0,0 0 0 0 0,0 1 0 0 0,0-1 0 0 0,-1 0 0 0 0,1 1 0 0 0,0-1 0 0 0,0 1 0 0 0,0 0 0 0 0,0-1 0 0 0,0 1 0 0 0,0 0 1 0 0,1-1-1 0 0,-1 1 0 0 0,0 0 0 0 0,0 0 0 0 0,0 0 0 0 0,0 0 0 0 0,0 0 0 0 0,0 0 0 0 0,0 0 0 0 0,0 1 0 0 0,0-1 0 0 0,0 0 1 0 0,0 0-1 0 0,0 1 0 0 0,0-1 0 0 0,0 1 0 0 0,0-1 0 0 0,0 1 0 0 0,0-1 0 0 0,0 1 0 0 0,0 0 0 0 0,0-1 0 0 0,-1 1 0 0 0,1 0 0 0 0,0 0 1 0 0,-1 0-1 0 0,1-1 0 0 0,0 1 0 0 0,-1 0 0 0 0,1 0 0 0 0,-1 0 0 0 0,1 0 0 0 0,-1 0 0 0 0,0 0 0 0 0,1 0 0 0 0,-1 2 0 0 0,4 8 23 0 0,-1 1-1 0 0,0-1 0 0 0,2 21 0 0 0,-2-12 44 0 0,2 3 17 0 0,0 0 1 0 0,2 0-1 0 0,1-1 0 0 0,18 38 0 0 0,-26-59-82 0 0,1 0-1 0 0,-1 0 0 0 0,1 1 1 0 0,0-1-1 0 0,-1 0 1 0 0,1 0-1 0 0,0 0 1 0 0,0-1-1 0 0,0 1 0 0 0,0 0 1 0 0,-1 0-1 0 0,1 0 1 0 0,0-1-1 0 0,0 1 0 0 0,1 0 1 0 0,-1-1-1 0 0,0 1 1 0 0,2 0-1 0 0,-2-1 1 0 0,0 0-1 0 0,-1 0 1 0 0,1 0-1 0 0,0 0 1 0 0,0-1-1 0 0,-1 1 1 0 0,1 0-1 0 0,0 0 1 0 0,0-1-1 0 0,-1 1 1 0 0,1-1-1 0 0,0 1 1 0 0,-1 0-1 0 0,1-1 1 0 0,-1 1-1 0 0,1-1 0 0 0,-1 1 1 0 0,1-1-1 0 0,0 0 1 0 0,-1 1-1 0 0,1-2 1 0 0,2-3 25 0 0,1-1 0 0 0,-2 0 0 0 0,1 0 0 0 0,3-11 0 0 0,-5 15-44 0 0,14-55 151 0 0,-2 1 1 0 0,9-106-1 0 0,-19 139-109 0 0,1-26 95 0 0,-1 0 1 0 0,-6-60 0 0 0,1 90-45 0 0,2 15 89 0 0,3 9-19 0 0,5 11-116 0 0,-1-3 3 0 0,1-1-1 0 0,0 0 1 0 0,0 0 0 0 0,2-1 0 0 0,-1 0 0 0 0,2 0 0 0 0,-1-1-1 0 0,1 0 1 0 0,1-1 0 0 0,0-1 0 0 0,0 0 0 0 0,1 0-1 0 0,19 8 1 0 0,-3-14 260 0 0,-26-3-13 0 0,-12 1-230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45.4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50 724 15576 0 0,'0'0'646'0'0,"-3"-3"287"0"0,-27-13 134 0 0,15 13 1740 0 0,14 3-2071 0 0,1-7-740 0 0,1 0 0 0 0,0 1 1 0 0,0-1-1 0 0,1 0 0 0 0,0 1 0 0 0,0-1 1 0 0,0 1-1 0 0,1 0 0 0 0,0-1 1 0 0,6-8-1 0 0,5-6-87 0 0,26-29 1 0 0,-21 28 38 0 0,-10 11-95 0 0,0 0 0 0 0,0 1-1 0 0,1 0 1 0 0,1 1-1 0 0,0 0 1 0 0,0 1 0 0 0,14-8-1 0 0,-20 13 94 0 0,0 1 1 0 0,0 0-1 0 0,0-1 0 0 0,1 2 0 0 0,-1-1 0 0 0,1 1 1 0 0,-1 0-1 0 0,1 0 0 0 0,-1 0 0 0 0,1 1 0 0 0,0 0 0 0 0,0 0 1 0 0,-1 0-1 0 0,1 1 0 0 0,-1 0 0 0 0,1 0 0 0 0,0 0 1 0 0,-1 1-1 0 0,0 0 0 0 0,6 2 0 0 0,-4 1 3 0 0,1-1-1 0 0,-1 1 1 0 0,0 1-1 0 0,-1-1 1 0 0,0 1-1 0 0,1 0 1 0 0,-2 0-1 0 0,1 1 1 0 0,-1 0-1 0 0,0 0 1 0 0,0 0-1 0 0,-1 0 1 0 0,0 1-1 0 0,-1 0 1 0 0,1 0-1 0 0,-1 0 1 0 0,-1 0 0 0 0,0 0-1 0 0,0 1 1 0 0,0-1-1 0 0,-1 1 1 0 0,0-1-1 0 0,-1 1 1 0 0,0-1-1 0 0,0 1 1 0 0,-1 0-1 0 0,-2 9 1 0 0,0-4-3 0 0,-1-1 1 0 0,-1 1 0 0 0,0-1-1 0 0,-1 0 1 0 0,-12 21-1 0 0,13-27 47 0 0,1 0-1 0 0,-1 0 0 0 0,0-1 0 0 0,-1 0 0 0 0,0 0 0 0 0,1 0 0 0 0,-2-1 1 0 0,1 0-1 0 0,-1 0 0 0 0,0-1 0 0 0,-13 7 0 0 0,16-9 9 0 0,0-1-1 0 0,0 1 1 0 0,0-1 0 0 0,-1-1-1 0 0,1 1 1 0 0,0 0-1 0 0,-1-1 1 0 0,1 0 0 0 0,0 0-1 0 0,-1 0 1 0 0,1-1-1 0 0,0 0 1 0 0,-1 1 0 0 0,1-1-1 0 0,-8-3 1 0 0,9 2 3 0 0,0 1 0 0 0,0 0 0 0 0,0-1 0 0 0,1 0 0 0 0,-1 0 0 0 0,0 0 0 0 0,1 0 0 0 0,-1 0 0 0 0,1 0 0 0 0,0-1 0 0 0,-1 1 0 0 0,1-1 0 0 0,0 1 0 0 0,1-1 0 0 0,-1 0 1 0 0,0 0-1 0 0,1 0 0 0 0,0 0 0 0 0,0 0 0 0 0,0 0 0 0 0,-1-4 0 0 0,1 5 14 0 0,0-1 1 0 0,1 1 0 0 0,0 0-1 0 0,-1 0 1 0 0,1-1 0 0 0,0 1-1 0 0,0 0 1 0 0,0-1-1 0 0,1 1 1 0 0,-1 0 0 0 0,0 0-1 0 0,1-1 1 0 0,0 1-1 0 0,-1 0 1 0 0,1 0 0 0 0,0 0-1 0 0,0 0 1 0 0,3-4 0 0 0,-2 3 3 0 0,1 1 1 0 0,0 0 0 0 0,0 0 0 0 0,0 0 0 0 0,0 0 0 0 0,0 1 0 0 0,0-1 0 0 0,1 1 0 0 0,-1 0 0 0 0,0 0 0 0 0,1 0 0 0 0,4-1 0 0 0,61-6 414 0 0,-58 8-390 0 0,0-1-1 0 0,0 0 1 0 0,0-1-1 0 0,-1 0 1 0 0,1 0-1 0 0,0-1 1 0 0,-1-1-1 0 0,19-8 1 0 0,-13 3 13 0 0,0-2 0 0 0,0 0 0 0 0,-1 0 1 0 0,-1-1-1 0 0,0-1 0 0 0,0-1 0 0 0,-1 0 1 0 0,-1 0-1 0 0,-1-2 0 0 0,0 1 0 0 0,-1-1 0 0 0,0-1 1 0 0,-1 0-1 0 0,-1 0 0 0 0,-1 0 0 0 0,-1-1 1 0 0,6-23-1 0 0,-6 14 6 0 0,-1 1 1 0 0,-1-1-1 0 0,-1 0 1 0 0,-1-1-1 0 0,-2-29 1 0 0,-1 43-32 0 0,0 1 0 0 0,-1 0 0 0 0,0 0 0 0 0,-1 0 0 0 0,0 0 0 0 0,-1 0 0 0 0,-1 0 0 0 0,0 1 0 0 0,-1 0 0 0 0,0 0 0 0 0,-1 1 0 0 0,-10-15 0 0 0,16 24-28 0 0,0 1 0 0 0,0 0 0 0 0,0 0-1 0 0,0 0 1 0 0,0 0 0 0 0,0 0 0 0 0,-1 0-1 0 0,1 0 1 0 0,0 0 0 0 0,0 0 0 0 0,-1 0-1 0 0,1 1 1 0 0,-1-1 0 0 0,1 0-1 0 0,0 1 1 0 0,-1 0 0 0 0,-1-1 0 0 0,2 1-2 0 0,0 0 1 0 0,0 0 0 0 0,0 0-1 0 0,0 1 1 0 0,0-1 0 0 0,1 0-1 0 0,-1 0 1 0 0,0 1 0 0 0,0-1-1 0 0,0 1 1 0 0,1-1-1 0 0,-1 1 1 0 0,0-1 0 0 0,1 1-1 0 0,-1-1 1 0 0,0 1 0 0 0,1 0-1 0 0,-1-1 1 0 0,0 1 0 0 0,0 1-1 0 0,-1 2 13 0 0,0 1 1 0 0,0-1-1 0 0,0 1 0 0 0,0-1 0 0 0,1 1 0 0 0,0-1 1 0 0,-2 10-1 0 0,2 0 7 0 0,1 1 0 0 0,0 0 0 0 0,1 0 0 0 0,1 0 0 0 0,0-1 0 0 0,1 1 0 0 0,7 22 1 0 0,44 95 156 0 0,-36-92-72 0 0,97 204 606 0 0,-114-242-680 0 0,0 1 0 0 0,0-1 0 0 0,-1 1-1 0 0,1 0 1 0 0,-1-1 0 0 0,0 1 0 0 0,0 0 0 0 0,0 0 0 0 0,0 3 0 0 0,-1-5 74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45.7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16687 0 0,'0'0'448'0'0,"4"2"0"0"0,15 9-22 0 0,1-2 0 0 0,0-1 0 0 0,1 0 0 0 0,0-2-1 0 0,0 0 1 0 0,0-1 0 0 0,0-2 0 0 0,30 3-1 0 0,-25-3 183 0 0,44 13 0 0 0,-57-13-440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39:46.1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22 15376 0 0,'0'0'0'0'0,"22"-12"1575"0"0,-29 2-583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43:10.9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290 20 4416 0 0,'7'-1'6'0'0,"21"-3"22"0"0,-9 3 17 0 0,-16 1 40 0 0,-3 0-81 0 0,-1-1 1 0 0,1 0-1 0 0,0 0 0 0 0,0 1 1 0 0,-1-1-1 0 0,1 0 0 0 0,0 1 1 0 0,-1-1-1 0 0,1 0 0 0 0,-1 1 1 0 0,1-1-1 0 0,-1 1 0 0 0,1-1 1 0 0,-1 1-1 0 0,1-1 1 0 0,-1 1-1 0 0,0-1 0 0 0,1 1 1 0 0,-1 0-1 0 0,0-1 0 0 0,1 1 1 0 0,-1 0-1 0 0,0-1 0 0 0,1 1 1 0 0,-1 0-1 0 0,0 0 0 0 0,0 0 1 0 0,1 0-1 0 0,-1-1 0 0 0,0 1 1 0 0,0 0-1 0 0,1 0 1 0 0,-1 1-1 0 0,0-1 0 0 0,0 0 1 0 0,0 0-1 0 0,-35 5 354 0 0,29-4-262 0 0,-4 2-18 0 0,-1 1 0 0 0,1-1 1 0 0,0 2-1 0 0,0-1 1 0 0,0 2-1 0 0,1-1 1 0 0,0 1-1 0 0,0 1 1 0 0,0 0-1 0 0,1 0 1 0 0,0 1-1 0 0,0 0 1 0 0,1 1-1 0 0,0 0 1 0 0,0 0-1 0 0,1 1 1 0 0,-8 14-1 0 0,-2 4 80 0 0,2 1 0 0 0,1 1 0 0 0,1 1 0 0 0,1 0 0 0 0,-8 36-1 0 0,17-56-113 0 0,1 1 0 0 0,0 0 0 0 0,0 0 0 0 0,1 0-1 0 0,1 0 1 0 0,0 0 0 0 0,0 0 0 0 0,1 0 0 0 0,1 0-1 0 0,3 14 1 0 0,-3-20-21 0 0,0 0 0 0 0,0 0 0 0 0,1-1-1 0 0,-1 1 1 0 0,1-1 0 0 0,1 0 0 0 0,-1 1-1 0 0,1-2 1 0 0,0 1 0 0 0,0 0 0 0 0,0-1-1 0 0,0 1 1 0 0,1-1 0 0 0,0-1 0 0 0,0 1-1 0 0,0-1 1 0 0,0 1 0 0 0,1-1 0 0 0,-1-1 0 0 0,1 1-1 0 0,7 1 1 0 0,61 15 181 0 0,-57-16-160 0 0,0 1 0 0 0,0 1-1 0 0,0 0 1 0 0,0 1 0 0 0,-1 1 0 0 0,19 10 0 0 0,-28-12-20 0 0,1 0 9 0 0,0 0 1 0 0,0 0 0 0 0,-1 1 0 0 0,13 13 0 0 0,-19-18-26 0 0,1 1 0 0 0,-1 0 0 0 0,1 0 0 0 0,-1 1-1 0 0,0-1 1 0 0,0 0 0 0 0,0 0 0 0 0,0 1 0 0 0,0-1 0 0 0,0 0 0 0 0,-1 1 0 0 0,1-1 0 0 0,-1 1 0 0 0,0-1 0 0 0,1 1 0 0 0,-1-1 0 0 0,0 1 0 0 0,-1-1 0 0 0,1 1 0 0 0,0-1 0 0 0,-1 1 0 0 0,1-1 0 0 0,-2 3 0 0 0,-4 10 20 0 0,-1-1 0 0 0,-1 0-1 0 0,0 0 1 0 0,0-1 0 0 0,-1 0 0 0 0,-18 18 0 0 0,-7 12 35 0 0,19-25-12 0 0,-1-1 0 0 0,-33 29-1 0 0,20-20-4 0 0,9-9-14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43:11.3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7736 0 0,'0'0'169'0'0,"0"4"-112"0"0,7 133 447 0 0,-7-87-237 0 0,11 75 0 0 0,-7-100-187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43:12.4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25 753 7024 0 0,'30'-23'41'0'0,"-14"12"0"0"0,-7 4-15 0 0,-1 1 0 0 0,0-1 0 0 0,0-1 0 0 0,0 1-1 0 0,8-12 1 0 0,-4 0 35 0 0,-1 0 0 0 0,0-1 0 0 0,-2 0-1 0 0,0-1 1 0 0,-1 0 0 0 0,-2 0 0 0 0,7-33-1 0 0,-7 22 42 0 0,-2-1 0 0 0,-1 1-1 0 0,-2-1 1 0 0,-3-48 0 0 0,-1 58-39 0 0,0 0 1 0 0,-1 0-1 0 0,-1 0 1 0 0,-2 1-1 0 0,0 0 1 0 0,-1 0-1 0 0,-1 0 0 0 0,-1 1 1 0 0,-17-25-1 0 0,27 45-59 0 0,-1 1 0 0 0,1-1-1 0 0,-1 0 1 0 0,1 0-1 0 0,-1 1 1 0 0,1-1-1 0 0,-1 0 1 0 0,0 1-1 0 0,1-1 1 0 0,-1 1 0 0 0,0-1-1 0 0,1 1 1 0 0,-1-1-1 0 0,0 1 1 0 0,0-1-1 0 0,0 1 1 0 0,1 0-1 0 0,-1-1 1 0 0,0 1 0 0 0,0 0-1 0 0,0 0 1 0 0,0-1-1 0 0,1 1 1 0 0,-1 0-1 0 0,0 0 1 0 0,0 0-1 0 0,-1 0 1 0 0,0 1 3 0 0,1 0 1 0 0,-1-1-1 0 0,0 1 1 0 0,1 0-1 0 0,-1 0 1 0 0,1 0-1 0 0,0 0 0 0 0,-1 0 1 0 0,1 0-1 0 0,0 1 1 0 0,0-1-1 0 0,-3 3 1 0 0,1 1 7 0 0,-1 1 1 0 0,0 0-1 0 0,1 0 1 0 0,0 0 0 0 0,1 0-1 0 0,-3 7 1 0 0,-46 236 364 0 0,46-197-260 0 0,4-34-55 0 0,-8 36 0 0 0,8-46 1 0 0,0-1 0 0 0,0 1 0 0 0,0 0 0 0 0,1 0 0 0 0,1 0 0 0 0,-1 0 0 0 0,1 0 0 0 0,0 0 0 0 0,1-1 0 0 0,5 15 0 0 0,-7-20 94 0 0,4 0-9 0 0,-3-1-139 0 0,-1-1-1 0 0,0 0 1 0 0,0 0 0 0 0,0 1-1 0 0,1-1 1 0 0,-1 0 0 0 0,0 0-1 0 0,0 0 1 0 0,1 1 0 0 0,-1-1-1 0 0,0 0 1 0 0,1 0 0 0 0,-1 0-1 0 0,0 0 1 0 0,0 0 0 0 0,1 0-1 0 0,-1 1 1 0 0,0-1 0 0 0,1 0-1 0 0,-1 0 1 0 0,0 0 0 0 0,1 0-1 0 0,-1 0 1 0 0,0 0 0 0 0,1 0-1 0 0,-1 0 1 0 0,0 0 0 0 0,1 0-1 0 0,-1-1 1 0 0,0 1 0 0 0,0 0-1 0 0,1 0 1 0 0,-1 0 0 0 0,0 0-1 0 0,1 0 1 0 0,-1-1 0 0 0,1 1-1 0 0,50-61 378 0 0,-35 40-228 0 0,1 1-1 0 0,25-22 1 0 0,-34 35-82 0 0,-3 2-33 0 0,-1 1-1 0 0,1 0 1 0 0,-1 1 0 0 0,1-1-1 0 0,1 1 1 0 0,-1 0 0 0 0,7-3-1 0 0,-11 6-31 0 0,0-1 0 0 0,1 1 0 0 0,-1 0 0 0 0,1 0-1 0 0,-1 0 1 0 0,1 0 0 0 0,-1 0 0 0 0,0 1 0 0 0,1-1 0 0 0,-1 0-1 0 0,1 0 1 0 0,-1 1 0 0 0,0-1 0 0 0,1 1 0 0 0,-1 0 0 0 0,0-1 0 0 0,1 1-1 0 0,-1 0 1 0 0,0 0 0 0 0,0 0 0 0 0,0-1 0 0 0,0 1 0 0 0,0 0-1 0 0,0 1 1 0 0,0-1 0 0 0,0 0 0 0 0,0 0 0 0 0,0 0 0 0 0,-1 0 0 0 0,1 1-1 0 0,0-1 1 0 0,-1 0 0 0 0,1 1 0 0 0,-1-1 0 0 0,1 3 0 0 0,1 2 29 0 0,0 0 1 0 0,0 1-1 0 0,0-1 1 0 0,-1 1-1 0 0,0-1 1 0 0,-1 1-1 0 0,1-1 1 0 0,-2 10-1 0 0,-7 57 168 0 0,1-27 3 0 0,6-25-70 0 0,0 1 0 0 0,3 22 0 0 0,-2-44-136 0 0,0 1 0 0 0,0-1 1 0 0,0 1-1 0 0,0-1 0 0 0,0 1 1 0 0,0-1-1 0 0,0 0 0 0 0,0 1 1 0 0,0-1-1 0 0,0 1 0 0 0,0-1 1 0 0,0 1-1 0 0,0-1 0 0 0,1 0 1 0 0,-1 1-1 0 0,0-1 0 0 0,0 0 1 0 0,0 1-1 0 0,1-1 0 0 0,-1 0 1 0 0,0 1-1 0 0,1-1 1 0 0,-1 0-1 0 0,0 1 0 0 0,0-1 1 0 0,1 0-1 0 0,-1 0 0 0 0,1 1 1 0 0,-1-1-1 0 0,0 0 0 0 0,1 0 1 0 0,-1 0-1 0 0,1 1 0 0 0,12-9 120 0 0,8-19-43 0 0,98-157 316 0 0,-74 91-217 0 0,-29 47-60 0 0,-6 12-19 0 0,-8 26-8 0 0,-7 7 58 0 0,-6 9-41 0 0,3 6-64 0 0,-1 1 1 0 0,1 0 0 0 0,1 1-1 0 0,-5 19 1 0 0,-5 7 52 0 0,3-6-6 0 0,1 0 1 0 0,2 2-1 0 0,2-1 1 0 0,1 1-1 0 0,-3 46 1 0 0,11-80-81 0 0,0-1-1 0 0,0 1 1 0 0,0-1 0 0 0,1 1 0 0 0,0-1 0 0 0,0 1-1 0 0,0-1 1 0 0,2 5 0 0 0,1 5 54 0 0,-3-11-21 0 0,7 0 49 0 0,-8-1-96 0 0,0-1 0 0 0,1 0 1 0 0,-1 0-1 0 0,0 0 0 0 0,1 0 0 0 0,-1 1 1 0 0,0-1-1 0 0,1 0 0 0 0,-1 0 1 0 0,1 0-1 0 0,-1 0 0 0 0,0 0 1 0 0,1 0-1 0 0,-1 0 0 0 0,0 0 1 0 0,1 0-1 0 0,-1 0 0 0 0,1 0 1 0 0,-1 0-1 0 0,0-1 0 0 0,1 1 0 0 0,-1 0 1 0 0,0 0-1 0 0,1 0 0 0 0,-1 0 1 0 0,0-1-1 0 0,1 1 0 0 0,-1 0 1 0 0,0 0-1 0 0,1-1 0 0 0,-1 1 1 0 0,0 0-1 0 0,0 0 0 0 0,1-1 1 0 0,-1 1-1 0 0,0 0 0 0 0,0-1 1 0 0,0 1-1 0 0,1 0 0 0 0,-1-1 0 0 0,0 1 1 0 0,0-1-1 0 0,9-13 41 0 0,-1 1-1 0 0,-1-2 1 0 0,0 1-1 0 0,-1-1 1 0 0,0 0-1 0 0,-2 0 1 0 0,1-1-1 0 0,2-26 1 0 0,7-18 60 0 0,-8 38-51 0 0,-3 13-13 0 0,-1 0 0 0 0,0 1-1 0 0,2-17 1 0 0,-4 9 492 0 0,-4 32-384 0 0,-4 36-43 0 0,6 68 140 0 0,2-88-120 0 0,0-31-120 0 0,0 0 1 0 0,0-1-1 0 0,0 1 0 0 0,0 0 1 0 0,0-1-1 0 0,0 1 1 0 0,0 0-1 0 0,0-1 1 0 0,0 1-1 0 0,1 0 0 0 0,-1-1 1 0 0,0 1-1 0 0,0 0 1 0 0,1-1-1 0 0,-1 1 1 0 0,1-1-1 0 0,-1 1 0 0 0,0-1 1 0 0,1 1-1 0 0,-1-1 1 0 0,1 1-1 0 0,-1-1 0 0 0,1 1 1 0 0,-1-1-1 0 0,1 1 1 0 0,-1-1-1 0 0,1 0 1 0 0,0 1-1 0 0,-1-1 0 0 0,1 0 1 0 0,-1 0-1 0 0,1 1 1 0 0,0-1-1 0 0,-1 0 1 0 0,1 0-1 0 0,0 0 0 0 0,-1 0 1 0 0,1 0-1 0 0,0 0 1 0 0,-1 0-1 0 0,1 0 1 0 0,0 0-1 0 0,-1 0 0 0 0,1 0 1 0 0,0-1-1 0 0,-1 1 1 0 0,1 0-1 0 0,0 0 1 0 0,-1-1-1 0 0,1 1 0 0 0,-1 0 1 0 0,1-1-1 0 0,0 1 1 0 0,-1 0-1 0 0,1-1 0 0 0,-1 1 1 0 0,1-1-1 0 0,0 0 1 0 0,68-100 394 0 0,-54 85-298 0 0,-14 15-88 0 0,1 0-1 0 0,-1 0 1 0 0,1-1-1 0 0,-1 1 1 0 0,0-1-1 0 0,1 1 1 0 0,-1-1 0 0 0,0 1-1 0 0,0-1 1 0 0,0 0-1 0 0,0 0 1 0 0,1-2-1 0 0,-2 4-7 0 0,0 0-1 0 0,0 0 0 0 0,0-1 1 0 0,1 1-1 0 0,-1 0 1 0 0,0 0-1 0 0,1-1 0 0 0,-1 1 1 0 0,0 0-1 0 0,1 0 0 0 0,-1 0 1 0 0,0-1-1 0 0,1 1 0 0 0,-1 0 1 0 0,0 0-1 0 0,1 0 0 0 0,-1 0 1 0 0,0 0-1 0 0,1 0 0 0 0,-1 0 1 0 0,0 0-1 0 0,1 0 1 0 0,-1 0-1 0 0,1 0 0 0 0,-1 0 1 0 0,0 0-1 0 0,1 0 0 0 0,-1 0 1 0 0,0 0-1 0 0,1 0 0 0 0,-1 0 1 0 0,0 1-1 0 0,1-1 0 0 0,-1 0 1 0 0,0 0-1 0 0,1 0 1 0 0,-1 1-1 0 0,0-1 0 0 0,0 0 1 0 0,1 0-1 0 0,-1 1 0 0 0,0-1 1 0 0,0 0-1 0 0,1 1 0 0 0,-1-1 1 0 0,0 0-1 0 0,0 1 0 0 0,0-1 1 0 0,1 0-1 0 0,-1 1 0 0 0,0-1 1 0 0,0 0-1 0 0,0 1 1 0 0,0-1-1 0 0,0 0 0 0 0,0 1 1 0 0,0-1-1 0 0,0 0 0 0 0,0 1 1 0 0,0-1-1 0 0,0 1 0 0 0,0-1 1 0 0,-2 17 95 0 0,2-12-79 0 0,-1 0 0 0 0,0 0 0 0 0,0 1 0 0 0,0-1 0 0 0,0 0 1 0 0,-4 8-1 0 0,0-2 26 0 0,0 1 0 0 0,1 0 0 0 0,1 0 0 0 0,0 0 0 0 0,-2 18 0 0 0,5-28 198 0 0,2-4-232 0 0,1 0 0 0 0,-1 0 0 0 0,0 0 1 0 0,0 0-1 0 0,0 0 0 0 0,0-1 0 0 0,0 1 0 0 0,-1-1 0 0 0,1 1 0 0 0,1-5 0 0 0,3-3 31 0 0,0 3-16 0 0,-1 0 0 0 0,1 1 0 0 0,0 0 0 0 0,1 0-1 0 0,-1 0 1 0 0,1 1 0 0 0,0 0 0 0 0,1 1 0 0 0,-1-1-1 0 0,14-5 1 0 0,-17 9-18 0 0,-1 0-1 0 0,0 0 1 0 0,1 1 0 0 0,-1-1-1 0 0,0 1 1 0 0,1 0-1 0 0,-1-1 1 0 0,1 1 0 0 0,-1 1-1 0 0,0-1 1 0 0,1 0-1 0 0,-1 1 1 0 0,1 0-1 0 0,-1 0 1 0 0,0 0 0 0 0,0 0-1 0 0,0 0 1 0 0,1 1-1 0 0,-1-1 1 0 0,0 1 0 0 0,-1 0-1 0 0,1 0 1 0 0,0 0-1 0 0,0 0 1 0 0,-1 1 0 0 0,0-1-1 0 0,1 1 1 0 0,-1-1-1 0 0,3 5 1 0 0,-2-1 5 0 0,1 0-1 0 0,-1 0 1 0 0,0 0 0 0 0,-1 1 0 0 0,1-1-1 0 0,-1 1 1 0 0,-1-1 0 0 0,3 14 0 0 0,1 56 135 0 0,-5-70-136 0 0,0 73 129 0 0,0-56-103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43:13.3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1 486 13864 0 0,'0'0'3550'0'0,"8"-6"-3418"0"0,24-21-18 0 0,-1 0 1 0 0,-1-3-1 0 0,42-54 0 0 0,12-12 188 0 0,-66 73-234 0 0,-14 19-29 0 0,-12 20-22 0 0,-14 25-25 0 0,3 0 1 0 0,1 1-1 0 0,2 1 1 0 0,1 0-1 0 0,-10 60 0 0 0,22-88-2 0 0,1 1-1 0 0,1 0 0 0 0,0 0 0 0 0,1-1 0 0 0,1 1 0 0 0,0 0 0 0 0,1 0 0 0 0,1-1 0 0 0,7 24 0 0 0,-10-38 10 0 0,1 0-1 0 0,-1 0 1 0 0,1 0-1 0 0,-1 0 1 0 0,1 0 0 0 0,0 0-1 0 0,-1-1 1 0 0,1 1-1 0 0,0 0 1 0 0,0 0 0 0 0,-1 0-1 0 0,1-1 1 0 0,0 1-1 0 0,0 0 1 0 0,0-1-1 0 0,0 1 1 0 0,0-1 0 0 0,0 1-1 0 0,0-1 1 0 0,0 1-1 0 0,0-1 1 0 0,0 0-1 0 0,0 1 1 0 0,2-1 0 0 0,-1 0-1 0 0,1 0 0 0 0,-1-1 0 0 0,0 1 0 0 0,1 0 0 0 0,-1-1 1 0 0,0 0-1 0 0,1 1 0 0 0,-1-1 0 0 0,0 0 0 0 0,4-2 0 0 0,1-1-1 0 0,-1-1 0 0 0,0 1 1 0 0,0-1-1 0 0,0 0 0 0 0,10-12 0 0 0,-6 2 2 0 0,0 0-1 0 0,-1-1 1 0 0,-1 0 0 0 0,0 0 0 0 0,-1-1 0 0 0,-1 0-1 0 0,4-18 1 0 0,2-15-3 0 0,5-62 0 0 0,-13 66 11 0 0,-2 0-1 0 0,-2 0 1 0 0,-3 0-1 0 0,-1-1 1 0 0,-14-60-1 0 0,11 89 13 0 0,7 18-18 0 0,-1 0 0 0 0,1 0 0 0 0,0 0 0 0 0,0 0-1 0 0,0 0 1 0 0,0-1 0 0 0,-1 1 0 0 0,1 0 0 0 0,0 0 0 0 0,0 0-1 0 0,-1 0 1 0 0,1 0 0 0 0,0 0 0 0 0,0 0 0 0 0,0 0-1 0 0,-1 0 1 0 0,1 0 0 0 0,0 0 0 0 0,0 0 0 0 0,-1 0 0 0 0,1 0-1 0 0,0 0 1 0 0,0 0 0 0 0,-1 0 0 0 0,1 0 0 0 0,0 0 0 0 0,0 0-1 0 0,0 0 1 0 0,-1 0 0 0 0,1 1 0 0 0,0-1 0 0 0,0 0-1 0 0,0 0 1 0 0,-1 0 0 0 0,1 0 0 0 0,0 0 0 0 0,0 1 0 0 0,0-1-1 0 0,-2 2 5 0 0,1 1-1 0 0,-1-1 1 0 0,1 1-1 0 0,0-1 1 0 0,0 1-1 0 0,0 0 1 0 0,0-1-1 0 0,1 1 1 0 0,-1 0-1 0 0,1-1 1 0 0,-1 5-1 0 0,-1 22 8 0 0,-11 193 84 0 0,13-187-71 0 0,2 0 1 0 0,1 0-1 0 0,2-1 1 0 0,12 48-1 0 0,-16-75-17 0 0,1-1 0 0 0,0 0 0 0 0,1 0 0 0 0,-1 0-1 0 0,1 0 1 0 0,0 0 0 0 0,1 0 0 0 0,-1-1 0 0 0,1 0 0 0 0,0 1-1 0 0,1-2 1 0 0,-1 1 0 0 0,1 0 0 0 0,0-1 0 0 0,0 0 0 0 0,0 0 0 0 0,10 6-1 0 0,-13-10-3 0 0,1 0 0 0 0,-1 1 0 0 0,0-1 0 0 0,0 0 0 0 0,0 0 0 0 0,0 0 0 0 0,1 0 0 0 0,-1 0 0 0 0,0-1-1 0 0,0 1 1 0 0,0-1 0 0 0,0 1 0 0 0,0-1 0 0 0,0 0 0 0 0,0 0 0 0 0,0 0 0 0 0,0 0 0 0 0,0 0 0 0 0,0 0 0 0 0,0-1-1 0 0,-1 1 1 0 0,1-1 0 0 0,1-1 0 0 0,36-39 65 0 0,-38 39-65 0 0,13-17 37 0 0,-2-1-1 0 0,0 0 1 0 0,-1-1 0 0 0,-2 0-1 0 0,10-31 1 0 0,12-28 151 0 0,-28 72-162 0 0,0 0 0 0 0,0 0-1 0 0,-1 0 1 0 0,2-15 0 0 0,-4 22-11 0 0,0 0 0 0 0,1-1 0 0 0,-1 1 0 0 0,-1 0 0 0 0,1-1 0 0 0,0 1-1 0 0,0 0 1 0 0,-1 0 0 0 0,0-1 0 0 0,-1-2 0 0 0,2 4-7 0 0,0 1 0 0 0,-1-1-1 0 0,1 0 1 0 0,-1 1 0 0 0,1-1-1 0 0,-1 1 1 0 0,1-1 0 0 0,-1 1-1 0 0,0-1 1 0 0,1 1 0 0 0,-1-1-1 0 0,1 1 1 0 0,-1 0 0 0 0,0-1-1 0 0,0 1 1 0 0,1 0 0 0 0,-1 0-1 0 0,0-1 1 0 0,1 1 0 0 0,-1 0-1 0 0,0 0 1 0 0,0 0 0 0 0,1 0-1 0 0,-1 0 1 0 0,0 0 0 0 0,0 0-1 0 0,1 0 1 0 0,-1 0 0 0 0,0 0-1 0 0,0 1 1 0 0,0-1 0 0 0,-2 1 7 0 0,1 0 1 0 0,-1 0-1 0 0,1 0 1 0 0,0 1 0 0 0,-1-1-1 0 0,1 1 1 0 0,0-1-1 0 0,0 1 1 0 0,0 0 0 0 0,0 0-1 0 0,0 0 1 0 0,0 0-1 0 0,0 0 1 0 0,1 0-1 0 0,-1 0 1 0 0,-1 4 0 0 0,-19 46 163 0 0,15-35-82 0 0,-1 3-16 0 0,-7 16 85 0 0,1 1 0 0 0,-16 72 0 0 0,28-100-131 0 0,0 0-1 0 0,1 0 1 0 0,0-1 0 0 0,0 1-1 0 0,1 0 1 0 0,0 0 0 0 0,1 0-1 0 0,0 0 1 0 0,1-1 0 0 0,-1 1-1 0 0,1 0 1 0 0,1-1-1 0 0,0 1 1 0 0,0-1 0 0 0,1 0-1 0 0,0 0 1 0 0,0 0 0 0 0,10 12-1 0 0,-9-15-5 0 0,0 0 0 0 0,0-1 0 0 0,0 0-1 0 0,0 0 1 0 0,0-1 0 0 0,1 1 0 0 0,0-1 0 0 0,-1-1-1 0 0,1 1 1 0 0,0-1 0 0 0,13 4 0 0 0,7-1 85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43:16.2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0 419 14368 0 0,'17'-13'462'0'0,"5"-9"128"0"0,-4-2-105 0 0,6-14 93 0 0,5-8-54 0 0,-16 25 83 0 0,21-43 0 0 0,-25 44-446 0 0,1 1 1 0 0,23-35-1 0 0,-15 28-29 0 0,-14 19-83 0 0,0 1-1 0 0,0 0 1 0 0,1 0 0 0 0,-1 0-1 0 0,10-8 1 0 0,-6 10 3 0 0,-8 4-52 0 0,0 0 0 0 0,1 0 1 0 0,-1 0-1 0 0,0-1 0 0 0,0 1 1 0 0,1 0-1 0 0,-1 0 0 0 0,0 0 1 0 0,1 0-1 0 0,-1 0 1 0 0,0 0-1 0 0,1 0 0 0 0,-1 0 1 0 0,0 0-1 0 0,1 0 0 0 0,-1 0 1 0 0,0 0-1 0 0,0 0 0 0 0,1 0 1 0 0,-1 1-1 0 0,0-1 0 0 0,1 0 1 0 0,-1 0-1 0 0,0 0 0 0 0,0 0 1 0 0,1 0-1 0 0,-1 1 0 0 0,0-1 1 0 0,0 0-1 0 0,1 0 0 0 0,-1 1 1 0 0,0-1-1 0 0,0 0 0 0 0,0 0 1 0 0,1 1-1 0 0,-1-1 0 0 0,0 0 1 0 0,0 0-1 0 0,0 1 0 0 0,0-1 1 0 0,0 0-1 0 0,0 1 0 0 0,0-1 1 0 0,1 0-1 0 0,-1 1 0 0 0,-1 6 2 0 0,-11 292-39 0 0,10-282 32 0 0,0 0 0 0 0,-9 28 1 0 0,-3 15-5 0 0,7-16-32 0 0,-16 53-1 0 0,12-39 12 0 0,10-43 13 0 0,-2 0 0 0 0,-7 28 0 0 0,0-11-18 0 0,-8 38 1 0 0,17-65 28 0 0,-1 0 1 0 0,0-1-1 0 0,1 1 1 0 0,-2-1-1 0 0,1 0 1 0 0,-4 5-1 0 0,-8 19-38 0 0,14-28 42 0 0,0 1 0 0 0,0-1 0 0 0,-1 0 0 0 0,1 1 1 0 0,0-1-1 0 0,-1 1 0 0 0,1-1 0 0 0,-1 0 0 0 0,1 0 0 0 0,0 1 0 0 0,-1-1 0 0 0,1 0 0 0 0,-1 0 0 0 0,1 0 1 0 0,-1 1-1 0 0,1-1 0 0 0,-1 0 0 0 0,1 0 0 0 0,-1 0 0 0 0,1 0 0 0 0,-1 0 0 0 0,1 0 0 0 0,-1 0 0 0 0,0 0 1 0 0,1 0-7 0 0,2-18-7 0 0,0 0 0 0 0,1 0 0 0 0,1 1 0 0 0,9-27 0 0 0,5-21 2 0 0,14-82-25 0 0,-20 103 32 0 0,-9 35 3 0 0,-1-1-1 0 0,1 1 0 0 0,-1-1 0 0 0,1-15 1 0 0,-3 19 2 0 0,1-1 0 0 0,0 1 0 0 0,0 0 0 0 0,1 0 0 0 0,0 0 0 0 0,0 0 1 0 0,0 1-1 0 0,1-1 0 0 0,-1 0 0 0 0,1 1 0 0 0,8-10 0 0 0,-3 10-4 0 0,-2 13 3 0 0,-4-2 3 0 0,0 1-1 0 0,-1 1 0 0 0,0-1 0 0 0,0 0 0 0 0,-1 0 0 0 0,0 0 0 0 0,0 0 0 0 0,0 1 1 0 0,-3 8-1 0 0,4-6 5 0 0,1 0-2 0 0,-1-10-3 0 0,-1 1 1 0 0,0-1-1 0 0,0 0 1 0 0,1 0 0 0 0,-1 1-1 0 0,0-1 1 0 0,0 0-1 0 0,1 0 1 0 0,-1 0-1 0 0,0 1 1 0 0,1-1-1 0 0,-1 0 1 0 0,0 0-1 0 0,1 0 1 0 0,-1 0 0 0 0,1 0-1 0 0,-1 0 1 0 0,0 0-1 0 0,1 0 1 0 0,-1 0-1 0 0,0 0 1 0 0,1 0-1 0 0,-1 0 1 0 0,0 0-1 0 0,1 0 1 0 0,-1 0 0 0 0,1 0-1 0 0,-1 0 1 0 0,0 0-1 0 0,1 0 1 0 0,-1-1-1 0 0,0 1 1 0 0,1 0-1 0 0,-1 0 1 0 0,0 0-1 0 0,0-1 1 0 0,1 1 0 0 0,-1 0-1 0 0,0 0 1 0 0,1-1-1 0 0,11-8 7 0 0,5-11 2 0 0,0-1 0 0 0,-1 0 0 0 0,16-28 1 0 0,-15 20 19 0 0,31-36 0 0 0,-36 50-21 0 0,-3 4 14 0 0,1-1 0 0 0,0 1 0 0 0,1 0 0 0 0,0 1 0 0 0,23-15 0 0 0,-33 24-19 0 0,-1 1 0 0 0,1 0 0 0 0,0 0 0 0 0,0 0 0 0 0,0 0 0 0 0,-1 0 1 0 0,1 0-1 0 0,0 0 0 0 0,0 0 0 0 0,0 0 0 0 0,0 0 0 0 0,-1 0 0 0 0,1 1 0 0 0,0-1 1 0 0,0 0-1 0 0,0 1 0 0 0,-1-1 0 0 0,1 0 0 0 0,0 1 0 0 0,-1-1 0 0 0,1 1 0 0 0,0-1 0 0 0,-1 1 1 0 0,2 0-1 0 0,12 15 41 0 0,-11-9-15 0 0,0 0-1 0 0,-1 0 1 0 0,1 1 0 0 0,-1-1-1 0 0,-1 1 1 0 0,2 12-1 0 0,-2-11 8 0 0,0 0 0 0 0,1-1 0 0 0,0 1 0 0 0,3 8 0 0 0,-4-17-29 0 0,-1 1-1 0 0,0-1 1 0 0,0 1-1 0 0,1 0 0 0 0,-1-1 1 0 0,0 1-1 0 0,1-1 1 0 0,-1 0-1 0 0,0 1 0 0 0,1-1 1 0 0,-1 1-1 0 0,1-1 0 0 0,-1 1 1 0 0,1-1-1 0 0,-1 0 1 0 0,1 0-1 0 0,-1 1 0 0 0,1-1 1 0 0,-1 0-1 0 0,1 0 1 0 0,0 1-1 0 0,-1-1 0 0 0,1 0 1 0 0,-1 0-1 0 0,1 0 0 0 0,0 0 1 0 0,-1 0-1 0 0,1 0 1 0 0,-1 0-1 0 0,1 0 0 0 0,0 0 1 0 0,-1 0-1 0 0,1 0 1 0 0,-1 0-1 0 0,2-1 0 0 0,0 0 13 0 0,0 0 0 0 0,0 0 0 0 0,0 0 0 0 0,0 0 0 0 0,0 0 0 0 0,0-1 0 0 0,0 1 0 0 0,-1-1 0 0 0,3-1 0 0 0,12-18 59 0 0,0-1-1 0 0,-2-1 0 0 0,-1 0 1 0 0,0 0-1 0 0,10-30 0 0 0,7-12 74 0 0,-1-16 165 0 0,-28 67-362 0 0,-2 12 229 0 0,-1 10 848 0 0,-58 336-918 0 0,57-329-99 0 0,2 0 0 0 0,0 0 0 0 0,0 1 0 0 0,2-1 0 0 0,0 0 0 0 0,3 20 0 0 0,-3-35-12 0 0,-1 0 0 0 0,1 1 0 0 0,-1-1 0 0 0,1 1 1 0 0,0-1-1 0 0,-1 0 0 0 0,1 1 0 0 0,0-1 1 0 0,-1 0-1 0 0,1 0 0 0 0,-1 0 0 0 0,1 1 0 0 0,0-1 1 0 0,-1 0-1 0 0,1 0 0 0 0,0 0 0 0 0,0 0 0 0 0,-1 0 1 0 0,1 0-1 0 0,0 0 0 0 0,-1 0 0 0 0,1-1 0 0 0,0 1 1 0 0,-1 0-1 0 0,1 0 0 0 0,-1-1 0 0 0,1 1 0 0 0,1-1 1 0 0,15-59 43 0 0,-12 39-28 0 0,2-1 0 0 0,13-32 0 0 0,-10 32-3 0 0,-2-1 0 0 0,10-42 0 0 0,-9 29 5 0 0,-8 30-17 0 0,0 0 1 0 0,0 0-1 0 0,-1 1 0 0 0,0-1 0 0 0,0 0 1 0 0,0 0-1 0 0,0 0 0 0 0,-3-10 0 0 0,2 13-1 0 0,0-1 1 0 0,0 1-1 0 0,0 0 0 0 0,0 0 0 0 0,0 0 0 0 0,-1 0 0 0 0,1 0 0 0 0,-1 0 0 0 0,0 1 0 0 0,0-1 0 0 0,0 0 0 0 0,0 1 0 0 0,0 0 0 0 0,0-1 0 0 0,-1 1 0 0 0,-4-4 0 0 0,5 6-1 0 0,0 0 0 0 0,1 0 0 0 0,-1-1 0 0 0,1 1 1 0 0,-1 0-1 0 0,0 0 0 0 0,1 0 0 0 0,-1 1 0 0 0,0-1 0 0 0,1 0 0 0 0,-1 1 1 0 0,1-1-1 0 0,-1 1 0 0 0,0-1 0 0 0,1 1 0 0 0,0 0 0 0 0,-1-1 0 0 0,1 1 0 0 0,-1 0 1 0 0,1 0-1 0 0,0 0 0 0 0,-1 0 0 0 0,1 0 0 0 0,0 1 0 0 0,0-1 0 0 0,0 0 0 0 0,0 0 1 0 0,-1 2-1 0 0,-28 42 9 0 0,18-19-4 0 0,1 1 1 0 0,1 1 0 0 0,2-1-1 0 0,-9 48 1 0 0,17-72-5 0 0,-1 0-1 0 0,1-1 1 0 0,0 1-1 0 0,0 0 1 0 0,0-1-1 0 0,0 1 1 0 0,0 0-1 0 0,0 0 1 0 0,1-1-1 0 0,-1 1 1 0 0,1 0-1 0 0,0-1 1 0 0,0 1-1 0 0,0 0 1 0 0,0-1-1 0 0,0 0 1 0 0,3 5-1 0 0,-3-6 0 0 0,0 0 0 0 0,1 1 0 0 0,-1-1 0 0 0,0 0-1 0 0,0-1 1 0 0,1 1 0 0 0,-1 0 0 0 0,1 0 0 0 0,-1 0-1 0 0,1-1 1 0 0,-1 1 0 0 0,1-1 0 0 0,-1 1 0 0 0,1-1-1 0 0,-1 0 1 0 0,1 0 0 0 0,0 1 0 0 0,-1-1-1 0 0,1 0 1 0 0,-1 0 0 0 0,1-1 0 0 0,0 1 0 0 0,-1 0-1 0 0,1-1 1 0 0,-1 1 0 0 0,1 0 0 0 0,-1-1 0 0 0,1 0-1 0 0,-1 1 1 0 0,3-3 0 0 0,12-5 4 0 0,-1-1 1 0 0,-1 0-1 0 0,0-1 1 0 0,23-22-1 0 0,47-56 27 0 0,-36 36 12 0 0,-21 22 32 0 0,35-50 1 0 0,-56 68 131 0 0,-20 19 16 0 0,8-3-248 0 0,-10 9 79 0 0,1 0 1 0 0,0 1-1 0 0,0 0 0 0 0,2 2 1 0 0,0-1-1 0 0,0 2 0 0 0,-12 22 1 0 0,13-5 110 0 0,5-12-11 0 0,7-21-149 0 0,0 0-1 0 0,-1-1 1 0 0,1 1 0 0 0,0 0 0 0 0,0-1 0 0 0,0 1-1 0 0,0 0 1 0 0,0 0 0 0 0,-1-1 0 0 0,1 1-1 0 0,1 0 1 0 0,-1-1 0 0 0,0 1 0 0 0,0 0 0 0 0,0 0-1 0 0,0-1 1 0 0,0 1 0 0 0,1 0 0 0 0,-1-1-1 0 0,0 1 1 0 0,1 0 0 0 0,-1-1 0 0 0,0 1-1 0 0,1-1 1 0 0,-1 1 0 0 0,1 0 0 0 0,-1-1 0 0 0,1 1-1 0 0,-1-1 1 0 0,1 0 0 0 0,-1 1 0 0 0,1-1-1 0 0,0 1 1 0 0,19 10 131 0 0,-15-11-119 0 0,1 0 0 0 0,-1 0 0 0 0,1 0 0 0 0,-1-1 0 0 0,0 0 0 0 0,1 0 0 0 0,-1 0 0 0 0,0-1 0 0 0,0 0 0 0 0,9-4 0 0 0,6-1 47 0 0,-9 3-21 0 0,-1-1 0 0 0,1 0 1 0 0,15-11-1 0 0,-16 10 4 0 0,0 0-1 0 0,1 0 1 0 0,12-4 0 0 0,-22 10-44 0 0,0-1 0 0 0,0 1 0 0 0,-1 0 1 0 0,1 0-1 0 0,0 0 0 0 0,0 0 0 0 0,-1 0 0 0 0,1 0 1 0 0,0 0-1 0 0,0 0 0 0 0,-1 0 0 0 0,1 0 0 0 0,0 1 0 0 0,0-1 1 0 0,-1 0-1 0 0,1 0 0 0 0,0 1 0 0 0,-1-1 0 0 0,1 0 0 0 0,0 1 1 0 0,-1-1-1 0 0,1 1 0 0 0,0-1 0 0 0,-1 1 0 0 0,1-1 1 0 0,-1 1-1 0 0,1-1 0 0 0,-1 1 0 0 0,1 0 0 0 0,-1-1 0 0 0,1 1 1 0 0,-1 0-1 0 0,0-1 0 0 0,1 1 0 0 0,-1 0 0 0 0,0-1 0 0 0,0 1 1 0 0,0 0-1 0 0,1 0 0 0 0,-1-1 0 0 0,0 1 0 0 0,0 0 1 0 0,0 0-1 0 0,0-1 0 0 0,0 1 0 0 0,-1 1 0 0 0,-1 43 42 0 0,1-37-37 0 0,-6 40 32 0 0,-2 0 0 0 0,-1 0 1 0 0,-34 89-1 0 0,20-67-1 0 0,-46 117 46 0 0,57-160-71 0 0,-1-1 0 0 0,0 0 0 0 0,-2-1 0 0 0,-31 38 0 0 0,33-47 1 0 0,-25 24 16 0 0,37-38-26 0 0,-1 0-1 0 0,0-1 0 0 0,0 1 0 0 0,0 0 0 0 0,-1-1 0 0 0,1 0 0 0 0,0 0 0 0 0,-1 0 0 0 0,1 0 0 0 0,0 0 0 0 0,-1-1 0 0 0,1 1 0 0 0,-6-1 0 0 0,9-2-2 0 0,-1 0 0 0 0,1-1 0 0 0,0 1 0 0 0,0 0 0 0 0,0 0 0 0 0,0-1 1 0 0,0 1-1 0 0,0 0 0 0 0,0 0 0 0 0,2-4 0 0 0,-2 4 3 0 0,5-30 30 0 0,16-57 0 0 0,-17 74-27 0 0,1 0 0 0 0,1 1 1 0 0,0 0-1 0 0,1 0 0 0 0,1 0 1 0 0,13-18-1 0 0,-16 25-4 0 0,0 1 0 0 0,1 0-1 0 0,-1 0 1 0 0,1 1 0 0 0,0-1 0 0 0,1 1 0 0 0,-1 1 0 0 0,1-1-1 0 0,0 1 1 0 0,0 0 0 0 0,0 1 0 0 0,1-1 0 0 0,-1 2-1 0 0,11-4 1 0 0,-3 2 3 0 0,1-1 0 0 0,-1 0 0 0 0,1-1 0 0 0,-2-1 0 0 0,1-1 0 0 0,-1 0-1 0 0,0 0 1 0 0,0-2 0 0 0,-1 0 0 0 0,12-12 0 0 0,5-7 20 0 0,-2-1-1 0 0,43-61 1 0 0,-22 12 10 0 0,-35 58-30 0 0,-9 14 0 0 0,-1 0 0 0 0,2 0-1 0 0,-1 1 1 0 0,12-12 0 0 0,1 1 5 0 0,-14 13-8 0 0,0 0 1 0 0,0 0-1 0 0,0 0 0 0 0,1 1 0 0 0,-1 0 0 0 0,9-5 0 0 0,-6 5 15 0 0,0 0-1 0 0,-1-1 1 0 0,0 0 0 0 0,1 0-1 0 0,-1-1 1 0 0,8-7 0 0 0,-13 10-7 0 0,5-4-2 0 0,-1-1 0 0 0,-1 0 0 0 0,1 0-1 0 0,-1 0 1 0 0,5-12 0 0 0,-24 50 99 0 0,-55 133-45 0 0,62-142-57 0 0,6-17-6 0 0,0-1 0 0 0,0 1 0 0 0,1 0 0 0 0,-1 0-1 0 0,1 0 1 0 0,0 0 0 0 0,1 0 0 0 0,-1 0 0 0 0,1 8 0 0 0,-2 15 11 0 0,1-24-7 0 0,1-1 0 0 0,-1 0 1 0 0,1 1-1 0 0,0-1 1 0 0,0 0-1 0 0,0 1 1 0 0,0-1-1 0 0,0 1 0 0 0,2 3 1 0 0,-2-7-6 0 0,1 0 0 0 0,-1 1 0 0 0,0-1 0 0 0,1 0 0 0 0,-1 0 0 0 0,1 1 0 0 0,-1-1 0 0 0,1 0 0 0 0,-1 0 0 0 0,1 0 0 0 0,-1 1 0 0 0,1-1 0 0 0,0 0 0 0 0,-1 0 0 0 0,1 0 0 0 0,-1 0 0 0 0,1 0 0 0 0,-1 0 0 0 0,1 0 0 0 0,-1 0 0 0 0,1 0 0 0 0,0-1 0 0 0,-1 1 0 0 0,1 0 0 0 0,-1 0 0 0 0,1 0 0 0 0,-1-1 0 0 0,1 1 0 0 0,-1 0 0 0 0,0 0 0 0 0,1-1 0 0 0,-1 1 0 0 0,1 0 0 0 0,-1-1 0 0 0,1 0 0 0 0,17-11 22 0 0,-6 1-10 0 0,-1-1 0 0 0,-1 0 1 0 0,0 0-1 0 0,-1-1 0 0 0,0 0 1 0 0,13-28-1 0 0,-1 5 14 0 0,-18 29-14 0 0,0 1 1 0 0,-1-1 0 0 0,0 0 0 0 0,0 0 0 0 0,1-8 0 0 0,2-5 29 0 0,-6-2 38 0 0,-1 15-24 0 0,2 16 21 0 0,-1-8-74 0 0,1-1-1 0 0,0 1 0 0 0,0 0 1 0 0,0 0-1 0 0,0 1 0 0 0,0-1 1 0 0,0 0-1 0 0,0 0 0 0 0,0 0 1 0 0,0 0-1 0 0,1-1 0 0 0,-1 1 1 0 0,0 0-1 0 0,1 0 0 0 0,-1 0 1 0 0,0 0-1 0 0,1 0 0 0 0,-1 0 1 0 0,1 0-1 0 0,0 0 0 0 0,-1-1 1 0 0,1 1-1 0 0,0 0 0 0 0,-1 0 1 0 0,1-1-1 0 0,0 1 0 0 0,1 0 1 0 0,0 0 0 0 0,0-1 0 0 0,1 0 0 0 0,-1 0 0 0 0,0-1 0 0 0,0 1 0 0 0,0 0 1 0 0,1-1-1 0 0,-1 1 0 0 0,0-1 0 0 0,3-1 0 0 0,17-3 17 0 0,-6 1-3 0 0,-9 3-10 0 0,0-1 0 0 0,0 1 0 0 0,0 1 0 0 0,11-1-1 0 0,-16 1-2 0 0,0 1-1 0 0,1-1 0 0 0,-1 1 0 0 0,1-1 0 0 0,-1 1 0 0 0,0 0 1 0 0,0 0-1 0 0,1 0 0 0 0,-1 0 0 0 0,0 0 0 0 0,0 1 0 0 0,0-1 1 0 0,0 0-1 0 0,0 1 0 0 0,-1 0 0 0 0,4 3 0 0 0,-3-3 1 0 0,-1 1 0 0 0,1 0 1 0 0,-1-1-1 0 0,1 1 0 0 0,-1 0 0 0 0,0 0 0 0 0,-1 0 0 0 0,1-1 1 0 0,0 1-1 0 0,-1 0 0 0 0,1 0 0 0 0,-1 4 0 0 0,-1 38 62 0 0,0-26-24 0 0,3-18 81 0 0,2-5-53 0 0,9-15-25 0 0,14-17 36 0 0,12 7 47 0 0,-37 29-103 0 0,2 33 95 0 0,-5-28-112 0 0,1-4-4 0 0,0-1 0 0 0,-1 1 0 0 0,1 0 0 0 0,0-1-1 0 0,0 1 1 0 0,0 0 0 0 0,0 0 0 0 0,-1-1 0 0 0,1 1 0 0 0,0 0 0 0 0,0 0-1 0 0,1-1 1 0 0,-1 1 0 0 0,0 0 0 0 0,0-1 0 0 0,0 1 0 0 0,0 0 0 0 0,0-1-1 0 0,1 1 1 0 0,-1 0 0 0 0,0-1 0 0 0,1 1 0 0 0,-1 0 0 0 0,0-1 0 0 0,1 1-1 0 0,-1 0 1 0 0,1-1 0 0 0,-1 1 0 0 0,1-1 0 0 0,-1 1 0 0 0,1-1 0 0 0,0 0 0 0 0,-1 1-1 0 0,1-1 1 0 0,1 1 0 0 0,-1-1-2 0 0,0-1-1 0 0,-1 0 1 0 0,1 1-1 0 0,0-1 1 0 0,0 0-1 0 0,0 1 1 0 0,-1-1 0 0 0,1 0-1 0 0,0 0 1 0 0,-1 0-1 0 0,1 1 1 0 0,-1-1-1 0 0,1 0 1 0 0,-1 0-1 0 0,1 0 1 0 0,-1 0 0 0 0,1 0-1 0 0,-1 0 1 0 0,0 0-1 0 0,1-2 1 0 0,4-11 39 0 0,-3 10-28 0 0,0 1-1 0 0,1-1 1 0 0,-1 0 0 0 0,1 1-1 0 0,-1 0 1 0 0,1-1-1 0 0,0 1 1 0 0,1 0 0 0 0,-1 1-1 0 0,0-1 1 0 0,1 0-1 0 0,-1 1 1 0 0,1 0 0 0 0,0 0-1 0 0,0 0 1 0 0,0 0 0 0 0,0 1-1 0 0,0-1 1 0 0,0 1-1 0 0,0 0 1 0 0,1 0 0 0 0,-1 1-1 0 0,7-1 1 0 0,-6 1-4 0 0,-1-1 0 0 0,0 0 0 0 0,0 0 0 0 0,0 0 0 0 0,1 0 0 0 0,-1-1-1 0 0,0 0 1 0 0,0 1 0 0 0,-1-1 0 0 0,1-1 0 0 0,0 1 0 0 0,-1-1 0 0 0,1 1 0 0 0,-1-1 0 0 0,4-4 0 0 0,9-10 37 0 0,24-33 0 0 0,-6 7 13 0 0,-27 36-45 0 0,21-28 66 0 0,-27 33-50 0 0,-3 19-7 0 0,-33 79 33 0 0,27-59-30 0 0,2 0-1 0 0,-3 63 1 0 0,9-96-23 0 0,0-1 0 0 0,0 0 0 0 0,1 0 0 0 0,-1 0-1 0 0,1 0 1 0 0,0 0 0 0 0,0 0 0 0 0,0 0 0 0 0,2 4 0 0 0,-1-7-3 0 0,-1 1 1 0 0,1-1-1 0 0,-1 0 0 0 0,1 0 1 0 0,0-1-1 0 0,-1 1 0 0 0,1 0 1 0 0,-1 0-1 0 0,1-1 0 0 0,-1 1 1 0 0,1-1-1 0 0,-1 1 1 0 0,1-1-1 0 0,-1 0 0 0 0,0 1 1 0 0,1-1-1 0 0,-1 0 0 0 0,0 0 1 0 0,0 0-1 0 0,2-1 1 0 0,15-20 9 0 0,29-64 62 0 0,-45 83-65 0 0,20-19 112 0 0,-7 21-113 0 0,0 0-1 0 0,0-1 0 0 0,0-1 1 0 0,22-7-1 0 0,-25 6-4 0 0,0 0-1 0 0,1 2 0 0 0,-1 0 0 0 0,13-1 1 0 0,-20 3-1 0 0,0 0 0 0 0,0 0 0 0 0,0 1 0 0 0,-1 0 0 0 0,1 0 1 0 0,0 0-1 0 0,-1 1 0 0 0,1-1 0 0 0,-1 1 0 0 0,0 0 0 0 0,1 0 1 0 0,-1 1-1 0 0,0-1 0 0 0,5 5 0 0 0,-2-1 0 0 0,-1 0 0 0 0,0 0 0 0 0,0 1 0 0 0,0-1 0 0 0,-1 1 0 0 0,0 1 0 0 0,0-1 1 0 0,-1 1-1 0 0,0 0 0 0 0,0 0 0 0 0,-1 0 0 0 0,0 0 0 0 0,2 9 0 0 0,1 11 7 0 0,-1 0 1 0 0,1 48-1 0 0,-3-34 0 0 0,-1-19 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43:17.0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1 633 16783 0 0,'29'-9'836'0'0,"19"3"704"0"0,-5 0 980 0 0,-40 4-2439 0 0,0 0-1 0 0,0 0 1 0 0,0-1-1 0 0,-1 1 1 0 0,1-1-1 0 0,-1 0 1 0 0,1 0-1 0 0,-1 0 1 0 0,0 0-1 0 0,0 0 1 0 0,0 0-1 0 0,0-1 1 0 0,-1 1-1 0 0,2-6 1 0 0,3-2 1 0 0,0 3-51 0 0,-1-1 0 0 0,1 0 1 0 0,-2 0-1 0 0,1 0 0 0 0,-1 0 1 0 0,-1-1-1 0 0,0 0 0 0 0,0 0 1 0 0,0 0-1 0 0,-2 0 0 0 0,1 0 1 0 0,-1 0-1 0 0,-1-16 0 0 0,-2 23-29 0 0,9-28-13 0 0,-6 24-157 0 0,-6 14 114 0 0,-3 20-9 0 0,7-9-11 0 0,2 0 1 0 0,0 0-1 0 0,1 0 1 0 0,0 0-1 0 0,2 0 1 0 0,8 27-1 0 0,-10-42 59 0 0,0 0-1 0 0,-1 0 1 0 0,1-1 0 0 0,0 1 0 0 0,0 0-1 0 0,1-1 1 0 0,-1 1 0 0 0,1-1 0 0 0,-1 0-1 0 0,1 0 1 0 0,0 0 0 0 0,-1 0-1 0 0,1 0 1 0 0,0 0 0 0 0,0-1 0 0 0,0 1-1 0 0,1-1 1 0 0,-1 0 0 0 0,0 0-1 0 0,0 0 1 0 0,1-1 0 0 0,-1 1 0 0 0,1-1-1 0 0,5 0 1 0 0,-3 0-10 0 0,1 0 0 0 0,-1-1-1 0 0,0 1 1 0 0,0-1 0 0 0,1-1-1 0 0,-1 1 1 0 0,0-1 0 0 0,0-1-1 0 0,-1 1 1 0 0,1-1 0 0 0,0 0 0 0 0,8-6-1 0 0,-2 0-22 0 0,-1-2 0 0 0,-1 1 0 0 0,0-1 0 0 0,0-1 0 0 0,-1 0 0 0 0,0 0 0 0 0,-1-1 0 0 0,9-20 0 0 0,1-7-75 0 0,21-69 0 0 0,-33 87 94 0 0,-1 0-1 0 0,-1-1 1 0 0,-1 1 0 0 0,-1-1 0 0 0,-1 0 0 0 0,0 1 0 0 0,-5-32-1 0 0,3 48 25 0 0,0 1 0 0 0,-1-1-1 0 0,1 1 1 0 0,-1-1 0 0 0,0 1-1 0 0,-1 0 1 0 0,1 0 0 0 0,-1 0-1 0 0,0 0 1 0 0,-1 0 0 0 0,-6-7-1 0 0,9 10 5 0 0,0 1-1 0 0,-1 0 1 0 0,1 0 0 0 0,-1 0-1 0 0,1 0 1 0 0,-1 0-1 0 0,0 0 1 0 0,1 0-1 0 0,-1 0 1 0 0,0 0 0 0 0,0 1-1 0 0,1-1 1 0 0,-1 1-1 0 0,0 0 1 0 0,0-1-1 0 0,0 1 1 0 0,0 0 0 0 0,1 0-1 0 0,-1 0 1 0 0,0 0-1 0 0,0 0 1 0 0,0 1-1 0 0,0-1 1 0 0,0 1-1 0 0,1-1 1 0 0,-1 1 0 0 0,0-1-1 0 0,0 1 1 0 0,1 0-1 0 0,-1 0 1 0 0,0 0-1 0 0,1 0 1 0 0,-1 0 0 0 0,1 0-1 0 0,0 1 1 0 0,-1-1-1 0 0,1 0 1 0 0,-2 3-1 0 0,-2 1 6 0 0,1 0 0 0 0,0 0 0 0 0,0 1-1 0 0,0-1 1 0 0,1 1 0 0 0,0 0-1 0 0,0 0 1 0 0,0 0 0 0 0,1 0 0 0 0,0 0-1 0 0,0 1 1 0 0,0-1 0 0 0,1 1-1 0 0,0-1 1 0 0,0 1 0 0 0,1-1 0 0 0,0 1-1 0 0,0 0 1 0 0,1-1 0 0 0,2 13-1 0 0,1-1 11 0 0,1 0 0 0 0,0-1 0 0 0,2 0 0 0 0,0 0 0 0 0,1-1 0 0 0,14 23 0 0 0,-1-5 64 0 0,-2 1 0 0 0,-1 2-1 0 0,14 41 1 0 0,-26-59-34 0 0,-1-1-1 0 0,0 0 1 0 0,-2 1 0 0 0,0 0 0 0 0,-1 0 0 0 0,-1 0 0 0 0,-1 0 0 0 0,-4 33 0 0 0,2-39 6 0 0,-1 0 0 0 0,0-1-1 0 0,-1 1 1 0 0,-10 23 0 0 0,12-31-29 0 0,-1 0 0 0 0,1 0 0 0 0,-1 0 0 0 0,-1 0 0 0 0,1-1 0 0 0,-1 1 0 0 0,1-1 1 0 0,-1 0-1 0 0,-1 0 0 0 0,1 0 0 0 0,0-1 0 0 0,-1 1 0 0 0,-9 4 0 0 0,12-7-8 0 0,0 0-1 0 0,0 0 1 0 0,1 0 0 0 0,-1-1 0 0 0,0 1 0 0 0,0 0 0 0 0,0-1-1 0 0,0 0 1 0 0,1 1 0 0 0,-1-1 0 0 0,0 0 0 0 0,0 0 0 0 0,0 0-1 0 0,0 0 1 0 0,0 0 0 0 0,0-1 0 0 0,0 1 0 0 0,0-1 0 0 0,0 1 0 0 0,1-1-1 0 0,-3 0 1 0 0,2 0-1 0 0,1-1-1 0 0,0 1 0 0 0,0 0 0 0 0,0-1 1 0 0,0 1-1 0 0,0-1 0 0 0,0 1 1 0 0,0-1-1 0 0,0 1 0 0 0,0-1 1 0 0,1 0-1 0 0,-1 0 0 0 0,0 1 1 0 0,1-1-1 0 0,0 0 0 0 0,-1 0 1 0 0,1-3-1 0 0,0-4 23 0 0,0-1-1 0 0,1 1 1 0 0,0 0-1 0 0,0-1 1 0 0,1 1-1 0 0,0 0 1 0 0,4-9-1 0 0,18-29 61 0 0,-13 25-48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43:18.9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0 691 13864 0 0,'19'-13'59'0'0,"9"-5"201"0"0,-15 10-100 0 0,-1 0 0 0 0,1 0 0 0 0,-2-1 0 0 0,1 0-1 0 0,12-15 1 0 0,-12 7-38 0 0,0 0-1 0 0,-1 0 0 0 0,16-36 1 0 0,0 0 362 0 0,21-51 699 0 0,-31 64-967 0 0,-12 28-172 0 0,-1 0-1 0 0,-1-1 0 0 0,0 0 1 0 0,0 1-1 0 0,-2-1 0 0 0,1 0 1 0 0,-2 0-1 0 0,1 0 0 0 0,-2 0 0 0 0,0 0 1 0 0,0 0-1 0 0,-1 0 0 0 0,-1 1 1 0 0,0-1-1 0 0,-1 1 0 0 0,-9-21 0 0 0,11 30-34 0 0,-1-1-1 0 0,1 1 1 0 0,-1-1-1 0 0,0 1 1 0 0,0 0-1 0 0,0 0 1 0 0,0 1-1 0 0,-1-1 1 0 0,1 1-1 0 0,-1-1 1 0 0,0 1-1 0 0,1 0 1 0 0,-1 0-1 0 0,0 1 1 0 0,0-1-1 0 0,-6 0 0 0 0,10 2-8 0 0,-1 0 0 0 0,0 0 0 0 0,0 0 0 0 0,0 1 0 0 0,1-1 0 0 0,-1 0 0 0 0,0 1 0 0 0,0-1 0 0 0,1 0 0 0 0,-1 1 0 0 0,0-1 0 0 0,0 1 0 0 0,1-1 0 0 0,-1 1 0 0 0,1-1 0 0 0,-1 1 0 0 0,0 0 0 0 0,1-1 0 0 0,-1 1 0 0 0,1 0 0 0 0,-1-1 0 0 0,1 1 0 0 0,0 0 0 0 0,-1 0 0 0 0,1-1 0 0 0,0 1 0 0 0,-1 0 0 0 0,1 0 0 0 0,0 1 0 0 0,0-1 0 0 0,-8 11-6 0 0,1 1-1 0 0,0-1 0 0 0,1 1 0 0 0,1 1 0 0 0,0-1 0 0 0,0 1 1 0 0,-2 17-1 0 0,-17 179-120 0 0,20-189 85 0 0,1 1 0 0 0,1 0 0 0 0,1 0 0 0 0,1 1 0 0 0,1-1 1 0 0,1 0-1 0 0,1 0 0 0 0,6 26 0 0 0,0-10-24 0 0,-8-31 44 0 0,0 1 0 0 0,1-1 0 0 0,0 0 1 0 0,0 0-1 0 0,1 0 0 0 0,-1 0 1 0 0,6 8-1 0 0,-5-10 7 0 0,-2-3-2 0 0,0 1 0 0 0,1-1 0 0 0,-1 1 0 0 0,1-1 0 0 0,-1 1 0 0 0,1-1 1 0 0,0 0-1 0 0,0 0 0 0 0,0 0 0 0 0,0 0 0 0 0,1 0 0 0 0,-1 0 0 0 0,0 0 0 0 0,1-1 0 0 0,-1 1 0 0 0,1-1 0 0 0,0 0 0 0 0,-1 0 0 0 0,5 1 0 0 0,-5-3 8 0 0,0 0-1 0 0,0 0 0 0 0,0 0 0 0 0,0-1 0 0 0,0 1 0 0 0,0-1 0 0 0,0 1 0 0 0,0-1 0 0 0,-1 0 0 0 0,1 0 0 0 0,-1 0 0 0 0,1 1 0 0 0,-1-1 0 0 0,0-1 1 0 0,2-2-1 0 0,-2 4-2 0 0,13-24-20 0 0,-1-1 1 0 0,-1 0-1 0 0,-2-1 1 0 0,0 0-1 0 0,10-52 0 0 0,-12 58 24 0 0,-7 19 6 0 0,0 0 0 0 0,0 0 0 0 0,0-1 0 0 0,0 1 1 0 0,-1 0-1 0 0,1-1 0 0 0,-1 1 0 0 0,1-1 1 0 0,-1 1-1 0 0,0 0 0 0 0,0-1 0 0 0,0-3 0 0 0,0 2-4 0 0,0-4 4 0 0,-5 10 2 0 0,5 5 3 0 0,0-1 0 0 0,0 1-1 0 0,0-1 1 0 0,1 1 0 0 0,-1-1-1 0 0,2 0 1 0 0,-1 1 0 0 0,3 6-1 0 0,-3-8 2 0 0,1-1-1 0 0,-1 0 0 0 0,1 1 0 0 0,0-1 0 0 0,0 0 0 0 0,0 0 0 0 0,1 0 0 0 0,-1 0 0 0 0,1-1 0 0 0,0 1 0 0 0,0-1 0 0 0,0 1 0 0 0,1-1 0 0 0,-1 0 0 0 0,1 0 0 0 0,0-1 0 0 0,0 1 0 0 0,0-1 0 0 0,6 3 0 0 0,-4-3 5 0 0,0 0-1 0 0,0 0 0 0 0,0-1 0 0 0,0 0 1 0 0,0 0-1 0 0,0 0 0 0 0,0-1 0 0 0,0 0 0 0 0,1 0 1 0 0,-1 0-1 0 0,0-1 0 0 0,0 0 0 0 0,0 0 1 0 0,7-3-1 0 0,14-6 33 0 0,0-1 1 0 0,0-1 0 0 0,-1-1-1 0 0,-1-1 1 0 0,0-2 0 0 0,-1 0-1 0 0,37-34 1 0 0,6-14 130 0 0,-53 48-70 0 0,-14 16-96 0 0,0-1 0 0 0,0 1 1 0 0,0 0-1 0 0,0 0 1 0 0,0-1-1 0 0,0 1 1 0 0,0 0-1 0 0,0-1 0 0 0,0 1 1 0 0,0 0-1 0 0,0 0 1 0 0,0-1-1 0 0,0 1 0 0 0,0 0 1 0 0,-1 0-1 0 0,1-1 1 0 0,0 1-1 0 0,0 0 1 0 0,0 0-1 0 0,0-1 0 0 0,-1 1 1 0 0,1 0-1 0 0,0 0 1 0 0,0-1-1 0 0,0 1 0 0 0,-1 0 1 0 0,1 0-1 0 0,0 0 1 0 0,0 0-1 0 0,0-1 1 0 0,-1 1-1 0 0,1 0 0 0 0,0 0 1 0 0,-1 0-1 0 0,-1-1 10 0 0,0 1 0 0 0,-1 0 0 0 0,1-1 0 0 0,0 1 0 0 0,-1 0 0 0 0,1 0 0 0 0,0 0 0 0 0,-1 1 0 0 0,1-1 0 0 0,0 1 0 0 0,0-1 0 0 0,-4 2 0 0 0,0 2 15 0 0,0 0-1 0 0,0 0 1 0 0,1 0 0 0 0,-1 1-1 0 0,1 0 1 0 0,1 0 0 0 0,-1 0-1 0 0,0 0 1 0 0,1 1 0 0 0,0 0-1 0 0,-5 11 1 0 0,-6 6 71 0 0,-39 69 170 0 0,24-39-134 0 0,18-31 48 0 0,-18 42-1 0 0,26-54-134 0 0,1-1-1 0 0,0 2 1 0 0,0-1-1 0 0,1 0 1 0 0,1 0 0 0 0,-1 1-1 0 0,1 11 1 0 0,1-20-33 0 0,0 0 0 0 0,0 0 1 0 0,0-1-1 0 0,0 1 0 0 0,1 0 0 0 0,-1 0 1 0 0,0 0-1 0 0,1 0 0 0 0,-1-1 1 0 0,1 1-1 0 0,-1 0 0 0 0,1 0 0 0 0,0-1 1 0 0,0 1-1 0 0,0-1 0 0 0,0 1 1 0 0,0-1-1 0 0,0 1 0 0 0,0-1 0 0 0,1 1 1 0 0,-1-1-1 0 0,0 0 0 0 0,1 0 1 0 0,-1 0-1 0 0,1 0 0 0 0,0 0 0 0 0,-1 0 1 0 0,1 0-1 0 0,0 0 0 0 0,-1-1 0 0 0,4 2 1 0 0,-1-2 3 0 0,-1 0 0 0 0,1 0 0 0 0,-1 0 0 0 0,1 0 0 0 0,-1-1 0 0 0,1 0 0 0 0,-1 1 1 0 0,1-1-1 0 0,-1 0 0 0 0,0-1 0 0 0,1 1 0 0 0,-1-1 0 0 0,0 1 0 0 0,0-1 0 0 0,3-3 0 0 0,4-2 30 0 0,-1 0 0 0 0,0-1-1 0 0,-1-1 1 0 0,0 1 0 0 0,0-1-1 0 0,-1-1 1 0 0,12-19 0 0 0,-6 4 44 0 0,-1-1 0 0 0,11-30 0 0 0,3-1 41 0 0,-17 41-97 0 0,-2 0 0 0 0,7-18 0 0 0,-6 8 18 0 0,-3 16-9 0 0,-2-1 0 0 0,0 0 0 0 0,0-1 0 0 0,1-18 1 0 0,-2 15 11 0 0,-1 13-51 0 0,-1 0 1 0 0,1 0-1 0 0,-1 0 0 0 0,0 0 1 0 0,0 0-1 0 0,1 0 1 0 0,-1 0-1 0 0,-1 0 0 0 0,1 0 1 0 0,0 0-1 0 0,0 0 1 0 0,-1 0-1 0 0,1 0 0 0 0,-1 0 1 0 0,0 0-1 0 0,0 0 0 0 0,1 0 1 0 0,-1 1-1 0 0,-2-4 1 0 0,2 4 47 0 0,-22 13 158 0 0,15-3-171 0 0,1 0 1 0 0,0 1 0 0 0,1 0 0 0 0,-6 11 0 0 0,8-11-20 0 0,0 0 1 0 0,0 1 0 0 0,1-1 0 0 0,1 1 0 0 0,0 0-1 0 0,0 0 1 0 0,0 14 0 0 0,1 2 81 0 0,5 49 1 0 0,-3-73-98 0 0,-1 0 0 0 0,1 0 0 0 0,0 0 0 0 0,0 0 0 0 0,0 0 0 0 0,0-1-1 0 0,0 1 1 0 0,0 0 0 0 0,1-1 0 0 0,-1 1 0 0 0,1-1 0 0 0,0 1 0 0 0,0-1 0 0 0,0 0 0 0 0,0 0 0 0 0,0 0 0 0 0,0 0 0 0 0,1 0-1 0 0,-1 0 1 0 0,0-1 0 0 0,1 1 0 0 0,0-1 0 0 0,-1 0 0 0 0,6 2 0 0 0,-4-1 1 0 0,0-1 1 0 0,0 0-1 0 0,0-1 0 0 0,0 1 0 0 0,0-1 1 0 0,0 0-1 0 0,0 0 0 0 0,0 0 0 0 0,1 0 1 0 0,-1-1-1 0 0,0 1 0 0 0,0-1 0 0 0,0 0 1 0 0,0 0-1 0 0,-1-1 0 0 0,1 1 0 0 0,4-3 1 0 0,0-1 5 0 0,0-1 0 0 0,0 0 0 0 0,0 0 0 0 0,0-1 0 0 0,-1 0 1 0 0,0 0-1 0 0,-1-1 0 0 0,0 0 0 0 0,0 0 0 0 0,5-9 1 0 0,3-11 34 0 0,21-55 1 0 0,-26 61-27 0 0,-2-1-1 0 0,0 0 0 0 0,-1 0 0 0 0,-2 0 1 0 0,0 0-1 0 0,0-32 0 0 0,-3 8 71 0 0,-9-78-1 0 0,-3 88-36 0 0,9 32-36 0 0,0 0 0 0 0,1 0 0 0 0,-1 0-1 0 0,1 0 1 0 0,-1-10 0 0 0,2 13 45 0 0,-1 3-63 0 0,0 0 0 0 0,0 1 0 0 0,0-1 0 0 0,0 0 0 0 0,0 0 0 0 0,0 1 0 0 0,0-1-1 0 0,1 1 1 0 0,-1-1 0 0 0,0 1 0 0 0,1-1 0 0 0,-1 1 0 0 0,1-1 0 0 0,0 1 0 0 0,0-1 0 0 0,-1 1-1 0 0,1-1 1 0 0,0 1 0 0 0,0 0 0 0 0,1 2 0 0 0,2 40 34 0 0,-2-33-29 0 0,0-1-2 0 0,2 28 33 0 0,2-1 1 0 0,10 45 0 0 0,-12-71-26 0 0,0-1 1 0 0,1 0-1 0 0,0 1 0 0 0,0-1 0 0 0,1-1 1 0 0,1 1-1 0 0,-1-1 0 0 0,2 0 0 0 0,-1 0 1 0 0,1-1-1 0 0,0 0 0 0 0,13 11 0 0 0,-18-18-10 0 0,0 1 0 0 0,0-1 0 0 0,0 1-1 0 0,0-1 1 0 0,1 0 0 0 0,-1 0 0 0 0,0 0 0 0 0,1 0 0 0 0,-1 0-1 0 0,1-1 1 0 0,-1 1 0 0 0,1-1 0 0 0,0 0 0 0 0,-1 1-1 0 0,1-1 1 0 0,-1 0 0 0 0,1-1 0 0 0,2 1 0 0 0,0-2 5 0 0,1 1 1 0 0,-1-1-1 0 0,0 1 1 0 0,0-1 0 0 0,0-1-1 0 0,-1 1 1 0 0,1-1-1 0 0,5-4 1 0 0,4-4 17 0 0,-1 0 1 0 0,-1-1-1 0 0,0 0 0 0 0,15-19 1 0 0,70-87 266 0 0,-94 113-246 0 0,-3 5-33 0 0,0 0 0 0 0,0 0 1 0 0,0 0-1 0 0,0 0 0 0 0,0 0 0 0 0,0 0 1 0 0,0 0-1 0 0,0 0 0 0 0,1 0 0 0 0,-1 0 1 0 0,0 0-1 0 0,0 0 0 0 0,0 0 0 0 0,0 0 0 0 0,0 0 1 0 0,0 0-1 0 0,0 0 0 0 0,0 0 0 0 0,0 0 1 0 0,0 0-1 0 0,1 0 0 0 0,-1 0 0 0 0,0 0 1 0 0,0 0-1 0 0,0 0 0 0 0,0 0 0 0 0,0 0 1 0 0,0 0-1 0 0,0 0 0 0 0,0 0 0 0 0,0 0 1 0 0,0 0-1 0 0,0 0 0 0 0,1 0 0 0 0,-1 0 1 0 0,0 0-1 0 0,0 0 0 0 0,0-1 0 0 0,0 1 1 0 0,0 0-1 0 0,0 0 0 0 0,0 0 0 0 0,0 0 1 0 0,0 0-1 0 0,0 0 0 0 0,0 0 0 0 0,0 0 1 0 0,0 0-1 0 0,0 0 0 0 0,0 0 0 0 0,0-1 0 0 0,0 1 1 0 0,0 0-1 0 0,0 0 0 0 0,2 15 6 0 0,-1 0 0 0 0,-1 0 0 0 0,-1 0 1 0 0,-2 22-1 0 0,0-17 13 0 0,2 1 1 0 0,1 31 0 0 0,4-24 39 0 0,0 0 0 0 0,16 50 1 0 0,-20-77-74 0 0,1-1 0 0 0,-1 1 0 0 0,0 0 0 0 0,0 0 0 0 0,1 0 0 0 0,-1 0 0 0 0,0-1 0 0 0,1 1 0 0 0,-1 0 0 0 0,1 0 0 0 0,-1 0 0 0 0,1-1-1 0 0,-1 1 1 0 0,1 0 0 0 0,0-1 0 0 0,-1 1 0 0 0,1-1 0 0 0,0 1 0 0 0,-1-1 0 0 0,1 1 0 0 0,0-1 0 0 0,0 1 0 0 0,0-1 0 0 0,-1 0 0 0 0,1 1 0 0 0,0-1 0 0 0,0 0 0 0 0,0 0 0 0 0,0 1 0 0 0,0-1 0 0 0,0 0 0 0 0,-1 0 0 0 0,1 0 0 0 0,1 0 0 0 0,0-1 1 0 0,-1 1 0 0 0,1-1 1 0 0,0 0-1 0 0,-1 0 0 0 0,1 0 0 0 0,-1 1 1 0 0,1-1-1 0 0,-1-1 0 0 0,1 1 0 0 0,-1 0 1 0 0,0 0-1 0 0,0 0 0 0 0,1-1 0 0 0,-1 1 1 0 0,2-4-1 0 0,1-4 12 0 0,1-1-1 0 0,-2 0 1 0 0,1 0 0 0 0,-1-1 0 0 0,-1 1 0 0 0,0-1-1 0 0,0 1 1 0 0,-1-1 0 0 0,0 0 0 0 0,-1 0 0 0 0,0 1-1 0 0,-3-17 1 0 0,2 20-2 0 0,0 1-1 0 0,0 0 0 0 0,-1 0 0 0 0,0 0 1 0 0,0 0-1 0 0,-1 0 0 0 0,0 0 1 0 0,0 0-1 0 0,-6-8 0 0 0,9 13-11 0 0,-1 1 0 0 0,1 0-1 0 0,-1 0 1 0 0,1 0 0 0 0,-1-1-1 0 0,1 1 1 0 0,0 0-1 0 0,-1 0 1 0 0,1 0 0 0 0,-1 0-1 0 0,1 0 1 0 0,-1 0 0 0 0,1 0-1 0 0,-1 0 1 0 0,1 0-1 0 0,-1 0 1 0 0,1 0 0 0 0,-1 0-1 0 0,1 0 1 0 0,-1 1 0 0 0,1-1-1 0 0,-1 0 1 0 0,1 0-1 0 0,0 0 1 0 0,-1 1 0 0 0,1-1-1 0 0,-1 0 1 0 0,1 0 0 0 0,-1 1-1 0 0,-10 8 16 0 0,11-9-17 0 0,-4 4 7 0 0,0 0 0 0 0,0 1 0 0 0,1 0 0 0 0,-1 0-1 0 0,1 0 1 0 0,0 0 0 0 0,1 1 0 0 0,-1-1 0 0 0,-2 9 0 0 0,1-1 8 0 0,0-1 0 0 0,1 1 0 0 0,-1 15 0 0 0,3-25-10 0 0,1 0 0 0 0,0 1 0 0 0,0-1 0 0 0,0 0 0 0 0,0 0 0 0 0,0 0 0 0 0,1 0 0 0 0,-1 0 0 0 0,1 1 0 0 0,0-1 0 0 0,0 0 0 0 0,0 0 0 0 0,1-1 0 0 0,-1 1 0 0 0,0 0 0 0 0,1 0 0 0 0,2 2-1 0 0,-3-4-2 0 0,0 0-1 0 0,0 0 1 0 0,0-1-1 0 0,0 1 1 0 0,0 0-1 0 0,0-1 1 0 0,0 1-1 0 0,1-1 1 0 0,-1 0-1 0 0,0 1 1 0 0,0-1-1 0 0,0 0 1 0 0,1 0-1 0 0,-1 0 1 0 0,0 1-1 0 0,0-1 1 0 0,0 0-1 0 0,1-1 1 0 0,-1 1-1 0 0,0 0 1 0 0,0 0-1 0 0,2-1 1 0 0,29-9 25 0 0,-26 7-18 0 0,23-8 14 0 0,38-11 25 0 0,-62 21-44 0 0,-1 0 0 0 0,0 0 0 0 0,0 1 0 0 0,1 0 0 0 0,-1 0 0 0 0,0 0 0 0 0,0 0 0 0 0,1 0 0 0 0,-1 1 0 0 0,0 0 0 0 0,0 0 0 0 0,0 0 0 0 0,6 3 0 0 0,-8-3-1 0 0,1 1 0 0 0,-1-1 0 0 0,1 1 0 0 0,-1 0 0 0 0,0 0 0 0 0,0 0 0 0 0,0 0 0 0 0,0 0 0 0 0,0 1 0 0 0,0-1 0 0 0,-1 0 0 0 0,1 1 0 0 0,-1 0 0 0 0,0-1 0 0 0,2 5 0 0 0,9 48 38 0 0,0-4 31 0 0,-12-50-69 0 0,1 0 0 0 0,0 1 0 0 0,-1-1 0 0 0,1 0 0 0 0,0 0 0 0 0,0 0 0 0 0,0 0 0 0 0,-1 0 0 0 0,1 0 0 0 0,1 0 0 0 0,-1 0 0 0 0,0-1 0 0 0,0 1 0 0 0,0 0 0 0 0,0 0 0 0 0,0-1 1 0 0,1 1-1 0 0,-1-1 0 0 0,0 1 0 0 0,1-1 0 0 0,-1 0 0 0 0,0 1 0 0 0,1-1 0 0 0,-1 0 0 0 0,0 0 0 0 0,1 0 0 0 0,-1 0 0 0 0,0 0 0 0 0,1 0 0 0 0,2-1 0 0 0,6-1 5 0 0,0-1 1 0 0,1 0-1 0 0,13-6 1 0 0,18-4 15 0 0,-33 11-19 0 0,1 1 0 0 0,0 0 0 0 0,-1 0 0 0 0,1 1 0 0 0,0 0-1 0 0,-1 1 1 0 0,1 0 0 0 0,-1 0 0 0 0,1 1 0 0 0,-1 1 0 0 0,0-1 0 0 0,1 2 0 0 0,-1-1 0 0 0,9 6-1 0 0,-15-7-2 0 0,-1 0 0 0 0,0-1-1 0 0,1 1 1 0 0,-1 0 0 0 0,0 1-1 0 0,0-1 1 0 0,-1 0 0 0 0,1 1-1 0 0,0-1 1 0 0,-1 1 0 0 0,1-1-1 0 0,-1 1 1 0 0,0 0 0 0 0,0-1-1 0 0,0 1 1 0 0,0 0 0 0 0,-1 0-1 0 0,1 0 1 0 0,-1 0 0 0 0,1 0-1 0 0,-1-1 1 0 0,0 1 0 0 0,0 0-1 0 0,-1 0 1 0 0,1 0 0 0 0,-2 6-1 0 0,-1 5 13 0 0,0-1 1 0 0,-1 1-1 0 0,-11 23 0 0 0,15-36-13 0 0,-1 1 1 0 0,-1-1 0 0 0,1 1 1 0 0,0-1-1 0 0,-1 1 0 0 0,1-1 0 0 0,-1 0 0 0 0,1 1 0 0 0,-1-1 0 0 0,0 0 1 0 0,1 0-1 0 0,-1 0 0 0 0,0-1 0 0 0,0 1 0 0 0,0 0 0 0 0,0-1 1 0 0,0 1-1 0 0,0-1 0 0 0,0 1 0 0 0,1-1 0 0 0,-5 0 0 0 0,1 1 6 0 0,1-1-1 0 0,-1 0 0 0 0,1 0 1 0 0,-1 0-1 0 0,0-1 0 0 0,1 0 1 0 0,-9-2-1 0 0,-3-5 8 0 0,-3-1-6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43:19.2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18295 0 0,'0'0'0'0'0,"43"18"0"0"0,-12-11 456 0 0,-2-2 0 0 0,-4 1 0 0 0,-3 1 16 0 0,3-2-344 0 0,-3-4 16 0 0,-5 5 0 0 0,-3 1 0 0 0,0 1 448 0 0,-3-1 0 0 0,-3 0 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1T14:43:23.8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37 157 6224 0 0,'24'7'21'0'0,"-6"-2"14"0"0,9 4 21 0 0,-25-8 0 0 0,-29 17 390 0 0,13-13-288 0 0,9-2-98 0 0,-1-1 0 0 0,1 1 0 0 0,-1-2 1 0 0,1 1-1 0 0,-11 1 0 0 0,3 0 250 0 0,13-3-303 0 0,0 0 1 0 0,-1 0-1 0 0,1 0 0 0 0,0 0 1 0 0,0 1-1 0 0,-1-1 0 0 0,1 0 1 0 0,0 0-1 0 0,0 0 0 0 0,0 0 1 0 0,-1 0-1 0 0,1 0 0 0 0,0 0 1 0 0,0 0-1 0 0,-1 0 0 0 0,1 0 0 0 0,0 0 1 0 0,0 0-1 0 0,-1 0 0 0 0,1 0 1 0 0,0 0-1 0 0,-1 0 0 0 0,1 0 1 0 0,0 0-1 0 0,0 0 0 0 0,-1 0 1 0 0,1 0-1 0 0,0 0 0 0 0,0 0 0 0 0,0-1 1 0 0,-1 1-1 0 0,1 0 0 0 0,0 0 1 0 0,0 0-1 0 0,0 0 0 0 0,-1 0 1 0 0,1-1-1 0 0,0 1 0 0 0,0 0 1 0 0,0 0-1 0 0,0 0 0 0 0,-1-1 1 0 0,1 1-1 0 0,0 0 0 0 0,0 0 0 0 0,0-1 1 0 0,0 1-1 0 0,0 0 0 0 0,0 0 1 0 0,0-1-1 0 0,0 1 0 0 0,0 0 1 0 0,0 0-1 0 0,0-1 0 0 0,0 1 1 0 0,0 0-1 0 0,0 0 0 0 0,0-1 0 0 0,0 1 1 0 0,0-1-1 0 0,0 0 165 0 0,14-12-47 0 0,-5 4-99 0 0,0 0 0 0 0,1 0-1 0 0,0 1 1 0 0,1 1 0 0 0,0-1-1 0 0,0 2 1 0 0,0-1-1 0 0,24-8 1 0 0,-8 6 21 0 0,18-4 6 0 0,-23 10-6 0 0,40-12 1 0 0,3 0 10 0 0,-59 14-52 0 0,0-1 0 0 0,1 0 0 0 0,-1 0 1 0 0,0-1-1 0 0,0 1 0 0 0,8-6 0 0 0,24-10 23 0 0,-8 11 11 0 0,-1 1-1 0 0,45-2 0 0 0,-17 3 13 0 0,-26 6-19 0 0,-15 0-10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44110" y="2481643"/>
            <a:ext cx="5855779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94864" y="462343"/>
            <a:ext cx="495427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607312"/>
            <a:ext cx="8072119" cy="4121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customXml" Target="../ink/ink16.xml"/><Relationship Id="rId26" Type="http://schemas.openxmlformats.org/officeDocument/2006/relationships/customXml" Target="../ink/ink20.xml"/><Relationship Id="rId39" Type="http://schemas.openxmlformats.org/officeDocument/2006/relationships/image" Target="../media/image26.png"/><Relationship Id="rId21" Type="http://schemas.openxmlformats.org/officeDocument/2006/relationships/image" Target="../media/image17.png"/><Relationship Id="rId34" Type="http://schemas.openxmlformats.org/officeDocument/2006/relationships/customXml" Target="../ink/ink24.xml"/><Relationship Id="rId42" Type="http://schemas.openxmlformats.org/officeDocument/2006/relationships/customXml" Target="../ink/ink28.xml"/><Relationship Id="rId47" Type="http://schemas.openxmlformats.org/officeDocument/2006/relationships/image" Target="../media/image30.png"/><Relationship Id="rId50" Type="http://schemas.openxmlformats.org/officeDocument/2006/relationships/customXml" Target="../ink/ink32.xml"/><Relationship Id="rId55" Type="http://schemas.openxmlformats.org/officeDocument/2006/relationships/image" Target="../media/image34.png"/><Relationship Id="rId63" Type="http://schemas.openxmlformats.org/officeDocument/2006/relationships/image" Target="../media/image38.png"/><Relationship Id="rId7" Type="http://schemas.openxmlformats.org/officeDocument/2006/relationships/image" Target="../media/image10.png"/><Relationship Id="rId2" Type="http://schemas.openxmlformats.org/officeDocument/2006/relationships/customXml" Target="../ink/ink8.xml"/><Relationship Id="rId16" Type="http://schemas.openxmlformats.org/officeDocument/2006/relationships/customXml" Target="../ink/ink15.xml"/><Relationship Id="rId29" Type="http://schemas.openxmlformats.org/officeDocument/2006/relationships/image" Target="../media/image21.png"/><Relationship Id="rId11" Type="http://schemas.openxmlformats.org/officeDocument/2006/relationships/image" Target="../media/image12.png"/><Relationship Id="rId24" Type="http://schemas.openxmlformats.org/officeDocument/2006/relationships/customXml" Target="../ink/ink19.xml"/><Relationship Id="rId32" Type="http://schemas.openxmlformats.org/officeDocument/2006/relationships/customXml" Target="../ink/ink23.xml"/><Relationship Id="rId37" Type="http://schemas.openxmlformats.org/officeDocument/2006/relationships/image" Target="../media/image25.png"/><Relationship Id="rId40" Type="http://schemas.openxmlformats.org/officeDocument/2006/relationships/customXml" Target="../ink/ink27.xml"/><Relationship Id="rId45" Type="http://schemas.openxmlformats.org/officeDocument/2006/relationships/image" Target="../media/image29.png"/><Relationship Id="rId53" Type="http://schemas.openxmlformats.org/officeDocument/2006/relationships/image" Target="../media/image33.png"/><Relationship Id="rId58" Type="http://schemas.openxmlformats.org/officeDocument/2006/relationships/customXml" Target="../ink/ink36.xml"/><Relationship Id="rId5" Type="http://schemas.openxmlformats.org/officeDocument/2006/relationships/image" Target="../media/image9.png"/><Relationship Id="rId61" Type="http://schemas.openxmlformats.org/officeDocument/2006/relationships/image" Target="../media/image37.png"/><Relationship Id="rId19" Type="http://schemas.openxmlformats.org/officeDocument/2006/relationships/image" Target="../media/image16.png"/><Relationship Id="rId14" Type="http://schemas.openxmlformats.org/officeDocument/2006/relationships/customXml" Target="../ink/ink14.xml"/><Relationship Id="rId22" Type="http://schemas.openxmlformats.org/officeDocument/2006/relationships/customXml" Target="../ink/ink18.xml"/><Relationship Id="rId27" Type="http://schemas.openxmlformats.org/officeDocument/2006/relationships/image" Target="../media/image20.png"/><Relationship Id="rId30" Type="http://schemas.openxmlformats.org/officeDocument/2006/relationships/customXml" Target="../ink/ink22.xml"/><Relationship Id="rId35" Type="http://schemas.openxmlformats.org/officeDocument/2006/relationships/image" Target="../media/image24.png"/><Relationship Id="rId43" Type="http://schemas.openxmlformats.org/officeDocument/2006/relationships/image" Target="../media/image28.png"/><Relationship Id="rId48" Type="http://schemas.openxmlformats.org/officeDocument/2006/relationships/customXml" Target="../ink/ink31.xml"/><Relationship Id="rId56" Type="http://schemas.openxmlformats.org/officeDocument/2006/relationships/customXml" Target="../ink/ink35.xml"/><Relationship Id="rId8" Type="http://schemas.openxmlformats.org/officeDocument/2006/relationships/customXml" Target="../ink/ink11.xml"/><Relationship Id="rId51" Type="http://schemas.openxmlformats.org/officeDocument/2006/relationships/image" Target="../media/image32.png"/><Relationship Id="rId3" Type="http://schemas.openxmlformats.org/officeDocument/2006/relationships/image" Target="../media/image8.png"/><Relationship Id="rId12" Type="http://schemas.openxmlformats.org/officeDocument/2006/relationships/customXml" Target="../ink/ink13.xml"/><Relationship Id="rId17" Type="http://schemas.openxmlformats.org/officeDocument/2006/relationships/image" Target="../media/image15.png"/><Relationship Id="rId25" Type="http://schemas.openxmlformats.org/officeDocument/2006/relationships/image" Target="../media/image19.png"/><Relationship Id="rId33" Type="http://schemas.openxmlformats.org/officeDocument/2006/relationships/image" Target="../media/image23.png"/><Relationship Id="rId38" Type="http://schemas.openxmlformats.org/officeDocument/2006/relationships/customXml" Target="../ink/ink26.xml"/><Relationship Id="rId46" Type="http://schemas.openxmlformats.org/officeDocument/2006/relationships/customXml" Target="../ink/ink30.xml"/><Relationship Id="rId59" Type="http://schemas.openxmlformats.org/officeDocument/2006/relationships/image" Target="../media/image36.png"/><Relationship Id="rId20" Type="http://schemas.openxmlformats.org/officeDocument/2006/relationships/customXml" Target="../ink/ink17.xml"/><Relationship Id="rId41" Type="http://schemas.openxmlformats.org/officeDocument/2006/relationships/image" Target="../media/image27.png"/><Relationship Id="rId54" Type="http://schemas.openxmlformats.org/officeDocument/2006/relationships/customXml" Target="../ink/ink34.xml"/><Relationship Id="rId62" Type="http://schemas.openxmlformats.org/officeDocument/2006/relationships/customXml" Target="../ink/ink3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5" Type="http://schemas.openxmlformats.org/officeDocument/2006/relationships/image" Target="../media/image14.png"/><Relationship Id="rId23" Type="http://schemas.openxmlformats.org/officeDocument/2006/relationships/image" Target="../media/image18.png"/><Relationship Id="rId28" Type="http://schemas.openxmlformats.org/officeDocument/2006/relationships/customXml" Target="../ink/ink21.xml"/><Relationship Id="rId36" Type="http://schemas.openxmlformats.org/officeDocument/2006/relationships/customXml" Target="../ink/ink25.xml"/><Relationship Id="rId49" Type="http://schemas.openxmlformats.org/officeDocument/2006/relationships/image" Target="../media/image31.png"/><Relationship Id="rId57" Type="http://schemas.openxmlformats.org/officeDocument/2006/relationships/image" Target="../media/image35.png"/><Relationship Id="rId10" Type="http://schemas.openxmlformats.org/officeDocument/2006/relationships/customXml" Target="../ink/ink12.xml"/><Relationship Id="rId31" Type="http://schemas.openxmlformats.org/officeDocument/2006/relationships/image" Target="../media/image22.png"/><Relationship Id="rId44" Type="http://schemas.openxmlformats.org/officeDocument/2006/relationships/customXml" Target="../ink/ink29.xml"/><Relationship Id="rId52" Type="http://schemas.openxmlformats.org/officeDocument/2006/relationships/customXml" Target="../ink/ink33.xml"/><Relationship Id="rId60" Type="http://schemas.openxmlformats.org/officeDocument/2006/relationships/customXml" Target="../ink/ink37.xml"/><Relationship Id="rId4" Type="http://schemas.openxmlformats.org/officeDocument/2006/relationships/customXml" Target="../ink/ink9.xml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7.xml"/><Relationship Id="rId21" Type="http://schemas.openxmlformats.org/officeDocument/2006/relationships/image" Target="../media/image48.png"/><Relationship Id="rId42" Type="http://schemas.openxmlformats.org/officeDocument/2006/relationships/customXml" Target="../ink/ink59.xml"/><Relationship Id="rId47" Type="http://schemas.openxmlformats.org/officeDocument/2006/relationships/image" Target="../media/image61.png"/><Relationship Id="rId63" Type="http://schemas.openxmlformats.org/officeDocument/2006/relationships/image" Target="../media/image69.png"/><Relationship Id="rId68" Type="http://schemas.openxmlformats.org/officeDocument/2006/relationships/customXml" Target="../ink/ink72.xml"/><Relationship Id="rId84" Type="http://schemas.openxmlformats.org/officeDocument/2006/relationships/customXml" Target="../ink/ink80.xml"/><Relationship Id="rId89" Type="http://schemas.openxmlformats.org/officeDocument/2006/relationships/image" Target="../media/image82.png"/><Relationship Id="rId112" Type="http://schemas.openxmlformats.org/officeDocument/2006/relationships/image" Target="../media/image93.png"/><Relationship Id="rId16" Type="http://schemas.openxmlformats.org/officeDocument/2006/relationships/customXml" Target="../ink/ink46.xml"/><Relationship Id="rId107" Type="http://schemas.openxmlformats.org/officeDocument/2006/relationships/customXml" Target="../ink/ink92.xml"/><Relationship Id="rId11" Type="http://schemas.openxmlformats.org/officeDocument/2006/relationships/image" Target="../media/image43.png"/><Relationship Id="rId32" Type="http://schemas.openxmlformats.org/officeDocument/2006/relationships/customXml" Target="../ink/ink54.xml"/><Relationship Id="rId37" Type="http://schemas.openxmlformats.org/officeDocument/2006/relationships/image" Target="../media/image56.png"/><Relationship Id="rId53" Type="http://schemas.openxmlformats.org/officeDocument/2006/relationships/image" Target="../media/image64.png"/><Relationship Id="rId58" Type="http://schemas.openxmlformats.org/officeDocument/2006/relationships/customXml" Target="../ink/ink67.xml"/><Relationship Id="rId74" Type="http://schemas.openxmlformats.org/officeDocument/2006/relationships/customXml" Target="../ink/ink75.xml"/><Relationship Id="rId79" Type="http://schemas.openxmlformats.org/officeDocument/2006/relationships/image" Target="../media/image77.png"/><Relationship Id="rId102" Type="http://schemas.openxmlformats.org/officeDocument/2006/relationships/image" Target="../media/image88.png"/><Relationship Id="rId123" Type="http://schemas.openxmlformats.org/officeDocument/2006/relationships/customXml" Target="../ink/ink100.xml"/><Relationship Id="rId128" Type="http://schemas.openxmlformats.org/officeDocument/2006/relationships/image" Target="../media/image101.png"/><Relationship Id="rId5" Type="http://schemas.openxmlformats.org/officeDocument/2006/relationships/image" Target="../media/image40.png"/><Relationship Id="rId90" Type="http://schemas.openxmlformats.org/officeDocument/2006/relationships/customXml" Target="../ink/ink83.xml"/><Relationship Id="rId95" Type="http://schemas.openxmlformats.org/officeDocument/2006/relationships/customXml" Target="../ink/ink86.xml"/><Relationship Id="rId22" Type="http://schemas.openxmlformats.org/officeDocument/2006/relationships/customXml" Target="../ink/ink49.xml"/><Relationship Id="rId27" Type="http://schemas.openxmlformats.org/officeDocument/2006/relationships/image" Target="../media/image51.png"/><Relationship Id="rId43" Type="http://schemas.openxmlformats.org/officeDocument/2006/relationships/image" Target="../media/image59.png"/><Relationship Id="rId48" Type="http://schemas.openxmlformats.org/officeDocument/2006/relationships/customXml" Target="../ink/ink62.xml"/><Relationship Id="rId64" Type="http://schemas.openxmlformats.org/officeDocument/2006/relationships/customXml" Target="../ink/ink70.xml"/><Relationship Id="rId69" Type="http://schemas.openxmlformats.org/officeDocument/2006/relationships/image" Target="../media/image72.png"/><Relationship Id="rId113" Type="http://schemas.openxmlformats.org/officeDocument/2006/relationships/customXml" Target="../ink/ink95.xml"/><Relationship Id="rId118" Type="http://schemas.openxmlformats.org/officeDocument/2006/relationships/image" Target="../media/image96.png"/><Relationship Id="rId80" Type="http://schemas.openxmlformats.org/officeDocument/2006/relationships/customXml" Target="../ink/ink78.xml"/><Relationship Id="rId85" Type="http://schemas.openxmlformats.org/officeDocument/2006/relationships/image" Target="../media/image80.png"/><Relationship Id="rId12" Type="http://schemas.openxmlformats.org/officeDocument/2006/relationships/customXml" Target="../ink/ink44.xml"/><Relationship Id="rId17" Type="http://schemas.openxmlformats.org/officeDocument/2006/relationships/image" Target="../media/image46.png"/><Relationship Id="rId33" Type="http://schemas.openxmlformats.org/officeDocument/2006/relationships/image" Target="../media/image54.png"/><Relationship Id="rId38" Type="http://schemas.openxmlformats.org/officeDocument/2006/relationships/customXml" Target="../ink/ink57.xml"/><Relationship Id="rId59" Type="http://schemas.openxmlformats.org/officeDocument/2006/relationships/image" Target="../media/image67.png"/><Relationship Id="rId103" Type="http://schemas.openxmlformats.org/officeDocument/2006/relationships/customXml" Target="../ink/ink90.xml"/><Relationship Id="rId108" Type="http://schemas.openxmlformats.org/officeDocument/2006/relationships/image" Target="../media/image91.png"/><Relationship Id="rId124" Type="http://schemas.openxmlformats.org/officeDocument/2006/relationships/image" Target="../media/image99.png"/><Relationship Id="rId129" Type="http://schemas.openxmlformats.org/officeDocument/2006/relationships/customXml" Target="../ink/ink103.xml"/><Relationship Id="rId54" Type="http://schemas.openxmlformats.org/officeDocument/2006/relationships/customXml" Target="../ink/ink65.xml"/><Relationship Id="rId70" Type="http://schemas.openxmlformats.org/officeDocument/2006/relationships/customXml" Target="../ink/ink73.xml"/><Relationship Id="rId75" Type="http://schemas.openxmlformats.org/officeDocument/2006/relationships/image" Target="../media/image75.png"/><Relationship Id="rId91" Type="http://schemas.openxmlformats.org/officeDocument/2006/relationships/image" Target="../media/image83.png"/><Relationship Id="rId96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1.xml"/><Relationship Id="rId23" Type="http://schemas.openxmlformats.org/officeDocument/2006/relationships/image" Target="../media/image49.png"/><Relationship Id="rId28" Type="http://schemas.openxmlformats.org/officeDocument/2006/relationships/customXml" Target="../ink/ink52.xml"/><Relationship Id="rId49" Type="http://schemas.openxmlformats.org/officeDocument/2006/relationships/image" Target="../media/image62.png"/><Relationship Id="rId114" Type="http://schemas.openxmlformats.org/officeDocument/2006/relationships/image" Target="../media/image94.png"/><Relationship Id="rId119" Type="http://schemas.openxmlformats.org/officeDocument/2006/relationships/customXml" Target="../ink/ink98.xml"/><Relationship Id="rId44" Type="http://schemas.openxmlformats.org/officeDocument/2006/relationships/customXml" Target="../ink/ink60.xml"/><Relationship Id="rId60" Type="http://schemas.openxmlformats.org/officeDocument/2006/relationships/customXml" Target="../ink/ink68.xml"/><Relationship Id="rId65" Type="http://schemas.openxmlformats.org/officeDocument/2006/relationships/image" Target="../media/image70.png"/><Relationship Id="rId81" Type="http://schemas.openxmlformats.org/officeDocument/2006/relationships/image" Target="../media/image78.png"/><Relationship Id="rId86" Type="http://schemas.openxmlformats.org/officeDocument/2006/relationships/customXml" Target="../ink/ink81.xml"/><Relationship Id="rId130" Type="http://schemas.openxmlformats.org/officeDocument/2006/relationships/image" Target="../media/image102.png"/><Relationship Id="rId13" Type="http://schemas.openxmlformats.org/officeDocument/2006/relationships/image" Target="../media/image44.png"/><Relationship Id="rId18" Type="http://schemas.openxmlformats.org/officeDocument/2006/relationships/customXml" Target="../ink/ink47.xml"/><Relationship Id="rId39" Type="http://schemas.openxmlformats.org/officeDocument/2006/relationships/image" Target="../media/image57.png"/><Relationship Id="rId109" Type="http://schemas.openxmlformats.org/officeDocument/2006/relationships/customXml" Target="../ink/ink93.xml"/><Relationship Id="rId34" Type="http://schemas.openxmlformats.org/officeDocument/2006/relationships/customXml" Target="../ink/ink55.xml"/><Relationship Id="rId50" Type="http://schemas.openxmlformats.org/officeDocument/2006/relationships/customXml" Target="../ink/ink63.xml"/><Relationship Id="rId55" Type="http://schemas.openxmlformats.org/officeDocument/2006/relationships/image" Target="../media/image65.png"/><Relationship Id="rId76" Type="http://schemas.openxmlformats.org/officeDocument/2006/relationships/customXml" Target="../ink/ink76.xml"/><Relationship Id="rId97" Type="http://schemas.openxmlformats.org/officeDocument/2006/relationships/customXml" Target="../ink/ink87.xml"/><Relationship Id="rId104" Type="http://schemas.openxmlformats.org/officeDocument/2006/relationships/image" Target="../media/image89.png"/><Relationship Id="rId120" Type="http://schemas.openxmlformats.org/officeDocument/2006/relationships/image" Target="../media/image97.png"/><Relationship Id="rId125" Type="http://schemas.openxmlformats.org/officeDocument/2006/relationships/customXml" Target="../ink/ink101.xml"/><Relationship Id="rId7" Type="http://schemas.openxmlformats.org/officeDocument/2006/relationships/image" Target="../media/image41.png"/><Relationship Id="rId71" Type="http://schemas.openxmlformats.org/officeDocument/2006/relationships/image" Target="../media/image73.png"/><Relationship Id="rId92" Type="http://schemas.openxmlformats.org/officeDocument/2006/relationships/customXml" Target="../ink/ink84.xml"/><Relationship Id="rId2" Type="http://schemas.openxmlformats.org/officeDocument/2006/relationships/customXml" Target="../ink/ink39.xml"/><Relationship Id="rId29" Type="http://schemas.openxmlformats.org/officeDocument/2006/relationships/image" Target="../media/image52.png"/><Relationship Id="rId24" Type="http://schemas.openxmlformats.org/officeDocument/2006/relationships/customXml" Target="../ink/ink50.xml"/><Relationship Id="rId40" Type="http://schemas.openxmlformats.org/officeDocument/2006/relationships/customXml" Target="../ink/ink58.xml"/><Relationship Id="rId45" Type="http://schemas.openxmlformats.org/officeDocument/2006/relationships/image" Target="../media/image60.png"/><Relationship Id="rId66" Type="http://schemas.openxmlformats.org/officeDocument/2006/relationships/customXml" Target="../ink/ink71.xml"/><Relationship Id="rId87" Type="http://schemas.openxmlformats.org/officeDocument/2006/relationships/image" Target="../media/image81.png"/><Relationship Id="rId110" Type="http://schemas.openxmlformats.org/officeDocument/2006/relationships/image" Target="../media/image92.png"/><Relationship Id="rId115" Type="http://schemas.openxmlformats.org/officeDocument/2006/relationships/customXml" Target="../ink/ink96.xml"/><Relationship Id="rId61" Type="http://schemas.openxmlformats.org/officeDocument/2006/relationships/image" Target="../media/image68.png"/><Relationship Id="rId82" Type="http://schemas.openxmlformats.org/officeDocument/2006/relationships/customXml" Target="../ink/ink79.xml"/><Relationship Id="rId19" Type="http://schemas.openxmlformats.org/officeDocument/2006/relationships/image" Target="../media/image47.png"/><Relationship Id="rId14" Type="http://schemas.openxmlformats.org/officeDocument/2006/relationships/customXml" Target="../ink/ink45.xml"/><Relationship Id="rId30" Type="http://schemas.openxmlformats.org/officeDocument/2006/relationships/customXml" Target="../ink/ink53.xml"/><Relationship Id="rId35" Type="http://schemas.openxmlformats.org/officeDocument/2006/relationships/image" Target="../media/image55.png"/><Relationship Id="rId56" Type="http://schemas.openxmlformats.org/officeDocument/2006/relationships/customXml" Target="../ink/ink66.xml"/><Relationship Id="rId77" Type="http://schemas.openxmlformats.org/officeDocument/2006/relationships/image" Target="../media/image76.png"/><Relationship Id="rId100" Type="http://schemas.openxmlformats.org/officeDocument/2006/relationships/image" Target="../media/image87.png"/><Relationship Id="rId105" Type="http://schemas.openxmlformats.org/officeDocument/2006/relationships/customXml" Target="../ink/ink91.xml"/><Relationship Id="rId126" Type="http://schemas.openxmlformats.org/officeDocument/2006/relationships/image" Target="../media/image100.png"/><Relationship Id="rId8" Type="http://schemas.openxmlformats.org/officeDocument/2006/relationships/customXml" Target="../ink/ink42.xml"/><Relationship Id="rId51" Type="http://schemas.openxmlformats.org/officeDocument/2006/relationships/image" Target="../media/image63.png"/><Relationship Id="rId72" Type="http://schemas.openxmlformats.org/officeDocument/2006/relationships/customXml" Target="../ink/ink74.xml"/><Relationship Id="rId93" Type="http://schemas.openxmlformats.org/officeDocument/2006/relationships/image" Target="../media/image84.png"/><Relationship Id="rId98" Type="http://schemas.openxmlformats.org/officeDocument/2006/relationships/image" Target="../media/image86.png"/><Relationship Id="rId121" Type="http://schemas.openxmlformats.org/officeDocument/2006/relationships/customXml" Target="../ink/ink99.xml"/><Relationship Id="rId3" Type="http://schemas.openxmlformats.org/officeDocument/2006/relationships/image" Target="../media/image39.png"/><Relationship Id="rId25" Type="http://schemas.openxmlformats.org/officeDocument/2006/relationships/image" Target="../media/image50.png"/><Relationship Id="rId46" Type="http://schemas.openxmlformats.org/officeDocument/2006/relationships/customXml" Target="../ink/ink61.xml"/><Relationship Id="rId67" Type="http://schemas.openxmlformats.org/officeDocument/2006/relationships/image" Target="../media/image71.png"/><Relationship Id="rId116" Type="http://schemas.openxmlformats.org/officeDocument/2006/relationships/image" Target="../media/image95.png"/><Relationship Id="rId20" Type="http://schemas.openxmlformats.org/officeDocument/2006/relationships/customXml" Target="../ink/ink48.xml"/><Relationship Id="rId41" Type="http://schemas.openxmlformats.org/officeDocument/2006/relationships/image" Target="../media/image58.png"/><Relationship Id="rId62" Type="http://schemas.openxmlformats.org/officeDocument/2006/relationships/customXml" Target="../ink/ink69.xml"/><Relationship Id="rId83" Type="http://schemas.openxmlformats.org/officeDocument/2006/relationships/image" Target="../media/image79.png"/><Relationship Id="rId88" Type="http://schemas.openxmlformats.org/officeDocument/2006/relationships/customXml" Target="../ink/ink82.xml"/><Relationship Id="rId111" Type="http://schemas.openxmlformats.org/officeDocument/2006/relationships/customXml" Target="../ink/ink94.xml"/><Relationship Id="rId15" Type="http://schemas.openxmlformats.org/officeDocument/2006/relationships/image" Target="../media/image45.png"/><Relationship Id="rId36" Type="http://schemas.openxmlformats.org/officeDocument/2006/relationships/customXml" Target="../ink/ink56.xml"/><Relationship Id="rId57" Type="http://schemas.openxmlformats.org/officeDocument/2006/relationships/image" Target="../media/image66.png"/><Relationship Id="rId106" Type="http://schemas.openxmlformats.org/officeDocument/2006/relationships/image" Target="../media/image90.png"/><Relationship Id="rId127" Type="http://schemas.openxmlformats.org/officeDocument/2006/relationships/customXml" Target="../ink/ink102.xml"/><Relationship Id="rId10" Type="http://schemas.openxmlformats.org/officeDocument/2006/relationships/customXml" Target="../ink/ink43.xml"/><Relationship Id="rId31" Type="http://schemas.openxmlformats.org/officeDocument/2006/relationships/image" Target="../media/image53.png"/><Relationship Id="rId52" Type="http://schemas.openxmlformats.org/officeDocument/2006/relationships/customXml" Target="../ink/ink64.xml"/><Relationship Id="rId73" Type="http://schemas.openxmlformats.org/officeDocument/2006/relationships/image" Target="../media/image74.png"/><Relationship Id="rId78" Type="http://schemas.openxmlformats.org/officeDocument/2006/relationships/customXml" Target="../ink/ink77.xml"/><Relationship Id="rId94" Type="http://schemas.openxmlformats.org/officeDocument/2006/relationships/customXml" Target="../ink/ink85.xml"/><Relationship Id="rId99" Type="http://schemas.openxmlformats.org/officeDocument/2006/relationships/customXml" Target="../ink/ink88.xml"/><Relationship Id="rId101" Type="http://schemas.openxmlformats.org/officeDocument/2006/relationships/customXml" Target="../ink/ink89.xml"/><Relationship Id="rId122" Type="http://schemas.openxmlformats.org/officeDocument/2006/relationships/image" Target="../media/image98.png"/><Relationship Id="rId4" Type="http://schemas.openxmlformats.org/officeDocument/2006/relationships/customXml" Target="../ink/ink40.xml"/><Relationship Id="rId9" Type="http://schemas.openxmlformats.org/officeDocument/2006/relationships/image" Target="../media/image42.png"/><Relationship Id="rId26" Type="http://schemas.openxmlformats.org/officeDocument/2006/relationships/customXml" Target="../ink/ink51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6.xml"/><Relationship Id="rId117" Type="http://schemas.openxmlformats.org/officeDocument/2006/relationships/customXml" Target="../ink/ink162.xml"/><Relationship Id="rId21" Type="http://schemas.openxmlformats.org/officeDocument/2006/relationships/image" Target="../media/image111.png"/><Relationship Id="rId42" Type="http://schemas.openxmlformats.org/officeDocument/2006/relationships/customXml" Target="../ink/ink124.xml"/><Relationship Id="rId47" Type="http://schemas.openxmlformats.org/officeDocument/2006/relationships/image" Target="../media/image124.png"/><Relationship Id="rId63" Type="http://schemas.openxmlformats.org/officeDocument/2006/relationships/image" Target="../media/image132.png"/><Relationship Id="rId68" Type="http://schemas.openxmlformats.org/officeDocument/2006/relationships/customXml" Target="../ink/ink137.xml"/><Relationship Id="rId84" Type="http://schemas.openxmlformats.org/officeDocument/2006/relationships/customXml" Target="../ink/ink145.xml"/><Relationship Id="rId89" Type="http://schemas.openxmlformats.org/officeDocument/2006/relationships/image" Target="../media/image145.png"/><Relationship Id="rId112" Type="http://schemas.openxmlformats.org/officeDocument/2006/relationships/image" Target="../media/image156.png"/><Relationship Id="rId16" Type="http://schemas.openxmlformats.org/officeDocument/2006/relationships/customXml" Target="../ink/ink111.xml"/><Relationship Id="rId107" Type="http://schemas.openxmlformats.org/officeDocument/2006/relationships/customXml" Target="../ink/ink157.xml"/><Relationship Id="rId11" Type="http://schemas.openxmlformats.org/officeDocument/2006/relationships/image" Target="../media/image107.png"/><Relationship Id="rId32" Type="http://schemas.openxmlformats.org/officeDocument/2006/relationships/customXml" Target="../ink/ink119.xml"/><Relationship Id="rId37" Type="http://schemas.openxmlformats.org/officeDocument/2006/relationships/image" Target="../media/image119.png"/><Relationship Id="rId53" Type="http://schemas.openxmlformats.org/officeDocument/2006/relationships/image" Target="../media/image127.png"/><Relationship Id="rId58" Type="http://schemas.openxmlformats.org/officeDocument/2006/relationships/customXml" Target="../ink/ink132.xml"/><Relationship Id="rId74" Type="http://schemas.openxmlformats.org/officeDocument/2006/relationships/customXml" Target="../ink/ink140.xml"/><Relationship Id="rId79" Type="http://schemas.openxmlformats.org/officeDocument/2006/relationships/image" Target="../media/image140.png"/><Relationship Id="rId102" Type="http://schemas.openxmlformats.org/officeDocument/2006/relationships/customXml" Target="../ink/ink154.xml"/><Relationship Id="rId123" Type="http://schemas.openxmlformats.org/officeDocument/2006/relationships/customXml" Target="../ink/ink165.xml"/><Relationship Id="rId5" Type="http://schemas.openxmlformats.org/officeDocument/2006/relationships/image" Target="../media/image104.png"/><Relationship Id="rId90" Type="http://schemas.openxmlformats.org/officeDocument/2006/relationships/customXml" Target="../ink/ink148.xml"/><Relationship Id="rId95" Type="http://schemas.openxmlformats.org/officeDocument/2006/relationships/image" Target="../media/image148.png"/><Relationship Id="rId22" Type="http://schemas.openxmlformats.org/officeDocument/2006/relationships/customXml" Target="../ink/ink114.xml"/><Relationship Id="rId27" Type="http://schemas.openxmlformats.org/officeDocument/2006/relationships/image" Target="../media/image114.png"/><Relationship Id="rId43" Type="http://schemas.openxmlformats.org/officeDocument/2006/relationships/image" Target="../media/image122.png"/><Relationship Id="rId48" Type="http://schemas.openxmlformats.org/officeDocument/2006/relationships/customXml" Target="../ink/ink127.xml"/><Relationship Id="rId64" Type="http://schemas.openxmlformats.org/officeDocument/2006/relationships/customXml" Target="../ink/ink135.xml"/><Relationship Id="rId69" Type="http://schemas.openxmlformats.org/officeDocument/2006/relationships/image" Target="../media/image135.png"/><Relationship Id="rId113" Type="http://schemas.openxmlformats.org/officeDocument/2006/relationships/customXml" Target="../ink/ink160.xml"/><Relationship Id="rId118" Type="http://schemas.openxmlformats.org/officeDocument/2006/relationships/image" Target="../media/image159.png"/><Relationship Id="rId80" Type="http://schemas.openxmlformats.org/officeDocument/2006/relationships/customXml" Target="../ink/ink143.xml"/><Relationship Id="rId85" Type="http://schemas.openxmlformats.org/officeDocument/2006/relationships/image" Target="../media/image143.png"/><Relationship Id="rId12" Type="http://schemas.openxmlformats.org/officeDocument/2006/relationships/customXml" Target="../ink/ink109.xml"/><Relationship Id="rId17" Type="http://schemas.openxmlformats.org/officeDocument/2006/relationships/image" Target="../media/image109.png"/><Relationship Id="rId33" Type="http://schemas.openxmlformats.org/officeDocument/2006/relationships/image" Target="../media/image117.png"/><Relationship Id="rId38" Type="http://schemas.openxmlformats.org/officeDocument/2006/relationships/customXml" Target="../ink/ink122.xml"/><Relationship Id="rId59" Type="http://schemas.openxmlformats.org/officeDocument/2006/relationships/image" Target="../media/image130.png"/><Relationship Id="rId103" Type="http://schemas.openxmlformats.org/officeDocument/2006/relationships/image" Target="../media/image152.png"/><Relationship Id="rId108" Type="http://schemas.openxmlformats.org/officeDocument/2006/relationships/image" Target="../media/image154.png"/><Relationship Id="rId124" Type="http://schemas.openxmlformats.org/officeDocument/2006/relationships/image" Target="../media/image162.png"/><Relationship Id="rId54" Type="http://schemas.openxmlformats.org/officeDocument/2006/relationships/customXml" Target="../ink/ink130.xml"/><Relationship Id="rId70" Type="http://schemas.openxmlformats.org/officeDocument/2006/relationships/customXml" Target="../ink/ink138.xml"/><Relationship Id="rId75" Type="http://schemas.openxmlformats.org/officeDocument/2006/relationships/image" Target="../media/image138.png"/><Relationship Id="rId91" Type="http://schemas.openxmlformats.org/officeDocument/2006/relationships/image" Target="../media/image146.png"/><Relationship Id="rId96" Type="http://schemas.openxmlformats.org/officeDocument/2006/relationships/customXml" Target="../ink/ink15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6.xml"/><Relationship Id="rId23" Type="http://schemas.openxmlformats.org/officeDocument/2006/relationships/image" Target="../media/image112.png"/><Relationship Id="rId28" Type="http://schemas.openxmlformats.org/officeDocument/2006/relationships/customXml" Target="../ink/ink117.xml"/><Relationship Id="rId49" Type="http://schemas.openxmlformats.org/officeDocument/2006/relationships/image" Target="../media/image125.png"/><Relationship Id="rId114" Type="http://schemas.openxmlformats.org/officeDocument/2006/relationships/image" Target="../media/image157.png"/><Relationship Id="rId119" Type="http://schemas.openxmlformats.org/officeDocument/2006/relationships/customXml" Target="../ink/ink163.xml"/><Relationship Id="rId44" Type="http://schemas.openxmlformats.org/officeDocument/2006/relationships/customXml" Target="../ink/ink125.xml"/><Relationship Id="rId60" Type="http://schemas.openxmlformats.org/officeDocument/2006/relationships/customXml" Target="../ink/ink133.xml"/><Relationship Id="rId65" Type="http://schemas.openxmlformats.org/officeDocument/2006/relationships/image" Target="../media/image133.png"/><Relationship Id="rId81" Type="http://schemas.openxmlformats.org/officeDocument/2006/relationships/image" Target="../media/image141.png"/><Relationship Id="rId86" Type="http://schemas.openxmlformats.org/officeDocument/2006/relationships/customXml" Target="../ink/ink146.xml"/><Relationship Id="rId4" Type="http://schemas.openxmlformats.org/officeDocument/2006/relationships/customXml" Target="../ink/ink105.xml"/><Relationship Id="rId9" Type="http://schemas.openxmlformats.org/officeDocument/2006/relationships/image" Target="../media/image106.png"/><Relationship Id="rId13" Type="http://schemas.openxmlformats.org/officeDocument/2006/relationships/image" Target="../media/image108.png"/><Relationship Id="rId18" Type="http://schemas.openxmlformats.org/officeDocument/2006/relationships/customXml" Target="../ink/ink112.xml"/><Relationship Id="rId39" Type="http://schemas.openxmlformats.org/officeDocument/2006/relationships/image" Target="../media/image120.png"/><Relationship Id="rId109" Type="http://schemas.openxmlformats.org/officeDocument/2006/relationships/customXml" Target="../ink/ink158.xml"/><Relationship Id="rId34" Type="http://schemas.openxmlformats.org/officeDocument/2006/relationships/customXml" Target="../ink/ink120.xml"/><Relationship Id="rId50" Type="http://schemas.openxmlformats.org/officeDocument/2006/relationships/customXml" Target="../ink/ink128.xml"/><Relationship Id="rId55" Type="http://schemas.openxmlformats.org/officeDocument/2006/relationships/image" Target="../media/image128.png"/><Relationship Id="rId76" Type="http://schemas.openxmlformats.org/officeDocument/2006/relationships/customXml" Target="../ink/ink141.xml"/><Relationship Id="rId97" Type="http://schemas.openxmlformats.org/officeDocument/2006/relationships/image" Target="../media/image149.png"/><Relationship Id="rId104" Type="http://schemas.openxmlformats.org/officeDocument/2006/relationships/customXml" Target="../ink/ink155.xml"/><Relationship Id="rId120" Type="http://schemas.openxmlformats.org/officeDocument/2006/relationships/image" Target="../media/image160.png"/><Relationship Id="rId7" Type="http://schemas.openxmlformats.org/officeDocument/2006/relationships/image" Target="../media/image105.png"/><Relationship Id="rId71" Type="http://schemas.openxmlformats.org/officeDocument/2006/relationships/image" Target="../media/image136.png"/><Relationship Id="rId92" Type="http://schemas.openxmlformats.org/officeDocument/2006/relationships/customXml" Target="../ink/ink149.xml"/><Relationship Id="rId2" Type="http://schemas.openxmlformats.org/officeDocument/2006/relationships/customXml" Target="../ink/ink104.xml"/><Relationship Id="rId29" Type="http://schemas.openxmlformats.org/officeDocument/2006/relationships/image" Target="../media/image115.png"/><Relationship Id="rId24" Type="http://schemas.openxmlformats.org/officeDocument/2006/relationships/customXml" Target="../ink/ink115.xml"/><Relationship Id="rId40" Type="http://schemas.openxmlformats.org/officeDocument/2006/relationships/customXml" Target="../ink/ink123.xml"/><Relationship Id="rId45" Type="http://schemas.openxmlformats.org/officeDocument/2006/relationships/image" Target="../media/image123.png"/><Relationship Id="rId66" Type="http://schemas.openxmlformats.org/officeDocument/2006/relationships/customXml" Target="../ink/ink136.xml"/><Relationship Id="rId87" Type="http://schemas.openxmlformats.org/officeDocument/2006/relationships/image" Target="../media/image144.png"/><Relationship Id="rId110" Type="http://schemas.openxmlformats.org/officeDocument/2006/relationships/image" Target="../media/image155.png"/><Relationship Id="rId115" Type="http://schemas.openxmlformats.org/officeDocument/2006/relationships/customXml" Target="../ink/ink161.xml"/><Relationship Id="rId61" Type="http://schemas.openxmlformats.org/officeDocument/2006/relationships/image" Target="../media/image131.png"/><Relationship Id="rId82" Type="http://schemas.openxmlformats.org/officeDocument/2006/relationships/customXml" Target="../ink/ink144.xml"/><Relationship Id="rId19" Type="http://schemas.openxmlformats.org/officeDocument/2006/relationships/image" Target="../media/image110.png"/><Relationship Id="rId14" Type="http://schemas.openxmlformats.org/officeDocument/2006/relationships/customXml" Target="../ink/ink110.xml"/><Relationship Id="rId30" Type="http://schemas.openxmlformats.org/officeDocument/2006/relationships/customXml" Target="../ink/ink118.xml"/><Relationship Id="rId35" Type="http://schemas.openxmlformats.org/officeDocument/2006/relationships/image" Target="../media/image118.png"/><Relationship Id="rId56" Type="http://schemas.openxmlformats.org/officeDocument/2006/relationships/customXml" Target="../ink/ink131.xml"/><Relationship Id="rId77" Type="http://schemas.openxmlformats.org/officeDocument/2006/relationships/image" Target="../media/image139.png"/><Relationship Id="rId100" Type="http://schemas.openxmlformats.org/officeDocument/2006/relationships/customXml" Target="../ink/ink153.xml"/><Relationship Id="rId105" Type="http://schemas.openxmlformats.org/officeDocument/2006/relationships/image" Target="../media/image153.png"/><Relationship Id="rId8" Type="http://schemas.openxmlformats.org/officeDocument/2006/relationships/customXml" Target="../ink/ink107.xml"/><Relationship Id="rId51" Type="http://schemas.openxmlformats.org/officeDocument/2006/relationships/image" Target="../media/image126.png"/><Relationship Id="rId72" Type="http://schemas.openxmlformats.org/officeDocument/2006/relationships/customXml" Target="../ink/ink139.xml"/><Relationship Id="rId93" Type="http://schemas.openxmlformats.org/officeDocument/2006/relationships/image" Target="../media/image147.png"/><Relationship Id="rId98" Type="http://schemas.openxmlformats.org/officeDocument/2006/relationships/customXml" Target="../ink/ink152.xml"/><Relationship Id="rId121" Type="http://schemas.openxmlformats.org/officeDocument/2006/relationships/customXml" Target="../ink/ink164.xml"/><Relationship Id="rId3" Type="http://schemas.openxmlformats.org/officeDocument/2006/relationships/image" Target="../media/image103.png"/><Relationship Id="rId25" Type="http://schemas.openxmlformats.org/officeDocument/2006/relationships/image" Target="../media/image113.png"/><Relationship Id="rId46" Type="http://schemas.openxmlformats.org/officeDocument/2006/relationships/customXml" Target="../ink/ink126.xml"/><Relationship Id="rId67" Type="http://schemas.openxmlformats.org/officeDocument/2006/relationships/image" Target="../media/image134.png"/><Relationship Id="rId116" Type="http://schemas.openxmlformats.org/officeDocument/2006/relationships/image" Target="../media/image158.png"/><Relationship Id="rId20" Type="http://schemas.openxmlformats.org/officeDocument/2006/relationships/customXml" Target="../ink/ink113.xml"/><Relationship Id="rId41" Type="http://schemas.openxmlformats.org/officeDocument/2006/relationships/image" Target="../media/image121.png"/><Relationship Id="rId62" Type="http://schemas.openxmlformats.org/officeDocument/2006/relationships/customXml" Target="../ink/ink134.xml"/><Relationship Id="rId83" Type="http://schemas.openxmlformats.org/officeDocument/2006/relationships/image" Target="../media/image142.png"/><Relationship Id="rId88" Type="http://schemas.openxmlformats.org/officeDocument/2006/relationships/customXml" Target="../ink/ink147.xml"/><Relationship Id="rId111" Type="http://schemas.openxmlformats.org/officeDocument/2006/relationships/customXml" Target="../ink/ink159.xml"/><Relationship Id="rId15" Type="http://schemas.openxmlformats.org/officeDocument/2006/relationships/image" Target="../media/image54.png"/><Relationship Id="rId36" Type="http://schemas.openxmlformats.org/officeDocument/2006/relationships/customXml" Target="../ink/ink121.xml"/><Relationship Id="rId57" Type="http://schemas.openxmlformats.org/officeDocument/2006/relationships/image" Target="../media/image129.png"/><Relationship Id="rId106" Type="http://schemas.openxmlformats.org/officeDocument/2006/relationships/customXml" Target="../ink/ink156.xml"/><Relationship Id="rId10" Type="http://schemas.openxmlformats.org/officeDocument/2006/relationships/customXml" Target="../ink/ink108.xml"/><Relationship Id="rId31" Type="http://schemas.openxmlformats.org/officeDocument/2006/relationships/image" Target="../media/image116.png"/><Relationship Id="rId52" Type="http://schemas.openxmlformats.org/officeDocument/2006/relationships/customXml" Target="../ink/ink129.xml"/><Relationship Id="rId73" Type="http://schemas.openxmlformats.org/officeDocument/2006/relationships/image" Target="../media/image137.png"/><Relationship Id="rId78" Type="http://schemas.openxmlformats.org/officeDocument/2006/relationships/customXml" Target="../ink/ink142.xml"/><Relationship Id="rId94" Type="http://schemas.openxmlformats.org/officeDocument/2006/relationships/customXml" Target="../ink/ink150.xml"/><Relationship Id="rId99" Type="http://schemas.openxmlformats.org/officeDocument/2006/relationships/image" Target="../media/image150.png"/><Relationship Id="rId101" Type="http://schemas.openxmlformats.org/officeDocument/2006/relationships/image" Target="../media/image151.png"/><Relationship Id="rId122" Type="http://schemas.openxmlformats.org/officeDocument/2006/relationships/image" Target="../media/image16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9.xml"/><Relationship Id="rId13" Type="http://schemas.openxmlformats.org/officeDocument/2006/relationships/image" Target="../media/image168.png"/><Relationship Id="rId18" Type="http://schemas.openxmlformats.org/officeDocument/2006/relationships/customXml" Target="../ink/ink174.xml"/><Relationship Id="rId3" Type="http://schemas.openxmlformats.org/officeDocument/2006/relationships/image" Target="../media/image163.png"/><Relationship Id="rId7" Type="http://schemas.openxmlformats.org/officeDocument/2006/relationships/image" Target="../media/image165.png"/><Relationship Id="rId12" Type="http://schemas.openxmlformats.org/officeDocument/2006/relationships/customXml" Target="../ink/ink171.xml"/><Relationship Id="rId17" Type="http://schemas.openxmlformats.org/officeDocument/2006/relationships/image" Target="../media/image170.png"/><Relationship Id="rId2" Type="http://schemas.openxmlformats.org/officeDocument/2006/relationships/customXml" Target="../ink/ink166.xml"/><Relationship Id="rId16" Type="http://schemas.openxmlformats.org/officeDocument/2006/relationships/customXml" Target="../ink/ink17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8.xml"/><Relationship Id="rId11" Type="http://schemas.openxmlformats.org/officeDocument/2006/relationships/image" Target="../media/image167.png"/><Relationship Id="rId5" Type="http://schemas.openxmlformats.org/officeDocument/2006/relationships/image" Target="../media/image164.png"/><Relationship Id="rId15" Type="http://schemas.openxmlformats.org/officeDocument/2006/relationships/image" Target="../media/image169.png"/><Relationship Id="rId10" Type="http://schemas.openxmlformats.org/officeDocument/2006/relationships/customXml" Target="../ink/ink170.xml"/><Relationship Id="rId19" Type="http://schemas.openxmlformats.org/officeDocument/2006/relationships/image" Target="../media/image171.png"/><Relationship Id="rId4" Type="http://schemas.openxmlformats.org/officeDocument/2006/relationships/customXml" Target="../ink/ink167.xml"/><Relationship Id="rId9" Type="http://schemas.openxmlformats.org/officeDocument/2006/relationships/image" Target="../media/image166.png"/><Relationship Id="rId14" Type="http://schemas.openxmlformats.org/officeDocument/2006/relationships/customXml" Target="../ink/ink17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Instant</a:t>
            </a:r>
            <a:r>
              <a:rPr spc="-15" dirty="0"/>
              <a:t> </a:t>
            </a:r>
            <a:r>
              <a:rPr spc="-5" dirty="0"/>
              <a:t>Messaging</a:t>
            </a:r>
            <a:r>
              <a:rPr dirty="0"/>
              <a:t> </a:t>
            </a:r>
            <a:r>
              <a:rPr spc="5" dirty="0"/>
              <a:t>service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158" y="3893311"/>
            <a:ext cx="30467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888888"/>
                </a:solidFill>
                <a:latin typeface="Calibri"/>
                <a:cs typeface="Calibri"/>
              </a:rPr>
              <a:t>Juan Luis </a:t>
            </a:r>
            <a:r>
              <a:rPr sz="3200" spc="-10" dirty="0">
                <a:solidFill>
                  <a:srgbClr val="888888"/>
                </a:solidFill>
                <a:latin typeface="Calibri"/>
                <a:cs typeface="Calibri"/>
              </a:rPr>
              <a:t>Gorricho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3731" y="462343"/>
            <a:ext cx="325627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First</a:t>
            </a:r>
            <a:r>
              <a:rPr spc="-35" dirty="0"/>
              <a:t> </a:t>
            </a:r>
            <a:r>
              <a:rPr spc="-15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8544"/>
            <a:ext cx="7936865" cy="42195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marR="1001394" indent="-342900">
              <a:lnSpc>
                <a:spcPts val="3460"/>
              </a:lnSpc>
              <a:spcBef>
                <a:spcPts val="5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This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first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approach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implementing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an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instant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messaging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service.</a:t>
            </a:r>
            <a:endParaRPr sz="3200">
              <a:latin typeface="Calibri"/>
              <a:cs typeface="Calibri"/>
            </a:endParaRPr>
          </a:p>
          <a:p>
            <a:pPr marL="354965" marR="267335" indent="-342900">
              <a:lnSpc>
                <a:spcPts val="3460"/>
              </a:lnSpc>
              <a:spcBef>
                <a:spcPts val="7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This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approach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focuses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defining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interfaces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their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implementations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manage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usual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data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instant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messaging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service: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TopicManager,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Publisher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and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Subscriber.</a:t>
            </a:r>
            <a:endParaRPr sz="3200">
              <a:latin typeface="Calibri"/>
              <a:cs typeface="Calibri"/>
            </a:endParaRPr>
          </a:p>
          <a:p>
            <a:pPr marL="354965" marR="5080" indent="-342900">
              <a:lnSpc>
                <a:spcPts val="3460"/>
              </a:lnSpc>
              <a:spcBef>
                <a:spcPts val="75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approach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uses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Swing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clients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instead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of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Internet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browsers,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and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it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doesn't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consider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any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persistence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at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server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or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client.</a:t>
            </a:r>
            <a:endParaRPr sz="32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D96C0339-2C8E-25F0-DAA7-003591326BD2}"/>
                  </a:ext>
                </a:extLst>
              </p14:cNvPr>
              <p14:cNvContentPartPr/>
              <p14:nvPr/>
            </p14:nvContentPartPr>
            <p14:xfrm>
              <a:off x="921897" y="2725350"/>
              <a:ext cx="7239240" cy="12744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D96C0339-2C8E-25F0-DAA7-003591326BD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7897" y="2617710"/>
                <a:ext cx="734688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3A8F994E-CE0C-A3EB-E18B-C9AC282FB29E}"/>
                  </a:ext>
                </a:extLst>
              </p14:cNvPr>
              <p14:cNvContentPartPr/>
              <p14:nvPr/>
            </p14:nvContentPartPr>
            <p14:xfrm>
              <a:off x="969057" y="3194430"/>
              <a:ext cx="6890760" cy="19656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3A8F994E-CE0C-A3EB-E18B-C9AC282FB2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5417" y="3086790"/>
                <a:ext cx="699840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0CEE4E62-016B-2AA9-CFF0-E18567BDC845}"/>
                  </a:ext>
                </a:extLst>
              </p14:cNvPr>
              <p14:cNvContentPartPr/>
              <p14:nvPr/>
            </p14:nvContentPartPr>
            <p14:xfrm>
              <a:off x="885177" y="3698070"/>
              <a:ext cx="7102800" cy="9864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0CEE4E62-016B-2AA9-CFF0-E18567BDC84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1177" y="3590430"/>
                <a:ext cx="721044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44EEF0AB-206E-FE76-2BBF-3FD1625C9FD5}"/>
                  </a:ext>
                </a:extLst>
              </p14:cNvPr>
              <p14:cNvContentPartPr/>
              <p14:nvPr/>
            </p14:nvContentPartPr>
            <p14:xfrm>
              <a:off x="934137" y="4137270"/>
              <a:ext cx="6533640" cy="12996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44EEF0AB-206E-FE76-2BBF-3FD1625C9FD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0137" y="4029630"/>
                <a:ext cx="664128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51EAE1BC-699E-AA23-BCA5-58A1DF290428}"/>
                  </a:ext>
                </a:extLst>
              </p14:cNvPr>
              <p14:cNvContentPartPr/>
              <p14:nvPr/>
            </p14:nvContentPartPr>
            <p14:xfrm>
              <a:off x="886617" y="4651710"/>
              <a:ext cx="7349760" cy="18540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51EAE1BC-699E-AA23-BCA5-58A1DF29042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32977" y="4544070"/>
                <a:ext cx="745740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B691B879-689F-46F8-9D2C-0F9B5D0055A5}"/>
                  </a:ext>
                </a:extLst>
              </p14:cNvPr>
              <p14:cNvContentPartPr/>
              <p14:nvPr/>
            </p14:nvContentPartPr>
            <p14:xfrm>
              <a:off x="788697" y="5118270"/>
              <a:ext cx="7933320" cy="14040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B691B879-689F-46F8-9D2C-0F9B5D0055A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35057" y="5010270"/>
                <a:ext cx="804096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4AFBBEA8-F8E5-1FEB-794A-AE3F9120F791}"/>
                  </a:ext>
                </a:extLst>
              </p14:cNvPr>
              <p14:cNvContentPartPr/>
              <p14:nvPr/>
            </p14:nvContentPartPr>
            <p14:xfrm>
              <a:off x="897057" y="5501670"/>
              <a:ext cx="6333480" cy="19296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4AFBBEA8-F8E5-1FEB-794A-AE3F9120F79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43057" y="5394030"/>
                <a:ext cx="6441120" cy="408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6778" y="462343"/>
            <a:ext cx="22694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</a:t>
            </a:r>
            <a:r>
              <a:rPr spc="-50" dirty="0"/>
              <a:t>n</a:t>
            </a:r>
            <a:r>
              <a:rPr spc="-55" dirty="0"/>
              <a:t>t</a:t>
            </a:r>
            <a:r>
              <a:rPr spc="-5" dirty="0"/>
              <a:t>er</a:t>
            </a:r>
            <a:r>
              <a:rPr spc="-85" dirty="0"/>
              <a:t>f</a:t>
            </a:r>
            <a:r>
              <a:rPr spc="-5" dirty="0"/>
              <a:t>aces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0299" y="1741827"/>
            <a:ext cx="4059554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dirty="0">
                <a:latin typeface="Courier New"/>
                <a:cs typeface="Courier New"/>
              </a:rPr>
              <a:t>public</a:t>
            </a:r>
            <a:r>
              <a:rPr sz="1700" spc="-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interface </a:t>
            </a:r>
            <a:r>
              <a:rPr sz="1700" b="1" dirty="0">
                <a:latin typeface="Courier New"/>
                <a:cs typeface="Courier New"/>
              </a:rPr>
              <a:t>TopicManager</a:t>
            </a:r>
            <a:r>
              <a:rPr sz="1700" b="1" spc="5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{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0800" y="2259809"/>
            <a:ext cx="1457325" cy="106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700" dirty="0">
                <a:latin typeface="Courier New"/>
                <a:cs typeface="Courier New"/>
              </a:rPr>
              <a:t>Publisher </a:t>
            </a:r>
            <a:r>
              <a:rPr sz="1700" spc="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void </a:t>
            </a:r>
            <a:r>
              <a:rPr sz="1700" spc="5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T</a:t>
            </a:r>
            <a:r>
              <a:rPr sz="1700" dirty="0">
                <a:latin typeface="Courier New"/>
                <a:cs typeface="Courier New"/>
              </a:rPr>
              <a:t>opic</a:t>
            </a:r>
            <a:r>
              <a:rPr sz="1700" spc="-5" dirty="0">
                <a:latin typeface="Courier New"/>
                <a:cs typeface="Courier New"/>
              </a:rPr>
              <a:t>_</a:t>
            </a:r>
            <a:r>
              <a:rPr sz="1700" dirty="0">
                <a:latin typeface="Courier New"/>
                <a:cs typeface="Courier New"/>
              </a:rPr>
              <a:t>check  </a:t>
            </a:r>
            <a:r>
              <a:rPr sz="1700" spc="-5" dirty="0">
                <a:latin typeface="Courier New"/>
                <a:cs typeface="Courier New"/>
              </a:rPr>
              <a:t>L</a:t>
            </a:r>
            <a:r>
              <a:rPr sz="1700" dirty="0">
                <a:latin typeface="Courier New"/>
                <a:cs typeface="Courier New"/>
              </a:rPr>
              <a:t>ist&lt;</a:t>
            </a:r>
            <a:r>
              <a:rPr sz="1700" spc="-5" dirty="0">
                <a:latin typeface="Courier New"/>
                <a:cs typeface="Courier New"/>
              </a:rPr>
              <a:t>T</a:t>
            </a:r>
            <a:r>
              <a:rPr sz="1700" dirty="0">
                <a:latin typeface="Courier New"/>
                <a:cs typeface="Courier New"/>
              </a:rPr>
              <a:t>opic&gt;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72082" y="2259809"/>
            <a:ext cx="4968875" cy="106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700" dirty="0">
                <a:latin typeface="Courier New"/>
                <a:cs typeface="Courier New"/>
              </a:rPr>
              <a:t>addPublisherToTopic(Topic</a:t>
            </a:r>
            <a:r>
              <a:rPr sz="1700" spc="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topic); </a:t>
            </a:r>
            <a:r>
              <a:rPr sz="1700" spc="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removePublisherFromTopic(Topic topic); </a:t>
            </a:r>
            <a:r>
              <a:rPr sz="1700" spc="-100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isTopic(Topic</a:t>
            </a:r>
            <a:r>
              <a:rPr sz="1700" spc="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topic);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2039"/>
              </a:lnSpc>
            </a:pPr>
            <a:r>
              <a:rPr sz="1700" dirty="0">
                <a:latin typeface="Courier New"/>
                <a:cs typeface="Courier New"/>
              </a:rPr>
              <a:t>topics();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0800" y="3554763"/>
            <a:ext cx="236728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700" spc="-5" dirty="0">
                <a:latin typeface="Courier New"/>
                <a:cs typeface="Courier New"/>
              </a:rPr>
              <a:t>S</a:t>
            </a:r>
            <a:r>
              <a:rPr sz="1700" dirty="0">
                <a:latin typeface="Courier New"/>
                <a:cs typeface="Courier New"/>
              </a:rPr>
              <a:t>ubsc</a:t>
            </a:r>
            <a:r>
              <a:rPr sz="1700" spc="-5" dirty="0">
                <a:latin typeface="Courier New"/>
                <a:cs typeface="Courier New"/>
              </a:rPr>
              <a:t>r</a:t>
            </a:r>
            <a:r>
              <a:rPr sz="1700" dirty="0">
                <a:latin typeface="Courier New"/>
                <a:cs typeface="Courier New"/>
              </a:rPr>
              <a:t>ipti</a:t>
            </a:r>
            <a:r>
              <a:rPr sz="1700" spc="-5" dirty="0">
                <a:latin typeface="Courier New"/>
                <a:cs typeface="Courier New"/>
              </a:rPr>
              <a:t>o</a:t>
            </a:r>
            <a:r>
              <a:rPr sz="1700" dirty="0">
                <a:latin typeface="Courier New"/>
                <a:cs typeface="Courier New"/>
              </a:rPr>
              <a:t>n_ch</a:t>
            </a:r>
            <a:r>
              <a:rPr sz="1700" spc="-5" dirty="0">
                <a:latin typeface="Courier New"/>
                <a:cs typeface="Courier New"/>
              </a:rPr>
              <a:t>e</a:t>
            </a:r>
            <a:r>
              <a:rPr sz="1700" dirty="0">
                <a:latin typeface="Courier New"/>
                <a:cs typeface="Courier New"/>
              </a:rPr>
              <a:t>ck  </a:t>
            </a:r>
            <a:r>
              <a:rPr sz="1700" spc="-5" dirty="0">
                <a:latin typeface="Courier New"/>
                <a:cs typeface="Courier New"/>
              </a:rPr>
              <a:t>S</a:t>
            </a:r>
            <a:r>
              <a:rPr sz="1700" dirty="0">
                <a:latin typeface="Courier New"/>
                <a:cs typeface="Courier New"/>
              </a:rPr>
              <a:t>ubsc</a:t>
            </a:r>
            <a:r>
              <a:rPr sz="1700" spc="-5" dirty="0">
                <a:latin typeface="Courier New"/>
                <a:cs typeface="Courier New"/>
              </a:rPr>
              <a:t>r</a:t>
            </a:r>
            <a:r>
              <a:rPr sz="1700" dirty="0">
                <a:latin typeface="Courier New"/>
                <a:cs typeface="Courier New"/>
              </a:rPr>
              <a:t>ipti</a:t>
            </a:r>
            <a:r>
              <a:rPr sz="1700" spc="-5" dirty="0">
                <a:latin typeface="Courier New"/>
                <a:cs typeface="Courier New"/>
              </a:rPr>
              <a:t>o</a:t>
            </a:r>
            <a:r>
              <a:rPr sz="1700" dirty="0">
                <a:latin typeface="Courier New"/>
                <a:cs typeface="Courier New"/>
              </a:rPr>
              <a:t>n_ch</a:t>
            </a:r>
            <a:r>
              <a:rPr sz="1700" spc="-5" dirty="0">
                <a:latin typeface="Courier New"/>
                <a:cs typeface="Courier New"/>
              </a:rPr>
              <a:t>e</a:t>
            </a:r>
            <a:r>
              <a:rPr sz="1700" dirty="0">
                <a:latin typeface="Courier New"/>
                <a:cs typeface="Courier New"/>
              </a:rPr>
              <a:t>ck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83466" y="3554763"/>
            <a:ext cx="458089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700" dirty="0">
                <a:latin typeface="Courier New"/>
                <a:cs typeface="Courier New"/>
              </a:rPr>
              <a:t>subscribe(Topic</a:t>
            </a:r>
            <a:r>
              <a:rPr sz="1700" spc="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t,</a:t>
            </a:r>
            <a:r>
              <a:rPr sz="1700" spc="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Subscriber</a:t>
            </a:r>
            <a:r>
              <a:rPr sz="1700" spc="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s); </a:t>
            </a:r>
            <a:r>
              <a:rPr sz="1700" spc="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unsubscribe(Topic</a:t>
            </a:r>
            <a:r>
              <a:rPr sz="1700" spc="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t, Subscriber</a:t>
            </a:r>
            <a:r>
              <a:rPr sz="1700" spc="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s);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0299" y="4072745"/>
            <a:ext cx="15494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5" dirty="0">
                <a:latin typeface="Courier New"/>
                <a:cs typeface="Courier New"/>
              </a:rPr>
              <a:t>}</a:t>
            </a:r>
            <a:endParaRPr sz="1700">
              <a:latin typeface="Courier New"/>
              <a:cs typeface="Courier New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F90245EB-EF61-9B5B-7279-B4C8C91F1337}"/>
                  </a:ext>
                </a:extLst>
              </p14:cNvPr>
              <p14:cNvContentPartPr/>
              <p14:nvPr/>
            </p14:nvContentPartPr>
            <p14:xfrm>
              <a:off x="535977" y="1706910"/>
              <a:ext cx="111240" cy="265932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F90245EB-EF61-9B5B-7279-B4C8C91F13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1977" y="1598910"/>
                <a:ext cx="218880" cy="287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upo 24">
            <a:extLst>
              <a:ext uri="{FF2B5EF4-FFF2-40B4-BE49-F238E27FC236}">
                <a16:creationId xmlns:a16="http://schemas.microsoft.com/office/drawing/2014/main" id="{4B1F3D88-D147-9377-3AFE-A6931075D8E7}"/>
              </a:ext>
            </a:extLst>
          </p:cNvPr>
          <p:cNvGrpSpPr/>
          <p:nvPr/>
        </p:nvGrpSpPr>
        <p:grpSpPr>
          <a:xfrm>
            <a:off x="5593977" y="2851710"/>
            <a:ext cx="585360" cy="182880"/>
            <a:chOff x="5593977" y="2851710"/>
            <a:chExt cx="585360" cy="18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F656081D-0341-B049-709A-C842B6844BF3}"/>
                    </a:ext>
                  </a:extLst>
                </p14:cNvPr>
                <p14:cNvContentPartPr/>
                <p14:nvPr/>
              </p14:nvContentPartPr>
              <p14:xfrm>
                <a:off x="5630337" y="2851710"/>
                <a:ext cx="20160" cy="18144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F656081D-0341-B049-709A-C842B6844BF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21697" y="2843070"/>
                  <a:ext cx="378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F564B78B-BA66-DAF4-D5A6-F4CF45907A16}"/>
                    </a:ext>
                  </a:extLst>
                </p14:cNvPr>
                <p14:cNvContentPartPr/>
                <p14:nvPr/>
              </p14:nvContentPartPr>
              <p14:xfrm>
                <a:off x="5593977" y="2855670"/>
                <a:ext cx="136080" cy="3996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F564B78B-BA66-DAF4-D5A6-F4CF45907A1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84977" y="2846670"/>
                  <a:ext cx="1537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8B9B0D3B-EDF6-CE13-F735-AC06C8D5AB96}"/>
                    </a:ext>
                  </a:extLst>
                </p14:cNvPr>
                <p14:cNvContentPartPr/>
                <p14:nvPr/>
              </p14:nvContentPartPr>
              <p14:xfrm>
                <a:off x="5708457" y="2942070"/>
                <a:ext cx="120600" cy="9108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8B9B0D3B-EDF6-CE13-F735-AC06C8D5AB9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99817" y="2933070"/>
                  <a:ext cx="1382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12492092-EFA7-9DA3-2876-42C74DF231B8}"/>
                    </a:ext>
                  </a:extLst>
                </p14:cNvPr>
                <p14:cNvContentPartPr/>
                <p14:nvPr/>
              </p14:nvContentPartPr>
              <p14:xfrm>
                <a:off x="5895297" y="2895990"/>
                <a:ext cx="284040" cy="13860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12492092-EFA7-9DA3-2876-42C74DF231B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86657" y="2887350"/>
                  <a:ext cx="30168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F494F098-AE8A-747D-92E4-B2DAA2C8FC74}"/>
              </a:ext>
            </a:extLst>
          </p:cNvPr>
          <p:cNvGrpSpPr/>
          <p:nvPr/>
        </p:nvGrpSpPr>
        <p:grpSpPr>
          <a:xfrm>
            <a:off x="6366177" y="2776830"/>
            <a:ext cx="948960" cy="304920"/>
            <a:chOff x="6366177" y="2776830"/>
            <a:chExt cx="948960" cy="30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98BB38CD-498C-5EC3-85A4-91E315213A18}"/>
                    </a:ext>
                  </a:extLst>
                </p14:cNvPr>
                <p14:cNvContentPartPr/>
                <p14:nvPr/>
              </p14:nvContentPartPr>
              <p14:xfrm>
                <a:off x="6366177" y="2813550"/>
                <a:ext cx="118800" cy="26820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98BB38CD-498C-5EC3-85A4-91E315213A1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357177" y="2804550"/>
                  <a:ext cx="1364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BCEEF5F2-C528-37AA-44EE-429B8AC1CB05}"/>
                    </a:ext>
                  </a:extLst>
                </p14:cNvPr>
                <p14:cNvContentPartPr/>
                <p14:nvPr/>
              </p14:nvContentPartPr>
              <p14:xfrm>
                <a:off x="6386337" y="2847390"/>
                <a:ext cx="3240" cy="1008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BCEEF5F2-C528-37AA-44EE-429B8AC1CB0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377697" y="2838390"/>
                  <a:ext cx="208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2E087FE6-4227-E50A-D95C-3E614E77E94F}"/>
                    </a:ext>
                  </a:extLst>
                </p14:cNvPr>
                <p14:cNvContentPartPr/>
                <p14:nvPr/>
              </p14:nvContentPartPr>
              <p14:xfrm>
                <a:off x="6656697" y="2825070"/>
                <a:ext cx="139320" cy="19512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2E087FE6-4227-E50A-D95C-3E614E77E94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47697" y="2816430"/>
                  <a:ext cx="1569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7A96105D-067B-EEA9-8FDA-017249D99B8F}"/>
                    </a:ext>
                  </a:extLst>
                </p14:cNvPr>
                <p14:cNvContentPartPr/>
                <p14:nvPr/>
              </p14:nvContentPartPr>
              <p14:xfrm>
                <a:off x="6790257" y="2872950"/>
                <a:ext cx="311400" cy="16056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7A96105D-067B-EEA9-8FDA-017249D99B8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81257" y="2864310"/>
                  <a:ext cx="3290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40078D8C-3368-9E82-F74E-BCD65220A782}"/>
                    </a:ext>
                  </a:extLst>
                </p14:cNvPr>
                <p14:cNvContentPartPr/>
                <p14:nvPr/>
              </p14:nvContentPartPr>
              <p14:xfrm>
                <a:off x="7089777" y="2884830"/>
                <a:ext cx="15840" cy="9396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40078D8C-3368-9E82-F74E-BCD65220A78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81137" y="2875830"/>
                  <a:ext cx="334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1D77FA37-5AAD-C22A-4805-DE5B79A060D5}"/>
                    </a:ext>
                  </a:extLst>
                </p14:cNvPr>
                <p14:cNvContentPartPr/>
                <p14:nvPr/>
              </p14:nvContentPartPr>
              <p14:xfrm>
                <a:off x="7056297" y="2776830"/>
                <a:ext cx="2160" cy="864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1D77FA37-5AAD-C22A-4805-DE5B79A060D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47657" y="2767830"/>
                  <a:ext cx="198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759195D6-1369-6E9F-1279-2033059DA788}"/>
                    </a:ext>
                  </a:extLst>
                </p14:cNvPr>
                <p14:cNvContentPartPr/>
                <p14:nvPr/>
              </p14:nvContentPartPr>
              <p14:xfrm>
                <a:off x="6708537" y="2852790"/>
                <a:ext cx="77040" cy="936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759195D6-1369-6E9F-1279-2033059DA78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699537" y="2843790"/>
                  <a:ext cx="946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ED1E204A-6810-8109-528A-408A880610BB}"/>
                    </a:ext>
                  </a:extLst>
                </p14:cNvPr>
                <p14:cNvContentPartPr/>
                <p14:nvPr/>
              </p14:nvContentPartPr>
              <p14:xfrm>
                <a:off x="7112097" y="2850270"/>
                <a:ext cx="64440" cy="8676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ED1E204A-6810-8109-528A-408A880610B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03457" y="2841630"/>
                  <a:ext cx="82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D8043A2C-B86A-4BEA-F1E1-9A7A6F8E7F16}"/>
                    </a:ext>
                  </a:extLst>
                </p14:cNvPr>
                <p14:cNvContentPartPr/>
                <p14:nvPr/>
              </p14:nvContentPartPr>
              <p14:xfrm>
                <a:off x="7112097" y="2866110"/>
                <a:ext cx="65520" cy="10656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D8043A2C-B86A-4BEA-F1E1-9A7A6F8E7F1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103457" y="2857110"/>
                  <a:ext cx="83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AD3D9FDE-2B9B-EE17-4D94-A36B8AA3BEC3}"/>
                    </a:ext>
                  </a:extLst>
                </p14:cNvPr>
                <p14:cNvContentPartPr/>
                <p14:nvPr/>
              </p14:nvContentPartPr>
              <p14:xfrm>
                <a:off x="7140177" y="2842350"/>
                <a:ext cx="174960" cy="19224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AD3D9FDE-2B9B-EE17-4D94-A36B8AA3BEC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131537" y="2833710"/>
                  <a:ext cx="19260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3CBDC995-BEE3-3E12-C945-0089E49654C7}"/>
              </a:ext>
            </a:extLst>
          </p:cNvPr>
          <p:cNvGrpSpPr/>
          <p:nvPr/>
        </p:nvGrpSpPr>
        <p:grpSpPr>
          <a:xfrm>
            <a:off x="7509537" y="2777190"/>
            <a:ext cx="611280" cy="245160"/>
            <a:chOff x="7509537" y="2777190"/>
            <a:chExt cx="61128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7CF68499-8A63-0687-C02B-DE0DB11D9125}"/>
                    </a:ext>
                  </a:extLst>
                </p14:cNvPr>
                <p14:cNvContentPartPr/>
                <p14:nvPr/>
              </p14:nvContentPartPr>
              <p14:xfrm>
                <a:off x="7509537" y="2850630"/>
                <a:ext cx="425160" cy="14544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7CF68499-8A63-0687-C02B-DE0DB11D912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00537" y="2841990"/>
                  <a:ext cx="4428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28F0EE3F-2C1E-8EC3-89D9-07117282128B}"/>
                    </a:ext>
                  </a:extLst>
                </p14:cNvPr>
                <p14:cNvContentPartPr/>
                <p14:nvPr/>
              </p14:nvContentPartPr>
              <p14:xfrm>
                <a:off x="7863057" y="2779350"/>
                <a:ext cx="231840" cy="24300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28F0EE3F-2C1E-8EC3-89D9-07117282128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54417" y="2770350"/>
                  <a:ext cx="2494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B841E598-C1D6-39A9-FCCC-2FDBD12D38B9}"/>
                    </a:ext>
                  </a:extLst>
                </p14:cNvPr>
                <p14:cNvContentPartPr/>
                <p14:nvPr/>
              </p14:nvContentPartPr>
              <p14:xfrm>
                <a:off x="8009937" y="2777190"/>
                <a:ext cx="110880" cy="4032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B841E598-C1D6-39A9-FCCC-2FDBD12D38B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000937" y="2768550"/>
                  <a:ext cx="1285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889939C5-948F-D178-4236-A6C8C356AB74}"/>
                    </a:ext>
                  </a:extLst>
                </p14:cNvPr>
                <p14:cNvContentPartPr/>
                <p14:nvPr/>
              </p14:nvContentPartPr>
              <p14:xfrm>
                <a:off x="7799697" y="2875110"/>
                <a:ext cx="26640" cy="2700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889939C5-948F-D178-4236-A6C8C356AB7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91057" y="2866110"/>
                  <a:ext cx="4428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D9E77FFC-F15F-DB6D-7A11-88641A0BFF92}"/>
              </a:ext>
            </a:extLst>
          </p:cNvPr>
          <p:cNvGrpSpPr/>
          <p:nvPr/>
        </p:nvGrpSpPr>
        <p:grpSpPr>
          <a:xfrm>
            <a:off x="4831497" y="1826070"/>
            <a:ext cx="2084400" cy="455400"/>
            <a:chOff x="4831497" y="1826070"/>
            <a:chExt cx="2084400" cy="45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023D73F9-2BC0-EB2F-D2F9-5F7603919AA8}"/>
                    </a:ext>
                  </a:extLst>
                </p14:cNvPr>
                <p14:cNvContentPartPr/>
                <p14:nvPr/>
              </p14:nvContentPartPr>
              <p14:xfrm>
                <a:off x="4831497" y="2078430"/>
                <a:ext cx="198360" cy="20304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023D73F9-2BC0-EB2F-D2F9-5F7603919AA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822857" y="2069790"/>
                  <a:ext cx="2160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22A91D0F-9FF8-4618-B5FD-D69489BC3F02}"/>
                    </a:ext>
                  </a:extLst>
                </p14:cNvPr>
                <p14:cNvContentPartPr/>
                <p14:nvPr/>
              </p14:nvContentPartPr>
              <p14:xfrm>
                <a:off x="4922577" y="2053950"/>
                <a:ext cx="133920" cy="17316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22A91D0F-9FF8-4618-B5FD-D69489BC3F0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13577" y="2045310"/>
                  <a:ext cx="1515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FF4F20A3-7F4A-0945-243B-C8D799B837FA}"/>
                    </a:ext>
                  </a:extLst>
                </p14:cNvPr>
                <p14:cNvContentPartPr/>
                <p14:nvPr/>
              </p14:nvContentPartPr>
              <p14:xfrm>
                <a:off x="5225337" y="1875390"/>
                <a:ext cx="42120" cy="16956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FF4F20A3-7F4A-0945-243B-C8D799B837F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16697" y="1866390"/>
                  <a:ext cx="597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11A54EBF-C59C-2FEA-5FF4-A12CCFFA4E54}"/>
                    </a:ext>
                  </a:extLst>
                </p14:cNvPr>
                <p14:cNvContentPartPr/>
                <p14:nvPr/>
              </p14:nvContentPartPr>
              <p14:xfrm>
                <a:off x="5182497" y="1899510"/>
                <a:ext cx="159120" cy="2412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11A54EBF-C59C-2FEA-5FF4-A12CCFFA4E5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73497" y="1890870"/>
                  <a:ext cx="1767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C4EFBBF1-E666-FBC8-8F63-70438AB7301D}"/>
                    </a:ext>
                  </a:extLst>
                </p14:cNvPr>
                <p14:cNvContentPartPr/>
                <p14:nvPr/>
              </p14:nvContentPartPr>
              <p14:xfrm>
                <a:off x="5235417" y="1954590"/>
                <a:ext cx="192240" cy="14760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C4EFBBF1-E666-FBC8-8F63-70438AB7301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226417" y="1945950"/>
                  <a:ext cx="2098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266CEB72-72B0-0B52-9AE5-102DE66C6A7F}"/>
                    </a:ext>
                  </a:extLst>
                </p14:cNvPr>
                <p14:cNvContentPartPr/>
                <p14:nvPr/>
              </p14:nvContentPartPr>
              <p14:xfrm>
                <a:off x="5564457" y="1916790"/>
                <a:ext cx="338760" cy="21060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266CEB72-72B0-0B52-9AE5-102DE66C6A7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55457" y="1907790"/>
                  <a:ext cx="3564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568802CD-8ED7-D832-CECF-F720785E2395}"/>
                    </a:ext>
                  </a:extLst>
                </p14:cNvPr>
                <p14:cNvContentPartPr/>
                <p14:nvPr/>
              </p14:nvContentPartPr>
              <p14:xfrm>
                <a:off x="6038217" y="1948110"/>
                <a:ext cx="191520" cy="14688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568802CD-8ED7-D832-CECF-F720785E239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29217" y="1939470"/>
                  <a:ext cx="2091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4AB6775D-80A6-D400-C194-1000DF2CF7C4}"/>
                    </a:ext>
                  </a:extLst>
                </p14:cNvPr>
                <p14:cNvContentPartPr/>
                <p14:nvPr/>
              </p14:nvContentPartPr>
              <p14:xfrm>
                <a:off x="6387057" y="1862790"/>
                <a:ext cx="25920" cy="22608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4AB6775D-80A6-D400-C194-1000DF2CF7C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78057" y="1854150"/>
                  <a:ext cx="435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B264087B-E57D-7770-21AB-90C60DF46AA3}"/>
                    </a:ext>
                  </a:extLst>
                </p14:cNvPr>
                <p14:cNvContentPartPr/>
                <p14:nvPr/>
              </p14:nvContentPartPr>
              <p14:xfrm>
                <a:off x="6360777" y="1884030"/>
                <a:ext cx="118080" cy="1476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B264087B-E57D-7770-21AB-90C60DF46AA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51777" y="1875390"/>
                  <a:ext cx="1357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4E78D9AC-7CF9-A557-B517-8EE5F500E1B8}"/>
                    </a:ext>
                  </a:extLst>
                </p14:cNvPr>
                <p14:cNvContentPartPr/>
                <p14:nvPr/>
              </p14:nvContentPartPr>
              <p14:xfrm>
                <a:off x="6404697" y="1958190"/>
                <a:ext cx="405720" cy="21600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4E78D9AC-7CF9-A557-B517-8EE5F500E1B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95697" y="1949190"/>
                  <a:ext cx="4233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717E3A8D-DBAC-D773-484A-D9C392964880}"/>
                    </a:ext>
                  </a:extLst>
                </p14:cNvPr>
                <p14:cNvContentPartPr/>
                <p14:nvPr/>
              </p14:nvContentPartPr>
              <p14:xfrm>
                <a:off x="6804297" y="1893030"/>
                <a:ext cx="111600" cy="13464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717E3A8D-DBAC-D773-484A-D9C39296488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795657" y="1884390"/>
                  <a:ext cx="1292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E0F8D3DF-207B-3964-53EC-F045ABD94FE0}"/>
                    </a:ext>
                  </a:extLst>
                </p14:cNvPr>
                <p14:cNvContentPartPr/>
                <p14:nvPr/>
              </p14:nvContentPartPr>
              <p14:xfrm>
                <a:off x="6820137" y="1826070"/>
                <a:ext cx="21240" cy="828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E0F8D3DF-207B-3964-53EC-F045ABD94FE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811497" y="1817070"/>
                  <a:ext cx="38880" cy="25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6778" y="462343"/>
            <a:ext cx="22694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</a:t>
            </a:r>
            <a:r>
              <a:rPr spc="-50" dirty="0"/>
              <a:t>n</a:t>
            </a:r>
            <a:r>
              <a:rPr spc="-55" dirty="0"/>
              <a:t>t</a:t>
            </a:r>
            <a:r>
              <a:rPr spc="-5" dirty="0"/>
              <a:t>er</a:t>
            </a:r>
            <a:r>
              <a:rPr spc="-85" dirty="0"/>
              <a:t>f</a:t>
            </a:r>
            <a:r>
              <a:rPr spc="-5" dirty="0"/>
              <a:t>aces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0299" y="1741827"/>
            <a:ext cx="3669665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dirty="0">
                <a:latin typeface="Courier New"/>
                <a:cs typeface="Courier New"/>
              </a:rPr>
              <a:t>public</a:t>
            </a:r>
            <a:r>
              <a:rPr sz="1700" spc="-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interface</a:t>
            </a:r>
            <a:r>
              <a:rPr sz="1700" spc="-5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Publisher</a:t>
            </a:r>
            <a:r>
              <a:rPr sz="1700" b="1" spc="5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{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3176" y="2259809"/>
            <a:ext cx="937260" cy="1320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95"/>
              </a:spcBef>
            </a:pPr>
            <a:r>
              <a:rPr sz="1700" dirty="0">
                <a:latin typeface="Courier New"/>
                <a:cs typeface="Courier New"/>
              </a:rPr>
              <a:t>void </a:t>
            </a:r>
            <a:r>
              <a:rPr sz="1700" spc="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int </a:t>
            </a:r>
            <a:r>
              <a:rPr sz="1700" spc="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void </a:t>
            </a:r>
            <a:r>
              <a:rPr sz="1700" spc="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bo</a:t>
            </a:r>
            <a:r>
              <a:rPr sz="1700" spc="-5" dirty="0">
                <a:latin typeface="Courier New"/>
                <a:cs typeface="Courier New"/>
              </a:rPr>
              <a:t>o</a:t>
            </a:r>
            <a:r>
              <a:rPr sz="1700" dirty="0">
                <a:latin typeface="Courier New"/>
                <a:cs typeface="Courier New"/>
              </a:rPr>
              <a:t>lean  void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9193" y="2259809"/>
            <a:ext cx="5231765" cy="1320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128010">
              <a:lnSpc>
                <a:spcPct val="100000"/>
              </a:lnSpc>
              <a:spcBef>
                <a:spcPts val="95"/>
              </a:spcBef>
            </a:pPr>
            <a:r>
              <a:rPr sz="1700" dirty="0">
                <a:latin typeface="Courier New"/>
                <a:cs typeface="Courier New"/>
              </a:rPr>
              <a:t>in</a:t>
            </a:r>
            <a:r>
              <a:rPr sz="1700" spc="-5" dirty="0">
                <a:latin typeface="Courier New"/>
                <a:cs typeface="Courier New"/>
              </a:rPr>
              <a:t>c</a:t>
            </a:r>
            <a:r>
              <a:rPr sz="1700" dirty="0">
                <a:latin typeface="Courier New"/>
                <a:cs typeface="Courier New"/>
              </a:rPr>
              <a:t>Publ</a:t>
            </a:r>
            <a:r>
              <a:rPr sz="1700" spc="-5" dirty="0">
                <a:latin typeface="Courier New"/>
                <a:cs typeface="Courier New"/>
              </a:rPr>
              <a:t>i</a:t>
            </a:r>
            <a:r>
              <a:rPr sz="1700" dirty="0">
                <a:latin typeface="Courier New"/>
                <a:cs typeface="Courier New"/>
              </a:rPr>
              <a:t>shers();  de</a:t>
            </a:r>
            <a:r>
              <a:rPr sz="1700" spc="-5" dirty="0">
                <a:latin typeface="Courier New"/>
                <a:cs typeface="Courier New"/>
              </a:rPr>
              <a:t>c</a:t>
            </a:r>
            <a:r>
              <a:rPr sz="1700" dirty="0">
                <a:latin typeface="Courier New"/>
                <a:cs typeface="Courier New"/>
              </a:rPr>
              <a:t>Publ</a:t>
            </a:r>
            <a:r>
              <a:rPr sz="1700" spc="-5" dirty="0">
                <a:latin typeface="Courier New"/>
                <a:cs typeface="Courier New"/>
              </a:rPr>
              <a:t>i</a:t>
            </a:r>
            <a:r>
              <a:rPr sz="1700" dirty="0">
                <a:latin typeface="Courier New"/>
                <a:cs typeface="Courier New"/>
              </a:rPr>
              <a:t>shers();</a:t>
            </a:r>
            <a:endParaRPr sz="1700">
              <a:latin typeface="Courier New"/>
              <a:cs typeface="Courier New"/>
            </a:endParaRPr>
          </a:p>
          <a:p>
            <a:pPr marL="12700" marR="5080" algn="just">
              <a:lnSpc>
                <a:spcPts val="2039"/>
              </a:lnSpc>
              <a:spcBef>
                <a:spcPts val="70"/>
              </a:spcBef>
            </a:pPr>
            <a:r>
              <a:rPr sz="1700" dirty="0">
                <a:latin typeface="Courier New"/>
                <a:cs typeface="Courier New"/>
              </a:rPr>
              <a:t>attachSubscriber(Subscriber subscriber); </a:t>
            </a:r>
            <a:r>
              <a:rPr sz="1700" spc="-101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detachSubscriber(Subscriber subscriber); </a:t>
            </a:r>
            <a:r>
              <a:rPr sz="1700" spc="-101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detachAllSubscribers();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3199" y="3813705"/>
            <a:ext cx="572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v</a:t>
            </a:r>
            <a:r>
              <a:rPr sz="1800" spc="-5" dirty="0">
                <a:latin typeface="Courier New"/>
                <a:cs typeface="Courier New"/>
              </a:rPr>
              <a:t>o</a:t>
            </a:r>
            <a:r>
              <a:rPr sz="1800" spc="-10" dirty="0">
                <a:latin typeface="Courier New"/>
                <a:cs typeface="Courier New"/>
              </a:rPr>
              <a:t>id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19099" y="3813705"/>
            <a:ext cx="3441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publish(Message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message);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9652" y="4088787"/>
            <a:ext cx="6272530" cy="1838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z="1700" spc="-5" dirty="0">
                <a:latin typeface="Courier New"/>
                <a:cs typeface="Courier New"/>
              </a:rPr>
              <a:t>}</a:t>
            </a:r>
            <a:endParaRPr sz="1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800">
              <a:latin typeface="Courier New"/>
              <a:cs typeface="Courier New"/>
            </a:endParaRPr>
          </a:p>
          <a:p>
            <a:pPr marL="13335">
              <a:lnSpc>
                <a:spcPct val="100000"/>
              </a:lnSpc>
            </a:pPr>
            <a:r>
              <a:rPr sz="1700" dirty="0">
                <a:latin typeface="Courier New"/>
                <a:cs typeface="Courier New"/>
              </a:rPr>
              <a:t>public</a:t>
            </a:r>
            <a:r>
              <a:rPr sz="1700" spc="-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interface</a:t>
            </a:r>
            <a:r>
              <a:rPr sz="1700" spc="5" dirty="0">
                <a:latin typeface="Courier New"/>
                <a:cs typeface="Courier New"/>
              </a:rPr>
              <a:t> </a:t>
            </a:r>
            <a:r>
              <a:rPr sz="1700" b="1" dirty="0">
                <a:latin typeface="Courier New"/>
                <a:cs typeface="Courier New"/>
              </a:rPr>
              <a:t>Subscriber</a:t>
            </a:r>
            <a:r>
              <a:rPr sz="1700" b="1" spc="-5" dirty="0">
                <a:latin typeface="Courier New"/>
                <a:cs typeface="Courier New"/>
              </a:rPr>
              <a:t> </a:t>
            </a:r>
            <a:r>
              <a:rPr sz="1700" spc="-5" dirty="0">
                <a:latin typeface="Courier New"/>
                <a:cs typeface="Courier New"/>
              </a:rPr>
              <a:t>{</a:t>
            </a:r>
            <a:endParaRPr sz="1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800">
              <a:latin typeface="Courier New"/>
              <a:cs typeface="Courier New"/>
            </a:endParaRPr>
          </a:p>
          <a:p>
            <a:pPr marL="533400">
              <a:lnSpc>
                <a:spcPct val="100000"/>
              </a:lnSpc>
            </a:pPr>
            <a:r>
              <a:rPr sz="1700" dirty="0">
                <a:latin typeface="Courier New"/>
                <a:cs typeface="Courier New"/>
              </a:rPr>
              <a:t>void</a:t>
            </a:r>
            <a:r>
              <a:rPr sz="1700" spc="-5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onMessage(Message message);</a:t>
            </a:r>
            <a:endParaRPr sz="1700">
              <a:latin typeface="Courier New"/>
              <a:cs typeface="Courier New"/>
            </a:endParaRPr>
          </a:p>
          <a:p>
            <a:pPr marL="532765">
              <a:lnSpc>
                <a:spcPct val="100000"/>
              </a:lnSpc>
            </a:pPr>
            <a:r>
              <a:rPr sz="1700" dirty="0">
                <a:latin typeface="Courier New"/>
                <a:cs typeface="Courier New"/>
              </a:rPr>
              <a:t>void</a:t>
            </a:r>
            <a:r>
              <a:rPr sz="1700" spc="1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onClose(Subscription_close</a:t>
            </a:r>
            <a:r>
              <a:rPr sz="1700" spc="20" dirty="0">
                <a:latin typeface="Courier New"/>
                <a:cs typeface="Courier New"/>
              </a:rPr>
              <a:t> </a:t>
            </a:r>
            <a:r>
              <a:rPr sz="1700" dirty="0">
                <a:latin typeface="Courier New"/>
                <a:cs typeface="Courier New"/>
              </a:rPr>
              <a:t>subs_close);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700" spc="-5" dirty="0">
                <a:latin typeface="Courier New"/>
                <a:cs typeface="Courier New"/>
              </a:rPr>
              <a:t>}</a:t>
            </a:r>
            <a:endParaRPr sz="1700">
              <a:latin typeface="Courier New"/>
              <a:cs typeface="Courier New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A8D51429-0081-AB32-391B-ADEEC7D71E4C}"/>
                  </a:ext>
                </a:extLst>
              </p14:cNvPr>
              <p14:cNvContentPartPr/>
              <p14:nvPr/>
            </p14:nvContentPartPr>
            <p14:xfrm>
              <a:off x="500697" y="1882230"/>
              <a:ext cx="190800" cy="404928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A8D51429-0081-AB32-391B-ADEEC7D71E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7057" y="1774230"/>
                <a:ext cx="298440" cy="426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upo 26">
            <a:extLst>
              <a:ext uri="{FF2B5EF4-FFF2-40B4-BE49-F238E27FC236}">
                <a16:creationId xmlns:a16="http://schemas.microsoft.com/office/drawing/2014/main" id="{7641A069-BE92-36B7-FF5A-662EC2505A97}"/>
              </a:ext>
            </a:extLst>
          </p:cNvPr>
          <p:cNvGrpSpPr/>
          <p:nvPr/>
        </p:nvGrpSpPr>
        <p:grpSpPr>
          <a:xfrm>
            <a:off x="2561337" y="4021710"/>
            <a:ext cx="4923720" cy="447480"/>
            <a:chOff x="2561337" y="4021710"/>
            <a:chExt cx="4923720" cy="44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D749DAE1-2984-A96B-CF63-0ACFD9056AF2}"/>
                    </a:ext>
                  </a:extLst>
                </p14:cNvPr>
                <p14:cNvContentPartPr/>
                <p14:nvPr/>
              </p14:nvContentPartPr>
              <p14:xfrm>
                <a:off x="2561337" y="4132950"/>
                <a:ext cx="223560" cy="25776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D749DAE1-2984-A96B-CF63-0ACFD9056AF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52697" y="4124310"/>
                  <a:ext cx="2412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332328DA-03E4-540A-F179-03C37FAF1C2E}"/>
                    </a:ext>
                  </a:extLst>
                </p14:cNvPr>
                <p14:cNvContentPartPr/>
                <p14:nvPr/>
              </p14:nvContentPartPr>
              <p14:xfrm>
                <a:off x="2810457" y="4168590"/>
                <a:ext cx="199800" cy="22968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332328DA-03E4-540A-F179-03C37FAF1C2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01817" y="4159590"/>
                  <a:ext cx="2174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2E921D04-968F-333F-C49F-9CF121AE03F0}"/>
                    </a:ext>
                  </a:extLst>
                </p14:cNvPr>
                <p14:cNvContentPartPr/>
                <p14:nvPr/>
              </p14:nvContentPartPr>
              <p14:xfrm>
                <a:off x="2912337" y="4245990"/>
                <a:ext cx="81360" cy="1980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2E921D04-968F-333F-C49F-9CF121AE03F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03337" y="4237350"/>
                  <a:ext cx="99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19E03219-9791-C98B-EC09-17A8A3A7E87D}"/>
                    </a:ext>
                  </a:extLst>
                </p14:cNvPr>
                <p14:cNvContentPartPr/>
                <p14:nvPr/>
              </p14:nvContentPartPr>
              <p14:xfrm>
                <a:off x="2931417" y="4209990"/>
                <a:ext cx="610560" cy="16488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19E03219-9791-C98B-EC09-17A8A3A7E87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22777" y="4201350"/>
                  <a:ext cx="6282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AB4DCE0A-3A01-B154-93FA-BC58A6D4C8D5}"/>
                    </a:ext>
                  </a:extLst>
                </p14:cNvPr>
                <p14:cNvContentPartPr/>
                <p14:nvPr/>
              </p14:nvContentPartPr>
              <p14:xfrm>
                <a:off x="3492657" y="4196670"/>
                <a:ext cx="68040" cy="12456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AB4DCE0A-3A01-B154-93FA-BC58A6D4C8D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84017" y="4188030"/>
                  <a:ext cx="856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30CCE73F-76F2-2825-FECD-BBA71E78F924}"/>
                    </a:ext>
                  </a:extLst>
                </p14:cNvPr>
                <p14:cNvContentPartPr/>
                <p14:nvPr/>
              </p14:nvContentPartPr>
              <p14:xfrm>
                <a:off x="3572577" y="4188750"/>
                <a:ext cx="309600" cy="21960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30CCE73F-76F2-2825-FECD-BBA71E78F92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63937" y="4180110"/>
                  <a:ext cx="3272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3B45163C-1D9C-B9A5-2AA0-0577D449866A}"/>
                    </a:ext>
                  </a:extLst>
                </p14:cNvPr>
                <p14:cNvContentPartPr/>
                <p14:nvPr/>
              </p14:nvContentPartPr>
              <p14:xfrm>
                <a:off x="3989097" y="4227990"/>
                <a:ext cx="663120" cy="24120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3B45163C-1D9C-B9A5-2AA0-0577D449866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80457" y="4219350"/>
                  <a:ext cx="6807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F5869B54-9A23-AA24-17E3-056B18D79224}"/>
                    </a:ext>
                  </a:extLst>
                </p14:cNvPr>
                <p14:cNvContentPartPr/>
                <p14:nvPr/>
              </p14:nvContentPartPr>
              <p14:xfrm>
                <a:off x="4740057" y="4157790"/>
                <a:ext cx="238320" cy="19512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F5869B54-9A23-AA24-17E3-056B18D7922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31417" y="4148790"/>
                  <a:ext cx="2559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2D7D1258-5EA6-D943-CA57-0D886EA0B841}"/>
                    </a:ext>
                  </a:extLst>
                </p14:cNvPr>
                <p14:cNvContentPartPr/>
                <p14:nvPr/>
              </p14:nvContentPartPr>
              <p14:xfrm>
                <a:off x="4753017" y="4227630"/>
                <a:ext cx="132840" cy="1476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2D7D1258-5EA6-D943-CA57-0D886EA0B84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44377" y="4218990"/>
                  <a:ext cx="1504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5E3A188E-F811-7E57-707E-DB88989F0C85}"/>
                    </a:ext>
                  </a:extLst>
                </p14:cNvPr>
                <p14:cNvContentPartPr/>
                <p14:nvPr/>
              </p14:nvContentPartPr>
              <p14:xfrm>
                <a:off x="5097537" y="4172550"/>
                <a:ext cx="469440" cy="25740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5E3A188E-F811-7E57-707E-DB88989F0C8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88537" y="4163550"/>
                  <a:ext cx="4870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8607C36C-B00F-A40E-5F96-3F165E058403}"/>
                    </a:ext>
                  </a:extLst>
                </p14:cNvPr>
                <p14:cNvContentPartPr/>
                <p14:nvPr/>
              </p14:nvContentPartPr>
              <p14:xfrm>
                <a:off x="5672457" y="4127550"/>
                <a:ext cx="317880" cy="21816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8607C36C-B00F-A40E-5F96-3F165E05840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663817" y="4118550"/>
                  <a:ext cx="3355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765512E2-D5D9-5E7E-3127-A8ADB1CB822C}"/>
                    </a:ext>
                  </a:extLst>
                </p14:cNvPr>
                <p14:cNvContentPartPr/>
                <p14:nvPr/>
              </p14:nvContentPartPr>
              <p14:xfrm>
                <a:off x="5713497" y="4189830"/>
                <a:ext cx="121320" cy="1728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765512E2-D5D9-5E7E-3127-A8ADB1CB822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704497" y="4180830"/>
                  <a:ext cx="1389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237BB0D9-F72F-C190-ED96-ECEE0C261627}"/>
                    </a:ext>
                  </a:extLst>
                </p14:cNvPr>
                <p14:cNvContentPartPr/>
                <p14:nvPr/>
              </p14:nvContentPartPr>
              <p14:xfrm>
                <a:off x="6182937" y="4166070"/>
                <a:ext cx="440280" cy="18216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237BB0D9-F72F-C190-ED96-ECEE0C26162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174297" y="4157430"/>
                  <a:ext cx="4579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360BD2B4-C99F-C69E-713F-FF7F31F60C5F}"/>
                    </a:ext>
                  </a:extLst>
                </p14:cNvPr>
                <p14:cNvContentPartPr/>
                <p14:nvPr/>
              </p14:nvContentPartPr>
              <p14:xfrm>
                <a:off x="6595857" y="4021710"/>
                <a:ext cx="889200" cy="33264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360BD2B4-C99F-C69E-713F-FF7F31F60C5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586857" y="4012710"/>
                  <a:ext cx="9068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7470A835-99DE-7FF3-7E93-CB6EBC156538}"/>
                    </a:ext>
                  </a:extLst>
                </p14:cNvPr>
                <p14:cNvContentPartPr/>
                <p14:nvPr/>
              </p14:nvContentPartPr>
              <p14:xfrm>
                <a:off x="7158537" y="4166430"/>
                <a:ext cx="360" cy="36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7470A835-99DE-7FF3-7E93-CB6EBC15653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49897" y="41577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upo 83">
            <a:extLst>
              <a:ext uri="{FF2B5EF4-FFF2-40B4-BE49-F238E27FC236}">
                <a16:creationId xmlns:a16="http://schemas.microsoft.com/office/drawing/2014/main" id="{C35801B3-97BD-8475-20FF-CA410E38BFC6}"/>
              </a:ext>
            </a:extLst>
          </p:cNvPr>
          <p:cNvGrpSpPr/>
          <p:nvPr/>
        </p:nvGrpSpPr>
        <p:grpSpPr>
          <a:xfrm>
            <a:off x="770337" y="1202550"/>
            <a:ext cx="7876800" cy="1171440"/>
            <a:chOff x="770337" y="1202550"/>
            <a:chExt cx="7876800" cy="117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14DB2920-8B3D-52DA-A47B-31F914A8008D}"/>
                    </a:ext>
                  </a:extLst>
                </p14:cNvPr>
                <p14:cNvContentPartPr/>
                <p14:nvPr/>
              </p14:nvContentPartPr>
              <p14:xfrm>
                <a:off x="770337" y="1202550"/>
                <a:ext cx="504000" cy="42372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14DB2920-8B3D-52DA-A47B-31F914A8008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61697" y="1193550"/>
                  <a:ext cx="52164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D92D21C9-C7E8-88A2-A141-814F8A76A6A3}"/>
                    </a:ext>
                  </a:extLst>
                </p14:cNvPr>
                <p14:cNvContentPartPr/>
                <p14:nvPr/>
              </p14:nvContentPartPr>
              <p14:xfrm>
                <a:off x="1473057" y="1446990"/>
                <a:ext cx="317520" cy="24984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D92D21C9-C7E8-88A2-A141-814F8A76A6A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464417" y="1438350"/>
                  <a:ext cx="3351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3DBF8EF3-8FAB-42A1-D6FC-852B1B7F9D68}"/>
                    </a:ext>
                  </a:extLst>
                </p14:cNvPr>
                <p14:cNvContentPartPr/>
                <p14:nvPr/>
              </p14:nvContentPartPr>
              <p14:xfrm>
                <a:off x="2036817" y="1295430"/>
                <a:ext cx="438480" cy="39348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3DBF8EF3-8FAB-42A1-D6FC-852B1B7F9D6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27817" y="1286430"/>
                  <a:ext cx="45612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3EC92E7C-9D37-A44A-250A-764372F0B311}"/>
                    </a:ext>
                  </a:extLst>
                </p14:cNvPr>
                <p14:cNvContentPartPr/>
                <p14:nvPr/>
              </p14:nvContentPartPr>
              <p14:xfrm>
                <a:off x="2378817" y="1337550"/>
                <a:ext cx="15840" cy="324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3EC92E7C-9D37-A44A-250A-764372F0B31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369817" y="1328910"/>
                  <a:ext cx="334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4F0AAB5A-B477-9E85-8D38-C7D6D288AF1D}"/>
                    </a:ext>
                  </a:extLst>
                </p14:cNvPr>
                <p14:cNvContentPartPr/>
                <p14:nvPr/>
              </p14:nvContentPartPr>
              <p14:xfrm>
                <a:off x="1939977" y="1394070"/>
                <a:ext cx="151200" cy="864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4F0AAB5A-B477-9E85-8D38-C7D6D288AF1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30977" y="1385070"/>
                  <a:ext cx="1688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F414FFBA-EFAA-C044-46A5-8E507F21864E}"/>
                    </a:ext>
                  </a:extLst>
                </p14:cNvPr>
                <p14:cNvContentPartPr/>
                <p14:nvPr/>
              </p14:nvContentPartPr>
              <p14:xfrm>
                <a:off x="2630817" y="1385790"/>
                <a:ext cx="232200" cy="21096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F414FFBA-EFAA-C044-46A5-8E507F21864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21817" y="1376790"/>
                  <a:ext cx="2498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AD76D9C5-2602-8663-0CB1-4CF73B2889C9}"/>
                    </a:ext>
                  </a:extLst>
                </p14:cNvPr>
                <p14:cNvContentPartPr/>
                <p14:nvPr/>
              </p14:nvContentPartPr>
              <p14:xfrm>
                <a:off x="2831337" y="1352670"/>
                <a:ext cx="313920" cy="23472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AD76D9C5-2602-8663-0CB1-4CF73B2889C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822337" y="1344030"/>
                  <a:ext cx="3315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C81F40B1-B087-BAAB-3786-3FF2C8EE9952}"/>
                    </a:ext>
                  </a:extLst>
                </p14:cNvPr>
                <p14:cNvContentPartPr/>
                <p14:nvPr/>
              </p14:nvContentPartPr>
              <p14:xfrm>
                <a:off x="3329217" y="1281390"/>
                <a:ext cx="246600" cy="31356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C81F40B1-B087-BAAB-3786-3FF2C8EE995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20577" y="1272750"/>
                  <a:ext cx="26424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80E6D41A-D02C-016B-5C66-0AE7FC634C2D}"/>
                    </a:ext>
                  </a:extLst>
                </p14:cNvPr>
                <p14:cNvContentPartPr/>
                <p14:nvPr/>
              </p14:nvContentPartPr>
              <p14:xfrm>
                <a:off x="3279177" y="1457430"/>
                <a:ext cx="159840" cy="2124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80E6D41A-D02C-016B-5C66-0AE7FC634C2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0537" y="1448790"/>
                  <a:ext cx="1774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BC1A2B2A-2F2D-226F-79AA-3445494BAD27}"/>
                    </a:ext>
                  </a:extLst>
                </p14:cNvPr>
                <p14:cNvContentPartPr/>
                <p14:nvPr/>
              </p14:nvContentPartPr>
              <p14:xfrm>
                <a:off x="3755817" y="1284630"/>
                <a:ext cx="307800" cy="32148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BC1A2B2A-2F2D-226F-79AA-3445494BAD2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747177" y="1275630"/>
                  <a:ext cx="32544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6F094DFD-6814-BA3C-5289-9A0F25736941}"/>
                    </a:ext>
                  </a:extLst>
                </p14:cNvPr>
                <p14:cNvContentPartPr/>
                <p14:nvPr/>
              </p14:nvContentPartPr>
              <p14:xfrm>
                <a:off x="3955617" y="1419630"/>
                <a:ext cx="145440" cy="8856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6F094DFD-6814-BA3C-5289-9A0F2573694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46977" y="1410630"/>
                  <a:ext cx="1630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3A307B9B-B5AB-DB46-3B30-DECAECC22228}"/>
                    </a:ext>
                  </a:extLst>
                </p14:cNvPr>
                <p14:cNvContentPartPr/>
                <p14:nvPr/>
              </p14:nvContentPartPr>
              <p14:xfrm>
                <a:off x="4229217" y="1337190"/>
                <a:ext cx="244440" cy="34272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3A307B9B-B5AB-DB46-3B30-DECAECC2222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20577" y="1328550"/>
                  <a:ext cx="26208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8CE4E378-266D-AE93-8144-AE68729E3254}"/>
                    </a:ext>
                  </a:extLst>
                </p14:cNvPr>
                <p14:cNvContentPartPr/>
                <p14:nvPr/>
              </p14:nvContentPartPr>
              <p14:xfrm>
                <a:off x="4556457" y="1337190"/>
                <a:ext cx="378720" cy="24948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8CE4E378-266D-AE93-8144-AE68729E325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547457" y="1328550"/>
                  <a:ext cx="3963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1303F864-1779-8378-1486-465A4E64FDE8}"/>
                    </a:ext>
                  </a:extLst>
                </p14:cNvPr>
                <p14:cNvContentPartPr/>
                <p14:nvPr/>
              </p14:nvContentPartPr>
              <p14:xfrm>
                <a:off x="4573377" y="1461030"/>
                <a:ext cx="8640" cy="216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1303F864-1779-8378-1486-465A4E64FDE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64377" y="1452030"/>
                  <a:ext cx="262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42A277C1-2E06-3943-2E7C-7EF651094FCD}"/>
                    </a:ext>
                  </a:extLst>
                </p14:cNvPr>
                <p14:cNvContentPartPr/>
                <p14:nvPr/>
              </p14:nvContentPartPr>
              <p14:xfrm>
                <a:off x="5043537" y="1278150"/>
                <a:ext cx="962640" cy="42408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42A277C1-2E06-3943-2E7C-7EF651094FC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034897" y="1269150"/>
                  <a:ext cx="98028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DB929123-1470-9945-E526-9A630C7D5A63}"/>
                    </a:ext>
                  </a:extLst>
                </p14:cNvPr>
                <p14:cNvContentPartPr/>
                <p14:nvPr/>
              </p14:nvContentPartPr>
              <p14:xfrm>
                <a:off x="5613777" y="1474350"/>
                <a:ext cx="36000" cy="396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DB929123-1470-9945-E526-9A630C7D5A6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604777" y="1465350"/>
                  <a:ext cx="53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C850B035-4CCD-8533-BBA5-609C458ED3C9}"/>
                    </a:ext>
                  </a:extLst>
                </p14:cNvPr>
                <p14:cNvContentPartPr/>
                <p14:nvPr/>
              </p14:nvContentPartPr>
              <p14:xfrm>
                <a:off x="6167457" y="1309470"/>
                <a:ext cx="662040" cy="27720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C850B035-4CCD-8533-BBA5-609C458ED3C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58817" y="1300830"/>
                  <a:ext cx="6796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1B5DEFB4-7AA9-C550-5D7B-A3C57C1DC59D}"/>
                    </a:ext>
                  </a:extLst>
                </p14:cNvPr>
                <p14:cNvContentPartPr/>
                <p14:nvPr/>
              </p14:nvContentPartPr>
              <p14:xfrm>
                <a:off x="6636537" y="1437990"/>
                <a:ext cx="17280" cy="1260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1B5DEFB4-7AA9-C550-5D7B-A3C57C1DC59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27537" y="1428990"/>
                  <a:ext cx="349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AADFFC9F-666C-1399-D9EB-6668CE27AC81}"/>
                    </a:ext>
                  </a:extLst>
                </p14:cNvPr>
                <p14:cNvContentPartPr/>
                <p14:nvPr/>
              </p14:nvContentPartPr>
              <p14:xfrm>
                <a:off x="7028577" y="1272030"/>
                <a:ext cx="227880" cy="28116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AADFFC9F-666C-1399-D9EB-6668CE27AC8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019937" y="1263390"/>
                  <a:ext cx="2455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858EC765-25B8-DBE5-D247-9DD05AEDC1A5}"/>
                    </a:ext>
                  </a:extLst>
                </p14:cNvPr>
                <p14:cNvContentPartPr/>
                <p14:nvPr/>
              </p14:nvContentPartPr>
              <p14:xfrm>
                <a:off x="7021737" y="1376790"/>
                <a:ext cx="151920" cy="2988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858EC765-25B8-DBE5-D247-9DD05AEDC1A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012737" y="1367790"/>
                  <a:ext cx="1695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1897224E-0142-D04E-2A24-C2B75221B21F}"/>
                    </a:ext>
                  </a:extLst>
                </p14:cNvPr>
                <p14:cNvContentPartPr/>
                <p14:nvPr/>
              </p14:nvContentPartPr>
              <p14:xfrm>
                <a:off x="7447977" y="1330710"/>
                <a:ext cx="752400" cy="19548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1897224E-0142-D04E-2A24-C2B75221B21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439337" y="1322070"/>
                  <a:ext cx="770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AB4E61A1-66BC-4197-7AE2-2C3D019092AF}"/>
                    </a:ext>
                  </a:extLst>
                </p14:cNvPr>
                <p14:cNvContentPartPr/>
                <p14:nvPr/>
              </p14:nvContentPartPr>
              <p14:xfrm>
                <a:off x="4751577" y="1708350"/>
                <a:ext cx="673560" cy="30348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AB4E61A1-66BC-4197-7AE2-2C3D019092A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742937" y="1699350"/>
                  <a:ext cx="6912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7F879203-AC23-9173-C070-1B94506B3DA3}"/>
                    </a:ext>
                  </a:extLst>
                </p14:cNvPr>
                <p14:cNvContentPartPr/>
                <p14:nvPr/>
              </p14:nvContentPartPr>
              <p14:xfrm>
                <a:off x="5581737" y="1751550"/>
                <a:ext cx="220680" cy="23292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7F879203-AC23-9173-C070-1B94506B3DA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572737" y="1742550"/>
                  <a:ext cx="2383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56FF8334-EA85-B7F7-B8E0-30F314D443C3}"/>
                    </a:ext>
                  </a:extLst>
                </p14:cNvPr>
                <p14:cNvContentPartPr/>
                <p14:nvPr/>
              </p14:nvContentPartPr>
              <p14:xfrm>
                <a:off x="5547897" y="1804110"/>
                <a:ext cx="167400" cy="2808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56FF8334-EA85-B7F7-B8E0-30F314D443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39257" y="1795470"/>
                  <a:ext cx="1850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7C0CD02A-63A3-653F-8176-CEB7250882ED}"/>
                    </a:ext>
                  </a:extLst>
                </p14:cNvPr>
                <p14:cNvContentPartPr/>
                <p14:nvPr/>
              </p14:nvContentPartPr>
              <p14:xfrm>
                <a:off x="5880897" y="1938750"/>
                <a:ext cx="44280" cy="144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7C0CD02A-63A3-653F-8176-CEB7250882E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72257" y="1930110"/>
                  <a:ext cx="619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D02B1F7D-5716-7915-FE72-9CD6670BB2FA}"/>
                    </a:ext>
                  </a:extLst>
                </p14:cNvPr>
                <p14:cNvContentPartPr/>
                <p14:nvPr/>
              </p14:nvContentPartPr>
              <p14:xfrm>
                <a:off x="5942817" y="1912110"/>
                <a:ext cx="13680" cy="216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D02B1F7D-5716-7915-FE72-9CD6670BB2F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33817" y="1903470"/>
                  <a:ext cx="313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4FE741E9-FD35-3693-7BB6-78EE76427952}"/>
                    </a:ext>
                  </a:extLst>
                </p14:cNvPr>
                <p14:cNvContentPartPr/>
                <p14:nvPr/>
              </p14:nvContentPartPr>
              <p14:xfrm>
                <a:off x="5955417" y="1665510"/>
                <a:ext cx="292320" cy="28296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4FE741E9-FD35-3693-7BB6-78EE7642795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946777" y="1656870"/>
                  <a:ext cx="3099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A0C8378F-E01A-4792-BB9E-99319972A7A4}"/>
                    </a:ext>
                  </a:extLst>
                </p14:cNvPr>
                <p14:cNvContentPartPr/>
                <p14:nvPr/>
              </p14:nvContentPartPr>
              <p14:xfrm>
                <a:off x="6212097" y="1783950"/>
                <a:ext cx="154440" cy="15408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A0C8378F-E01A-4792-BB9E-99319972A7A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203097" y="1775310"/>
                  <a:ext cx="172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BB392B15-2DFF-627C-BD93-589D64076AF9}"/>
                    </a:ext>
                  </a:extLst>
                </p14:cNvPr>
                <p14:cNvContentPartPr/>
                <p14:nvPr/>
              </p14:nvContentPartPr>
              <p14:xfrm>
                <a:off x="5891337" y="1810590"/>
                <a:ext cx="153360" cy="3816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BB392B15-2DFF-627C-BD93-589D64076AF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82697" y="1801950"/>
                  <a:ext cx="1710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52A6CED5-2A6E-3C6B-1A7D-89F91D202BB8}"/>
                    </a:ext>
                  </a:extLst>
                </p14:cNvPr>
                <p14:cNvContentPartPr/>
                <p14:nvPr/>
              </p14:nvContentPartPr>
              <p14:xfrm>
                <a:off x="6506577" y="1722750"/>
                <a:ext cx="463320" cy="33696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52A6CED5-2A6E-3C6B-1A7D-89F91D202BB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97577" y="1713750"/>
                  <a:ext cx="4809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74B7BF55-F40B-F9AA-ECAB-FFB1FE066028}"/>
                    </a:ext>
                  </a:extLst>
                </p14:cNvPr>
                <p14:cNvContentPartPr/>
                <p14:nvPr/>
              </p14:nvContentPartPr>
              <p14:xfrm>
                <a:off x="6883497" y="1680630"/>
                <a:ext cx="360" cy="36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74B7BF55-F40B-F9AA-ECAB-FFB1FE06602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74497" y="167163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627E60F9-0858-44A4-FE28-1E58A2A0970D}"/>
                    </a:ext>
                  </a:extLst>
                </p14:cNvPr>
                <p14:cNvContentPartPr/>
                <p14:nvPr/>
              </p14:nvContentPartPr>
              <p14:xfrm>
                <a:off x="6460137" y="1815990"/>
                <a:ext cx="189720" cy="1368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627E60F9-0858-44A4-FE28-1E58A2A0970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451137" y="1807350"/>
                  <a:ext cx="2073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E29C05BD-95C6-E4AA-B5A0-4AE60547F772}"/>
                    </a:ext>
                  </a:extLst>
                </p14:cNvPr>
                <p14:cNvContentPartPr/>
                <p14:nvPr/>
              </p14:nvContentPartPr>
              <p14:xfrm>
                <a:off x="7087977" y="2010030"/>
                <a:ext cx="28440" cy="8028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E29C05BD-95C6-E4AA-B5A0-4AE60547F77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078977" y="2001030"/>
                  <a:ext cx="460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B8C34CC4-BD48-3158-825C-75CA50EEF5BB}"/>
                    </a:ext>
                  </a:extLst>
                </p14:cNvPr>
                <p14:cNvContentPartPr/>
                <p14:nvPr/>
              </p14:nvContentPartPr>
              <p14:xfrm>
                <a:off x="7271577" y="1721310"/>
                <a:ext cx="385560" cy="19332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B8C34CC4-BD48-3158-825C-75CA50EEF5B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262937" y="1712670"/>
                  <a:ext cx="4032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BE54CB30-DABD-5BC1-2287-D5E9AC9FC4E3}"/>
                    </a:ext>
                  </a:extLst>
                </p14:cNvPr>
                <p14:cNvContentPartPr/>
                <p14:nvPr/>
              </p14:nvContentPartPr>
              <p14:xfrm>
                <a:off x="7269417" y="1782870"/>
                <a:ext cx="135360" cy="1332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BE54CB30-DABD-5BC1-2287-D5E9AC9FC4E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260417" y="1774230"/>
                  <a:ext cx="1530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B1BBB345-53FB-8DC6-E272-B82C8095D9E9}"/>
                    </a:ext>
                  </a:extLst>
                </p14:cNvPr>
                <p14:cNvContentPartPr/>
                <p14:nvPr/>
              </p14:nvContentPartPr>
              <p14:xfrm>
                <a:off x="7813377" y="1635990"/>
                <a:ext cx="208440" cy="19476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B1BBB345-53FB-8DC6-E272-B82C8095D9E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804377" y="1627350"/>
                  <a:ext cx="2260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1DD65616-099D-3325-AE94-DDCC15CB91D1}"/>
                    </a:ext>
                  </a:extLst>
                </p14:cNvPr>
                <p14:cNvContentPartPr/>
                <p14:nvPr/>
              </p14:nvContentPartPr>
              <p14:xfrm>
                <a:off x="8027577" y="1684950"/>
                <a:ext cx="88200" cy="12420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1DD65616-099D-3325-AE94-DDCC15CB91D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018937" y="1676310"/>
                  <a:ext cx="1058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B1B540C7-2E99-07DF-3839-0B414FB57079}"/>
                    </a:ext>
                  </a:extLst>
                </p14:cNvPr>
                <p14:cNvContentPartPr/>
                <p14:nvPr/>
              </p14:nvContentPartPr>
              <p14:xfrm>
                <a:off x="8258337" y="1606830"/>
                <a:ext cx="388800" cy="21564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B1B540C7-2E99-07DF-3839-0B414FB5707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249337" y="1598190"/>
                  <a:ext cx="4064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9D4D423F-274D-2009-AF59-88235EA2848F}"/>
                    </a:ext>
                  </a:extLst>
                </p14:cNvPr>
                <p14:cNvContentPartPr/>
                <p14:nvPr/>
              </p14:nvContentPartPr>
              <p14:xfrm>
                <a:off x="4790457" y="2148990"/>
                <a:ext cx="217800" cy="22500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9D4D423F-274D-2009-AF59-88235EA2848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781817" y="2139990"/>
                  <a:ext cx="2354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38270A2D-4B1C-D26F-BE41-C77983E151B5}"/>
                    </a:ext>
                  </a:extLst>
                </p14:cNvPr>
                <p14:cNvContentPartPr/>
                <p14:nvPr/>
              </p14:nvContentPartPr>
              <p14:xfrm>
                <a:off x="4753017" y="2247990"/>
                <a:ext cx="161280" cy="468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38270A2D-4B1C-D26F-BE41-C77983E151B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744377" y="2239350"/>
                  <a:ext cx="1789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FC010AA2-769B-1E24-C8A0-F49BE62C4047}"/>
                    </a:ext>
                  </a:extLst>
                </p14:cNvPr>
                <p14:cNvContentPartPr/>
                <p14:nvPr/>
              </p14:nvContentPartPr>
              <p14:xfrm>
                <a:off x="5176377" y="2062590"/>
                <a:ext cx="691200" cy="26892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FC010AA2-769B-1E24-C8A0-F49BE62C404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167737" y="2053590"/>
                  <a:ext cx="7088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D4BABE64-ED85-BD2B-65B5-AE154EBE547B}"/>
                    </a:ext>
                  </a:extLst>
                </p14:cNvPr>
                <p14:cNvContentPartPr/>
                <p14:nvPr/>
              </p14:nvContentPartPr>
              <p14:xfrm>
                <a:off x="5417217" y="2167350"/>
                <a:ext cx="191520" cy="2448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D4BABE64-ED85-BD2B-65B5-AE154EBE547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408217" y="2158350"/>
                  <a:ext cx="2091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664C3FED-2CE4-6D46-7119-558A4D617614}"/>
                    </a:ext>
                  </a:extLst>
                </p14:cNvPr>
                <p14:cNvContentPartPr/>
                <p14:nvPr/>
              </p14:nvContentPartPr>
              <p14:xfrm>
                <a:off x="6033177" y="2076270"/>
                <a:ext cx="138240" cy="22392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664C3FED-2CE4-6D46-7119-558A4D61761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024177" y="2067270"/>
                  <a:ext cx="1558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0DA0B609-7382-3B65-19B4-552CC43A9F16}"/>
                    </a:ext>
                  </a:extLst>
                </p14:cNvPr>
                <p14:cNvContentPartPr/>
                <p14:nvPr/>
              </p14:nvContentPartPr>
              <p14:xfrm>
                <a:off x="6016257" y="2191470"/>
                <a:ext cx="131400" cy="1476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0DA0B609-7382-3B65-19B4-552CC43A9F1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007617" y="2182470"/>
                  <a:ext cx="1490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9E886D16-9AC9-CC71-EDBF-A1B833029BE4}"/>
                    </a:ext>
                  </a:extLst>
                </p14:cNvPr>
                <p14:cNvContentPartPr/>
                <p14:nvPr/>
              </p14:nvContentPartPr>
              <p14:xfrm>
                <a:off x="6202737" y="2038110"/>
                <a:ext cx="160560" cy="24588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9E886D16-9AC9-CC71-EDBF-A1B833029BE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193737" y="2029470"/>
                  <a:ext cx="1782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04050BBC-709A-0F9F-A330-E0AEF8A1B92F}"/>
                    </a:ext>
                  </a:extLst>
                </p14:cNvPr>
                <p14:cNvContentPartPr/>
                <p14:nvPr/>
              </p14:nvContentPartPr>
              <p14:xfrm>
                <a:off x="6384897" y="2010030"/>
                <a:ext cx="91440" cy="26784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04050BBC-709A-0F9F-A330-E0AEF8A1B92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376257" y="2001030"/>
                  <a:ext cx="1090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BE72070B-42E5-AE5B-9239-D216B85E080B}"/>
                    </a:ext>
                  </a:extLst>
                </p14:cNvPr>
                <p14:cNvContentPartPr/>
                <p14:nvPr/>
              </p14:nvContentPartPr>
              <p14:xfrm>
                <a:off x="6561297" y="2046390"/>
                <a:ext cx="287640" cy="21708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BE72070B-42E5-AE5B-9239-D216B85E080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552297" y="2037750"/>
                  <a:ext cx="3052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177E539D-8B92-899B-967D-199C87A8A668}"/>
                    </a:ext>
                  </a:extLst>
                </p14:cNvPr>
                <p14:cNvContentPartPr/>
                <p14:nvPr/>
              </p14:nvContentPartPr>
              <p14:xfrm>
                <a:off x="6782697" y="2065830"/>
                <a:ext cx="554760" cy="30384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177E539D-8B92-899B-967D-199C87A8A66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773697" y="2057190"/>
                  <a:ext cx="57240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F582F6FD-AA9D-077B-924E-2C004E5C9530}"/>
                    </a:ext>
                  </a:extLst>
                </p14:cNvPr>
                <p14:cNvContentPartPr/>
                <p14:nvPr/>
              </p14:nvContentPartPr>
              <p14:xfrm>
                <a:off x="7066737" y="2258430"/>
                <a:ext cx="29880" cy="3240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F582F6FD-AA9D-077B-924E-2C004E5C953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057737" y="2249790"/>
                  <a:ext cx="47520" cy="50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80426" y="1981200"/>
            <a:ext cx="7040880" cy="3829050"/>
            <a:chOff x="1180426" y="1981200"/>
            <a:chExt cx="7040880" cy="3829050"/>
          </a:xfrm>
        </p:grpSpPr>
        <p:sp>
          <p:nvSpPr>
            <p:cNvPr id="3" name="object 3"/>
            <p:cNvSpPr/>
            <p:nvPr/>
          </p:nvSpPr>
          <p:spPr>
            <a:xfrm>
              <a:off x="1185189" y="1985962"/>
              <a:ext cx="7031355" cy="3819525"/>
            </a:xfrm>
            <a:custGeom>
              <a:avLst/>
              <a:gdLst/>
              <a:ahLst/>
              <a:cxnLst/>
              <a:rect l="l" t="t" r="r" b="b"/>
              <a:pathLst>
                <a:path w="7031355" h="3819525">
                  <a:moveTo>
                    <a:pt x="7030783" y="0"/>
                  </a:moveTo>
                  <a:lnTo>
                    <a:pt x="0" y="0"/>
                  </a:lnTo>
                  <a:lnTo>
                    <a:pt x="0" y="3819296"/>
                  </a:lnTo>
                  <a:lnTo>
                    <a:pt x="7030783" y="3819296"/>
                  </a:lnTo>
                  <a:lnTo>
                    <a:pt x="7030783" y="0"/>
                  </a:lnTo>
                  <a:close/>
                </a:path>
              </a:pathLst>
            </a:custGeom>
            <a:solidFill>
              <a:srgbClr val="00D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85189" y="1985962"/>
              <a:ext cx="7031355" cy="3819525"/>
            </a:xfrm>
            <a:custGeom>
              <a:avLst/>
              <a:gdLst/>
              <a:ahLst/>
              <a:cxnLst/>
              <a:rect l="l" t="t" r="r" b="b"/>
              <a:pathLst>
                <a:path w="7031355" h="3819525">
                  <a:moveTo>
                    <a:pt x="0" y="0"/>
                  </a:moveTo>
                  <a:lnTo>
                    <a:pt x="7030783" y="0"/>
                  </a:lnTo>
                  <a:lnTo>
                    <a:pt x="7030783" y="3819296"/>
                  </a:lnTo>
                  <a:lnTo>
                    <a:pt x="0" y="3819296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230" y="2663479"/>
              <a:ext cx="440055" cy="243204"/>
            </a:xfrm>
            <a:custGeom>
              <a:avLst/>
              <a:gdLst/>
              <a:ahLst/>
              <a:cxnLst/>
              <a:rect l="l" t="t" r="r" b="b"/>
              <a:pathLst>
                <a:path w="440054" h="243205">
                  <a:moveTo>
                    <a:pt x="0" y="0"/>
                  </a:moveTo>
                  <a:lnTo>
                    <a:pt x="439724" y="24291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61417" y="2866894"/>
              <a:ext cx="85725" cy="70485"/>
            </a:xfrm>
            <a:custGeom>
              <a:avLst/>
              <a:gdLst/>
              <a:ahLst/>
              <a:cxnLst/>
              <a:rect l="l" t="t" r="r" b="b"/>
              <a:pathLst>
                <a:path w="85725" h="70485">
                  <a:moveTo>
                    <a:pt x="36842" y="0"/>
                  </a:moveTo>
                  <a:lnTo>
                    <a:pt x="0" y="66700"/>
                  </a:lnTo>
                  <a:lnTo>
                    <a:pt x="85115" y="70192"/>
                  </a:lnTo>
                  <a:lnTo>
                    <a:pt x="368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98881" y="3040061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98881" y="3040061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495708" y="462343"/>
            <a:ext cx="415162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Schema</a:t>
            </a:r>
            <a:r>
              <a:rPr spc="-20" dirty="0"/>
              <a:t> </a:t>
            </a:r>
            <a:r>
              <a:rPr spc="-5" dirty="0"/>
              <a:t>of</a:t>
            </a:r>
            <a:r>
              <a:rPr spc="-30" dirty="0"/>
              <a:t> </a:t>
            </a:r>
            <a:r>
              <a:rPr spc="-5" dirty="0"/>
              <a:t>Classes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515993" y="3305737"/>
            <a:ext cx="879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Publisher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04233" y="5246094"/>
            <a:ext cx="1943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Java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Virtual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Machine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82819" y="3827461"/>
            <a:ext cx="1160780" cy="873125"/>
            <a:chOff x="3882819" y="3827461"/>
            <a:chExt cx="1160780" cy="873125"/>
          </a:xfrm>
        </p:grpSpPr>
        <p:sp>
          <p:nvSpPr>
            <p:cNvPr id="13" name="object 13"/>
            <p:cNvSpPr/>
            <p:nvPr/>
          </p:nvSpPr>
          <p:spPr>
            <a:xfrm>
              <a:off x="3887581" y="3832223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799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599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799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87581" y="3832223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799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799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599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79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981672" y="4078798"/>
            <a:ext cx="991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Subscriber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09794" y="2098673"/>
            <a:ext cx="1160780" cy="873125"/>
            <a:chOff x="3809794" y="2098673"/>
            <a:chExt cx="1160780" cy="873125"/>
          </a:xfrm>
        </p:grpSpPr>
        <p:sp>
          <p:nvSpPr>
            <p:cNvPr id="17" name="object 17"/>
            <p:cNvSpPr/>
            <p:nvPr/>
          </p:nvSpPr>
          <p:spPr>
            <a:xfrm>
              <a:off x="3814556" y="2103436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14556" y="2103436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953621" y="2287079"/>
            <a:ext cx="849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Topic </a:t>
            </a:r>
            <a:r>
              <a:rPr sz="1800" dirty="0">
                <a:latin typeface="Calibri"/>
                <a:cs typeface="Calibri"/>
              </a:rPr>
              <a:t> Mana</a:t>
            </a:r>
            <a:r>
              <a:rPr sz="1800" spc="-5" dirty="0">
                <a:latin typeface="Calibri"/>
                <a:cs typeface="Calibri"/>
              </a:rPr>
              <a:t>ge</a:t>
            </a:r>
            <a:r>
              <a:rPr sz="1800" dirty="0"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362564" y="2494475"/>
            <a:ext cx="2125980" cy="3202940"/>
            <a:chOff x="3362564" y="2494475"/>
            <a:chExt cx="2125980" cy="3202940"/>
          </a:xfrm>
        </p:grpSpPr>
        <p:sp>
          <p:nvSpPr>
            <p:cNvPr id="21" name="object 21"/>
            <p:cNvSpPr/>
            <p:nvPr/>
          </p:nvSpPr>
          <p:spPr>
            <a:xfrm>
              <a:off x="4376906" y="3199064"/>
              <a:ext cx="0" cy="474980"/>
            </a:xfrm>
            <a:custGeom>
              <a:avLst/>
              <a:gdLst/>
              <a:ahLst/>
              <a:cxnLst/>
              <a:rect l="l" t="t" r="r" b="b"/>
              <a:pathLst>
                <a:path h="474979">
                  <a:moveTo>
                    <a:pt x="0" y="47437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38801" y="313556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07723" y="3890631"/>
              <a:ext cx="274320" cy="140970"/>
            </a:xfrm>
            <a:custGeom>
              <a:avLst/>
              <a:gdLst/>
              <a:ahLst/>
              <a:cxnLst/>
              <a:rect l="l" t="t" r="r" b="b"/>
              <a:pathLst>
                <a:path w="274320" h="140970">
                  <a:moveTo>
                    <a:pt x="274091" y="0"/>
                  </a:moveTo>
                  <a:lnTo>
                    <a:pt x="0" y="14063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51235" y="3991568"/>
              <a:ext cx="85725" cy="69215"/>
            </a:xfrm>
            <a:custGeom>
              <a:avLst/>
              <a:gdLst/>
              <a:ahLst/>
              <a:cxnLst/>
              <a:rect l="l" t="t" r="r" b="b"/>
              <a:pathLst>
                <a:path w="85725" h="69214">
                  <a:moveTo>
                    <a:pt x="50393" y="0"/>
                  </a:moveTo>
                  <a:lnTo>
                    <a:pt x="0" y="68681"/>
                  </a:lnTo>
                  <a:lnTo>
                    <a:pt x="85178" y="67792"/>
                  </a:lnTo>
                  <a:lnTo>
                    <a:pt x="503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68916" y="2532578"/>
              <a:ext cx="279400" cy="0"/>
            </a:xfrm>
            <a:custGeom>
              <a:avLst/>
              <a:gdLst/>
              <a:ahLst/>
              <a:cxnLst/>
              <a:rect l="l" t="t" r="r" b="b"/>
              <a:pathLst>
                <a:path w="279400">
                  <a:moveTo>
                    <a:pt x="0" y="0"/>
                  </a:moveTo>
                  <a:lnTo>
                    <a:pt x="279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35617" y="24944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368914" y="3477825"/>
              <a:ext cx="1874520" cy="0"/>
            </a:xfrm>
            <a:custGeom>
              <a:avLst/>
              <a:gdLst/>
              <a:ahLst/>
              <a:cxnLst/>
              <a:rect l="l" t="t" r="r" b="b"/>
              <a:pathLst>
                <a:path w="1874520">
                  <a:moveTo>
                    <a:pt x="0" y="0"/>
                  </a:moveTo>
                  <a:lnTo>
                    <a:pt x="1874393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230607" y="343972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409947" y="4274619"/>
              <a:ext cx="279400" cy="0"/>
            </a:xfrm>
            <a:custGeom>
              <a:avLst/>
              <a:gdLst/>
              <a:ahLst/>
              <a:cxnLst/>
              <a:rect l="l" t="t" r="r" b="b"/>
              <a:pathLst>
                <a:path w="279400">
                  <a:moveTo>
                    <a:pt x="0" y="0"/>
                  </a:moveTo>
                  <a:lnTo>
                    <a:pt x="279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676649" y="423651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871354" y="4828489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799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599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799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871354" y="4828489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799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799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599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79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130666" y="2265883"/>
            <a:ext cx="1123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805"/>
              </a:spcBef>
            </a:pPr>
            <a:r>
              <a:rPr sz="1800" spc="-5" dirty="0">
                <a:latin typeface="Calibri"/>
                <a:cs typeface="Calibri"/>
              </a:rPr>
              <a:t>new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topic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30666" y="3200184"/>
            <a:ext cx="1123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805"/>
              </a:spcBef>
            </a:pPr>
            <a:r>
              <a:rPr sz="1800" spc="-5" dirty="0">
                <a:latin typeface="Calibri"/>
                <a:cs typeface="Calibri"/>
              </a:rPr>
              <a:t>new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mess.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490321" y="2388638"/>
            <a:ext cx="4102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ew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52967" y="4025265"/>
            <a:ext cx="1123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805"/>
              </a:spcBef>
            </a:pPr>
            <a:r>
              <a:rPr sz="1800" spc="-5" dirty="0">
                <a:latin typeface="Calibri"/>
                <a:cs typeface="Calibri"/>
              </a:rPr>
              <a:t>new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subs.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423396" y="4374807"/>
            <a:ext cx="4102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ew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963920" y="5072393"/>
            <a:ext cx="991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Subscriber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387643" y="4053906"/>
            <a:ext cx="2414905" cy="1242060"/>
            <a:chOff x="3387643" y="4053906"/>
            <a:chExt cx="2414905" cy="1242060"/>
          </a:xfrm>
        </p:grpSpPr>
        <p:sp>
          <p:nvSpPr>
            <p:cNvPr id="40" name="object 40"/>
            <p:cNvSpPr/>
            <p:nvPr/>
          </p:nvSpPr>
          <p:spPr>
            <a:xfrm>
              <a:off x="5164589" y="4060256"/>
              <a:ext cx="631825" cy="930275"/>
            </a:xfrm>
            <a:custGeom>
              <a:avLst/>
              <a:gdLst/>
              <a:ahLst/>
              <a:cxnLst/>
              <a:rect l="l" t="t" r="r" b="b"/>
              <a:pathLst>
                <a:path w="631825" h="930275">
                  <a:moveTo>
                    <a:pt x="631545" y="0"/>
                  </a:moveTo>
                  <a:lnTo>
                    <a:pt x="0" y="93012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28926" y="4958474"/>
              <a:ext cx="74930" cy="84455"/>
            </a:xfrm>
            <a:custGeom>
              <a:avLst/>
              <a:gdLst/>
              <a:ahLst/>
              <a:cxnLst/>
              <a:rect l="l" t="t" r="r" b="b"/>
              <a:pathLst>
                <a:path w="74929" h="84454">
                  <a:moveTo>
                    <a:pt x="11277" y="0"/>
                  </a:moveTo>
                  <a:lnTo>
                    <a:pt x="0" y="84442"/>
                  </a:lnTo>
                  <a:lnTo>
                    <a:pt x="74320" y="42798"/>
                  </a:lnTo>
                  <a:lnTo>
                    <a:pt x="11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87643" y="5257283"/>
              <a:ext cx="279400" cy="0"/>
            </a:xfrm>
            <a:custGeom>
              <a:avLst/>
              <a:gdLst/>
              <a:ahLst/>
              <a:cxnLst/>
              <a:rect l="l" t="t" r="r" b="b"/>
              <a:pathLst>
                <a:path w="279400">
                  <a:moveTo>
                    <a:pt x="0" y="0"/>
                  </a:moveTo>
                  <a:lnTo>
                    <a:pt x="279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654346" y="521917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130666" y="5007927"/>
            <a:ext cx="1123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805"/>
              </a:spcBef>
            </a:pPr>
            <a:r>
              <a:rPr sz="1800" spc="-5" dirty="0">
                <a:latin typeface="Calibri"/>
                <a:cs typeface="Calibri"/>
              </a:rPr>
              <a:t>new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subs.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401093" y="5357470"/>
            <a:ext cx="4102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ew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0" name="Grupo 49">
            <a:extLst>
              <a:ext uri="{FF2B5EF4-FFF2-40B4-BE49-F238E27FC236}">
                <a16:creationId xmlns:a16="http://schemas.microsoft.com/office/drawing/2014/main" id="{C6B85F7D-0B67-7EBF-3E21-759B07B0C478}"/>
              </a:ext>
            </a:extLst>
          </p:cNvPr>
          <p:cNvGrpSpPr/>
          <p:nvPr/>
        </p:nvGrpSpPr>
        <p:grpSpPr>
          <a:xfrm>
            <a:off x="710217" y="1216230"/>
            <a:ext cx="1042200" cy="401040"/>
            <a:chOff x="710217" y="1216230"/>
            <a:chExt cx="1042200" cy="40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C4204FC7-E6FA-5D93-D5D2-BC27EE001984}"/>
                    </a:ext>
                  </a:extLst>
                </p14:cNvPr>
                <p14:cNvContentPartPr/>
                <p14:nvPr/>
              </p14:nvContentPartPr>
              <p14:xfrm>
                <a:off x="710217" y="1216230"/>
                <a:ext cx="222840" cy="32580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C4204FC7-E6FA-5D93-D5D2-BC27EE00198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1577" y="1207590"/>
                  <a:ext cx="2404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05E98428-63E2-193D-A634-B625E38D0429}"/>
                    </a:ext>
                  </a:extLst>
                </p14:cNvPr>
                <p14:cNvContentPartPr/>
                <p14:nvPr/>
              </p14:nvContentPartPr>
              <p14:xfrm>
                <a:off x="872937" y="1365270"/>
                <a:ext cx="477720" cy="20088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05E98428-63E2-193D-A634-B625E38D042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63937" y="1356270"/>
                  <a:ext cx="4953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4F0B44AF-FBB7-30D1-AACE-9D3BFB15AFE3}"/>
                    </a:ext>
                  </a:extLst>
                </p14:cNvPr>
                <p14:cNvContentPartPr/>
                <p14:nvPr/>
              </p14:nvContentPartPr>
              <p14:xfrm>
                <a:off x="1486017" y="1403430"/>
                <a:ext cx="266400" cy="21384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4F0B44AF-FBB7-30D1-AACE-9D3BFB15AFE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77017" y="1394430"/>
                  <a:ext cx="28404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8FE97005-FB02-FDD1-AEF9-6F30420DD8CE}"/>
              </a:ext>
            </a:extLst>
          </p:cNvPr>
          <p:cNvGrpSpPr/>
          <p:nvPr/>
        </p:nvGrpSpPr>
        <p:grpSpPr>
          <a:xfrm>
            <a:off x="1942497" y="1124790"/>
            <a:ext cx="3601080" cy="411120"/>
            <a:chOff x="1942497" y="1124790"/>
            <a:chExt cx="3601080" cy="41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82420595-2DB6-BEF9-50F6-6E49AC82A3B5}"/>
                    </a:ext>
                  </a:extLst>
                </p14:cNvPr>
                <p14:cNvContentPartPr/>
                <p14:nvPr/>
              </p14:nvContentPartPr>
              <p14:xfrm>
                <a:off x="1942497" y="1342950"/>
                <a:ext cx="439200" cy="17496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82420595-2DB6-BEF9-50F6-6E49AC82A3B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33497" y="1334310"/>
                  <a:ext cx="456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01C7932C-873C-5BFC-EE76-AF65F915A41F}"/>
                    </a:ext>
                  </a:extLst>
                </p14:cNvPr>
                <p14:cNvContentPartPr/>
                <p14:nvPr/>
              </p14:nvContentPartPr>
              <p14:xfrm>
                <a:off x="2568897" y="1171590"/>
                <a:ext cx="90720" cy="24444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01C7932C-873C-5BFC-EE76-AF65F915A41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59897" y="1162590"/>
                  <a:ext cx="1083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246615D9-CC78-8771-324C-D973F0366B7F}"/>
                    </a:ext>
                  </a:extLst>
                </p14:cNvPr>
                <p14:cNvContentPartPr/>
                <p14:nvPr/>
              </p14:nvContentPartPr>
              <p14:xfrm>
                <a:off x="2651337" y="1203630"/>
                <a:ext cx="753840" cy="23976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246615D9-CC78-8771-324C-D973F0366B7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42697" y="1194990"/>
                  <a:ext cx="7714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BED6AD87-84DA-66B7-60C4-31F2F49A96FE}"/>
                    </a:ext>
                  </a:extLst>
                </p14:cNvPr>
                <p14:cNvContentPartPr/>
                <p14:nvPr/>
              </p14:nvContentPartPr>
              <p14:xfrm>
                <a:off x="3225897" y="1258350"/>
                <a:ext cx="360" cy="36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BED6AD87-84DA-66B7-60C4-31F2F49A96F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17257" y="12493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C0DA0E94-5D0E-282C-D4DD-30560C4EB6DB}"/>
                    </a:ext>
                  </a:extLst>
                </p14:cNvPr>
                <p14:cNvContentPartPr/>
                <p14:nvPr/>
              </p14:nvContentPartPr>
              <p14:xfrm>
                <a:off x="3500217" y="1124790"/>
                <a:ext cx="299160" cy="35748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C0DA0E94-5D0E-282C-D4DD-30560C4EB6D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491577" y="1116150"/>
                  <a:ext cx="3168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F5199164-E2C8-82D6-3244-428659B67211}"/>
                    </a:ext>
                  </a:extLst>
                </p14:cNvPr>
                <p14:cNvContentPartPr/>
                <p14:nvPr/>
              </p14:nvContentPartPr>
              <p14:xfrm>
                <a:off x="3940497" y="1142790"/>
                <a:ext cx="643680" cy="39312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F5199164-E2C8-82D6-3244-428659B6721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31497" y="1133790"/>
                  <a:ext cx="66132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D91D03ED-CE1C-E6FD-1CB8-6FD16996E5FA}"/>
                    </a:ext>
                  </a:extLst>
                </p14:cNvPr>
                <p14:cNvContentPartPr/>
                <p14:nvPr/>
              </p14:nvContentPartPr>
              <p14:xfrm>
                <a:off x="4445217" y="1227030"/>
                <a:ext cx="356760" cy="23364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D91D03ED-CE1C-E6FD-1CB8-6FD16996E5F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36577" y="1218390"/>
                  <a:ext cx="3744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24C04CAA-35F5-1020-27E2-0E75CCB6E9B6}"/>
                    </a:ext>
                  </a:extLst>
                </p14:cNvPr>
                <p14:cNvContentPartPr/>
                <p14:nvPr/>
              </p14:nvContentPartPr>
              <p14:xfrm>
                <a:off x="4674537" y="1259790"/>
                <a:ext cx="147240" cy="3240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24C04CAA-35F5-1020-27E2-0E75CCB6E9B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65537" y="1250790"/>
                  <a:ext cx="1648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E1EE390D-C942-1F9C-6A70-1A184D6C6A4A}"/>
                    </a:ext>
                  </a:extLst>
                </p14:cNvPr>
                <p14:cNvContentPartPr/>
                <p14:nvPr/>
              </p14:nvContentPartPr>
              <p14:xfrm>
                <a:off x="4191417" y="1254030"/>
                <a:ext cx="73080" cy="1368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E1EE390D-C942-1F9C-6A70-1A184D6C6A4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82417" y="1245030"/>
                  <a:ext cx="907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40FA9BE6-12E3-0648-7468-11E20793BA25}"/>
                    </a:ext>
                  </a:extLst>
                </p14:cNvPr>
                <p14:cNvContentPartPr/>
                <p14:nvPr/>
              </p14:nvContentPartPr>
              <p14:xfrm>
                <a:off x="5015457" y="1141350"/>
                <a:ext cx="528120" cy="38196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40FA9BE6-12E3-0648-7468-11E20793BA2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06457" y="1132710"/>
                  <a:ext cx="54576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18C34016-338A-827C-AD9F-625D2D518B65}"/>
                    </a:ext>
                  </a:extLst>
                </p14:cNvPr>
                <p14:cNvContentPartPr/>
                <p14:nvPr/>
              </p14:nvContentPartPr>
              <p14:xfrm>
                <a:off x="5407857" y="1224870"/>
                <a:ext cx="18000" cy="1872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18C34016-338A-827C-AD9F-625D2D518B6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98857" y="1215870"/>
                  <a:ext cx="356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C0BE2EFF-1442-EA89-1110-3DC1B3AE309E}"/>
                    </a:ext>
                  </a:extLst>
                </p14:cNvPr>
                <p14:cNvContentPartPr/>
                <p14:nvPr/>
              </p14:nvContentPartPr>
              <p14:xfrm>
                <a:off x="4983417" y="1217310"/>
                <a:ext cx="146520" cy="3780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C0BE2EFF-1442-EA89-1110-3DC1B3AE309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74417" y="1208670"/>
                  <a:ext cx="16416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upo 116">
            <a:extLst>
              <a:ext uri="{FF2B5EF4-FFF2-40B4-BE49-F238E27FC236}">
                <a16:creationId xmlns:a16="http://schemas.microsoft.com/office/drawing/2014/main" id="{91094AD5-E3CD-5EDB-C9B1-C35261E2B91B}"/>
              </a:ext>
            </a:extLst>
          </p:cNvPr>
          <p:cNvGrpSpPr/>
          <p:nvPr/>
        </p:nvGrpSpPr>
        <p:grpSpPr>
          <a:xfrm>
            <a:off x="242217" y="5838630"/>
            <a:ext cx="8273160" cy="924120"/>
            <a:chOff x="242217" y="5838630"/>
            <a:chExt cx="8273160" cy="92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F7BE8FE1-E8A2-1C70-F5FE-AD10290AB28E}"/>
                    </a:ext>
                  </a:extLst>
                </p14:cNvPr>
                <p14:cNvContentPartPr/>
                <p14:nvPr/>
              </p14:nvContentPartPr>
              <p14:xfrm>
                <a:off x="242217" y="6006030"/>
                <a:ext cx="69840" cy="26424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F7BE8FE1-E8A2-1C70-F5FE-AD10290AB28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3577" y="5997390"/>
                  <a:ext cx="874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6A2BE941-2531-A41F-A55B-3E1440AB7A64}"/>
                    </a:ext>
                  </a:extLst>
                </p14:cNvPr>
                <p14:cNvContentPartPr/>
                <p14:nvPr/>
              </p14:nvContentPartPr>
              <p14:xfrm>
                <a:off x="442377" y="6161550"/>
                <a:ext cx="337320" cy="17676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6A2BE941-2531-A41F-A55B-3E1440AB7A6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3737" y="6152910"/>
                  <a:ext cx="3549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1663C546-E28F-08AB-C652-FB3131170994}"/>
                    </a:ext>
                  </a:extLst>
                </p14:cNvPr>
                <p14:cNvContentPartPr/>
                <p14:nvPr/>
              </p14:nvContentPartPr>
              <p14:xfrm>
                <a:off x="1045737" y="6080910"/>
                <a:ext cx="310680" cy="23904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1663C546-E28F-08AB-C652-FB313117099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36737" y="6072270"/>
                  <a:ext cx="3283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2A7E49D6-3F40-4AD8-C6DE-18B8D1DB837A}"/>
                    </a:ext>
                  </a:extLst>
                </p14:cNvPr>
                <p14:cNvContentPartPr/>
                <p14:nvPr/>
              </p14:nvContentPartPr>
              <p14:xfrm>
                <a:off x="1514457" y="6094950"/>
                <a:ext cx="88560" cy="16740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2A7E49D6-3F40-4AD8-C6DE-18B8D1DB837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05817" y="6086310"/>
                  <a:ext cx="1062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BA54DDE9-D956-61BA-5658-48B7AB64A522}"/>
                    </a:ext>
                  </a:extLst>
                </p14:cNvPr>
                <p14:cNvContentPartPr/>
                <p14:nvPr/>
              </p14:nvContentPartPr>
              <p14:xfrm>
                <a:off x="1326177" y="6141030"/>
                <a:ext cx="96840" cy="15336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BA54DDE9-D956-61BA-5658-48B7AB64A52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17177" y="6132030"/>
                  <a:ext cx="1144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6E26B365-33F1-6B20-FEE5-C5E1AA8EA182}"/>
                    </a:ext>
                  </a:extLst>
                </p14:cNvPr>
                <p14:cNvContentPartPr/>
                <p14:nvPr/>
              </p14:nvContentPartPr>
              <p14:xfrm>
                <a:off x="1564857" y="6017550"/>
                <a:ext cx="192600" cy="29232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6E26B365-33F1-6B20-FEE5-C5E1AA8EA18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55857" y="6008550"/>
                  <a:ext cx="2102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62C13D43-17C5-19BF-08F2-A22B6AD1B62F}"/>
                    </a:ext>
                  </a:extLst>
                </p14:cNvPr>
                <p14:cNvContentPartPr/>
                <p14:nvPr/>
              </p14:nvContentPartPr>
              <p14:xfrm>
                <a:off x="1919097" y="5952390"/>
                <a:ext cx="938520" cy="47268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62C13D43-17C5-19BF-08F2-A22B6AD1B62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910457" y="5943750"/>
                  <a:ext cx="95616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AB4A28CD-1AE9-C9F6-1FC4-AA10803CA65B}"/>
                    </a:ext>
                  </a:extLst>
                </p14:cNvPr>
                <p14:cNvContentPartPr/>
                <p14:nvPr/>
              </p14:nvContentPartPr>
              <p14:xfrm>
                <a:off x="2622897" y="6067230"/>
                <a:ext cx="19800" cy="396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AB4A28CD-1AE9-C9F6-1FC4-AA10803CA65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613897" y="6058590"/>
                  <a:ext cx="374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CDE1FC9D-BC3F-9E64-4FEF-A541E9D75405}"/>
                    </a:ext>
                  </a:extLst>
                </p14:cNvPr>
                <p14:cNvContentPartPr/>
                <p14:nvPr/>
              </p14:nvContentPartPr>
              <p14:xfrm>
                <a:off x="3047697" y="5952390"/>
                <a:ext cx="241920" cy="31932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CDE1FC9D-BC3F-9E64-4FEF-A541E9D7540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39057" y="5943390"/>
                  <a:ext cx="2595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620C18A2-C83C-8003-5397-F26C026037B3}"/>
                    </a:ext>
                  </a:extLst>
                </p14:cNvPr>
                <p14:cNvContentPartPr/>
                <p14:nvPr/>
              </p14:nvContentPartPr>
              <p14:xfrm>
                <a:off x="3189897" y="6115110"/>
                <a:ext cx="87120" cy="27504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620C18A2-C83C-8003-5397-F26C026037B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81257" y="6106470"/>
                  <a:ext cx="1047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5F34E0C8-6FFA-69D0-3331-879C39F4BCE1}"/>
                    </a:ext>
                  </a:extLst>
                </p14:cNvPr>
                <p14:cNvContentPartPr/>
                <p14:nvPr/>
              </p14:nvContentPartPr>
              <p14:xfrm>
                <a:off x="3369537" y="5929710"/>
                <a:ext cx="366120" cy="43740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5F34E0C8-6FFA-69D0-3331-879C39F4BCE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60537" y="5921070"/>
                  <a:ext cx="38376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9C29D5E5-E81B-68FD-DD33-96EB0FF9FF57}"/>
                    </a:ext>
                  </a:extLst>
                </p14:cNvPr>
                <p14:cNvContentPartPr/>
                <p14:nvPr/>
              </p14:nvContentPartPr>
              <p14:xfrm>
                <a:off x="3637377" y="5966070"/>
                <a:ext cx="92160" cy="7812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9C29D5E5-E81B-68FD-DD33-96EB0FF9FF5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28737" y="5957430"/>
                  <a:ext cx="1098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368A3E95-8B40-AE5E-2D1E-A4157B2DFFA6}"/>
                    </a:ext>
                  </a:extLst>
                </p14:cNvPr>
                <p14:cNvContentPartPr/>
                <p14:nvPr/>
              </p14:nvContentPartPr>
              <p14:xfrm>
                <a:off x="3798657" y="5941590"/>
                <a:ext cx="128160" cy="33768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368A3E95-8B40-AE5E-2D1E-A4157B2DFFA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89657" y="5932950"/>
                  <a:ext cx="14580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18FA5B9A-5A6E-77DA-56A8-5063C91CDF1F}"/>
                    </a:ext>
                  </a:extLst>
                </p14:cNvPr>
                <p14:cNvContentPartPr/>
                <p14:nvPr/>
              </p14:nvContentPartPr>
              <p14:xfrm>
                <a:off x="4129497" y="5950590"/>
                <a:ext cx="371520" cy="33624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18FA5B9A-5A6E-77DA-56A8-5063C91CDF1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120857" y="5941950"/>
                  <a:ext cx="38916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4115A0FF-5C1D-5214-C16F-2F7D5D684185}"/>
                    </a:ext>
                  </a:extLst>
                </p14:cNvPr>
                <p14:cNvContentPartPr/>
                <p14:nvPr/>
              </p14:nvContentPartPr>
              <p14:xfrm>
                <a:off x="4398417" y="6010710"/>
                <a:ext cx="9360" cy="1800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4115A0FF-5C1D-5214-C16F-2F7D5D68418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89417" y="6001710"/>
                  <a:ext cx="270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D75A717D-2F5D-9F3A-55F0-495AEA4988A5}"/>
                    </a:ext>
                  </a:extLst>
                </p14:cNvPr>
                <p14:cNvContentPartPr/>
                <p14:nvPr/>
              </p14:nvContentPartPr>
              <p14:xfrm>
                <a:off x="4101057" y="5975070"/>
                <a:ext cx="147960" cy="792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D75A717D-2F5D-9F3A-55F0-495AEA4988A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92057" y="5966430"/>
                  <a:ext cx="165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D1FA138B-C0CB-5114-9729-8B31ABFF0DB1}"/>
                    </a:ext>
                  </a:extLst>
                </p14:cNvPr>
                <p14:cNvContentPartPr/>
                <p14:nvPr/>
              </p14:nvContentPartPr>
              <p14:xfrm>
                <a:off x="4608657" y="6216630"/>
                <a:ext cx="27360" cy="936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D1FA138B-C0CB-5114-9729-8B31ABFF0DB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600017" y="6207990"/>
                  <a:ext cx="450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7F3E4178-B5FD-120B-E7F1-EFA0291E358F}"/>
                    </a:ext>
                  </a:extLst>
                </p14:cNvPr>
                <p14:cNvContentPartPr/>
                <p14:nvPr/>
              </p14:nvContentPartPr>
              <p14:xfrm>
                <a:off x="4754097" y="5951310"/>
                <a:ext cx="26640" cy="25632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7F3E4178-B5FD-120B-E7F1-EFA0291E358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45097" y="5942670"/>
                  <a:ext cx="442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6EC3A803-645E-F136-CE09-CE24B8FC02F3}"/>
                    </a:ext>
                  </a:extLst>
                </p14:cNvPr>
                <p14:cNvContentPartPr/>
                <p14:nvPr/>
              </p14:nvContentPartPr>
              <p14:xfrm>
                <a:off x="4705497" y="5970750"/>
                <a:ext cx="87480" cy="4140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6EC3A803-645E-F136-CE09-CE24B8FC02F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696857" y="5961750"/>
                  <a:ext cx="1051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C27666B8-5E9C-CCC6-B8D2-7A4BEA592745}"/>
                    </a:ext>
                  </a:extLst>
                </p14:cNvPr>
                <p14:cNvContentPartPr/>
                <p14:nvPr/>
              </p14:nvContentPartPr>
              <p14:xfrm>
                <a:off x="4751577" y="5893350"/>
                <a:ext cx="195840" cy="41004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C27666B8-5E9C-CCC6-B8D2-7A4BEA59274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742937" y="5884710"/>
                  <a:ext cx="21348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70EC1E41-46A2-58B0-15FB-0C23DF2C5AC4}"/>
                    </a:ext>
                  </a:extLst>
                </p14:cNvPr>
                <p14:cNvContentPartPr/>
                <p14:nvPr/>
              </p14:nvContentPartPr>
              <p14:xfrm>
                <a:off x="5010057" y="6027270"/>
                <a:ext cx="341280" cy="30132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70EC1E41-46A2-58B0-15FB-0C23DF2C5AC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001057" y="6018630"/>
                  <a:ext cx="35892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24A5DB18-C648-4DCD-5D0C-E97AEEC80CFD}"/>
                    </a:ext>
                  </a:extLst>
                </p14:cNvPr>
                <p14:cNvContentPartPr/>
                <p14:nvPr/>
              </p14:nvContentPartPr>
              <p14:xfrm>
                <a:off x="5531337" y="6016830"/>
                <a:ext cx="170280" cy="17460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24A5DB18-C648-4DCD-5D0C-E97AEEC80CF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522337" y="6008190"/>
                  <a:ext cx="1879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DEE2977F-A92C-202C-FE96-E8B38F8AF462}"/>
                    </a:ext>
                  </a:extLst>
                </p14:cNvPr>
                <p14:cNvContentPartPr/>
                <p14:nvPr/>
              </p14:nvContentPartPr>
              <p14:xfrm>
                <a:off x="5676777" y="5948070"/>
                <a:ext cx="268920" cy="25488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DEE2977F-A92C-202C-FE96-E8B38F8AF46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668137" y="5939070"/>
                  <a:ext cx="2865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15E43E0F-54DC-2CA3-57D9-8DA159E04B5A}"/>
                    </a:ext>
                  </a:extLst>
                </p14:cNvPr>
                <p14:cNvContentPartPr/>
                <p14:nvPr/>
              </p14:nvContentPartPr>
              <p14:xfrm>
                <a:off x="5861097" y="6035550"/>
                <a:ext cx="177120" cy="4644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15E43E0F-54DC-2CA3-57D9-8DA159E04B5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852457" y="6026550"/>
                  <a:ext cx="1947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01D7ADDD-2F15-73D7-7EA3-2242964A99DE}"/>
                    </a:ext>
                  </a:extLst>
                </p14:cNvPr>
                <p14:cNvContentPartPr/>
                <p14:nvPr/>
              </p14:nvContentPartPr>
              <p14:xfrm>
                <a:off x="6097257" y="5937990"/>
                <a:ext cx="168840" cy="25668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01D7ADDD-2F15-73D7-7EA3-2242964A99D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088617" y="5929350"/>
                  <a:ext cx="1864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D43AA8B2-164E-CBE1-6287-298B779BA1D2}"/>
                    </a:ext>
                  </a:extLst>
                </p14:cNvPr>
                <p14:cNvContentPartPr/>
                <p14:nvPr/>
              </p14:nvContentPartPr>
              <p14:xfrm>
                <a:off x="6057297" y="5941590"/>
                <a:ext cx="163800" cy="6408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D43AA8B2-164E-CBE1-6287-298B779BA1D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48657" y="5932590"/>
                  <a:ext cx="1814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6CE60623-D60B-1DEE-AB3C-B1365D3EC1E4}"/>
                    </a:ext>
                  </a:extLst>
                </p14:cNvPr>
                <p14:cNvContentPartPr/>
                <p14:nvPr/>
              </p14:nvContentPartPr>
              <p14:xfrm>
                <a:off x="6431337" y="5897310"/>
                <a:ext cx="158760" cy="30708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6CE60623-D60B-1DEE-AB3C-B1365D3EC1E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422697" y="5888310"/>
                  <a:ext cx="1764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8293EE85-CFAC-4959-9603-13ABEB6037F1}"/>
                    </a:ext>
                  </a:extLst>
                </p14:cNvPr>
                <p14:cNvContentPartPr/>
                <p14:nvPr/>
              </p14:nvContentPartPr>
              <p14:xfrm>
                <a:off x="6802857" y="5927550"/>
                <a:ext cx="752040" cy="34092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8293EE85-CFAC-4959-9603-13ABEB6037F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793857" y="5918910"/>
                  <a:ext cx="76968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E1C8CCEA-3B11-640A-756B-320ACEDCB004}"/>
                    </a:ext>
                  </a:extLst>
                </p14:cNvPr>
                <p14:cNvContentPartPr/>
                <p14:nvPr/>
              </p14:nvContentPartPr>
              <p14:xfrm>
                <a:off x="7719417" y="5900190"/>
                <a:ext cx="162720" cy="44280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E1C8CCEA-3B11-640A-756B-320ACEDCB00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710417" y="5891550"/>
                  <a:ext cx="18036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B46BADC6-59B8-F954-9032-1D94A0262A0D}"/>
                    </a:ext>
                  </a:extLst>
                </p14:cNvPr>
                <p14:cNvContentPartPr/>
                <p14:nvPr/>
              </p14:nvContentPartPr>
              <p14:xfrm>
                <a:off x="7964937" y="5838630"/>
                <a:ext cx="550440" cy="32976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B46BADC6-59B8-F954-9032-1D94A0262A0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55937" y="5829630"/>
                  <a:ext cx="56808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3CD919EB-E3D3-92E0-00B9-DCF6E779891E}"/>
                    </a:ext>
                  </a:extLst>
                </p14:cNvPr>
                <p14:cNvContentPartPr/>
                <p14:nvPr/>
              </p14:nvContentPartPr>
              <p14:xfrm>
                <a:off x="8403417" y="5968230"/>
                <a:ext cx="68040" cy="7596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3CD919EB-E3D3-92E0-00B9-DCF6E779891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394777" y="5959230"/>
                  <a:ext cx="856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6956D547-4EC1-BDA8-3712-966C1C8F8081}"/>
                    </a:ext>
                  </a:extLst>
                </p14:cNvPr>
                <p14:cNvContentPartPr/>
                <p14:nvPr/>
              </p14:nvContentPartPr>
              <p14:xfrm>
                <a:off x="489897" y="6512550"/>
                <a:ext cx="468360" cy="25020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6956D547-4EC1-BDA8-3712-966C1C8F808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81257" y="6503910"/>
                  <a:ext cx="4860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565D878B-66B6-A261-C8E0-C173249415CF}"/>
                    </a:ext>
                  </a:extLst>
                </p14:cNvPr>
                <p14:cNvContentPartPr/>
                <p14:nvPr/>
              </p14:nvContentPartPr>
              <p14:xfrm>
                <a:off x="1156257" y="6423270"/>
                <a:ext cx="456120" cy="18108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565D878B-66B6-A261-C8E0-C173249415C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47257" y="6414270"/>
                  <a:ext cx="4737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830CA092-3110-CB5B-59D1-F54DD852BCBD}"/>
                    </a:ext>
                  </a:extLst>
                </p14:cNvPr>
                <p14:cNvContentPartPr/>
                <p14:nvPr/>
              </p14:nvContentPartPr>
              <p14:xfrm>
                <a:off x="1838817" y="6378990"/>
                <a:ext cx="158400" cy="22860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830CA092-3110-CB5B-59D1-F54DD852BCB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829817" y="6369990"/>
                  <a:ext cx="1760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60A26A4E-47F5-D8FB-3CD6-5E0C4B842E8E}"/>
                    </a:ext>
                  </a:extLst>
                </p14:cNvPr>
                <p14:cNvContentPartPr/>
                <p14:nvPr/>
              </p14:nvContentPartPr>
              <p14:xfrm>
                <a:off x="1856457" y="6443790"/>
                <a:ext cx="122400" cy="468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60A26A4E-47F5-D8FB-3CD6-5E0C4B842E8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847817" y="6434790"/>
                  <a:ext cx="1400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8A4DB79B-535E-F894-C978-0FF81740D347}"/>
                    </a:ext>
                  </a:extLst>
                </p14:cNvPr>
                <p14:cNvContentPartPr/>
                <p14:nvPr/>
              </p14:nvContentPartPr>
              <p14:xfrm>
                <a:off x="2263977" y="6458910"/>
                <a:ext cx="154440" cy="10296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8A4DB79B-535E-F894-C978-0FF81740D34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55337" y="6449910"/>
                  <a:ext cx="1720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1CB42BA8-F42A-BEEA-0BA5-56C903DCBF6D}"/>
                    </a:ext>
                  </a:extLst>
                </p14:cNvPr>
                <p14:cNvContentPartPr/>
                <p14:nvPr/>
              </p14:nvContentPartPr>
              <p14:xfrm>
                <a:off x="2406897" y="6418230"/>
                <a:ext cx="176760" cy="19404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1CB42BA8-F42A-BEEA-0BA5-56C903DCBF6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397897" y="6409590"/>
                  <a:ext cx="1944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FA6A37AF-0B85-58E8-A42D-AE0E071C95D7}"/>
                    </a:ext>
                  </a:extLst>
                </p14:cNvPr>
                <p14:cNvContentPartPr/>
                <p14:nvPr/>
              </p14:nvContentPartPr>
              <p14:xfrm>
                <a:off x="2522817" y="6602910"/>
                <a:ext cx="360" cy="36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FA6A37AF-0B85-58E8-A42D-AE0E071C95D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14177" y="65939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BB9D81A2-7DA3-0725-D03C-D51484396176}"/>
                    </a:ext>
                  </a:extLst>
                </p14:cNvPr>
                <p14:cNvContentPartPr/>
                <p14:nvPr/>
              </p14:nvContentPartPr>
              <p14:xfrm>
                <a:off x="2540817" y="6357030"/>
                <a:ext cx="901080" cy="23868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BB9D81A2-7DA3-0725-D03C-D5148439617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531817" y="6348030"/>
                  <a:ext cx="9187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41107277-C048-7CA7-F695-927644B6E92B}"/>
                    </a:ext>
                  </a:extLst>
                </p14:cNvPr>
                <p14:cNvContentPartPr/>
                <p14:nvPr/>
              </p14:nvContentPartPr>
              <p14:xfrm>
                <a:off x="3295737" y="6372510"/>
                <a:ext cx="1800" cy="1008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41107277-C048-7CA7-F695-927644B6E92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286737" y="6363870"/>
                  <a:ext cx="194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8C72F567-7EAF-4892-A6DE-0B779692DA9C}"/>
                    </a:ext>
                  </a:extLst>
                </p14:cNvPr>
                <p14:cNvContentPartPr/>
                <p14:nvPr/>
              </p14:nvContentPartPr>
              <p14:xfrm>
                <a:off x="3584457" y="6255510"/>
                <a:ext cx="558360" cy="46116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8C72F567-7EAF-4892-A6DE-0B779692DA9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575817" y="6246510"/>
                  <a:ext cx="57600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C2FABA88-3033-7218-4711-B68826ABD70B}"/>
                    </a:ext>
                  </a:extLst>
                </p14:cNvPr>
                <p14:cNvContentPartPr/>
                <p14:nvPr/>
              </p14:nvContentPartPr>
              <p14:xfrm>
                <a:off x="4339737" y="6292950"/>
                <a:ext cx="220320" cy="27036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C2FABA88-3033-7218-4711-B68826ABD70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331097" y="6284310"/>
                  <a:ext cx="2379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CC808A1E-BD11-3751-EF8B-4E93D7422E6C}"/>
                    </a:ext>
                  </a:extLst>
                </p14:cNvPr>
                <p14:cNvContentPartPr/>
                <p14:nvPr/>
              </p14:nvContentPartPr>
              <p14:xfrm>
                <a:off x="4325697" y="6382590"/>
                <a:ext cx="155160" cy="1656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CC808A1E-BD11-3751-EF8B-4E93D7422E6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317057" y="6373590"/>
                  <a:ext cx="172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7A5A3655-6BEC-B8D6-5642-00D43D33F5BE}"/>
                    </a:ext>
                  </a:extLst>
                </p14:cNvPr>
                <p14:cNvContentPartPr/>
                <p14:nvPr/>
              </p14:nvContentPartPr>
              <p14:xfrm>
                <a:off x="4818177" y="6353790"/>
                <a:ext cx="451440" cy="35064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7A5A3655-6BEC-B8D6-5642-00D43D33F5B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809177" y="6344790"/>
                  <a:ext cx="46908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5E50E007-FA81-D210-7171-02A2930A6F38}"/>
                    </a:ext>
                  </a:extLst>
                </p14:cNvPr>
                <p14:cNvContentPartPr/>
                <p14:nvPr/>
              </p14:nvContentPartPr>
              <p14:xfrm>
                <a:off x="5172417" y="6285750"/>
                <a:ext cx="261360" cy="30096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5E50E007-FA81-D210-7171-02A2930A6F3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163777" y="6277110"/>
                  <a:ext cx="27900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60827238-AD65-601D-ECCF-EB53D53F79D9}"/>
                    </a:ext>
                  </a:extLst>
                </p14:cNvPr>
                <p14:cNvContentPartPr/>
                <p14:nvPr/>
              </p14:nvContentPartPr>
              <p14:xfrm>
                <a:off x="5336217" y="6388710"/>
                <a:ext cx="118440" cy="3132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60827238-AD65-601D-ECCF-EB53D53F79D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327217" y="6380070"/>
                  <a:ext cx="1360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1BF6FA2E-F778-FC9C-E86C-23A38395B9ED}"/>
                    </a:ext>
                  </a:extLst>
                </p14:cNvPr>
                <p14:cNvContentPartPr/>
                <p14:nvPr/>
              </p14:nvContentPartPr>
              <p14:xfrm>
                <a:off x="5041017" y="6528030"/>
                <a:ext cx="8280" cy="828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1BF6FA2E-F778-FC9C-E86C-23A38395B9E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032377" y="6519030"/>
                  <a:ext cx="25920" cy="25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0336" y="462343"/>
            <a:ext cx="17221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0" dirty="0"/>
              <a:t>P</a:t>
            </a:r>
            <a:r>
              <a:rPr spc="-5" dirty="0"/>
              <a:t>ac</a:t>
            </a:r>
            <a:r>
              <a:rPr spc="-155" dirty="0"/>
              <a:t>k</a:t>
            </a:r>
            <a:r>
              <a:rPr spc="-30" dirty="0"/>
              <a:t>e</a:t>
            </a:r>
            <a:r>
              <a:rPr spc="-5" dirty="0"/>
              <a:t>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6015"/>
            <a:ext cx="3455670" cy="445833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publisher:</a:t>
            </a:r>
            <a:endParaRPr sz="3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6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Publisher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PublisherImpl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subscriber:</a:t>
            </a:r>
            <a:endParaRPr sz="3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6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Subscriber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SubscriberImpl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topicmanager:</a:t>
            </a:r>
            <a:endParaRPr sz="3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6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30" dirty="0">
                <a:latin typeface="Calibri"/>
                <a:cs typeface="Calibri"/>
              </a:rPr>
              <a:t>TopicManager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20" dirty="0">
                <a:latin typeface="Calibri"/>
                <a:cs typeface="Calibri"/>
              </a:rPr>
              <a:t>TopicManagerImpl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0336" y="462343"/>
            <a:ext cx="17221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0" dirty="0"/>
              <a:t>P</a:t>
            </a:r>
            <a:r>
              <a:rPr spc="-5" dirty="0"/>
              <a:t>ac</a:t>
            </a:r>
            <a:r>
              <a:rPr spc="-155" dirty="0"/>
              <a:t>k</a:t>
            </a:r>
            <a:r>
              <a:rPr spc="-30" dirty="0"/>
              <a:t>e</a:t>
            </a:r>
            <a:r>
              <a:rPr spc="-5" dirty="0"/>
              <a:t>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6015"/>
            <a:ext cx="3562985" cy="439166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util:</a:t>
            </a:r>
            <a:endParaRPr sz="3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6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55" dirty="0">
                <a:latin typeface="Calibri"/>
                <a:cs typeface="Calibri"/>
              </a:rPr>
              <a:t>Topic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30" dirty="0">
                <a:latin typeface="Calibri"/>
                <a:cs typeface="Calibri"/>
              </a:rPr>
              <a:t>Topic_check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Message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Subscription_check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4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Subscription_close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main:</a:t>
            </a:r>
            <a:endParaRPr sz="3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6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10" dirty="0">
                <a:latin typeface="Calibri"/>
                <a:cs typeface="Calibri"/>
              </a:rPr>
              <a:t>SwingClient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20" dirty="0">
                <a:latin typeface="Calibri"/>
                <a:cs typeface="Calibri"/>
              </a:rPr>
              <a:t>The_system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4864" y="462343"/>
            <a:ext cx="49530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Exercise: </a:t>
            </a:r>
            <a:r>
              <a:rPr spc="-10" dirty="0"/>
              <a:t>local </a:t>
            </a:r>
            <a:r>
              <a:rPr spc="-20" dirty="0"/>
              <a:t>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312"/>
            <a:ext cx="7875905" cy="4121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Complete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code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for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implementation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of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classes: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PublisherImpl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and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TopicManagerImpl.</a:t>
            </a:r>
            <a:endParaRPr sz="3200">
              <a:latin typeface="Calibri"/>
              <a:cs typeface="Calibri"/>
            </a:endParaRPr>
          </a:p>
          <a:p>
            <a:pPr marL="355600" marR="236220" indent="-3435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Calibri"/>
                <a:cs typeface="Calibri"/>
              </a:rPr>
              <a:t>Review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coding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the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SwingClient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java 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class,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try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understand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use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swing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library.</a:t>
            </a:r>
            <a:endParaRPr sz="3200">
              <a:latin typeface="Calibri"/>
              <a:cs typeface="Calibri"/>
            </a:endParaRPr>
          </a:p>
          <a:p>
            <a:pPr marL="354965" marR="213995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Complete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5" dirty="0">
                <a:latin typeface="Calibri"/>
                <a:cs typeface="Calibri"/>
              </a:rPr>
              <a:t>code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all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ActionListeners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for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all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buttons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SwingClient.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00364C8F-318F-4D6A-2C8E-45C8C7861777}"/>
              </a:ext>
            </a:extLst>
          </p:cNvPr>
          <p:cNvGrpSpPr/>
          <p:nvPr/>
        </p:nvGrpSpPr>
        <p:grpSpPr>
          <a:xfrm>
            <a:off x="244737" y="170430"/>
            <a:ext cx="3198240" cy="461160"/>
            <a:chOff x="244737" y="170430"/>
            <a:chExt cx="3198240" cy="46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CAA32780-3960-DD35-6BE5-296908E271E8}"/>
                    </a:ext>
                  </a:extLst>
                </p14:cNvPr>
                <p14:cNvContentPartPr/>
                <p14:nvPr/>
              </p14:nvContentPartPr>
              <p14:xfrm>
                <a:off x="244737" y="174750"/>
                <a:ext cx="139680" cy="37836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CAA32780-3960-DD35-6BE5-296908E271E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6097" y="165750"/>
                  <a:ext cx="15732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6FF6B64C-5B44-3CD1-5D33-DCA7F243ADE5}"/>
                    </a:ext>
                  </a:extLst>
                </p14:cNvPr>
                <p14:cNvContentPartPr/>
                <p14:nvPr/>
              </p14:nvContentPartPr>
              <p14:xfrm>
                <a:off x="459657" y="226950"/>
                <a:ext cx="8280" cy="12312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6FF6B64C-5B44-3CD1-5D33-DCA7F243ADE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1017" y="218310"/>
                  <a:ext cx="259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7A91339C-FECF-8594-80D1-F3D1AB496059}"/>
                    </a:ext>
                  </a:extLst>
                </p14:cNvPr>
                <p14:cNvContentPartPr/>
                <p14:nvPr/>
              </p14:nvContentPartPr>
              <p14:xfrm>
                <a:off x="542457" y="203910"/>
                <a:ext cx="284400" cy="30852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7A91339C-FECF-8594-80D1-F3D1AB49605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3457" y="194910"/>
                  <a:ext cx="3020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B28685B2-FFFC-D7F6-271E-7CDB70C7A961}"/>
                    </a:ext>
                  </a:extLst>
                </p14:cNvPr>
                <p14:cNvContentPartPr/>
                <p14:nvPr/>
              </p14:nvContentPartPr>
              <p14:xfrm>
                <a:off x="927657" y="235230"/>
                <a:ext cx="222120" cy="26712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B28685B2-FFFC-D7F6-271E-7CDB70C7A96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19017" y="226590"/>
                  <a:ext cx="2397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3231C1FC-E22C-BAD2-8563-EAE9A033E3CE}"/>
                    </a:ext>
                  </a:extLst>
                </p14:cNvPr>
                <p14:cNvContentPartPr/>
                <p14:nvPr/>
              </p14:nvContentPartPr>
              <p14:xfrm>
                <a:off x="1285497" y="253950"/>
                <a:ext cx="910080" cy="37764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3231C1FC-E22C-BAD2-8563-EAE9A033E3C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76497" y="245310"/>
                  <a:ext cx="92772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28416C84-6482-FCAB-E827-8ACD88A563BD}"/>
                    </a:ext>
                  </a:extLst>
                </p14:cNvPr>
                <p14:cNvContentPartPr/>
                <p14:nvPr/>
              </p14:nvContentPartPr>
              <p14:xfrm>
                <a:off x="2298537" y="184470"/>
                <a:ext cx="211680" cy="30456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28416C84-6482-FCAB-E827-8ACD88A563B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89897" y="175470"/>
                  <a:ext cx="22932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7E8053FC-090C-1CCD-FF1B-5BC4BBE7C396}"/>
                    </a:ext>
                  </a:extLst>
                </p14:cNvPr>
                <p14:cNvContentPartPr/>
                <p14:nvPr/>
              </p14:nvContentPartPr>
              <p14:xfrm>
                <a:off x="2715777" y="170430"/>
                <a:ext cx="727200" cy="29052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7E8053FC-090C-1CCD-FF1B-5BC4BBE7C39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06777" y="161430"/>
                  <a:ext cx="7448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4F08B06C-459A-6DBB-A31F-DA8D9386CADE}"/>
                    </a:ext>
                  </a:extLst>
                </p14:cNvPr>
                <p14:cNvContentPartPr/>
                <p14:nvPr/>
              </p14:nvContentPartPr>
              <p14:xfrm>
                <a:off x="3053097" y="356910"/>
                <a:ext cx="94320" cy="3060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4F08B06C-459A-6DBB-A31F-DA8D9386CAD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44097" y="347910"/>
                  <a:ext cx="1119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7C4AE723-BF06-130C-10E9-D2870CC0301F}"/>
                    </a:ext>
                  </a:extLst>
                </p14:cNvPr>
                <p14:cNvContentPartPr/>
                <p14:nvPr/>
              </p14:nvContentPartPr>
              <p14:xfrm>
                <a:off x="3011337" y="187350"/>
                <a:ext cx="244440" cy="7956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7C4AE723-BF06-130C-10E9-D2870CC0301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02697" y="178710"/>
                  <a:ext cx="262080" cy="972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E121A59-3D4E-7563-755B-6B9E9ADF2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607312"/>
            <a:ext cx="8072119" cy="1107996"/>
          </a:xfrm>
        </p:spPr>
        <p:txBody>
          <a:bodyPr/>
          <a:lstStyle/>
          <a:p>
            <a:r>
              <a:rPr lang="en-GB" dirty="0"/>
              <a:t>Ordre </a:t>
            </a:r>
            <a:r>
              <a:rPr lang="en-GB" dirty="0" err="1"/>
              <a:t>implementació</a:t>
            </a:r>
            <a:endParaRPr lang="en-GB" dirty="0"/>
          </a:p>
          <a:p>
            <a:r>
              <a:rPr lang="en-GB" dirty="0"/>
              <a:t>Topic Manger Interface</a:t>
            </a:r>
          </a:p>
          <a:p>
            <a:r>
              <a:rPr lang="en-GB" dirty="0"/>
              <a:t>Publisher Interface</a:t>
            </a:r>
          </a:p>
          <a:p>
            <a:r>
              <a:rPr lang="en-GB" dirty="0" err="1"/>
              <a:t>Programing</a:t>
            </a:r>
            <a:r>
              <a:rPr lang="en-GB" dirty="0"/>
              <a:t> of the buttons of the </a:t>
            </a:r>
            <a:r>
              <a:rPr lang="en-GB" dirty="0" err="1"/>
              <a:t>SingClient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5524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299</Words>
  <Application>Microsoft Office PowerPoint</Application>
  <PresentationFormat>Presentación en pantalla (4:3)</PresentationFormat>
  <Paragraphs>69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 MT</vt:lpstr>
      <vt:lpstr>Calibri</vt:lpstr>
      <vt:lpstr>Courier New</vt:lpstr>
      <vt:lpstr>Office Theme</vt:lpstr>
      <vt:lpstr>Instant Messaging service</vt:lpstr>
      <vt:lpstr>First approach</vt:lpstr>
      <vt:lpstr>Interfaces</vt:lpstr>
      <vt:lpstr>Interfaces</vt:lpstr>
      <vt:lpstr>Schema of Classes</vt:lpstr>
      <vt:lpstr>Packets</vt:lpstr>
      <vt:lpstr>Packets</vt:lpstr>
      <vt:lpstr>Exercise: local version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Instant messaging service</dc:title>
  <cp:lastModifiedBy>Sergi Salvà</cp:lastModifiedBy>
  <cp:revision>1</cp:revision>
  <dcterms:created xsi:type="dcterms:W3CDTF">2023-09-18T18:47:17Z</dcterms:created>
  <dcterms:modified xsi:type="dcterms:W3CDTF">2023-10-31T14:49:59Z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2022-02-11T00:00:00Z</vt:filetime>
  </property>
  <property fmtid="{D5CDD505-2E9C-101B-9397-08002B2CF9AE}" pid="3" name="Creator">
    <vt:lpwstr>Acrobat PDFMaker 21 for PowerPoint</vt:lpwstr>
  </property>
  <property fmtid="{D5CDD505-2E9C-101B-9397-08002B2CF9AE}" pid="4" name="LastSaved">
    <vt:filetime>2023-09-18T00:00:00Z</vt:filetime>
  </property>
</Properties>
</file>