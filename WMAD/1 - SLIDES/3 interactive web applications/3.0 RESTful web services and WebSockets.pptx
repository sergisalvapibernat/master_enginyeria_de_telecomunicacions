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9144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492" autoAdjust="0"/>
  </p:normalViewPr>
  <p:slideViewPr>
    <p:cSldViewPr>
      <p:cViewPr varScale="1">
        <p:scale>
          <a:sx n="91" d="100"/>
          <a:sy n="91" d="100"/>
        </p:scale>
        <p:origin x="121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11:01.5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91 4008 0 0,'9'10'0'0'0,"0"2"2"0"0,0-4 0 0 0,13 6 2 0 0,-19-15 3 0 0,4-8 577 0 0,-5 14-529 0 0,1-1 1 0 0,0 0 0 0 0,0 0 0 0 0,0 0-1 0 0,0 0 1 0 0,1-1 0 0 0,-1 1 0 0 0,8 4 0 0 0,-9-6-16 0 0,0-1-28 0 0,0 1-1 0 0,0-1 1 0 0,0 0-1 0 0,0 0 0 0 0,1 0 1 0 0,-1 0-1 0 0,0 0 1 0 0,1 0-1 0 0,-1 0 1 0 0,0-1-1 0 0,1 1 1 0 0,-1-1-1 0 0,1 0 1 0 0,-1 0-1 0 0,0 0 1 0 0,1 0-1 0 0,-1 0 1 0 0,4-1-1 0 0,7 0 271 0 0,20 33 262 0 0,-30-29-513 0 0,0-1-1 0 0,0 1 0 0 0,0-1 1 0 0,0 1-1 0 0,0-1 0 0 0,1 0 1 0 0,-1 0-1 0 0,1-1 1 0 0,0 1-1 0 0,-1-1 0 0 0,1 0 1 0 0,0 0-1 0 0,0 0 0 0 0,0 0 1 0 0,0-1-1 0 0,5 1 1 0 0,3-2 77 0 0,0 0 1 0 0,0 0 0 0 0,0-2 0 0 0,12-3 0 0 0,-12 3 61 0 0,1 0 1 0 0,0 1-1 0 0,22-2 1 0 0,-1 9 316 0 0,-28-4-423 0 0,-1 0 0 0 0,0 0 1 0 0,1 0-1 0 0,-1-1 0 0 0,0 0 1 0 0,7 0-1 0 0,24-4 124 0 0,-15 3-100 0 0,-1-2 1 0 0,1 0-1 0 0,22-8 0 0 0,51-25 306 0 0,-79 32-319 0 0,-1 1 1 0 0,1 0-1 0 0,0 1 1 0 0,0 0-1 0 0,1 1 1 0 0,-1 1-1 0 0,21 2 1 0 0,37-1 370 0 0,-40-2-203 0 0,-1 2 0 0 0,40 7 0 0 0,36 0 330 0 0,-64-4-417 0 0,-33-3-103 0 0,0 0 0 0 0,0 0 0 0 0,14-1 0 0 0,-12-1-1 0 0,0 2 0 0 0,-1-1 0 0 0,1 2 0 0 0,21 4 0 0 0,-18-2 50 0 0,1-2 0 0 0,24 2 0 0 0,1-5 103 0 0,-1-1 0 0 0,1-2 0 0 0,-1-1-1 0 0,49-15 1 0 0,-67 15-96 0 0,0 1 0 0 0,0 1-1 0 0,1 0 1 0 0,40 2 0 0 0,-13 5 91 0 0,56 10 0 0 0,-90-13-161 0 0,1 0-1 0 0,-1-1 0 0 0,1 0 1 0 0,25-5-1 0 0,5 0 38 0 0,-38 4-45 0 0,1-1 0 0 0,-1 0-1 0 0,16-6 1 0 0,4-1 32 0 0,79-26 118 0 0,-31 9-46 0 0,23 1 65 0 0,-69 20-134 0 0,-12 1-3 0 0,36 0 1 0 0,156-7 245 0 0,33 22 166 0 0,-57-6-206 0 0,-147-5-205 0 0,54-16 115 0 0,-58 18-53 0 0,0 1 0 0 0,0 1-1 0 0,0 3 1 0 0,54 15 0 0 0,91 39 45 0 0,-44-32-14 0 0,-87-16-8 0 0,88 35-1 0 0,-3 0 52 0 0,2-20-22 0 0,-109-25-127 0 0,1-2-1 0 0,38-3 1 0 0,-10 1-11 0 0,455-26 352 0 0,-243-18-159 0 0,-224 37-160 0 0,1 2 1 0 0,0 3-1 0 0,1 1 0 0 0,85 9 1 0 0,-58 2 4 0 0,-26-2-23 0 0,54 0 1 0 0,-27-7 19 0 0,0-3 0 0 0,79-14 0 0 0,-51 2 86 0 0,113-1 0 0 0,-46 7 37 0 0,-104 3-72 0 0,0-3 0 0 0,100-27 0 0 0,-107 21 1 0 0,1 2 0 0 0,0 3 0 0 0,85-3 0 0 0,209 28 291 0 0,-239-4-68 0 0,161-5-1 0 0,-236-7-207 0 0,57 5 0 0 0,18 10-12 0 0,-43-4-26 0 0,120 2-1 0 0,-154-13-77 0 0,87 0 58 0 0,-54 5-63 0 0,93-9 0 0 0,-97 1-39 0 0,0 3 0 0 0,121 14 0 0 0,-182-12 9 0 0,44 7-44 0 0,1-2-1 0 0,89-3 0 0 0,76 0-43 0 0,-24 2 42 0 0,-134-9 35 0 0,-28 1 5 0 0,40 2 1 0 0,68-2-4 0 0,1 0 13 0 0,-15 1 0 0 0,-39-1 2 0 0,211 19 11 0 0,-261-13-8 0 0,162-1 53 0 0,-180-3-43 0 0,167-13 29 0 0,-52 1 10 0 0,-71 6-3 0 0,112-28 0 0 0,-31 5 15 0 0,-96 23-21 0 0,0 1 0 0 0,1 3 0 0 0,59 3 0 0 0,-66 0-12 0 0,0-1 0 0 0,0-2-1 0 0,62-14 1 0 0,-84 14-21 0 0,143-22 105 0 0,-131 22-71 0 0,1 2 0 0 0,-1 0 0 0 0,39 6 0 0 0,240 35 301 0 0,-266-37-224 0 0,56-4-1 0 0,-66-1-83 0 0,0 2-1 0 0,0 1 0 0 0,49 9 0 0 0,55 27 102 0 0,-92-23-87 0 0,-9-6 0 0 0,1-1 0 0 0,-1-2 1 0 0,1-2-1 0 0,54-2 0 0 0,-81-1-30 0 0,0 1 0 0 0,0 1 0 0 0,12 3 0 0 0,-15-3-11 0 0,-1 0 0 0 0,1-1 0 0 0,-1 0-1 0 0,1 0 1 0 0,0-1 0 0 0,-1 0 0 0 0,10-1 0 0 0,69-6 36 0 0,-43 2-8 0 0,-35 5-21 0 0,-1-1 0 0 0,1 1 1 0 0,0-2-1 0 0,-1 1 0 0 0,1-1 0 0 0,-1 0 1 0 0,13-6-1 0 0,-7 3-2 0 0,-10 4-8 0 0,-1 0 1 0 0,1 0 0 0 0,-1-1 0 0 0,0 1 0 0 0,0 0 0 0 0,1-1 0 0 0,-1 1 0 0 0,0-1-1 0 0,0 0 1 0 0,3-3 0 0 0,5-7 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14:28.3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683 0 3312 0 0,'-28'39'16'0'0,"-13"25"39"0"0,9-14-23 0 0,-54 91 129 0 0,70-120-74 0 0,12-18-70 0 0,1 1 0 0 0,0 0 0 0 0,1 0 0 0 0,-1-1-1 0 0,1 2 1 0 0,-1-1 0 0 0,1 0 0 0 0,0 0 0 0 0,1 1 0 0 0,-2 4 0 0 0,-1 6 76 0 0,0-1 0 0 0,-13 26 0 0 0,5-13 102 0 0,-58 182 593 0 0,30-80-506 0 0,-64 211 529 0 0,43-78-402 0 0,38-145-277 0 0,6-8 7 0 0,4 0-1 0 0,2 172 1 0 0,2-6 88 0 0,-38 462 290 0 0,33-426-262 0 0,14-121-102 0 0,-1 25 28 0 0,-4-162-123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14:32.4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5624 0 0,'0'0'2537'0'0,"4"3"-2472"0"0,9 10-3 0 0,-7-7-19 0 0,-1 0-1 0 0,1 0 0 0 0,0-1 1 0 0,0 0-1 0 0,1 0 1 0 0,10 5-1 0 0,-10-7-25 0 0,0-1 1 0 0,-1-1-1 0 0,1 1 1 0 0,0-1-1 0 0,0 0 0 0 0,13-1 1 0 0,-12 0-3 0 0,0 1 0 0 0,0 0 0 0 0,0 0 0 0 0,11 3 0 0 0,-13-3-6 0 0,1-1-1 0 0,-1 1 0 0 0,1-1 0 0 0,-1 0 1 0 0,1 0-1 0 0,-1-1 0 0 0,8-1 0 0 0,6 0 8 0 0,11-2 20 0 0,1-2 1 0 0,36-11-1 0 0,22-5 71 0 0,-74 19-90 0 0,-6 1 10 0 0,1 0 1 0 0,0 1-1 0 0,-1 0 0 0 0,18 1 0 0 0,55 5 150 0 0,63 7 214 0 0,-133-11-360 0 0,16 5 54 0 0,1-2 0 0 0,-1-1 0 0 0,1-2 0 0 0,-1-1 0 0 0,53-6 0 0 0,-60 4 15 0 0,0 0 0 0 0,1 1 0 0 0,-1 1 0 0 0,31 5-1 0 0,-9-2-4 0 0,-23 0 7 0 0,-1 1 0 0 0,0 1 0 0 0,0 0 0 0 0,0 2 0 0 0,0 0 0 0 0,-1 1 0 0 0,22 13 0 0 0,-14-7 95 0 0,-1-2 0 0 0,52 15-1 0 0,123 32 343 0 0,-104-40-287 0 0,-52-11-49 0 0,0 1 0 0 0,70 26 0 0 0,-35 2-6 0 0,13 5 33 0 0,-77-36-188 0 0,18 8 34 0 0,2-2 0 0 0,-1-2 0 0 0,2-1 0 0 0,45 5 1 0 0,361-2 365 0 0,-409-12-413 0 0,-1 1 0 0 0,0 1-1 0 0,0 2 1 0 0,0 1 0 0 0,0 2-1 0 0,0 1 1 0 0,31 13 0 0 0,172 84 156 0 0,-200-86-154 0 0,1-1-1 0 0,0-2 1 0 0,2-2 0 0 0,-1-2 0 0 0,2-1 0 0 0,0-2 0 0 0,0-1-1 0 0,62 2 1 0 0,86-14 105 0 0,-107 1 2 0 0,101 7-1 0 0,-127-1-86 0 0,36 6 106 0 0,-26 2 22 0 0,208 46 482 0 0,-223-47-500 0 0,0-2 0 0 0,1-3 0 0 0,100-2 0 0 0,-47-2 76 0 0,205 4 267 0 0,-280-4-433 0 0,3-1 3 0 0,1-1 0 0 0,32-5 0 0 0,-38 3 48 0 0,38-1 0 0 0,3 1 37 0 0,223-46 177 0 0,-23 2-84 0 0,111 23 181 0 0,-256 15-309 0 0,-1 1 40 0 0,-45 9-53 0 0,-19 1-29 0 0,62-8 0 0 0,-32-2 10 0 0,113-16 160 0 0,145-21 113 0 0,-120 20-94 0 0,-221 24-268 0 0,164-5 243 0 0,31-1 8 0 0,-149 4-209 0 0,480-56 327 0 0,-347 33-310 0 0,31-7 13 0 0,171-30 45 0 0,-21 35-65 0 0,-104 13-14 0 0,230-45 9 0 0,-419 50-44 0 0,0 4 0 0 0,1 3 0 0 0,73 6 0 0 0,31-6 6 0 0,9 0-8 0 0,123 12 12 0 0,-132-16 14 0 0,-97 2-15 0 0,3-3 13 0 0,150-34 0 0 0,-28 3 15 0 0,-68 20 5 0 0,1 7 0 0 0,1 6 0 0 0,233 19 0 0 0,-213-1 50 0 0,222-13 1 0 0,-37-25 46 0 0,-200 15-78 0 0,-51 2 2 0 0,0 5 0 0 0,97 7 0 0 0,-38 14-13 0 0,151 36 0 0 0,53-1 16 0 0,-184-32-42 0 0,238 3 71 0 0,-212-18-66 0 0,-80-3 14 0 0,0-6 0 0 0,186-30 0 0 0,0-1 76 0 0,-112 14-42 0 0,47-8 33 0 0,88-10 55 0 0,-310 37-163 0 0,30 0 43 0 0,60 6-1 0 0,-30-1 1 0 0,24 7 28 0 0,-26-2-10 0 0,-14 1 16 0 0,-59-9 48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14:34.4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21 180 7024 0 0,'0'0'5877'0'0,"-3"0"-5498"0"0,2 0-328 0 0,0 1-1 0 0,0-1 1 0 0,1 0 0 0 0,-1 0 0 0 0,0 0 0 0 0,0 0 0 0 0,1 0 0 0 0,-1 1 0 0 0,0-1 0 0 0,1 0 0 0 0,-1 1 0 0 0,0-1-1 0 0,1 1 1 0 0,-1-1 0 0 0,0 0 0 0 0,1 1 0 0 0,-1-1 0 0 0,1 1 0 0 0,-1 0 0 0 0,1-1 0 0 0,-1 1 0 0 0,1-1 0 0 0,-1 1-1 0 0,1 0 1 0 0,0-1 0 0 0,-1 1 0 0 0,1 0 0 0 0,0-1 0 0 0,-1 2 0 0 0,1 0-10 0 0,0 0 0 0 0,0 0 1 0 0,1 0-1 0 0,-1 0 0 0 0,0 0 0 0 0,1 0 0 0 0,0 0 1 0 0,-1 0-1 0 0,1-1 0 0 0,0 1 0 0 0,0 0 0 0 0,0-1 1 0 0,0 1-1 0 0,0 0 0 0 0,1 1 0 0 0,5 4-14 0 0,-1 0-1 0 0,1 0 1 0 0,1 0-1 0 0,-1-1 1 0 0,1 0-1 0 0,0-1 1 0 0,0 0-1 0 0,1 0 1 0 0,-1-1-1 0 0,1 0 1 0 0,0 0-1 0 0,0-1 0 0 0,14 3 1 0 0,14 3-19 0 0,76 6 0 0 0,-107-15-3 0 0,50 8-74 0 0,-1 1-1 0 0,-1 3 0 0 0,0 3 1 0 0,53 21-1 0 0,-45-17-87 0 0,85 14-1 0 0,-83-20 109 0 0,659 110-568 0 0,-110-60 464 0 0,-431-46 137 0 0,113 15 16 0 0,30-10 6 0 0,-176-17 10 0 0,111-1 1 0 0,-185-5-4 0 0,602-50 296 0 0,-66-30 328 0 0,-181 64 142 0 0,-383 17-731 0 0,58 0 206 0 0,0-4 0 0 0,0-5 0 0 0,186-41 0 0 0,122-45 311 0 0,-165 44-110 0 0,-171 35-255 0 0,-26 5-59 0 0,66-6 0 0 0,327-25 850 0 0,-312 27-618 0 0,146-35-1 0 0,244-46 598 0 0,-288 54-682 0 0,-58 9 64 0 0,234-14 0 0 0,26 40 6 0 0,135 16 10 0 0,-520-7-344 0 0,312 22 163 0 0,31 8 26 0 0,111 4 51 0 0,-16-63 8 0 0,-149 1-59 0 0,-251 24-106 0 0,162 16 0 0 0,-4 11 73 0 0,46 6 15 0 0,36-6 23 0 0,-76-9-60 0 0,-56-7-59 0 0,68 9 82 0 0,-207-9-142 0 0,246 31 175 0 0,-44-6-34 0 0,-28-16-7 0 0,251-15 1 0 0,-245-6-70 0 0,-53 2 9 0 0,88 2 21 0 0,77-3 12 0 0,271-3 57 0 0,-568 8-180 0 0,5-1 16 0 0,111 19 0 0 0,-99-8 9 0 0,99 5 0 0 0,72-10 18 0 0,-203-7-59 0 0,302-8 87 0 0,-201 2-44 0 0,-117 4-41 0 0,17 0 19 0 0,71 6-1 0 0,-43 2 13 0 0,68 12 47 0 0,-118-16-75 0 0,0 2-1 0 0,0 0 1 0 0,-1 1 0 0 0,0 1 0 0 0,27 14-1 0 0,-30-11 5 0 0,0 1-1 0 0,0 0 1 0 0,-1 0-1 0 0,0 1 0 0 0,-1 1 1 0 0,0 0-1 0 0,11 20 1 0 0,-16-25-8 0 0,-4-6 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14:35.6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1 145 10248 0 0,'23'-7'82'0'0,"14"0"310"0"0,0 1 241 0 0,19-1 578 0 0,47-8 905 0 0,-34-2-1524 0 0,-38 7-393 0 0,17-7 527 0 0,0 3-1 0 0,1 1 1 0 0,76-8-1 0 0,-70 16-549 0 0,-15 1 125 0 0,52 2 0 0 0,201 34 626 0 0,-205-18-858 0 0,0-4 1 0 0,163-3 0 0 0,-49-17-78 0 0,61-5-16 0 0,-130 10-96 0 0,145 13 0 0 0,-164-3 56 0 0,187 20-334 0 0,0-14 74 0 0,-56 5 36 0 0,-67-2 136 0 0,4 2 2 0 0,46 1-2 0 0,-5-1 50 0 0,-128-7 80 0 0,384 32-30 0 0,-263-37 45 0 0,-44-3 4 0 0,-43 7 25 0 0,-1 6 0 0 0,236 57 0 0 0,-319-61 5 0 0,1-1 1 0 0,-1-3-1 0 0,1-1 1 0 0,50-2-1 0 0,186-20 131 0 0,-190 10-75 0 0,97-21 58 0 0,-4 1 141 0 0,-94 20-106 0 0,101 6-1 0 0,-150 3-96 0 0,1 3 0 0 0,-1 1 0 0 0,0 2 0 0 0,65 22-1 0 0,-58-11 86 0 0,83 43-1 0 0,-79-36-55 0 0,64 23 1 0 0,-18-9 38 0 0,-61-23-82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14:40.84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41 160 4416 0 0,'0'0'303'0'0,"-1"-4"-277"0"0,0 0-3 0 0,0 1-1 0 0,0-1 1 0 0,1 0 0 0 0,0 1-1 0 0,0-1 1 0 0,0 0 0 0 0,0 1-1 0 0,0-1 1 0 0,1 0 0 0 0,-1 1-1 0 0,1-1 1 0 0,0 1 0 0 0,0-1-1 0 0,3-5 1 0 0,7-31 141 0 0,-10 32-91 0 0,3-26 34 0 0,-4 23 91 0 0,-2 9 279 0 0,-1 6-441 0 0,0 0 1 0 0,1 0-1 0 0,-1 0 0 0 0,1 0 1 0 0,0 0-1 0 0,1 1 1 0 0,-1-1-1 0 0,1 1 0 0 0,-1-1 1 0 0,2 1-1 0 0,-1 0 0 0 0,0-1 1 0 0,1 1-1 0 0,0 6 1 0 0,1 10 81 0 0,0 1 1 0 0,6 20 0 0 0,-1 6 4 0 0,22 250 953 0 0,-26-283-826 0 0,-1-1 1 0 0,-1 1-1 0 0,0-1 1 0 0,-4 29-1 0 0,4-43-235 0 0,0 0 0 0 0,0 1 0 0 0,0-1 0 0 0,0 0 0 0 0,-1 1 0 0 0,1-1 0 0 0,0 0 0 0 0,0 1-1 0 0,0-1 1 0 0,0 0 0 0 0,0 0 0 0 0,0 1 0 0 0,-1-1 0 0 0,1 0 0 0 0,0 1 0 0 0,0-1 0 0 0,0 0 0 0 0,-1 0 0 0 0,1 0 0 0 0,0 1 0 0 0,0-1 0 0 0,-1 0 0 0 0,1 0 0 0 0,0 0-1 0 0,0 0 1 0 0,-1 1 0 0 0,1-1 0 0 0,0 0 0 0 0,-1 0 0 0 0,1 0 0 0 0,0 0 0 0 0,0 0 0 0 0,-1 0 0 0 0,1 0 0 0 0,0 0 0 0 0,-1 0 0 0 0,1 0 0 0 0,0 0 0 0 0,-1 0-1 0 0,1 0 1 0 0,0 0 0 0 0,-1 0 0 0 0,1 0 0 0 0,0 0 0 0 0,0 0 0 0 0,-1-1 0 0 0,0 1 0 0 0,-7-10 536 0 0,-12-31-4 0 0,16 33-432 0 0,0 0-1 0 0,0 0 1 0 0,1 0 0 0 0,-4-13 0 0 0,1-7 135 0 0,2 1-1 0 0,1-1 1 0 0,1-46 0 0 0,17-84 575 0 0,-13 146-703 0 0,1-1 0 0 0,1 0 0 0 0,0 1 0 0 0,0 0 0 0 0,1 0-1 0 0,1 0 1 0 0,0 1 0 0 0,0-1 0 0 0,14-16 0 0 0,-15 24-41 0 0,0 0 0 0 0,0 1 0 0 0,0-1 1 0 0,0 1-1 0 0,1 0 0 0 0,-1 1 0 0 0,11-4 0 0 0,-9 4-29 0 0,-1 1 0 0 0,0 0-1 0 0,0 0 1 0 0,1 1 0 0 0,-1 0-1 0 0,1 0 1 0 0,-1 1 0 0 0,0-1-1 0 0,0 1 1 0 0,1 1 0 0 0,10 3-1 0 0,-16-4-34 0 0,1 0 0 0 0,-1 0 0 0 0,0 0 0 0 0,1 0 0 0 0,-1 0 0 0 0,0 0 0 0 0,0 1-1 0 0,0-1 1 0 0,0 0 0 0 0,0 1 0 0 0,0-1 0 0 0,0 1 0 0 0,-1-1 0 0 0,1 1 0 0 0,0 0 0 0 0,-1-1 0 0 0,1 1 0 0 0,-1 0-1 0 0,0-1 1 0 0,1 3 0 0 0,0 0 18 0 0,-1 1-1 0 0,1-1 1 0 0,-1 1 0 0 0,0-1-1 0 0,0 1 1 0 0,-1 8-1 0 0,-2-2 21 0 0,0-1 0 0 0,-1 1-1 0 0,0-1 1 0 0,-1 1-1 0 0,0-1 1 0 0,0-1-1 0 0,-1 1 1 0 0,0-1-1 0 0,-1 0 1 0 0,0 0-1 0 0,-1-1 1 0 0,1 0-1 0 0,-2 0 1 0 0,1-1-1 0 0,-1 0 1 0 0,0 0-1 0 0,-18 9 1 0 0,23-14-38 0 0,-33 14 175 0 0,35-15-169 0 0,0-1-1 0 0,0 0 1 0 0,0 1-1 0 0,0-1 1 0 0,0 0 0 0 0,0 0-1 0 0,0 0 1 0 0,0-1-1 0 0,0 1 1 0 0,0 0 0 0 0,0-1-1 0 0,1 1 1 0 0,-1-1-1 0 0,0 0 1 0 0,0 1 0 0 0,-3-3-1 0 0,3 2 41 0 0,-10-17 401 0 0,15 18-450 0 0,1 1-1 0 0,0 0 1 0 0,0 0 0 0 0,-1 0-1 0 0,1 0 1 0 0,0 1 0 0 0,-1-1 0 0 0,1 1-1 0 0,-1 0 1 0 0,0 0 0 0 0,0 0 0 0 0,0 1-1 0 0,5 4 1 0 0,42 45 50 0 0,-34-34-30 0 0,1 1-4 0 0,-4-7-1 0 0,-1 0-1 0 0,-1 1 0 0 0,0 1 1 0 0,-1 0-1 0 0,0 0 1 0 0,-2 1-1 0 0,12 24 1 0 0,-11-16 5 0 0,-5-13-18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14:41.60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41 11952 0 0,'10'2'20'0'0,"8"1"71"0"0,-1-1 34 0 0,9 5 90 0 0,-24-7-205 0 0,-1 1 1 0 0,1 0 0 0 0,-1-1 0 0 0,1 1 0 0 0,-1 0 0 0 0,1 0-1 0 0,-1 0 1 0 0,0 0 0 0 0,0 0 0 0 0,1 0 0 0 0,-1 0 0 0 0,0 0-1 0 0,0 0 1 0 0,0 1 0 0 0,0-1 0 0 0,0 1 0 0 0,0-1-1 0 0,-1 0 1 0 0,1 1 0 0 0,0-1 0 0 0,-1 1 0 0 0,1 2 0 0 0,1 11 365 0 0,0 1 0 0 0,-1 20-1 0 0,-1-22-225 0 0,0 0-1 0 0,1 0 1 0 0,4 21-1 0 0,-1-15-62 0 0,-1 0 1 0 0,-1 0 0 0 0,0 25-1 0 0,0 5 3 0 0,-2 61-35 0 0,-2-91-111 0 0,1-26-7 0 0,1 6 63 0 0,0-2-9 0 0,0 0 1 0 0,1-8 4 0 0,0-1 0 0 0,-1 1 0 0 0,0 0 0 0 0,-1-1 0 0 0,0 1 0 0 0,0 0 0 0 0,-5-16 0 0 0,-3-20-4 0 0,8 30 8 0 0,-3-7 1 0 0,2-1 1 0 0,1 1-1 0 0,1 0 1 0 0,4-40 0 0 0,-1 35 10 0 0,-3 20-9 0 0,1 1-1 0 0,0-1 1 0 0,1 0 0 0 0,2-8 0 0 0,-1 6 14 0 0,1 0 1 0 0,0 0-1 0 0,0 0 0 0 0,1 0 1 0 0,0 1-1 0 0,10-14 0 0 0,-13 20-5 0 0,0 1-1 0 0,0 0 1 0 0,0 0 0 0 0,1-1 0 0 0,-1 1-1 0 0,1 1 1 0 0,-1-1 0 0 0,1 0-1 0 0,0 1 1 0 0,-1-1 0 0 0,1 1-1 0 0,0 0 1 0 0,0 0 0 0 0,0 0-1 0 0,0 0 1 0 0,0 0 0 0 0,0 1 0 0 0,0-1-1 0 0,0 1 1 0 0,1 0 0 0 0,-1 0-1 0 0,0 0 1 0 0,0 0 0 0 0,0 1-1 0 0,0-1 1 0 0,0 1 0 0 0,0 0 0 0 0,5 1-1 0 0,-1 1 18 0 0,0-1-1 0 0,-1 1 0 0 0,1 0 1 0 0,0 0-1 0 0,-1 1 1 0 0,0 0-1 0 0,10 8 1 0 0,-13-9-14 0 0,-1 0 0 0 0,0 0 0 0 0,1 0 0 0 0,-1 0 0 0 0,0 0 0 0 0,-1 0 0 0 0,1 1 0 0 0,-1-1 0 0 0,1 1 0 0 0,-1-1 0 0 0,0 1 0 0 0,0-1 0 0 0,-1 1 0 0 0,1 0 0 0 0,-1-1 0 0 0,0 1 0 0 0,0 4 0 0 0,1-2 12 0 0,-1-1 1 0 0,0 0-1 0 0,-1 0 1 0 0,1 0-1 0 0,-1 0 1 0 0,0 0-1 0 0,0 0 1 0 0,-1 0 0 0 0,1 0-1 0 0,-1-1 1 0 0,0 1-1 0 0,0 0 1 0 0,-1-1-1 0 0,1 1 1 0 0,-1-1-1 0 0,0 0 1 0 0,0 0 0 0 0,-1 0-1 0 0,1 0 1 0 0,-1-1-1 0 0,0 0 1 0 0,0 1-1 0 0,0-1 1 0 0,0 0-1 0 0,-1-1 1 0 0,1 1 0 0 0,-1-1-1 0 0,1 0 1 0 0,-8 2-1 0 0,-2-2 45 0 0,0 0 1 0 0,0-1-1 0 0,0-1 0 0 0,0 0 0 0 0,0-1 1 0 0,0 0-1 0 0,1-2 0 0 0,-1 1 0 0 0,0-2 1 0 0,-21-7-1 0 0,30 9-14 0 0,-1-1 0 0 0,1 1 0 0 0,1-1 1 0 0,-1 0-1 0 0,0 0 0 0 0,1 0 0 0 0,-7-7 0 0 0,8 7-5 0 0,1 2 63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14:42.19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47 1 11152 0 0,'0'0'1868'0'0,"3"0"-1720"0"0,6 1-84 0 0,-1 0 1 0 0,0 0-1 0 0,0 1 1 0 0,-1 0 0 0 0,12 5-1 0 0,29 6 118 0 0,-46-11-111 0 0,1 5-29 0 0,-3-7-41 0 0,0 1-1 0 0,0-1 1 0 0,-1 1-1 0 0,1-1 1 0 0,0 0-1 0 0,0 1 1 0 0,0-1 0 0 0,0 1-1 0 0,-1-1 1 0 0,1 1-1 0 0,0-1 1 0 0,0 0-1 0 0,-1 1 1 0 0,1-1-1 0 0,0 0 1 0 0,-1 1-1 0 0,1-1 1 0 0,0 0-1 0 0,-1 1 1 0 0,1-1 0 0 0,-1 0-1 0 0,1 0 1 0 0,0 1-1 0 0,-1-1 1 0 0,1 0-1 0 0,-1 0 1 0 0,1 0-1 0 0,-1 0 1 0 0,1 0-1 0 0,-1 0 1 0 0,1 0-1 0 0,-1 1 1 0 0,-18 2-12 0 0,14-2 8 0 0,-1 0 0 0 0,1 0 0 0 0,0 0 0 0 0,0 1 0 0 0,0-1 0 0 0,0 1 0 0 0,1 0 0 0 0,-1 1 0 0 0,0-1 0 0 0,1 1 0 0 0,0 0 0 0 0,-1 0 0 0 0,1 0 0 0 0,-6 7 0 0 0,5-4-8 0 0,0 1 0 0 0,0 0 1 0 0,0 0-1 0 0,1 0 0 0 0,0 0 0 0 0,0 1 1 0 0,1-1-1 0 0,-4 15 0 0 0,3-8 0 0 0,1 0-1 0 0,1 0 0 0 0,0 0 1 0 0,1 0-1 0 0,0 0 0 0 0,1 0 1 0 0,1 0-1 0 0,0 0 0 0 0,1 0 1 0 0,1 0-1 0 0,5 16 1 0 0,-3-14 35 0 0,1 0 0 0 0,1 0 0 0 0,0 0 0 0 0,15 21 0 0 0,-20-33-18 0 0,1 0 1 0 0,0 0 0 0 0,0-1 0 0 0,0 1 0 0 0,1-1 0 0 0,-1 1 0 0 0,1-1 0 0 0,0 0 0 0 0,0 0 0 0 0,0-1 0 0 0,0 1-1 0 0,0-1 1 0 0,0 0 0 0 0,1 0 0 0 0,-1-1 0 0 0,1 1 0 0 0,0-1 0 0 0,-1 0 0 0 0,1 0 0 0 0,0 0 0 0 0,9-1 0 0 0,-11 0-5 0 0,9 0 63 0 0,1-1-1 0 0,-1 0 1 0 0,1-1-1 0 0,-1 0 1 0 0,13-5-1 0 0,-23 6-37 0 0,1 0 0 0 0,-1 0 0 0 0,0 0 0 0 0,1 0 0 0 0,-1 0-1 0 0,0-1 1 0 0,0 1 0 0 0,1-1 0 0 0,-1 1 0 0 0,0-1 0 0 0,-1 0 0 0 0,1 0 0 0 0,0 0-1 0 0,-1 0 1 0 0,1 0 0 0 0,-1-1 0 0 0,1 1 0 0 0,-1 0 0 0 0,0-1 0 0 0,0 1 0 0 0,0 0-1 0 0,0-1 1 0 0,-1 0 0 0 0,1 1 0 0 0,-1-1 0 0 0,1 1 0 0 0,-1-1 0 0 0,0 0-1 0 0,0 1 1 0 0,0-4 0 0 0,-2-4 95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14:47.29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5416 0 0,'0'0'40'0'0,"3"3"1"0"0,-1-2-25 0 0,0 1-1 0 0,-1-1 1 0 0,1 0 0 0 0,-1 1-1 0 0,0-1 1 0 0,1 0 0 0 0,-1 1-1 0 0,0 0 1 0 0,0-1 0 0 0,0 1-1 0 0,0 0 1 0 0,0-1 0 0 0,-1 1-1 0 0,1 0 1 0 0,0 0 0 0 0,-1 0-1 0 0,1 0 1 0 0,-1 0 0 0 0,0-1-1 0 0,1 1 1 0 0,-1 0 0 0 0,0 0-1 0 0,0 0 1 0 0,-1 0 0 0 0,1 0-1 0 0,0 0 1 0 0,-1 3 0 0 0,0-3 1414 0 0,10 4-470 0 0,-5-15-777 0 0,0-2 52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14:47.64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 0 7328 0 0,'0'0'24'0'0,"0"9"56"0"0,-9-2-32 0 0,9 4 120 0 0,0-2-96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14:53.76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12 10344 0 0,'0'0'4792'0'0,"4"3"-4626"0"0,1 2-129 0 0,-1-1-1 0 0,0 1 1 0 0,0 0-1 0 0,0 1 1 0 0,-1-1-1 0 0,0 0 1 0 0,0 1-1 0 0,0 0 1 0 0,-1 0 0 0 0,3 7-1 0 0,0 4 60 0 0,-1 0 0 0 0,2 21 0 0 0,-4-24-31 0 0,0-1 1 0 0,1 1 0 0 0,5 14 0 0 0,6 34 166 0 0,5 66 123 0 0,-12-85-240 0 0,-3 10 7 0 0,-4 18 14 0 0,0-49-51 0 0,0-39-10 0 0,-1-5-44 0 0,-2 1-1 0 0,-1-1 0 0 0,0 1 1 0 0,-1 0-1 0 0,-17-40 0 0 0,4 10 38 0 0,16 46-60 0 0,1-1 1 0 0,-1 0-1 0 0,1 0 1 0 0,0 0-1 0 0,0 0 1 0 0,1-7-1 0 0,-1-1 6 0 0,-1 2 2 0 0,1-1 1 0 0,1 1-1 0 0,0-1 0 0 0,3-23 1 0 0,3-17 37 0 0,-5 34-33 0 0,-1 10-4 0 0,1-1 1 0 0,0 1-1 0 0,1 0 1 0 0,3-14-1 0 0,-3 16 6 0 0,-1 0-1 0 0,2 0 0 0 0,-1 0 1 0 0,1 0-1 0 0,0 0 1 0 0,0 1-1 0 0,1-1 0 0 0,0 1 1 0 0,7-10-1 0 0,-10 15-18 0 0,0 1 0 0 0,0-1 0 0 0,0 0 0 0 0,0 0-1 0 0,0 1 1 0 0,1-1 0 0 0,-1 0 0 0 0,0 1 0 0 0,0 0 0 0 0,0-1 0 0 0,1 1 0 0 0,-1 0-1 0 0,0-1 1 0 0,1 1 0 0 0,-1 0 0 0 0,0 0 0 0 0,1 0 0 0 0,-1 0 0 0 0,2 1-1 0 0,0-1 9 0 0,21 4 35 0 0,12 10-2305 0 0,-28-11-9202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14:55.76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297 132 13968 0 0,'2'4'520'0'0,"-2"-4"-515"0"0,1 3 127 0 0,0 0 0 0 0,0 0 0 0 0,0 0 0 0 0,0 0 0 0 0,0 0 0 0 0,-1 0 0 0 0,1 0 0 0 0,-1 1 0 0 0,0-1 0 0 0,0 0 0 0 0,0 0 0 0 0,-1 0 1 0 0,1 0-1 0 0,-1 0 0 0 0,1 0 0 0 0,-1 0 0 0 0,0 0 0 0 0,0 0 0 0 0,0 0 0 0 0,-1 0 0 0 0,1 0 0 0 0,-3 3 0 0 0,-2 4 65 0 0,2-5-110 0 0,1 0 1 0 0,-1 0-1 0 0,0 0 0 0 0,-1 0 0 0 0,1-1 0 0 0,-1 1 1 0 0,-8 5-1 0 0,-37 28 157 0 0,44-33-216 0 0,0-1 0 0 0,0 0 0 0 0,-1 0 1 0 0,1 0-1 0 0,-1-1 0 0 0,0 0 0 0 0,0 0 0 0 0,0 0 1 0 0,-11 1-1 0 0,5-1 11 0 0,6 0-9 0 0,-1-2 0 0 0,0 1 0 0 0,0-1 1 0 0,1 0-1 0 0,-10-1 0 0 0,6 0 5 0 0,10 0-23 0 0,-1 0 0 0 0,1 0 0 0 0,-1 0 0 0 0,1 0 0 0 0,-1 0 0 0 0,0 0 0 0 0,1 0 0 0 0,-1-1 0 0 0,1 1 0 0 0,0-1 1 0 0,-1 1-1 0 0,1-1 0 0 0,-1 0 0 0 0,1 1 0 0 0,0-1 0 0 0,-1 0 0 0 0,1 0 0 0 0,0 0 0 0 0,0 0 0 0 0,0 0 0 0 0,0 0 0 0 0,0 0 0 0 0,0-1 0 0 0,0 1 0 0 0,0 0 0 0 0,0-1 0 0 0,0 1 0 0 0,1 0 0 0 0,-1-1 0 0 0,1 1 0 0 0,-1-3 0 0 0,0 3 42 0 0,16 10-29 0 0,-4 2-22 0 0,41 36 6 0 0,41 51 11 0 0,-78-79-19 0 0,-11-14-1 0 0,0 0 0 0 0,0-1 0 0 0,1 1 0 0 0,-1-1 0 0 0,1 0 0 0 0,0 0 0 0 0,6 3 0 0 0,-8-4 0 0 0,4 1 1 0 0,0 0 0 0 0,0 0-1 0 0,1 0 1 0 0,-1-1 0 0 0,1 0-1 0 0,0-1 1 0 0,0 0 0 0 0,0 0-1 0 0,0 0 1 0 0,0-1 0 0 0,0 0-1 0 0,0-1 1 0 0,10 0 0 0 0,-13 0 1 0 0,0 0 1 0 0,0-1-1 0 0,0 0 1 0 0,0 0 0 0 0,0 0-1 0 0,0 0 1 0 0,0-1-1 0 0,0 0 1 0 0,0 0 0 0 0,0 0-1 0 0,-1 0 1 0 0,1-1-1 0 0,-1 0 1 0 0,0 0-1 0 0,6-5 1 0 0,41-63 98 0 0,-48 64-82 0 0,0 1-1 0 0,0-1 0 0 0,-1 1 0 0 0,1-1 1 0 0,-1 0-1 0 0,-1 0 0 0 0,1 0 0 0 0,-1 0 1 0 0,-1 0-1 0 0,1 0 0 0 0,-1-1 1 0 0,0 1-1 0 0,-1 0 0 0 0,0 0 0 0 0,0 0 1 0 0,-1 0-1 0 0,1 0 0 0 0,-1 0 0 0 0,-1 0 1 0 0,1 1-1 0 0,-1-1 0 0 0,-8-11 0 0 0,11 17-15 0 0,-1 0 0 0 0,1 0 0 0 0,-1 1-1 0 0,1-1 1 0 0,-1 0 0 0 0,1 1 0 0 0,-1-1 0 0 0,0 0-1 0 0,1 1 1 0 0,-1-1 0 0 0,0 1 0 0 0,0-1-1 0 0,1 1 1 0 0,-1 0 0 0 0,0-1 0 0 0,0 1-1 0 0,0 0 1 0 0,0-1 0 0 0,0 1 0 0 0,1 0-1 0 0,-1 0 1 0 0,0 0 0 0 0,0 0 0 0 0,0 0 0 0 0,0 0-1 0 0,-1 0 1 0 0,-14 13 5 0 0,10-4-8 0 0,0 0 0 0 0,1 0 0 0 0,0 1 1 0 0,1 0-1 0 0,0-1 0 0 0,0 2 0 0 0,1-1 0 0 0,1 0 0 0 0,-3 14 0 0 0,3-16 0 0 0,1-6 0 0 0,1 0 0 0 0,-1 0 0 0 0,1 1 0 0 0,-1-1 0 0 0,1 0 0 0 0,0 0 0 0 0,0 1 0 0 0,0-1 0 0 0,0 0 0 0 0,0 1 0 0 0,1 2 0 0 0,1 3 0 0 0,11 61-35 0 0,-12-66 31 0 0,1 1 1 0 0,-1-1 0 0 0,1 1 0 0 0,-1-1-1 0 0,1 0 1 0 0,1 1 0 0 0,-1-1 0 0 0,0-1-1 0 0,1 1 1 0 0,-1 0 0 0 0,6 4 0 0 0,-7-7 1 0 0,0-1-1 0 0,0 1 1 0 0,0 0 0 0 0,1-1 0 0 0,-1 1 0 0 0,0 0 0 0 0,0-1-1 0 0,0 1 1 0 0,0-1 0 0 0,1 0 0 0 0,-1 1 0 0 0,1-3 0 0 0,113-72 10 0 0,-99 68 5 0 0,-15 7-12 0 0,0 0-1 0 0,0 0 1 0 0,0 0-1 0 0,0 0 1 0 0,0 0-1 0 0,-1 1 1 0 0,1-1-1 0 0,0 0 1 0 0,0 0 0 0 0,0 1-1 0 0,0-1 1 0 0,0 1-1 0 0,0-1 1 0 0,0 1-1 0 0,0-1 1 0 0,1 2-1 0 0,1 2 1 0 0,1 0-1 0 0,-1 0 1 0 0,0 0 0 0 0,0 0-1 0 0,0 0 1 0 0,0 1-1 0 0,-1-1 1 0 0,0 1-1 0 0,0 0 1 0 0,0 0-1 0 0,-1 0 1 0 0,1 0 0 0 0,0 6-1 0 0,3 8 0 0 0,3 8 0 0 0,0-10 0 0 0,1-8 0 0 0,-1-3 0 0 0,1-13 0 0 0,-1-3 0 0 0,0 0 0 0 0,0 1 0 0 0,16-14 0 0 0,-2 0 0 0 0,-9 16 2 0 0,-12 7-2 0 0,0 0 1 0 0,0 1 0 0 0,0-1-1 0 0,0 0 1 0 0,0 1 0 0 0,0-1-1 0 0,-1 1 1 0 0,1-1 0 0 0,0 1-1 0 0,0-1 1 0 0,-1 1 0 0 0,1 0-1 0 0,0-1 1 0 0,-1 1 0 0 0,1 0-1 0 0,0-1 1 0 0,-1 1 0 0 0,1 0-1 0 0,-1 0 1 0 0,1 0-1 0 0,-1 0 1 0 0,0-1 0 0 0,1 2-1 0 0,9 32 25 0 0,-8-18-14 0 0,8 60 87 0 0,-10-74-37 0 0,3-9-39 0 0,21-55 11 0 0,10-22-4 0 0,-12 29 11 0 0,-22 55-39 0 0,0 0 0 0 0,0 0-1 0 0,0 0 1 0 0,0 0 0 0 0,0 1-1 0 0,0-1 1 0 0,0 0-1 0 0,0 0 1 0 0,0 0 0 0 0,1 0-1 0 0,-1 1 1 0 0,0-1 0 0 0,0 0-1 0 0,0 0 1 0 0,0 0 0 0 0,0 0-1 0 0,1 0 1 0 0,-1 0 0 0 0,0 0-1 0 0,0 0 1 0 0,0 1-1 0 0,0-1 1 0 0,1 0 0 0 0,-1 0-1 0 0,0 0 1 0 0,0 0 0 0 0,0 0-1 0 0,0 0 1 0 0,1 0 0 0 0,-1 0-1 0 0,0 0 1 0 0,0 0 0 0 0,0 0-1 0 0,1 0 1 0 0,-1 0-1 0 0,0 0 1 0 0,0 0 0 0 0,0 0-1 0 0,0-1 1 0 0,1 1 0 0 0,-1 0-1 0 0,0 0 1 0 0,0 0 0 0 0,0 0-1 0 0,0 0 1 0 0,1 0-1 0 0,-1 0 1 0 0,0 0 0 0 0,0-1-1 0 0,0 1 1 0 0,0 0 0 0 0,0 0-1 0 0,0 0 1 0 0,0 0 0 0 0,1-1-1 0 0,-1 1 1 0 0,0 0 0 0 0,0 0-1 0 0,0 0 1 0 0,0 0-1 0 0,0-1 1 0 0,0 1 0 0 0,0 0-1 0 0,4 18 15 0 0,-5-15-13 0 0,3 35 22 0 0,-2-36-20 0 0,1 0 0 0 0,-1 0-1 0 0,0 0 1 0 0,1 0 0 0 0,-1 0 0 0 0,1 0 0 0 0,0 0 0 0 0,-1 0-1 0 0,1-1 1 0 0,0 1 0 0 0,0 0 0 0 0,0 0 0 0 0,0-1 0 0 0,1 1-1 0 0,-1 0 1 0 0,2 1 0 0 0,4-6 24 0 0,60-51 79 0 0,-43 35-51 0 0,-17 13-38 0 0,0-1-1 0 0,0 1 1 0 0,-1-1-1 0 0,7-9 1 0 0,39-53 178 0 0,-49 62-144 0 0,-7 6-28 0 0,-11 13 0 0 0,9-2-19 0 0,0 0 0 0 0,1 1 0 0 0,1 0 0 0 0,0 0 0 0 0,0 0 0 0 0,1 0 0 0 0,0 1 0 0 0,1-1 0 0 0,0 1 0 0 0,1 0 0 0 0,0 0 0 0 0,1-1 0 0 0,1 1 0 0 0,0 0 0 0 0,0-1 0 0 0,4 17 0 0 0,-4-26-4 0 0,-1 0 0 0 0,1 0 0 0 0,-1 0 0 0 0,1 0 0 0 0,0 1 0 0 0,0-1 0 0 0,0-1 0 0 0,0 1 0 0 0,0 0 0 0 0,0 0 0 0 0,3 2 0 0 0,-1 1 3 0 0,5-1 5 0 0,-6-4-7 0 0,1 0-1 0 0,0 1 1 0 0,-1-1-1 0 0,1 0 1 0 0,-1 0-1 0 0,1-1 1 0 0,0 1-1 0 0,-1 0 1 0 0,1-1-1 0 0,-1 0 1 0 0,1 0-1 0 0,-1 1 0 0 0,0-1 1 0 0,1-1-1 0 0,-1 1 1 0 0,0 0-1 0 0,1 0 1 0 0,-1-1-1 0 0,0 0 1 0 0,0 1-1 0 0,0-1 1 0 0,-1 0-1 0 0,1 0 1 0 0,0 0-1 0 0,-1 0 1 0 0,1 0-1 0 0,-1 0 1 0 0,3-4-1 0 0,-2 1 2 0 0,5-5 1 0 0,-1 0-1 0 0,-1 0 0 0 0,1-1 1 0 0,-2 0-1 0 0,0 0 1 0 0,0 0-1 0 0,4-21 1 0 0,-7 24-4 0 0,0 1 1 0 0,0-1-1 0 0,-1 1 1 0 0,0-1-1 0 0,0 0 1 0 0,-1 1 0 0 0,0-1-1 0 0,0 1 1 0 0,-1 0-1 0 0,0-1 1 0 0,-5-12-1 0 0,6 19 0 0 0,1-1 1 0 0,-1 1-1 0 0,0-1 0 0 0,0 1 0 0 0,0 0 0 0 0,0-1 0 0 0,0 1 0 0 0,0 0 0 0 0,0 0 0 0 0,-1 0 1 0 0,0-2-1 0 0,0 3 0 0 0,1-1 1 0 0,0 1-1 0 0,0 0 1 0 0,0 0 0 0 0,0-1-1 0 0,-1 1 1 0 0,1 0-1 0 0,0 0 1 0 0,0 0 0 0 0,0 0-1 0 0,0 0 1 0 0,-1 1-1 0 0,1-1 1 0 0,0 0 0 0 0,0 0-1 0 0,0 1 1 0 0,0-1-1 0 0,-1 1 1 0 0,1-1 0 0 0,0 1-1 0 0,0-1 1 0 0,0 1-1 0 0,-1 1 1 0 0,0 0 0 0 0,0-1 0 0 0,0 1 0 0 0,0 0 1 0 0,0 0-1 0 0,1 0 0 0 0,-1 0 0 0 0,1 0 0 0 0,0 0 0 0 0,-1 0 1 0 0,1 1-1 0 0,0-1 0 0 0,0 0 0 0 0,-1 5 0 0 0,0 4 5 0 0,0 0-1 0 0,1 0 1 0 0,1 17-1 0 0,-1-24-3 0 0,1 0 0 0 0,1-1 1 0 0,-1 1-1 0 0,0-1 0 0 0,1 1 0 0 0,0 0 1 0 0,0-1-1 0 0,0 1 0 0 0,0-1 0 0 0,1 1 0 0 0,-1-1 1 0 0,1 0-1 0 0,0 0 0 0 0,0 0 0 0 0,0 0 1 0 0,0 0-1 0 0,0 0 0 0 0,4 3 0 0 0,0-1 4 0 0,-5-3-4 0 0,1-1 0 0 0,0 1 0 0 0,-1-1-1 0 0,1 1 1 0 0,0-1 0 0 0,0 0 0 0 0,0 0 0 0 0,0 0 0 0 0,0 0-1 0 0,0 0 1 0 0,1 0 0 0 0,-1-1 0 0 0,0 1 0 0 0,0-1 0 0 0,1 1-1 0 0,-1-1 1 0 0,3 0 0 0 0,1 1 3 0 0,-1 0-1 0 0,1-1 1 0 0,0 0-1 0 0,-1 0 1 0 0,1-1 0 0 0,0 1-1 0 0,-1-1 1 0 0,1 0-1 0 0,-1-1 1 0 0,1 1-1 0 0,-1-1 1 0 0,0 0 0 0 0,1-1-1 0 0,-1 1 1 0 0,7-6-1 0 0,-2-1 0 0 0,-1-1 0 0 0,-1 0 0 0 0,0 0 0 0 0,0-1 0 0 0,9-16 0 0 0,-12 14-5 0 0,1 0-1 0 0,-2-1 0 0 0,0 1 1 0 0,0-1-1 0 0,-1 0 0 0 0,-1 0 1 0 0,1-23-1 0 0,-1 15-3 0 0,1-5-10 0 0,-1 14 9 0 0,-1 0 0 0 0,0-1 0 0 0,-1 1 0 0 0,-2-17 0 0 0,1 12-3 0 0,-3-13-7 0 0,-1 0 0 0 0,-1 1 0 0 0,-15-44 0 0 0,21 73 16 0 0,0 1 0 0 0,0 0 0 0 0,0-1-1 0 0,0 1 1 0 0,0 0 0 0 0,-1 0 0 0 0,1-1-1 0 0,0 1 1 0 0,0 0 0 0 0,0 0 0 0 0,0-1-1 0 0,0 1 1 0 0,0 0 0 0 0,-1 0 0 0 0,1-1-1 0 0,0 1 1 0 0,0 0 0 0 0,0 0 0 0 0,-1 0-1 0 0,1-1 1 0 0,0 1 0 0 0,0 0 0 0 0,-1 0 0 0 0,1 0-1 0 0,0 0 1 0 0,0 0 0 0 0,-1-1 0 0 0,1 1-1 0 0,0 0 1 0 0,0 0 0 0 0,-1 0 0 0 0,1 0-1 0 0,-18-4-8 0 0,18 4 9 0 0,0 0-1 0 0,0-1 1 0 0,-1 1-1 0 0,1 0 1 0 0,0 0 0 0 0,0 0-1 0 0,-1 0 1 0 0,1 0 0 0 0,0 0-1 0 0,0 0 1 0 0,-1 0-1 0 0,1 0 1 0 0,0 0 0 0 0,-1 0-1 0 0,1 0 1 0 0,0 0 0 0 0,0 0-1 0 0,0 1 1 0 0,-1-1-1 0 0,1 0 1 0 0,0 0 0 0 0,0 0-1 0 0,-1 0 1 0 0,1 0 0 0 0,0 0-1 0 0,0 1 1 0 0,0-1-1 0 0,-1 0 1 0 0,1 0 0 0 0,0 0-1 0 0,0 1 1 0 0,0-1 0 0 0,0 0-1 0 0,0 0 1 0 0,-1 0-1 0 0,1 1 1 0 0,0-1 0 0 0,0 1-1 0 0,-3 3-2 0 0,0 0-1 0 0,0 1 0 0 0,1-1 0 0 0,-1 1 0 0 0,1 0 1 0 0,0 0-1 0 0,1-1 0 0 0,-1 1 0 0 0,1 1 0 0 0,0-1 1 0 0,0 0-1 0 0,0 0 0 0 0,1 0 0 0 0,0 0 1 0 0,0 1-1 0 0,0-1 0 0 0,1 0 0 0 0,1 7 0 0 0,28 115-74 0 0,-21-97 66 0 0,-4-14 8 0 0,0 0 0 0 0,15 28 0 0 0,-12-25 2 0 0,25 50 4 0 0,-26-57 5 0 0,1 0 1 0 0,0 0 0 0 0,19 19-1 0 0,-26-30-6 0 0,0 0 0 0 0,1-1-1 0 0,-1 1 1 0 0,0 0-1 0 0,0 0 1 0 0,0-1-1 0 0,1 1 1 0 0,-1-1 0 0 0,0 1-1 0 0,1-1 1 0 0,-1 0-1 0 0,0 1 1 0 0,1-1 0 0 0,-1 0-1 0 0,0 0 1 0 0,1 0-1 0 0,-1 0 1 0 0,1 0-1 0 0,-1 0 1 0 0,0 0 0 0 0,1-1-1 0 0,-1 1 1 0 0,0 0-1 0 0,1-1 1 0 0,-1 1 0 0 0,0-1-1 0 0,2 0 1 0 0,22-20 4 0 0,-23 19-4 0 0,5-7 0 0 0,-1-1 0 0 0,0 1 1 0 0,0-1-1 0 0,-1 0 0 0 0,0-1 0 0 0,-1 1 1 0 0,4-17-1 0 0,-1 8-2 0 0,-5 14 1 0 0,0-1 0 0 0,0 1 0 0 0,0 0 0 0 0,-1-1 0 0 0,0 1 0 0 0,0-1 0 0 0,1-10 0 0 0,-1-9 0 0 0,-1-2 0 0 0,0 26 0 0 0,0 0 0 0 0,0 0 0 0 0,0 0 0 0 0,0 0 0 0 0,0 0 0 0 0,-1 1 0 0 0,1-1 0 0 0,0 0 0 0 0,-1 0 0 0 0,1 0 0 0 0,0 0 0 0 0,-1 1 0 0 0,1-1 0 0 0,-1 0 0 0 0,1 0 0 0 0,-1 1 0 0 0,0-1 0 0 0,1 0 0 0 0,-1 1 0 0 0,0-1 0 0 0,0 0 0 0 0,0 1 0 0 0,0 0 0 0 0,0 0 0 0 0,0 0 0 0 0,0 0 0 0 0,1 1 0 0 0,-1-1 0 0 0,0 0 0 0 0,0 0 0 0 0,0 1 0 0 0,1-1 0 0 0,-1 0 0 0 0,0 1 0 0 0,0-1 0 0 0,0 1 0 0 0,1-1 0 0 0,-1 1 0 0 0,0-1 0 0 0,1 1 0 0 0,-1-1 0 0 0,1 1 0 0 0,-1 0 0 0 0,1-1 0 0 0,-1 1 0 0 0,0 1 0 0 0,-5 7 0 0 0,0 0 0 0 0,1 1 0 0 0,0-1 0 0 0,0 1 0 0 0,1 0 0 0 0,1 1 0 0 0,0-1 0 0 0,0 1 0 0 0,1-1 0 0 0,0 1 0 0 0,1 0 0 0 0,0 17 0 0 0,0-7 0 0 0,2 0 0 0 0,1 1 0 0 0,0-1 0 0 0,2 0 0 0 0,9 32 0 0 0,-13-51 0 0 0,1 1 0 0 0,-1-1 0 0 0,1 0 0 0 0,0 1 0 0 0,0-1 0 0 0,0 0 0 0 0,1 0 0 0 0,-1 0 0 0 0,0 0 0 0 0,1 0 0 0 0,-1 0 0 0 0,1 0 0 0 0,0 0 0 0 0,-1-1 0 0 0,4 3 0 0 0,-1 0 0 0 0,-3-4 0 0 0,0 1 0 0 0,-1-1 0 0 0,1 1 0 0 0,0-1 0 0 0,-1 1 0 0 0,1-1 0 0 0,0 0 0 0 0,0 1 0 0 0,0-1 0 0 0,-1 0 0 0 0,1 0 0 0 0,0 1 0 0 0,0-1 0 0 0,0 0 0 0 0,0 0 0 0 0,0 0 0 0 0,-1 0 0 0 0,1 0 0 0 0,0 0 0 0 0,1 0 0 0 0,7-2-25 0 0,0 0 0 0 0,0-1-1 0 0,0 0 1 0 0,0 0 0 0 0,13-8-1 0 0,0-1-2510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14:56.11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1 103 13056 0 0,'0'0'1552'0'0,"59"-45"-776"0"0,-41 33-272 0 0,29-18 0 0 0,-33 24-217 0 0,7-3 193 0 0,2 13-136 0 0,-3 5-192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14:57.30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1 158 6824 0 0,'14'1'85'0'0,"7"0"280"0"0,0 1 129 0 0,9 2 101 0 0,-24-3-541 0 0,-5 0-20 0 0,0 0 0 0 0,0-1 0 0 0,0 1 0 0 0,0 0 0 0 0,0 0 0 0 0,0 0 0 0 0,-1 0 0 0 0,1 0 0 0 0,0 0 0 0 0,0 0 0 0 0,-1 0 0 0 0,1 0 0 0 0,-1 1 0 0 0,1-1 0 0 0,-1 0 0 0 0,1 0 0 0 0,-1 0 0 0 0,0 1 0 0 0,0-1 0 0 0,1 2-1 0 0,3 28 1347 0 0,3 142-212 0 0,-5-148-1111 0 0,-1-1-1 0 0,-1 1 0 0 0,-5 46 1 0 0,4-61-46 0 0,0 0 1 0 0,1 1 0 0 0,1 15-1 0 0,0-19-8 0 0,0 0 0 0 0,-1 0 0 0 0,1 0 0 0 0,-2 1 0 0 0,1-1 0 0 0,-1 0 0 0 0,0 0 0 0 0,-5 14 0 0 0,6-18 2 0 0,0-3-5 0 0,0 0 0 0 0,0 0 0 0 0,0 0 0 0 0,0 0 0 0 0,0 0 0 0 0,0 0 0 0 0,0 0 1 0 0,0 0-1 0 0,0 0 0 0 0,0 0 0 0 0,0 0 0 0 0,1 0 0 0 0,-1 0 0 0 0,0 0 0 0 0,0 0 0 0 0,0 0 0 0 0,0 0 0 0 0,0 0 0 0 0,0 0 0 0 0,0 0 0 0 0,0 0 0 0 0,0 0 0 0 0,0 0 0 0 0,0 0 0 0 0,0 0 0 0 0,0 0 0 0 0,0 0 0 0 0,0 0 0 0 0,0 0 0 0 0,0 0 0 0 0,0 0 0 0 0,0 0 0 0 0,1 0 0 0 0,-1 0 0 0 0,0 0 0 0 0,0 0 0 0 0,0 0 0 0 0,0 0 0 0 0,0 0 0 0 0,0 0 0 0 0,0 0 0 0 0,0 0 0 0 0,0 0 1 0 0,0 1-1 0 0,0-1 0 0 0,0 0 0 0 0,0 0 0 0 0,2-10 0 0 0,1-9 0 0 0,-3 19 0 0 0,0-25 6 0 0,-1 1 1 0 0,-1-1 0 0 0,-1 1-1 0 0,-1-1 1 0 0,-8-26 0 0 0,6 19 16 0 0,2 0 1 0 0,1 0 0 0 0,1-1-1 0 0,4-42 1 0 0,-2-22 84 0 0,1 83-61 0 0,-1 0 0 0 0,1 0 0 0 0,1 1 0 0 0,1-1 0 0 0,0 0 0 0 0,0 1 0 0 0,9-21 0 0 0,-9 30 8 0 0,-1 0-1 0 0,1 0 1 0 0,0 0-1 0 0,0 1 1 0 0,1-1 0 0 0,-1 1-1 0 0,1 0 1 0 0,0 0-1 0 0,-1 0 1 0 0,1 1-1 0 0,8-5 1 0 0,-11 7-34 0 0,1 0 1 0 0,0-1-1 0 0,0 1 1 0 0,-1 0-1 0 0,1 0 1 0 0,0 0-1 0 0,-1 0 1 0 0,1 0-1 0 0,0 1 0 0 0,0-1 1 0 0,-1 1-1 0 0,1-1 1 0 0,0 1-1 0 0,-1-1 1 0 0,1 1-1 0 0,-1 0 1 0 0,1 0-1 0 0,-1 0 0 0 0,1-1 1 0 0,-1 2-1 0 0,1-1 1 0 0,0 1-1 0 0,30 29 213 0 0,-23-20-138 0 0,-1 0 1 0 0,-1 0 0 0 0,0 1 0 0 0,-1 1-1 0 0,8 17 1 0 0,-13-25-67 0 0,1-1 0 0 0,-1 1 0 0 0,0-1 0 0 0,0 1 0 0 0,0 0 0 0 0,0 0 0 0 0,-1-1 0 0 0,0 1 0 0 0,0 0 0 0 0,0 0 0 0 0,-1 0 0 0 0,0-1 0 0 0,1 1 0 0 0,-2 0 0 0 0,1-1 0 0 0,0 1 0 0 0,-1-1 0 0 0,-5 9 0 0 0,0-2 32 0 0,0 0 0 0 0,-1 0 0 0 0,0-1 0 0 0,-1 0 1 0 0,-11 9-1 0 0,15-15-34 0 0,1-1 0 0 0,-1 1 0 0 0,0-1 0 0 0,0 0 0 0 0,0-1 0 0 0,0 1 0 0 0,-1-1 0 0 0,1 0 0 0 0,-1-1 0 0 0,1 1 0 0 0,-1-1 0 0 0,0 0 0 0 0,0 0 0 0 0,-7-1 1 0 0,8 0-5 0 0,1 0 0 0 0,-1-1 0 0 0,1 0 1 0 0,-1 0-1 0 0,0 0 0 0 0,1-1 0 0 0,0 1 1 0 0,-1-1-1 0 0,1 0 0 0 0,0-1 0 0 0,0 1 1 0 0,0-1-1 0 0,0 1 0 0 0,1-1 0 0 0,-1 0 1 0 0,1 0-1 0 0,-1-1 0 0 0,1 1 0 0 0,0-1 1 0 0,-4-7-1 0 0,3 6 19 0 0,1-1 0 0 0,0 1 0 0 0,0-1 0 0 0,1 0-1 0 0,0 0 1 0 0,0 0 0 0 0,0 0 0 0 0,1 0 0 0 0,-1-1 0 0 0,2 1 0 0 0,-1 0 0 0 0,1-1 0 0 0,0 1 0 0 0,1-11 0 0 0,3-5-2012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15:00.46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0 528 11856 0 0,'0'0'2776'0'0,"5"0"-2584"0"0,7-1-137 0 0,0-1 1 0 0,0-1-1 0 0,0 0 1 0 0,0-1-1 0 0,-1 0 1 0 0,1-1-1 0 0,-1 0 1 0 0,0 0 0 0 0,19-15-1 0 0,2 2 62 0 0,-15 7-60 0 0,1-1 0 0 0,17-16-1 0 0,-24 18-49 0 0,1 1-1 0 0,0 0 0 0 0,0 1 0 0 0,1 0 0 0 0,26-11 1 0 0,-38 18-9 0 0,0 1 0 0 0,0 0 0 0 0,1-1 1 0 0,-1 1-1 0 0,0 0 0 0 0,0 0 1 0 0,1 0-1 0 0,-1 0 0 0 0,0 1 1 0 0,1-1-1 0 0,-1 0 0 0 0,0 0 1 0 0,0 1-1 0 0,0-1 0 0 0,1 1 0 0 0,-1-1 1 0 0,0 1-1 0 0,0-1 0 0 0,0 1 1 0 0,0 0-1 0 0,0-1 0 0 0,0 1 1 0 0,0 0-1 0 0,0 0 0 0 0,0 0 1 0 0,0 0-1 0 0,0 0 0 0 0,-1 0 0 0 0,1 0 1 0 0,0 0-1 0 0,0 2 0 0 0,20 45-31 0 0,-15-30 23 0 0,0 3 0 0 0,-3-13 3 0 0,-1 0 1 0 0,1 0 0 0 0,0 0-1 0 0,0 0 1 0 0,1 0 0 0 0,5 7 0 0 0,-1-7-1 0 0,0-4 6 0 0,1-2 1 0 0,-1-5 0 0 0,4-6 0 0 0,0-1 0 0 0,-1 0 0 0 0,0-1 0 0 0,-1 0 0 0 0,0 0 0 0 0,0-1 0 0 0,9-16 0 0 0,2-3 0 0 0,-12 20 9 0 0,0-1 1 0 0,0 0 0 0 0,-1-1 0 0 0,-1 0 0 0 0,0 0 0 0 0,-1-1 0 0 0,0 0 0 0 0,4-16 0 0 0,-10 28 13 0 0,1 2-21 0 0,-1 0 1 0 0,0 0 0 0 0,0-1 0 0 0,1 1 0 0 0,-1 0 0 0 0,0 0 0 0 0,0 0 0 0 0,1 0 0 0 0,-1-1 0 0 0,0 1 0 0 0,0 0 0 0 0,0 0 0 0 0,1-1 0 0 0,-1 1 0 0 0,0 0 0 0 0,0 0 0 0 0,0-1-1 0 0,0 1 1 0 0,0 0 0 0 0,0-1 0 0 0,0 1 0 0 0,1 0 0 0 0,-1 0 0 0 0,0-1 0 0 0,0 1 0 0 0,0 0 0 0 0,0-1 0 0 0,0 1 0 0 0,0 0 0 0 0,0-1 0 0 0,0 1 0 0 0,-1 0 0 0 0,1-1 0 0 0,0 1-1 0 0,0 0 1 0 0,0 0 0 0 0,0-1 0 0 0,0 1 0 0 0,0 0 0 0 0,-1 0 0 0 0,1-1 0 0 0,0 1 0 0 0,0 0 0 0 0,0 0 0 0 0,-1-1 0 0 0,1 1 0 0 0,0 0 0 0 0,0 0 0 0 0,0 0 0 0 0,-1-1 0 0 0,1 1-1 0 0,0 0 1 0 0,-1 0 0 0 0,1 0 0 0 0,0 0 0 0 0,0 0 0 0 0,-1 0 0 0 0,1 0 0 0 0,0 0 0 0 0,-1-1 0 0 0,1 1 0 0 0,-1 0 0 0 0,-18 26 81 0 0,1 0 1 0 0,-27 49-1 0 0,40-63-53 0 0,-1 0 1 0 0,1 0-1 0 0,1 1 1 0 0,1-1-1 0 0,-1 1 1 0 0,2 0-1 0 0,0 0 1 0 0,0 0-1 0 0,1 21 1 0 0,1-30-14 0 0,0-1-1 0 0,0 1 1 0 0,0-1 0 0 0,1 1-1 0 0,0-1 1 0 0,-1 1 0 0 0,1-1 0 0 0,0 0-1 0 0,0 1 1 0 0,1-1 0 0 0,-1 0-1 0 0,1 0 1 0 0,3 6 0 0 0,-3-8-7 0 0,-1 0-1 0 0,0 0 1 0 0,1 0 0 0 0,-1 0-1 0 0,1 0 1 0 0,-1 0 0 0 0,1-1-1 0 0,0 1 1 0 0,-1 0 0 0 0,1-1-1 0 0,0 0 1 0 0,-1 1 0 0 0,1-1-1 0 0,0 0 1 0 0,0 0 0 0 0,-1 0-1 0 0,1 0 1 0 0,0 0 0 0 0,0 0-1 0 0,-1 0 1 0 0,1-1 0 0 0,0 1-1 0 0,-1-1 1 0 0,1 1 0 0 0,0-1-1 0 0,1 0 1 0 0,3-2 19 0 0,0 0 0 0 0,0 0 1 0 0,0 0-1 0 0,0 0 0 0 0,5-6 0 0 0,-5 4-6 0 0,0-1-1 0 0,0 0 1 0 0,-1 0-1 0 0,0-1 1 0 0,0 1-1 0 0,-1-1 0 0 0,1 0 1 0 0,-2 0-1 0 0,1 0 1 0 0,-1-1-1 0 0,4-13 1 0 0,-2 5 22 0 0,-2-1 0 0 0,0 0 1 0 0,-1 1-1 0 0,0-30 0 0 0,-3 42-32 0 0,1-1-1 0 0,-1 1 0 0 0,0-1 1 0 0,0 1-1 0 0,-1-1 0 0 0,1 1 1 0 0,-1 0-1 0 0,0 0 0 0 0,0-1 1 0 0,0 1-1 0 0,-1 1 0 0 0,1-1 1 0 0,-1 0-1 0 0,0 1 0 0 0,0-1 1 0 0,-1 1-1 0 0,-5-5 0 0 0,7 7 43 0 0,0 2-7 0 0,1 0-42 0 0,0-1 1 0 0,0 1-1 0 0,0 0 0 0 0,0-1 1 0 0,0 1-1 0 0,0 0 0 0 0,0 0 1 0 0,0 0-1 0 0,0 0 0 0 0,1 0 1 0 0,-1 0-1 0 0,-1 2 0 0 0,0 4 8 0 0,1 1-1 0 0,0-1 0 0 0,0 0 1 0 0,0 1-1 0 0,1-1 0 0 0,0 0 0 0 0,0 1 1 0 0,1-1-1 0 0,0 1 0 0 0,1-1 1 0 0,-1 0-1 0 0,1 0 0 0 0,5 11 0 0 0,-6-15-8 0 0,1-1-1 0 0,0 1 0 0 0,-1-1 1 0 0,1 0-1 0 0,0 0 1 0 0,0 0-1 0 0,0 0 0 0 0,0 0 1 0 0,0-1-1 0 0,1 1 0 0 0,-1-1 1 0 0,1 1-1 0 0,-1-1 0 0 0,1 0 1 0 0,-1 0-1 0 0,1 0 0 0 0,0 0 1 0 0,-1 0-1 0 0,1 0 0 0 0,0-1 1 0 0,0 0-1 0 0,-1 1 0 0 0,1-1 1 0 0,0 0-1 0 0,0 0 0 0 0,0-1 1 0 0,-1 1-1 0 0,4-1 0 0 0,0 0 3 0 0,0 0 0 0 0,-1 0 0 0 0,1 0 0 0 0,0-1-1 0 0,-1 0 1 0 0,1 0 0 0 0,-1-1 0 0 0,0 1-1 0 0,1-1 1 0 0,-1 0 0 0 0,0-1 0 0 0,6-5-1 0 0,35-36 62 0 0,-30 31-33 0 0,-1 0 1 0 0,-1-1-1 0 0,0-1 1 0 0,13-20-1 0 0,-4-6 124 0 0,-23 40-96 0 0,0 2-60 0 0,0 0 0 0 0,0 0 0 0 0,0-1 0 0 0,0 1 0 0 0,0 0 0 0 0,0-1 0 0 0,0 1 0 0 0,0 0 0 0 0,0-1 0 0 0,0 1 0 0 0,0 0 0 0 0,0-1 0 0 0,0 1 0 0 0,0 0 0 0 0,0 0 0 0 0,-1-1 0 0 0,1 1 0 0 0,0 0 0 0 0,0 0 0 0 0,0-1 0 0 0,0 1 0 0 0,-1 0 0 0 0,1 0 0 0 0,0-1-1 0 0,0 1 1 0 0,-1 0 0 0 0,1 0 0 0 0,0 0 0 0 0,0 0 0 0 0,-1-1 0 0 0,1 1 0 0 0,0 0 0 0 0,-1 0 0 0 0,1 0 0 0 0,0 0 0 0 0,0 0 0 0 0,-1 0 0 0 0,1 0 0 0 0,0 0 0 0 0,-1 0 0 0 0,1 0 0 0 0,0 0 0 0 0,-1 0 0 0 0,1 0 0 0 0,0 0 0 0 0,0 0 0 0 0,-1 0 0 0 0,1 0 0 0 0,0 0 0 0 0,-1 0 0 0 0,1 0 0 0 0,0 1 0 0 0,0-1 0 0 0,-1 0 0 0 0,1 0 0 0 0,0 0 0 0 0,-1 1 0 0 0,-13 24 52 0 0,1 1 0 0 0,1 0 0 0 0,2 1 0 0 0,0 0 0 0 0,2 1 1 0 0,1 0-1 0 0,1 0 0 0 0,-3 38 0 0 0,9-62-43 0 0,0 0 1 0 0,0 0-1 0 0,1-1 0 0 0,-1 1 1 0 0,1 0-1 0 0,-1 0 0 0 0,1 0 1 0 0,1-1-1 0 0,-1 1 0 0 0,0 0 1 0 0,1-1-1 0 0,0 1 0 0 0,0-1 1 0 0,0 0-1 0 0,0 1 0 0 0,0-1 1 0 0,1 0-1 0 0,4 5 0 0 0,-4-6-1 0 0,1 0 0 0 0,-1 0 0 0 0,1 0 0 0 0,-1-1 0 0 0,1 1 0 0 0,-1-1 0 0 0,1 0 0 0 0,0 0 0 0 0,0 0-1 0 0,0 0 1 0 0,-1-1 0 0 0,8 1 0 0 0,-10-1-7 0 0,8 0 15 0 0,0 0-1 0 0,0-1 1 0 0,0-1-1 0 0,-1 1 1 0 0,1-1-1 0 0,0 0 0 0 0,-1-1 1 0 0,0 0-1 0 0,0-1 1 0 0,0 0-1 0 0,14-8 1 0 0,14-14 46 0 0,-24 19 2 0 0,-1-1 1 0 0,21-18 0 0 0,-25 18 7 0 0,1 0 1 0 0,-1 0-1 0 0,0 0 1 0 0,-1-1 0 0 0,0 0-1 0 0,0 0 1 0 0,-1 0-1 0 0,0-1 1 0 0,-1 0-1 0 0,0 0 1 0 0,-1 0 0 0 0,0 0-1 0 0,3-17 1 0 0,-6 23-23 0 0,1 1 0 0 0,-1-1 1 0 0,0 0-1 0 0,-1 0 1 0 0,1 0-1 0 0,-1 0 0 0 0,0 0 1 0 0,1 0-1 0 0,-2 1 1 0 0,1-1-1 0 0,0 0 0 0 0,-4-6 1 0 0,1 2 86 0 0,2 6-116 0 0,0 0 1 0 0,0 1-1 0 0,0-1 1 0 0,0 1 0 0 0,0-1-1 0 0,0 1 1 0 0,0 0-1 0 0,0 0 1 0 0,0 0 0 0 0,0 0-1 0 0,-1 0 1 0 0,1 1-1 0 0,0-1 1 0 0,-1 1-1 0 0,1-1 1 0 0,0 1 0 0 0,-1 0-1 0 0,1 0 1 0 0,-1 0-1 0 0,-3 1 1 0 0,5-1-9 0 0,0 1 0 0 0,-1-1 0 0 0,1 1-1 0 0,0 0 1 0 0,0 0 0 0 0,0 0 0 0 0,0 0 0 0 0,0 0 0 0 0,0 0 0 0 0,0 0-1 0 0,0 0 1 0 0,1 0 0 0 0,-1 0 0 0 0,0 0 0 0 0,1 0 0 0 0,-1 1 0 0 0,0 1-1 0 0,-6 8 161 0 0,4-8-151 0 0,1 1-1 0 0,-1-1 1 0 0,1 1-1 0 0,0-1 1 0 0,1 1-1 0 0,-1 0 1 0 0,0 0-1 0 0,1 0 1 0 0,0 0-1 0 0,0 0 1 0 0,0 0 0 0 0,1 0-1 0 0,-1 1 1 0 0,1 5-1 0 0,0-3 18 0 0,0 0-1 0 0,1-1 0 0 0,0 1 0 0 0,0-1 1 0 0,0 1-1 0 0,0-1 0 0 0,1 1 1 0 0,6 11-1 0 0,-1-7-3 0 0,-6-8-10 0 0,18 12 138 0 0,-14-13-158 0 0,0 0 1 0 0,0 0 0 0 0,0 0 0 0 0,0 0-1 0 0,0-1 1 0 0,1 0 0 0 0,-1 0-1 0 0,1-1 1 0 0,-1 0 0 0 0,0 0 0 0 0,1 0-1 0 0,-1 0 1 0 0,1-1 0 0 0,-1 0 0 0 0,0 0-1 0 0,1 0 1 0 0,-1-1 0 0 0,0 1 0 0 0,0-1-1 0 0,0-1 1 0 0,9-4 0 0 0,7-6 0 0 0,0 0 1 0 0,-1-1-1 0 0,29-26 1 0 0,-38 32-6 0 0,0-2-5 0 0,0-1 0 0 0,-1 0 0 0 0,0 0 0 0 0,16-26 0 0 0,-37 68-15 0 0,2-12 3 0 0,1 1 1 0 0,1 0-1 0 0,0 1 0 0 0,2-1 0 0 0,0 1 0 0 0,-2 27 1 0 0,6-45 8 0 0,1 0 0 0 0,-1 0-1 0 0,1 0 1 0 0,0 0 0 0 0,0 0 0 0 0,0 0 0 0 0,0 0 0 0 0,0 0 0 0 0,1 0 0 0 0,-1 0 0 0 0,1-1 0 0 0,0 1 0 0 0,0 0 0 0 0,0 0 0 0 0,0 0 0 0 0,2 2 0 0 0,2 5-23 0 0,-4-9 12 0 0,4 2 0 0 0,-4-3 12 0 0,0 1 1 0 0,0-1-1 0 0,0 1 0 0 0,0 0 1 0 0,0-1-1 0 0,0 0 0 0 0,0 1 1 0 0,0-1-1 0 0,0 0 0 0 0,0 1 1 0 0,0-1-1 0 0,0 0 0 0 0,0 0 1 0 0,0 0-1 0 0,1 0 0 0 0,-1 0 1 0 0,0 0-1 0 0,0 0 0 0 0,0 0 1 0 0,0-1-1 0 0,0 1 0 0 0,0 0 1 0 0,0-1-1 0 0,0 1 0 0 0,0-1 1 0 0,2 0-1 0 0,1-3-4 0 0,-1 0 0 0 0,1 0 1 0 0,-1-1-1 0 0,1 1 0 0 0,-1-1 0 0 0,-1 0 0 0 0,1 0 1 0 0,-1 0-1 0 0,0 0 0 0 0,0-1 0 0 0,0 1 1 0 0,-1-1-1 0 0,1 1 0 0 0,-1-1 0 0 0,-1 1 0 0 0,1-1 1 0 0,-1-6-1 0 0,10-181-55 0 0,-9 158 56 0 0,1 15 3 0 0,-2 0 0 0 0,0 0 0 0 0,-2-1 1 0 0,0 1-1 0 0,-1 1 0 0 0,-6-25 0 0 0,5 32 2 0 0,4 11 0 0 0,0 0 0 0 0,0 0 0 0 0,0 0 0 0 0,-1 1 0 0 0,1-1 0 0 0,0 0 0 0 0,-1 0 0 0 0,1 1 0 0 0,-1-1 0 0 0,1 0 0 0 0,-1 1 0 0 0,1-1 1 0 0,-1 0-1 0 0,1 1 0 0 0,-1-1 0 0 0,0 1 0 0 0,0-1 0 0 0,-8-8 1 0 0,-4 0 33 0 0,6 13-3 0 0,6-2-27 0 0,1-1-1 0 0,0 1 1 0 0,0 0-1 0 0,-1 0 1 0 0,1 0-1 0 0,0 0 1 0 0,1 0-1 0 0,-1-1 1 0 0,0 1 0 0 0,0 0-1 0 0,2 3 1 0 0,11 47 32 0 0,-4-16-9 0 0,2 1 0 0 0,1-1 1 0 0,27 57-1 0 0,-17-41 21 0 0,-18-40-14 0 0,1 1-1 0 0,0-1 1 0 0,10 17 0 0 0,-14-27-23 0 0,0-1 1 0 0,1 1-1 0 0,-1 0 1 0 0,1 0-1 0 0,-1 0 1 0 0,1-1 0 0 0,0 1-1 0 0,0-1 1 0 0,0 1-1 0 0,-1-1 1 0 0,1 0-1 0 0,0 0 1 0 0,1 0-1 0 0,3 2 1 0 0,-5-3-6 0 0,0 0-1 0 0,0 0 0 0 0,0 0 1 0 0,0 0-1 0 0,0 0 1 0 0,0 0-1 0 0,0 0 1 0 0,1-1-1 0 0,-1 1 1 0 0,0 0-1 0 0,0-1 1 0 0,-1 1-1 0 0,1-1 1 0 0,0 1-1 0 0,0-1 1 0 0,0 1-1 0 0,0-1 1 0 0,0 0-1 0 0,0 1 0 0 0,-1-1 1 0 0,1 0-1 0 0,0 0 1 0 0,-1 1-1 0 0,1-1 1 0 0,0 0-1 0 0,-1 0 1 0 0,1 0-1 0 0,-1 0 1 0 0,1 0-1 0 0,-1 0 1 0 0,0 0-1 0 0,1 0 1 0 0,-1 0-1 0 0,0 0 1 0 0,0 0-1 0 0,0 0 0 0 0,0-2 1 0 0,9-30 105 0 0,-2 0 1 0 0,-1-1-1 0 0,2-46 0 0 0,-8 78-87 0 0,0-7 146 0 0,-1 24-141 0 0,1-1 0 0 0,0 0 0 0 0,1 0 0 0 0,1 0 0 0 0,0 0 0 0 0,1 0 0 0 0,0 0 0 0 0,1 0 0 0 0,1-1 0 0 0,7 15 1 0 0,14 19 84 0 0,-6-11-19 0 0,-18-35-52 0 0,-2-1-42 0 0,0 1 0 0 0,0-1 0 0 0,0 0 0 0 0,0 0 0 0 0,0 0 1 0 0,0 0-1 0 0,0 1 0 0 0,0-1 0 0 0,0 0 0 0 0,0 0 1 0 0,0 0-1 0 0,0 0 0 0 0,0 1 0 0 0,1-1 0 0 0,-1 0 1 0 0,0 0-1 0 0,0 0 0 0 0,0 0 0 0 0,0 0 0 0 0,0 1 1 0 0,0-1-1 0 0,1 0 0 0 0,-1 0 0 0 0,0 0 0 0 0,0 0 0 0 0,0 0 1 0 0,0 0-1 0 0,1 0 0 0 0,-1 0 0 0 0,0 0 0 0 0,0 0 1 0 0,0 1-1 0 0,1-1 0 0 0,-1 0 0 0 0,0 0 0 0 0,0 0 1 0 0,0 0-1 0 0,0 0 0 0 0,1 0 0 0 0,-1-1 0 0 0,0 1 0 0 0,0 0 1 0 0,0 0-1 0 0,1 0 0 0 0,-1 0 0 0 0,0 0 0 0 0,0 0 1 0 0,0 0-1 0 0,0 0 0 0 0,1 0 0 0 0,-1 0 0 0 0,0 0 1 0 0,0-1-1 0 0,0 1 0 0 0,9-6 31 0 0,-6-4-12 0 0,1 1-1 0 0,-1-1 1 0 0,-1 0 0 0 0,0 0 0 0 0,1-14 0 0 0,-1 18 0 0 0,-1 0 0 0 0,1 1 1 0 0,0-1-1 0 0,1 0 1 0 0,4-8-1 0 0,45 113 316 0 0,-51-97-320 0 0,0-1-11 0 0,0 0-1 0 0,1 0 1 0 0,-1 0-1 0 0,0 0 1 0 0,0-1-1 0 0,0 1 1 0 0,0 0-1 0 0,1-1 0 0 0,-1 1 1 0 0,0 0-1 0 0,1-1 1 0 0,-1 0-1 0 0,2 1 1 0 0,6-11 7 0 0,-1 0 0 0 0,-1-1 1 0 0,8-14-1 0 0,-8 14 0 0 0,0 0 1 0 0,0 1-1 0 0,11-12 0 0 0,-12 15 3 0 0,3-1 16 0 0,-8 8-30 0 0,-1 1-1 0 0,1-1 1 0 0,-1 0 0 0 0,1 1 0 0 0,-1-1-1 0 0,0 1 1 0 0,1-1 0 0 0,-1 1-1 0 0,1-1 1 0 0,-1 1 0 0 0,0-1 0 0 0,1 1-1 0 0,-1-1 1 0 0,0 1 0 0 0,0-1-1 0 0,0 1 1 0 0,1-1 0 0 0,-1 1 0 0 0,0 0-1 0 0,0-1 1 0 0,0 1 0 0 0,0-1-1 0 0,0 2 1 0 0,6 22 13 0 0,-3-8-4 0 0,2 1 1 0 0,0-1-1 0 0,0 0 0 0 0,16 29 0 0 0,-16-36-4 0 0,1 0-1 0 0,0-1 0 0 0,1 0 0 0 0,-1 0 0 0 0,2 0 0 0 0,-1-1 0 0 0,1 0 0 0 0,0 0 0 0 0,17 10 1 0 0,-22-16-5 0 0,-1 1 1 0 0,1-1-1 0 0,-1 0 1 0 0,1 1 0 0 0,0-1-1 0 0,0-1 1 0 0,-1 1-1 0 0,1 0 1 0 0,0-1 0 0 0,0 1-1 0 0,0-1 1 0 0,0 0 0 0 0,0 0-1 0 0,0 0 1 0 0,0 0-1 0 0,-1 0 1 0 0,1-1 0 0 0,0 1-1 0 0,0-1 1 0 0,0 0-1 0 0,0 0 1 0 0,-1 0 0 0 0,1 0-1 0 0,0 0 1 0 0,-1-1 0 0 0,1 1-1 0 0,-1-1 1 0 0,0 0-1 0 0,1 0 1 0 0,-1 0 0 0 0,0 0-1 0 0,0 0 1 0 0,0 0-1 0 0,0 0 1 0 0,-1-1 0 0 0,1 1-1 0 0,0-1 1 0 0,-1 1 0 0 0,0-1-1 0 0,2-4 1 0 0,4-7 4 0 0,0-1 0 0 0,-1 1-1 0 0,-1-1 1 0 0,-1 0 0 0 0,0-1 0 0 0,0 1 0 0 0,-2-1 0 0 0,0 0 0 0 0,-1 0 0 0 0,0 1 0 0 0,-1-1-1 0 0,-1 0 1 0 0,-1 0 0 0 0,0 0 0 0 0,-1 1 0 0 0,-6-21 0 0 0,9 35-5 0 0,-1 0 0 0 0,1 0 0 0 0,0 0 0 0 0,0 0 0 0 0,-1 0 0 0 0,1 0 0 0 0,0 0-1 0 0,-1 0 1 0 0,1 0 0 0 0,-1 1 0 0 0,1-1 0 0 0,-1 0 0 0 0,1 0 0 0 0,-1 1 0 0 0,0-1 0 0 0,1 0 0 0 0,-1 0 0 0 0,0 1 0 0 0,0-1 0 0 0,0 1 0 0 0,1-1 0 0 0,-1 1 0 0 0,0-1 0 0 0,0 1 0 0 0,0-1 0 0 0,0 1 0 0 0,0 0 0 0 0,0 0 0 0 0,0-1 0 0 0,0 1 0 0 0,0 0 0 0 0,0 0-1 0 0,0 0 1 0 0,0 0 0 0 0,0 0 0 0 0,0 0 0 0 0,0 0 0 0 0,0 0 0 0 0,1 1 0 0 0,-1-1 0 0 0,0 0 0 0 0,0 1 0 0 0,0-1 0 0 0,0 0 0 0 0,0 1 0 0 0,-1 0 0 0 0,-2 2 2 0 0,1 0 1 0 0,0 0-1 0 0,0 0 1 0 0,0 0-1 0 0,0 0 1 0 0,0 1-1 0 0,1-1 0 0 0,-5 8 1 0 0,-5 12 27 0 0,1 0 0 0 0,0 1 1 0 0,-8 32-1 0 0,8 7-3520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15:03.84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43 142 6520 0 0,'0'0'3589'0'0,"4"-3"-3374"0"0,8-3 156 0 0,1 0 0 0 0,-1 1 1 0 0,19-6-1 0 0,-2 1 1013 0 0,-27 10-1236 0 0,-2-1-144 0 0,0 1 0 0 0,1-1 0 0 0,-1 1 1 0 0,0 0-1 0 0,1-1 0 0 0,-1 1 0 0 0,0-1 0 0 0,0 1 1 0 0,0 0-1 0 0,1-1 0 0 0,-1 1 0 0 0,0-1 0 0 0,0 1 0 0 0,0-1 1 0 0,0 1-1 0 0,0-1 0 0 0,0 1 0 0 0,0-1 0 0 0,0 1 1 0 0,0-1-1 0 0,0 0 0 0 0,-3 1-24 0 0,1 0 0 0 0,0 0 0 0 0,-1 0-1 0 0,1 0 1 0 0,-1 1 0 0 0,1-1 0 0 0,0 1 0 0 0,-1 0 0 0 0,1-1 0 0 0,0 1 0 0 0,0 0 0 0 0,0 0-1 0 0,-1 1 1 0 0,1-1 0 0 0,0 0 0 0 0,-2 2 0 0 0,-1 2-14 0 0,0 0 0 0 0,1-1 0 0 0,-1 2 1 0 0,1-1-1 0 0,-6 10 0 0 0,0 3-10 0 0,1-1-1 0 0,1 2 1 0 0,-7 21-1 0 0,6-10 24 0 0,1 1-1 0 0,2 0 0 0 0,-3 37 1 0 0,8-58 23 0 0,2-1 0 0 0,-1 1 0 0 0,1-1 0 0 0,0 1 0 0 0,1-1 1 0 0,0 1-1 0 0,4 10 0 0 0,-5-18 2 0 0,0 0 0 0 0,0 0 0 0 0,0 0 0 0 0,0 0 1 0 0,0-1-1 0 0,0 1 0 0 0,0 0 0 0 0,1 0 0 0 0,-1-1 0 0 0,1 1 0 0 0,-1-1 0 0 0,1 1 1 0 0,0-1-1 0 0,0 0 0 0 0,-1 0 0 0 0,1 0 0 0 0,0 0 0 0 0,0 0 0 0 0,0 0 0 0 0,0 0 1 0 0,0 0-1 0 0,3 0 0 0 0,0 0 9 0 0,0-1 0 0 0,0 1 1 0 0,0-1-1 0 0,0 0 0 0 0,0-1 1 0 0,-1 1-1 0 0,7-2 0 0 0,3 0 33 0 0,0-1 0 0 0,0 0 0 0 0,-1-1 0 0 0,1-1 0 0 0,-1 0 0 0 0,0-1 0 0 0,-1 0 0 0 0,1-1 0 0 0,20-15 0 0 0,3-6 269 0 0,0 1-1 0 0,2 1 0 0 0,57-27 1 0 0,-93 52-255 0 0,-2 1-13 0 0,0 0 1 0 0,1 0 0 0 0,-1-1 0 0 0,1 1 0 0 0,-1 0 0 0 0,0 0 0 0 0,1-1 0 0 0,-1 1 0 0 0,0 0 0 0 0,1-1-1 0 0,-1 1 1 0 0,0 0 0 0 0,0-1 0 0 0,1 1 0 0 0,-1 0 0 0 0,0-1 0 0 0,0 1 0 0 0,0-1 0 0 0,1 1 0 0 0,-1 0-1 0 0,0-1 1 0 0,0 1 0 0 0,0-1 0 0 0,0 1 0 0 0,0 0 0 0 0,0-1 0 0 0,-3 1-20 0 0,-1 0 1 0 0,0 0-1 0 0,1 1 1 0 0,-1-1-1 0 0,1 1 1 0 0,0 0-1 0 0,-1 0 0 0 0,1 0 1 0 0,0 1-1 0 0,-1-1 1 0 0,1 1-1 0 0,0 0 1 0 0,0 0-1 0 0,0 0 1 0 0,0 0-1 0 0,1 0 1 0 0,-1 1-1 0 0,1-1 0 0 0,-1 1 1 0 0,1 0-1 0 0,0-1 1 0 0,-3 7-1 0 0,-1-1 34 0 0,0 1 0 0 0,1 0 0 0 0,0 0 0 0 0,1 0 0 0 0,0 0-1 0 0,1 1 1 0 0,-3 10 0 0 0,3-7 98 0 0,2 0 0 0 0,-1-1 0 0 0,2 1 0 0 0,0 0 0 0 0,0 0 0 0 0,3 13 0 0 0,-1-24-105 0 0,1 0 0 0 0,0-1 0 0 0,-1 0 0 0 0,1 1 0 0 0,0-1-1 0 0,0 0 1 0 0,0 0 0 0 0,0-1 0 0 0,0 1 0 0 0,0-1 0 0 0,6 1 0 0 0,-2-5 17 0 0,-1-1 0 0 0,1 1 1 0 0,-1-1-1 0 0,0-1 0 0 0,0 1 0 0 0,0-1 1 0 0,-1 0-1 0 0,0 0 0 0 0,6-10 0 0 0,-5 5 9 0 0,-1 0 0 0 0,0 0 0 0 0,0-1 0 0 0,-1 0 0 0 0,4-20 0 0 0,-4 13 37 0 0,2-7 116 0 0,-1 0 1 0 0,3-46 0 0 0,-8 70-177 0 0,0-5 220 0 0,0 28-143 0 0,-1 5 13 0 0,5 38 0 0 0,-2-54-124 0 0,0-1 0 0 0,0 0 0 0 0,0 0-1 0 0,1 0 1 0 0,0 0 0 0 0,1-1 0 0 0,0 1 0 0 0,6 8 0 0 0,-7-11-9 0 0,0-1 0 0 0,1 1 0 0 0,0-1 0 0 0,0 1 0 0 0,0-1 0 0 0,1 0 0 0 0,0-1 0 0 0,0 1 0 0 0,0-1 0 0 0,0 0 0 0 0,1 0 0 0 0,-1 0 0 0 0,1-1 0 0 0,0 0 0 0 0,0 0 0 0 0,0-1 0 0 0,1 1 0 0 0,-1-1 0 0 0,9 1 0 0 0,-11-3-8 0 0,-1 0 0 0 0,1 0 1 0 0,0-1-1 0 0,-1 0 0 0 0,1 0 0 0 0,-1 0 1 0 0,1 0-1 0 0,-1 0 0 0 0,1 0 0 0 0,-1-1 1 0 0,0 0-1 0 0,1 0 0 0 0,-1 0 1 0 0,0 0-1 0 0,0 0 0 0 0,-1-1 0 0 0,1 1 1 0 0,0-1-1 0 0,-1 0 0 0 0,0 1 1 0 0,1-1-1 0 0,-1 0 0 0 0,2-5 0 0 0,8-11 32 0 0,-1-1-1 0 0,13-34 1 0 0,-20 45-28 0 0,37-104 127 0 0,-36 98-105 0 0,-1 0-1 0 0,-1 0 0 0 0,0-1 0 0 0,-2 1 1 0 0,1-29-1 0 0,-3 39-17 0 0,1 0 0 0 0,-2-1 0 0 0,1 1-1 0 0,-1 0 1 0 0,1 0 0 0 0,-4-6 0 0 0,3 8 14 0 0,0-1 0 0 0,1 0 0 0 0,0 1 0 0 0,-1-1 0 0 0,2 0 0 0 0,-1 0 0 0 0,-1-6 0 0 0,2 9-26 0 0,0 1 1 0 0,-1 0-1 0 0,1-1 1 0 0,0 1-1 0 0,-1 0 0 0 0,1-1 1 0 0,-1 1-1 0 0,1 0 1 0 0,0-1-1 0 0,-1 1 0 0 0,1 0 1 0 0,-1 0-1 0 0,1-1 1 0 0,-1 1-1 0 0,1 0 0 0 0,-1 0 1 0 0,1 0-1 0 0,-1 0 1 0 0,1 0-1 0 0,-1 0 0 0 0,0 0 1 0 0,1 0-1 0 0,-1 0 1 0 0,1 0-1 0 0,-1 0 1 0 0,1 0-1 0 0,-1 0 0 0 0,0 0 1 0 0,-15 3 54 0 0,11-1-40 0 0,1 0-1 0 0,0 0 1 0 0,0 1 0 0 0,0 0-1 0 0,0 0 1 0 0,1 0-1 0 0,-1 0 1 0 0,1 0 0 0 0,0 1-1 0 0,0 0 1 0 0,0-1-1 0 0,0 1 1 0 0,1 0-1 0 0,-1 1 1 0 0,-2 6 0 0 0,3-4 13 0 0,0 0 1 0 0,0 0 0 0 0,1 0-1 0 0,0 0 1 0 0,0 0 0 0 0,1 0-1 0 0,0 0 1 0 0,1 7-1 0 0,-1 14 46 0 0,-1-15-29 0 0,1 0 1 0 0,0 0-1 0 0,1 0 1 0 0,1 0-1 0 0,0 0 1 0 0,1 0-1 0 0,0-1 1 0 0,1 1-1 0 0,5 12 1 0 0,-7-20-29 0 0,1-1 1 0 0,0 1 0 0 0,0 0 0 0 0,0-1 0 0 0,0 1-1 0 0,1-1 1 0 0,0 0 0 0 0,0 0 0 0 0,0 0 0 0 0,0-1-1 0 0,0 0 1 0 0,1 1 0 0 0,0-2 0 0 0,-1 1 0 0 0,1 0-1 0 0,0-1 1 0 0,0 0 0 0 0,1 0 0 0 0,-1 0 0 0 0,0-1-1 0 0,1 0 1 0 0,-1 0 0 0 0,7 0 0 0 0,-7 0-5 0 0,0-1-1 0 0,-1-1 1 0 0,1 1 0 0 0,-1-1 0 0 0,1 1-1 0 0,0-1 1 0 0,-1-1 0 0 0,1 1-1 0 0,-1-1 1 0 0,0 1 0 0 0,0-1 0 0 0,0 0-1 0 0,1-1 1 0 0,-2 1 0 0 0,1-1-1 0 0,0 0 1 0 0,-1 0 0 0 0,1 0 0 0 0,-1 0-1 0 0,0 0 1 0 0,0-1 0 0 0,4-5-1 0 0,3-7 17 0 0,0-1-1 0 0,-1 1 0 0 0,-1-2 0 0 0,6-18 1 0 0,-9 25-15 0 0,14-43 95 0 0,17-69 0 0 0,-34 115-93 0 0,-1-1 0 0 0,1 0 1 0 0,-2 0-1 0 0,1 0 1 0 0,-1 0-1 0 0,0 1 0 0 0,-1-1 1 0 0,-3-14-1 0 0,4 21 7 0 0,-4-3 24 0 0,-3 10-14 0 0,-6 11 2 0 0,5 15 0 0 0,0 2 0 0 0,2-1 1 0 0,2 0-1 0 0,-1 65 1 0 0,4-66-21 0 0,2 45 76 0 0,17 133 0 0 0,-15-188-75 0 0,-2-10 6 0 0,1 1-1 0 0,1 0 1 0 0,4 12 0 0 0,-3-37 299 0 0,0-4-3884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18:10.3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 0 6224 0 0,'-3'17'3'0'0,"8"7"11"0"0,20 12 27 0 0,-20-31-34 0 0,-1 0 0 0 0,0 0 0 0 0,-1 0 0 0 0,0 1 0 0 0,1-1 0 0 0,-2 1 0 0 0,1-1 0 0 0,0 1 0 0 0,2 12 0 0 0,-1 18 76 0 0,-2 52 0 0 0,0-12 13 0 0,1-38-37 0 0,-1-21 34 0 0,-1-1-1 0 0,-1 28 0 0 0,-1-35-49 0 0,1-1-1 0 0,0 0 0 0 0,1 1 0 0 0,0-1 0 0 0,0 0 1 0 0,1 0-1 0 0,4 11 0 0 0,-1-1-2 0 0,-4-11-20 0 0,0 0 0 0 0,0 0 0 0 0,-1 1 0 0 0,0-1 0 0 0,0 0 0 0 0,-1 0 1 0 0,-2 10-1 0 0,-1 23 80 0 0,8 43 188 0 0,-1-57-200 0 0,-2 0 1 0 0,-1 0 0 0 0,-5 48 0 0 0,3-60-58 0 0,0 1 1 0 0,2 0-1 0 0,0-1 1 0 0,2 21-1 0 0,0-17 7 0 0,-2 0 1 0 0,-1 29-1 0 0,-1-17 13 0 0,1 0 0 0 0,4 31 1 0 0,0 26 19 0 0,-2-48-23 0 0,7 51 0 0 0,2 24 37 0 0,12 108 43 0 0,-4-82-69 0 0,-2 23 9 0 0,44 621 173 0 0,-79-197-535 0 0,14-511-418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18:10.6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 1 7232 0 0,'-3'27'4'0'0,"0"0"0"0"0,2 32 0 0 0,17 101 46 0 0,-8-103-17 0 0,1 80 0 0 0,-19 151 105 0 0,5-175-99 0 0,-5 44 16 0 0,-2 88 38 0 0,13 129 270 0 0,5-202-167 0 0,-1-71-120 0 0,24 288 216 0 0,-12-197-152 0 0,5 59-29 0 0,17 218 51 0 0,3 33-8 0 0,-21-273-73 0 0,10 389 69 0 0,-26-8-63 0 0,-26-259-1231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18: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0 265 6632 0 0,'35'0'67'0'0,"-11"0"110"0"0,-22 0-45 0 0,-17 19 1885 0 0,25-31-1827 0 0,-5 5-133 0 0,0 0 0 0 0,1 0 0 0 0,0 1-1 0 0,0 0 1 0 0,1 0 0 0 0,-1 1 0 0 0,1-1 0 0 0,10-4-1 0 0,-15 7-10 0 0,1 1-1 0 0,-1-1 1 0 0,0 1 0 0 0,0-1-1 0 0,0 0 1 0 0,0 0-1 0 0,0 0 1 0 0,0 0-1 0 0,-1-1 1 0 0,0 1-1 0 0,2-5 1 0 0,-3 6 119 0 0,13-10-49 0 0,7 2-45 0 0,-17 9-54 0 0,-1-1-1 0 0,1 0 1 0 0,0 1 0 0 0,0 0 0 0 0,0 0 0 0 0,0 0 0 0 0,0 0 0 0 0,0 0 0 0 0,0 0 0 0 0,1 1 0 0 0,-1 0 0 0 0,0-1-1 0 0,0 1 1 0 0,1 1 0 0 0,-1-1 0 0 0,0 0 0 0 0,4 2 0 0 0,-5-2 20 0 0,-2 0-32 0 0,0 1-1 0 0,1-1 1 0 0,-1 1-1 0 0,0-1 0 0 0,1 1 1 0 0,-1-1-1 0 0,0 0 1 0 0,1 1-1 0 0,-1-1 0 0 0,1 0 1 0 0,-1 0-1 0 0,1 1 1 0 0,-1-1-1 0 0,0 0 0 0 0,1 0 1 0 0,-1 1-1 0 0,1-1 1 0 0,0 0-1 0 0,-1 0 0 0 0,1 0 1 0 0,-1 0-1 0 0,2 0 1 0 0,12 7 225 0 0,-9-1-159 0 0,-4-5-55 0 0,0 0 0 0 0,0 0 0 0 0,0 0 0 0 0,0 1 0 0 0,-1-1 0 0 0,1 0 0 0 0,0 0 0 0 0,-1 1 0 0 0,1-1 0 0 0,-1 0 0 0 0,1 1 0 0 0,-1-1 0 0 0,1 3 0 0 0,-1-3-5 0 0,1 0-1 0 0,-1-1 1 0 0,1 1 0 0 0,-1 0 0 0 0,1-1-1 0 0,-1 1 1 0 0,1 0 0 0 0,-1-1 0 0 0,1 1-1 0 0,0-1 1 0 0,-1 1 0 0 0,1-1 0 0 0,0 1-1 0 0,0-1 1 0 0,-1 0 0 0 0,1 1 0 0 0,0-1-1 0 0,0 0 1 0 0,1 1 0 0 0,7 4 223 0 0,18 11-33 0 0,0-1 1 0 0,1-1-1 0 0,1-2 0 0 0,0 0 0 0 0,0-2 0 0 0,1-2 1 0 0,0 0-1 0 0,59 6 0 0 0,-32-13 222 0 0,95-9 1 0 0,-92 3-146 0 0,79 3 1 0 0,55 9 48 0 0,-134-3-178 0 0,-19 0-59 0 0,1-2 0 0 0,0-2 1 0 0,44-6-1 0 0,-62 4-44 0 0,0 1 0 0 0,0 1 0 0 0,36 4 1 0 0,-36-1 13 0 0,1-2 1 0 0,0 0-1 0 0,27-4 1 0 0,44-3 139 0 0,-46-5-95 0 0,0-1 0 0 0,-1-4 1 0 0,81-35-1 0 0,-33 13 22 0 0,8-3 18 0 0,-89 34-113 0 0,-1 2-1 0 0,1 0 1 0 0,28-6-1 0 0,2 1 36 0 0,-20 4-1 0 0,50-4 0 0 0,-48 8-13 0 0,52-12 0 0 0,89-21 232 0 0,-109 24-192 0 0,7 7 35 0 0,-16 2-21 0 0,57 0 47 0 0,-5 0 28 0 0,54 2 71 0 0,29 0 42 0 0,26 0-80 0 0,-111 5-143 0 0,-48-1-28 0 0,-2-1 3 0 0,126 10 131 0 0,-133-9-104 0 0,57-4 0 0 0,-52 0-33 0 0,1-5 7 0 0,-41 3-34 0 0,1 1 1 0 0,-1 0-1 0 0,1 1 0 0 0,16 1 0 0 0,3 1 30 0 0,1 0 0 0 0,31-4 0 0 0,24 2 55 0 0,33 2 9 0 0,6-2 97 0 0,66 9-130 0 0,409 39-5 0 0,-271-2-83 0 0,-118-12 4 0 0,215-5-18 0 0,-115-12 3 0 0,391 18-81 0 0,-20-39 43 0 0,-362 30 5 0 0,-49-1 2 0 0,15 1-2 0 0,51-21 22 0 0,-24-2 63 0 0,-108-3 52 0 0,-80-2 8 0 0,-20 3 78 0 0,189-6 316 0 0,-52-6-200 0 0,-74 7 13 0 0,-10 0-160 0 0,-55-3-63 0 0,378-7 144 0 0,23 23-128 0 0,-93-10 74 0 0,-175-11-46 0 0,-100 2-32 0 0,48-3 80 0 0,137-4 337 0 0,-268 17-463 0 0,221-6 137 0 0,-203 4-128 0 0,-1 3 0 0 0,72 11 0 0 0,-38-3-20 0 0,30-2-18 0 0,55 4 6 0 0,-104-5-27 0 0,96-7-1 0 0,-63-1 6 0 0,620 13-74 0 0,-564-5 10 0 0,197 31-1 0 0,-214-2 50 0 0,-54-10 12 0 0,133 38 10 0 0,-193-51 0 0 0,57 7 0 0 0,-30-6 2 0 0,24 3 21 0 0,141 5 0 0 0,-63-19-23 0 0,18 0 0 0 0,31 1 0 0 0,-135-4-2 0 0,-49 0-1 0 0,60 6 0 0 0,-48 1-2 0 0,8 2-5 0 0,110 0 0 0 0,19-3-10 0 0,-45 0-21 0 0,-66-5-16 0 0,83-11 0 0 0,229-22-88 0 0,-291 22 96 0 0,-63 6 18 0 0,50-2 0 0 0,-48 6 9 0 0,33-7-1 0 0,-39 4 3 0 0,0 1-1 0 0,34 2 1 0 0,67-4-48 0 0,-61 8 30 0 0,60 0-39 0 0,-113-4 66 0 0,1 1 0 0 0,-1 1 0 0 0,0 1 1 0 0,0 0-1 0 0,0 1 0 0 0,0 1 0 0 0,26 9 0 0 0,-39-12 3 0 0,-4 0-17 0 0,-4 4 13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18:28.9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0 144 4120 0 0,'21'0'3'0'0,"8"1"12"0"0,-1 0 6 0 0,14 2 11 0 0,-42-3-31 0 0,0 0 1 0 0,0 0-1 0 0,0 0 1 0 0,1 0-1 0 0,-1 0 1 0 0,0 0-1 0 0,0 0 1 0 0,1 0-1 0 0,-1 0 1 0 0,0 0-1 0 0,0 0 1 0 0,0 1-1 0 0,1-1 1 0 0,-1 0-1 0 0,0 0 1 0 0,0 0-1 0 0,0 0 1 0 0,0 0-1 0 0,1 1 1 0 0,-1-1-1 0 0,0 0 1 0 0,0 0-1 0 0,0 0 1 0 0,0 0-1 0 0,0 1 1 0 0,1-1-1 0 0,-1 0 1 0 0,0 0-1 0 0,0 0 1 0 0,0 1-1 0 0,0-1 1 0 0,0 0-1 0 0,0 0 1 0 0,0 0-1 0 0,0 1 1 0 0,0-1-1 0 0,0 0 1 0 0,0 0-1 0 0,0 1 1 0 0,0-1-1 0 0,0 0 1 0 0,0 0-1 0 0,0 0 1 0 0,0 1-1 0 0,0-1 1 0 0,0 0-1 0 0,0 0 1 0 0,0 0-1 0 0,-1 1 1 0 0,1-1 0 0 0,0 0-1 0 0,0 0 1 0 0,0 0-1 0 0,0 0 1 0 0,-1 1-1 0 0,-8 8 45 0 0,-20 2 681 0 0,39-7-98 0 0,-4-3-545 0 0,-1-1 0 0 0,1 0 0 0 0,0 0 1 0 0,0 0-1 0 0,0-1 0 0 0,-1 0 0 0 0,1 0 0 0 0,5-3 0 0 0,-5 3-38 0 0,0-1 0 0 0,-1 1 0 0 0,1 0 0 0 0,0 0 0 0 0,0 0 0 0 0,0 1 0 0 0,0 0 0 0 0,0 0 0 0 0,0 1 0 0 0,9 1 0 0 0,30 7 82 0 0,-35-8-87 0 0,0 0 0 0 0,0 1 0 0 0,19 7 0 0 0,4 2 102 0 0,2-1 1 0 0,46 8 0 0 0,-46-11-46 0 0,-7-3-31 0 0,1-2 0 0 0,0 0 0 0 0,37-4 0 0 0,-9 1 48 0 0,48 7 237 0 0,18 0 94 0 0,-103-5-250 0 0,36 4 0 0 0,14 1 26 0 0,111-18 433 0 0,2 0-60 0 0,-60 6-87 0 0,188-35 0 0 0,-164 19-330 0 0,-54 7-55 0 0,75-8 68 0 0,199-21 216 0 0,-88 22-120 0 0,-81 11 79 0 0,-7 1-36 0 0,4 0 47 0 0,34 6 18 0 0,-127 6-103 0 0,56 8 29 0 0,-70-3-130 0 0,316 12 417 0 0,-205-19-377 0 0,-121-2-15 0 0,115 11 0 0 0,20 7 26 0 0,-92-8-137 0 0,35 3 62 0 0,15-2-26 0 0,-54-4-44 0 0,70-6 78 0 0,-71-3-87 0 0,214-7 203 0 0,0-1-34 0 0,-130 9-116 0 0,104 2 90 0 0,-189-1-134 0 0,14 1-18 0 0,109 7 156 0 0,-98-1-100 0 0,188 11 186 0 0,168 10 180 0 0,-139-38-164 0 0,2-1 233 0 0,-180 0-205 0 0,-39 0-98 0 0,47 3 131 0 0,244 18 0 0 0,-322-3-283 0 0,142-12 1 0 0,-105 0-105 0 0,346-33 69 0 0,-17-1 55 0 0,-462 41-133 0 0,284-3 141 0 0,-228 1-107 0 0,16 2 23 0 0,387 30 350 0 0,-354-30-296 0 0,-63-1-9 0 0,60 7-1 0 0,-41-1-18 0 0,-38-3-16 0 0,47 9 1 0 0,123 29 170 0 0,-109-7-215 0 0,-68-22-15 0 0,1-1 1 0 0,44 10-1 0 0,23 0-1 0 0,-53-10-1 0 0,55 6-1 0 0,-55-9-7 0 0,16 0 0 0 0,140 0 0 0 0,-171-7 0 0 0,33-1 0 0 0,92 12 0 0 0,-129-6-4 0 0,40 14-1 0 0,8 1-2 0 0,100 22 7 0 0,-125-29 0 0 0,-24-6 0 0 0,0-1 0 0 0,1 0 0 0 0,0-2 0 0 0,27 1 0 0 0,-13-2 12 0 0,-30-2-7 0 0,1 0 0 0 0,0 0 0 0 0,19-2 0 0 0,-20-1-3 0 0,3 0 3 0 0,0 5-2 0 0,1-2 2 0 0,0-1-2 0 0,-4 0 3 0 0,8 0 18 0 0,-16 0-22 0 0,-1-1-1 0 0,1 1 0 0 0,0-1 0 0 0,0 0 1 0 0,-1 1-1 0 0,1-1 0 0 0,0 0 1 0 0,-1 0-1 0 0,1 0 0 0 0,-1 1 0 0 0,1-1 1 0 0,-1 0-1 0 0,0 0 0 0 0,1 0 1 0 0,-1 0-1 0 0,0 0 0 0 0,1 0 0 0 0,-1 0 1 0 0,0 0-1 0 0,0 0 0 0 0,0 0 1 0 0,0 0-1 0 0,0-1 0 0 0,1-27 34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2:53.65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206 180 6632 0 0,'0'0'433'0'0,"-3"4"-336"0"0,3-4-100 0 0,-2 2 83 0 0,0 1-1 0 0,1 0 1 0 0,-1-1 0 0 0,1 1 0 0 0,0 0 0 0 0,-1 0-1 0 0,0 7 317 0 0,10-22-11 0 0,33-33 333 0 0,-39 44-616 0 0,13-9 460 0 0,-14 13-553 0 0,-1-2 1 0 0,0 0-1 0 0,0-1 1 0 0,0 1-1 0 0,0-1 1 0 0,0 1-1 0 0,0 0 1 0 0,0-1-1 0 0,0 1 1 0 0,0-1 0 0 0,0 1-1 0 0,1 0 1 0 0,-1-1-1 0 0,0 1 1 0 0,0-1-1 0 0,1 1 1 0 0,-1-1-1 0 0,0 1 1 0 0,1-1 0 0 0,-1 1-1 0 0,1-1 1 0 0,-1 1-1 0 0,1-1 1 0 0,-1 0-1 0 0,1 1 1 0 0,-1-1-1 0 0,1 1 1 0 0,-1-1 0 0 0,1 0-1 0 0,0 1 1 0 0,1-1 36 0 0,-2 1-40 0 0,1-1-1 0 0,0 1 0 0 0,-1 0 1 0 0,1-1-1 0 0,0 1 0 0 0,-1-1 1 0 0,1 1-1 0 0,0-1 0 0 0,0 0 1 0 0,-1 1-1 0 0,1-1 0 0 0,0 0 1 0 0,0 1-1 0 0,0-1 0 0 0,-1 0 1 0 0,1 0-1 0 0,0 0 0 0 0,0 0 1 0 0,0 0-1 0 0,0 0 0 0 0,0 0 1 0 0,-1 0-1 0 0,2 0 0 0 0,25 0 127 0 0,-24 0-77 0 0,-2 0-4 0 0,27 24 470 0 0,-25-21-437 0 0,1 1-1 0 0,0-2 1 0 0,0 1-1 0 0,0 0 1 0 0,0-1-1 0 0,0 0 1 0 0,1 0-1 0 0,-1 0 1 0 0,1 0-1 0 0,8 1 1 0 0,53 5 245 0 0,-52-7-209 0 0,1 0 1 0 0,25 6-1 0 0,1 7 190 0 0,-34-11-281 0 0,0 0 0 0 0,1 0 0 0 0,-1-1 0 0 0,1 0-1 0 0,0 0 1 0 0,0-1 0 0 0,0 0 0 0 0,-1 0 0 0 0,1-1 0 0 0,16-1 0 0 0,25-4 53 0 0,-29 3-29 0 0,36-7 0 0 0,88-23 429 0 0,202-20 0 0 0,-237 47-256 0 0,23-3 194 0 0,15-2-62 0 0,11-3 132 0 0,59 1 143 0 0,-55 7-121 0 0,-127 1-383 0 0,0 1 0 0 0,0 2 0 0 0,1 2 0 0 0,-1 1 0 0 0,69 14 0 0 0,41 25 271 0 0,-114-33-268 0 0,1-1-1 0 0,1-2 1 0 0,-1-1-1 0 0,36 0 1 0 0,-23-1 118 0 0,54 9 1 0 0,104 27 258 0 0,-172-33-426 0 0,0-1 0 0 0,0-2 0 0 0,35-1 0 0 0,77-12 215 0 0,-45 2-109 0 0,-1 2-6 0 0,-9-1 75 0 0,127 8 1 0 0,43 27-28 0 0,-57-6-106 0 0,-123-14-85 0 0,-3-4 12 0 0,113-8 1 0 0,-92 0-19 0 0,-3-3 3 0 0,54 1-9 0 0,-61 11-9 0 0,91 19-1 0 0,91 28 10 0 0,-210-40-22 0 0,194 33 18 0 0,-53-27-10 0 0,-53-15-10 0 0,25 1 2 0 0,-153-3-6 0 0,608 47 6 0 0,-492-39 2 0 0,164-12 0 0 0,-200-4 25 0 0,97-20 0 0 0,95-32 40 0 0,-246 49-52 0 0,-10 3-5 0 0,235-44 130 0 0,-224 45-91 0 0,1 2 1 0 0,0 3 0 0 0,87 7-1 0 0,-40 0 13 0 0,11 2 16 0 0,-46-2-8 0 0,2-2-1 0 0,62-5 0 0 0,3 1 13 0 0,-59-1-50 0 0,-2-4 0 0 0,66-12 0 0 0,-18 2-10 0 0,-11-2-22 0 0,-67 10-3 0 0,-1 1 1 0 0,58-2-1 0 0,-17 8-4 0 0,221 6-6 0 0,113 5-15 0 0,-199-21 16 0 0,1 0 2 0 0,228-7 4 0 0,-144-18 16 0 0,-248 31 2 0 0,0 1-1 0 0,1 3 1 0 0,-1 2 0 0 0,0 2-1 0 0,60 12 1 0 0,-54-7 16 0 0,1-2 1 0 0,93 1-1 0 0,-83-7-3 0 0,-12-1 3 0 0,1-4-1 0 0,64-11 0 0 0,-23 2 18 0 0,-54 6-14 0 0,58-17 0 0 0,23-5 44 0 0,-72 21-31 0 0,-5 1 11 0 0,55-3 1 0 0,25-2 16 0 0,-32 2-32 0 0,-79 9-38 0 0,249-28 103 0 0,4-5-7 0 0,-78 16-4 0 0,-68 10-48 0 0,118-8 33 0 0,-55 8 4 0 0,-95 1-24 0 0,-1 4-1 0 0,112 10 1 0 0,20 2 23 0 0,-43-2 5 0 0,83 28 78 0 0,-110-10-110 0 0,132-2 61 0 0,-111-12-41 0 0,-136-10-48 0 0,63-5 0 0 0,-6-2 3 0 0,106 0 68 0 0,-27 6 53 0 0,216 27 0 0 0,-93 2-24 0 0,-155-21-61 0 0,-15 1-13 0 0,5-5 2 0 0,-71-1-35 0 0,-41-4-18 0 0,0 2-1 0 0,-1 0 1 0 0,18 3 0 0 0,5 4 16 0 0,1 1-1 0 0,-2 2 1 0 0,1 1-1 0 0,41 21 1 0 0,-37-11-4 0 0,86 41 52 0 0,-111-56-61 0 0,0-1-1 0 0,1-1 1 0 0,0-1-1 0 0,0 0 1 0 0,33 3 0 0 0,176-2 83 0 0,20 10 17 0 0,-173-11-90 0 0,-39-2-7 0 0,39-2 0 0 0,47-7 28 0 0,97-9 36 0 0,-193 13-64 0 0,0 1-1 0 0,0 1 0 0 0,1 1 1 0 0,-1 1-1 0 0,0 1 0 0 0,0 1 1 0 0,0 2-1 0 0,-1 0 0 0 0,0 1 1 0 0,0 2-1 0 0,37 16 0 0 0,-49-19-7 0 0,0-1-1 0 0,0 0 1 0 0,14 3-1 0 0,29 10 21 0 0,1 0-5 0 0,-45-16-12 0 0,-1 2-1 0 0,0-1 1 0 0,0 1-1 0 0,0 1 1 0 0,17 8-1 0 0,-15-5 3 0 0,0 2 1 0 0,0-1-1 0 0,0 1 0 0 0,-1 1 0 0 0,0 0 0 0 0,-1 0 1 0 0,-1 1-1 0 0,1 0 0 0 0,6 13 0 0 0,-9-14 3 0 0,1-1 0 0 0,1 1-1 0 0,-1-1 1 0 0,2-1 0 0 0,16 15 0 0 0,9 17 46 0 0,-32-38-55 0 0,0 0-1 0 0,1 1 1 0 0,-1 0 0 0 0,0-1-1 0 0,0 1 1 0 0,0 0 0 0 0,-1 0-1 0 0,1 0 1 0 0,-1 0 0 0 0,1 0 0 0 0,-1 0-1 0 0,0 0 1 0 0,0 1 0 0 0,-1-1-1 0 0,1 0 1 0 0,-1 1 0 0 0,1 5-1 0 0,-2 1 8 0 0,0 0 0 0 0,-1 0-1 0 0,0 0 1 0 0,-6 14-1 0 0,5-13-8 0 0,2-7 0 0 0,0 0-1 0 0,1-1 1 0 0,-1 1-1 0 0,1 0 1 0 0,0-1-1 0 0,0 1 1 0 0,0 0-1 0 0,0-1 1 0 0,1 1-1 0 0,-1 0 1 0 0,1-1-1 0 0,0 1 1 0 0,3 6-1 0 0,1 1 8 0 0,0 0 0 0 0,2-1 0 0 0,6 10-1 0 0,12 20 29 0 0,40 76 18 0 0,-2-35-32 0 0,-30-49-24 0 0,-24-23 0 0 0,1 0 0 0 0,-1 0 0 0 0,-1 1 0 0 0,0 0 0 0 0,0 1 0 0 0,-1 0 0 0 0,7 12 0 0 0,-9-12-4 0 0,1 0 0 0 0,-2 0 0 0 0,1 0 0 0 0,-2 1 0 0 0,1-1 0 0 0,-2 1 0 0 0,3 16 0 0 0,-1 3-34 0 0,2 1 1 0 0,19 58-1 0 0,-23-86 23 0 0,-1 1 1 0 0,0 0-1 0 0,0 0 0 0 0,-1 0 1 0 0,1 0-1 0 0,-1 10 1 0 0,0-9-34 0 0,0-4 38 0 0,-29 9-158 0 0,-82 2-104 0 0,-37-3 155 0 0,-287-10-166 0 0,391-2 267 0 0,-46-9 0 0 0,42 5 7 0 0,-369-68-29 0 0,306 59 38 0 0,44 8 0 0 0,-148-38 0 0 0,195 40 0 0 0,-11-1 0 0 0,-1 1 0 0 0,-53-1 0 0 0,40 4 0 0 0,7-1 0 0 0,9 1 0 0 0,0 1 0 0 0,-29 2 0 0 0,-278 45 0 0 0,229-32 0 0 0,35-6 0 0 0,-411 54 0 0 0,237-31 0 0 0,153-24-30 0 0,-144-6 0 0 0,175-3 25 0 0,-196-20-22 0 0,139 8 15 0 0,-143-21-27 0 0,-89-8-24 0 0,-117 31 28 0 0,255 26-18 0 0,87-4 43 0 0,-191 24-41 0 0,-50 2-34 0 0,308-34 65 0 0,-351 1-41 0 0,105-11 37 0 0,276 6 21 0 0,-44-8 0 0 0,12 0-11 0 0,-159-27 3 0 0,-12 4 11 0 0,196 28 0 0 0,-1 2 0 0 0,0 1 0 0 0,0 2 0 0 0,-37 5 0 0 0,-55 13 0 0 0,-140 13 0 0 0,138-31 8 0 0,-3-5 31 0 0,31-2-26 0 0,75 3-1 0 0,-1 2-1 0 0,-51 1 1 0 0,50 2 21 0 0,1-1 1 0 0,-58-9-1 0 0,64 6-12 0 0,-135-29 124 0 0,106 19-89 0 0,-89-10 1 0 0,60 17 21 0 0,-91-19 1 0 0,78 6-10 0 0,-130-10 1 0 0,-82 22 63 0 0,110-13-76 0 0,5 0-21 0 0,-114-9 32 0 0,152 33-27 0 0,97-1-21 0 0,-672 33 95 0 0,378-39-35 0 0,-207-49 16 0 0,245 20-65 0 0,18-2 21 0 0,-74-7 25 0 0,198 28-44 0 0,-331-22 67 0 0,88 30-55 0 0,262 6-31 0 0,-147 7 35 0 0,241-5-34 0 0,-398 37 102 0 0,72-4-73 0 0,-47-1 4 0 0,128-9-2 0 0,183-14-34 0 0,-95 3 17 0 0,131-19-7 0 0,-1-3 0 0 0,-85-20-1 0 0,165 26-21 0 0,-66-12 8 0 0,-227-32 30 0 0,193 33-26 0 0,26 3 8 0 0,-123-1 0 0 0,19 5 19 0 0,36-1-6 0 0,-4-5-8 0 0,29 1-6 0 0,86 7-8 0 0,-55-11 0 0 0,5-1 16 0 0,19 3-12 0 0,48 8-7 0 0,-1 0 0 0 0,1 1 0 0 0,-24 0 0 0 0,-137-6 26 0 0,28 0-18 0 0,113 8-10 0 0,-75 2 22 0 0,85 1-14 0 0,12-1-7 0 0,0 0-1 0 0,0 1 0 0 0,1 1 1 0 0,-22 6-1 0 0,-36 15 7 0 0,-56 21 10 0 0,29-7-5 0 0,-62 31-8 0 0,102-44 1 0 0,-100 27 0 0 0,75-26 1 0 0,65-20-8 0 0,1 1 0 0 0,0 1 1 0 0,1 1-1 0 0,-28 17 0 0 0,27-7-4 0 0,-7 12 0 0 0,25-30 0 0 0,-22 24 0 0 0,7-1 0 0 0,10-15 0 0 0,0 0 0 0 0,0 0 0 0 0,1 0 0 0 0,0 1 0 0 0,0 0 0 0 0,1 0 0 0 0,1 0 0 0 0,0 1 0 0 0,0-1 0 0 0,1 1 0 0 0,0 0 0 0 0,1 0 0 0 0,0 0 0 0 0,1 19 0 0 0,10 143 0 0 0,-8-145 0 0 0,1 0 0 0 0,1 0 0 0 0,2 0 0 0 0,1 0 0 0 0,13 34 0 0 0,-18-55 0 0 0,7 28 0 0 0,-8-27 0 0 0,1-1 0 0 0,0 1 0 0 0,0-1 0 0 0,1 1 0 0 0,0-1 0 0 0,5 10 0 0 0,12 22-3 0 0,16 33-2 0 0,-21-47-11 0 0,-1-1 14 0 0,-7-12-1 0 0,1 0 1 0 0,0 0-1 0 0,1 0 1 0 0,0-1-1 0 0,12 10 1 0 0,-18-17 1 0 0,0-1 0 0 0,0 0 0 0 0,0 0 0 0 0,1-1 0 0 0,0 1 0 0 0,-1-1 0 0 0,5 2 0 0 0,52 15-6 0 0,-59-19 7 0 0,19 5 0 0 0,0-2 0 0 0,0 0 0 0 0,0-1 0 0 0,0-1 0 0 0,21-2 0 0 0,-10 1 0 0 0,13 0 0 0 0,53-7 0 0 0,-12-5-5 0 0,0 3-1 0 0,115 3 1 0 0,-78 9 5 0 0,167 3 0 0 0,-49-3 0 0 0,-63 0 0 0 0,-87-2 0 0 0,113-13 0 0 0,-86 10 0 0 0,-24 1 0 0 0,-36 2 0 0 0,1 3 0 0 0,101 19 0 0 0,-147-21 0 0 0,120 27 6 0 0,-89-18-2 0 0,1-1 0 0 0,0-2 1 0 0,71 2-1 0 0,174-19 53 0 0,-208 7-40 0 0,-50 2-5 0 0,0-1 0 0 0,59-10 0 0 0,186-55 48 0 0,-21 13-13 0 0,-222 49-43 0 0,1 2-1 0 0,-1 0 1 0 0,64 7 0 0 0,102 24 18 0 0,-120-16-19 0 0,489 46-3 0 0,-50-43-31 0 0,223-48-33 0 0,-379 18 13 0 0,-99 7 13 0 0,-186 3 27 0 0,121-9-42 0 0,18 3 32 0 0,-146 9 11 0 0,202 13-28 0 0,-190-6 26 0 0,539 7-44 0 0,-194-10 25 0 0,-332-1 28 0 0,-8-1-7 0 0,144 20 0 0 0,106 43-23 0 0,-285-57 28 0 0,0-2-1 0 0,99-6 1 0 0,-97-3 5 0 0,0-2 0 0 0,105-28 0 0 0,100-48 0 0 0,-60 26 0 0 0,-28 10 0 0 0,-72 11 0 0 0,-45 14 0 0 0,102-23 0 0 0,-115 38 0 0 0,0 1 0 0 0,0 3 0 0 0,73 4 0 0 0,-102-1 0 0 0,438 16 0 0 0,-424-19 0 0 0,52-8 0 0 0,13-2 0 0 0,-22 9 0 0 0,220-2 0 0 0,-222 8 0 0 0,1-4 0 0 0,72-9 0 0 0,4-5 0 0 0,-23 1 0 0 0,184 2 0 0 0,-127 8 0 0 0,101-26 9 0 0,-221 21-1 0 0,0 2 0 0 0,0 3-1 0 0,1 2 1 0 0,-1 3-1 0 0,82 12 1 0 0,-132-12-8 0 0,54 8 9 0 0,0 3 0 0 0,63 20-1 0 0,-54-8 11 0 0,85 32 24 0 0,-109-39-37 0 0,71 17 1 0 0,-5-3-2 0 0,-77-20 3 0 0,1-1-1 0 0,1-3 0 0 0,72 6 0 0 0,112-11 35 0 0,-110-4-34 0 0,-83 2-8 0 0,120 1 21 0 0,217-28-1 0 0,65-28 12 0 0,-359 51-25 0 0,78 6 0 0 0,-86 0-6 0 0,253 10 23 0 0,-268-11-24 0 0,5 1 0 0 0,75 10 0 0 0,315 67 0 0 0,-256-61 0 0 0,-47-7 0 0 0,235 30 0 0 0,-45-12 0 0 0,-28-2 17 0 0,-268-26-11 0 0,1-2 0 0 0,41-6 0 0 0,-8 0-1 0 0,10-7 10 0 0,-23 2-6 0 0,265-26 8 0 0,-284 36-10 0 0,-27 2-5 0 0,0-1 0 0 0,0 1 0 0 0,14-5 0 0 0,2 1 3 0 0,0 0 0 0 0,0 2 0 0 0,0 1-1 0 0,1 1 1 0 0,27 4 0 0 0,9-1 3 0 0,-27-2 3 0 0,-1 2 0 0 0,1 1-1 0 0,60 15 1 0 0,42 28 36 0 0,-132-45-44 0 0,0 1 0 0 0,0-1 1 0 0,-1 1-1 0 0,1 0 0 0 0,-1 1 1 0 0,6 3-1 0 0,-1 0 7 0 0,-9-6-7 0 0,1 0 0 0 0,0 0 0 0 0,-1 1 0 0 0,1-1-1 0 0,-1 0 1 0 0,1 1 0 0 0,-1-1 0 0 0,0 1 0 0 0,1 0 0 0 0,-1-1 0 0 0,1 4-1 0 0,19 24 29 0 0,13-2 32 0 0,-32-24-55 0 0,2 4 0 0 0,-3-4 0 0 0,-1 3 1 0 0,0-4 5 0 0,0-1-12 0 0,1 0 1 0 0,-1 0 0 0 0,0-1-1 0 0,0 1 1 0 0,0 0-1 0 0,0 0 1 0 0,-1 0 0 0 0,1 0-1 0 0,0 0 1 0 0,0-1 0 0 0,0 1-1 0 0,-1 0 1 0 0,1 0-1 0 0,0 0 1 0 0,-1-1 0 0 0,1 1-1 0 0,-1 0 1 0 0,1 0-1 0 0,-1-1 1 0 0,1 1 0 0 0,-1 0-1 0 0,1-1 1 0 0,-1 1 0 0 0,0-1-1 0 0,1 1 1 0 0,-2 0-1 0 0,-9 1 9 0 0,10-2-10 0 0,1 0-1 0 0,-1 0 0 0 0,0-1 1 0 0,0 1-1 0 0,0 0 1 0 0,0-1-1 0 0,0 1 1 0 0,0 0-1 0 0,1-1 1 0 0,-1 1-1 0 0,0-1 1 0 0,0 0-1 0 0,1 1 1 0 0,-1-1-1 0 0,0 1 0 0 0,1-1 1 0 0,-1 0-1 0 0,0 0 1 0 0,1 1-1 0 0,-1-1 1 0 0,1 0-1 0 0,0 0 1 0 0,-1 0-1 0 0,1 0 1 0 0,-1 0-1 0 0,1 1 0 0 0,0-1 1 0 0,0 0-1 0 0,0 0 1 0 0,-1 0-1 0 0,1-1 1 0 0,-1-3 0 0 0,-13-18 233 0 0,-1-1 0 0 0,-1 2-1 0 0,-27-29 1 0 0,33 40-810 0 0,0 1-1 0 0,-2 0 1 0 0,1 1 0 0 0,-1 0-1 0 0,0 1 1 0 0,-1 0 0 0 0,-18-8-1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2:57.1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1654 8432 0 0,'8'3'252'0'0,"16"5"460"0"0,-8-7 301 0 0,-15-2-927 0 0,0 1 1 0 0,-1 0-1 0 0,1-1 0 0 0,0 1 1 0 0,0-1-1 0 0,-1 1 0 0 0,1-1 0 0 0,0 0 1 0 0,-1 1-1 0 0,1-1 0 0 0,-1 0 1 0 0,1 1-1 0 0,-1-1 0 0 0,1 0 1 0 0,-1 1-1 0 0,1-1 0 0 0,-1 0 1 0 0,0 0-1 0 0,1 0 0 0 0,-1-1 1 0 0,9-13 308 0 0,-3 11-62 0 0,0 0 0 0 0,0 0 0 0 0,0 0 0 0 0,0 0 0 0 0,0 1 0 0 0,1 0 0 0 0,-1 0 0 0 0,1 1 0 0 0,0 0 0 0 0,0 0 0 0 0,10-1 0 0 0,7 1-241 0 0,0 0 0 0 0,27 3-1 0 0,-26 0-90 0 0,-1-2 0 0 0,33-3-1 0 0,33-12 5 0 0,88-13 6 0 0,-145 25-10 0 0,0 2 1 0 0,0 2-1 0 0,47 5 0 0 0,-25 1-1 0 0,-1 3 0 0 0,0 2 0 0 0,84 30 0 0 0,-94-25 1 0 0,-3-1 2 0 0,49 26 0 0 0,-56-23 2 0 0,0-1 0 0 0,1-1-1 0 0,0-2 1 0 0,1-1 0 0 0,1-2 0 0 0,74 12-1 0 0,-15-14 73 0 0,119-5 0 0 0,-155-4 31 0 0,74 8 1 0 0,-7 15 304 0 0,-19-2-179 0 0,17 0-33 0 0,75 8 116 0 0,-31-9-61 0 0,-57-2-82 0 0,24 2-20 0 0,288 9 325 0 0,-333-29-393 0 0,-9 0-21 0 0,-11 1 47 0 0,76-8 1 0 0,293-28 427 0 0,-256 8-304 0 0,-118 18-101 0 0,59-5 114 0 0,6-2-84 0 0,-90 10-41 0 0,1 1 0 0 0,70 1 0 0 0,-75 7-56 0 0,-9-1 6 0 0,56-2 0 0 0,105-5 213 0 0,-126 6-123 0 0,116-14 1 0 0,-122 4-82 0 0,44-8 130 0 0,-1 4 0 0 0,145 0 0 0 0,-107 12-54 0 0,-85-1-57 0 0,0 2-1 0 0,87 11 1 0 0,21 10 110 0 0,-72-11-79 0 0,8-4-38 0 0,-57-4-40 0 0,40 6 0 0 0,629 125 600 0 0,-545-105-387 0 0,213 7 0 0 0,-322-31-211 0 0,327 26 255 0 0,-200-30-121 0 0,-22 0-14 0 0,-93 0 3 0 0,108-16 0 0 0,-50 3 55 0 0,-44 4 36 0 0,98-22 1 0 0,-129 21-171 0 0,123-20 251 0 0,-117 25-252 0 0,15-3 65 0 0,-52 5-101 0 0,0 1 1 0 0,36 0-1 0 0,-36 2-19 0 0,1-1 0 0 0,30-5 0 0 0,-12-1 48 0 0,-17 3-19 0 0,-1 0 0 0 0,21-8 0 0 0,-39 11 67 0 0,-2 0-136 0 0,-1 0 0 0 0,1 0 0 0 0,0 0 0 0 0,-1 0 0 0 0,1 0 0 0 0,0 0 0 0 0,-1 0 0 0 0,1 0 0 0 0,-1 0 0 0 0,1 0 0 0 0,-1 0 0 0 0,0 0 0 0 0,1 0 0 0 0,-1 0 0 0 0,-1-1 0 0 0,-8-3 13 0 0,0 0-1 0 0,0 0 1 0 0,0 0 0 0 0,0 1-1 0 0,-1 1 1 0 0,-15-4 0 0 0,0 0 18 0 0,-16-6 93 0 0,-71-32-1 0 0,96 38-102 0 0,0 1-1 0 0,-1 0 0 0 0,-25-3 0 0 0,14 2-7 0 0,-16-3 14 0 0,1 1 0 0 0,-1 3 0 0 0,-75-2 0 0 0,90 9-18 0 0,0-2 0 0 0,0-1 0 0 0,1-2 1 0 0,-37-9-1 0 0,-295-70 82 0 0,252 61-90 0 0,-404-74 53 0 0,190 53-56 0 0,-1 15-1 0 0,-557 22 1 0 0,493 20-3 0 0,133-12 0 0 0,57-2 0 0 0,-110-8 0 0 0,30 0 0 0 0,274 8 0 0 0,-653-5 13 0 0,-118-67 14 0 0,295 28-11 0 0,321 33-12 0 0,-98-4 7 0 0,139 7-3 0 0,0-6-1 0 0,-117-29 1 0 0,10 1 1 0 0,132 24-8 0 0,-36-4 5 0 0,110 20-4 0 0,0 1-1 0 0,0 1 1 0 0,0 0 0 0 0,-36 7 0 0 0,-10 5-1 0 0,-17 3 4 0 0,0 4 0 0 0,-129 46 0 0 0,-49 28 4 0 0,111-61 7 0 0,109-24-14 0 0,0-2 0 0 0,0-1 0 0 0,-43-1 0 0 0,64-3-2 0 0,-153-2 0 0 0,140-1 0 0 0,0-1 0 0 0,1-2 0 0 0,-38-10 0 0 0,58 12-2 0 0,0 1 0 0 0,0-2 0 0 0,0 0 0 0 0,1 0 0 0 0,-1-1 0 0 0,1 0 0 0 0,0-1 0 0 0,1 0 0 0 0,-1 0 0 0 0,1-1 0 0 0,0-1 0 0 0,1 1 0 0 0,0-1 0 0 0,0-1 0 0 0,1 1 0 0 0,0-1 0 0 0,0-1 0 0 0,1 1 0 0 0,0-1-1 0 0,1 0 1 0 0,0-1 0 0 0,-7-20 0 0 0,5 2-9 0 0,1-1 1 0 0,2 0-1 0 0,0 0 0 0 0,2-1 0 0 0,2 1 0 0 0,0-1 0 0 0,2 1 0 0 0,1 0 0 0 0,2 0 0 0 0,1 0 0 0 0,1 0 0 0 0,2 1 0 0 0,23-54 0 0 0,15-30-29 0 0,-27 61 20 0 0,29-53 0 0 0,-31 63 3 0 0,-15 33 8 0 0,0 0-1 0 0,1 1 1 0 0,0 0 0 0 0,1-1 0 0 0,8-11 0 0 0,-8 15 3 0 0,0 0-1 0 0,0 0 1 0 0,1 0 0 0 0,0 0-1 0 0,-1 1 1 0 0,2 0-1 0 0,-1 1 1 0 0,0-1 0 0 0,1 1-1 0 0,8-3 1 0 0,12-3-20 0 0,39-7 0 0 0,7-2-13 0 0,331-97-151 0 0,-44 50 62 0 0,-190 40 85 0 0,131-11-12 0 0,-203 29 36 0 0,38-2-9 0 0,39 1-25 0 0,38-1 3 0 0,-105 12 39 0 0,-16-2-21 0 0,151 22 1 0 0,-128-4 11 0 0,52 10-16 0 0,323 51-42 0 0,-484-80 77 0 0,149 17-28 0 0,1-8-1 0 0,311-21 1 0 0,-280-5-15 0 0,357 14 0 0 0,-473 8 37 0 0,579 59-57 0 0,-405-33 0 0 0,471-2-1 0 0,-210-19 18 0 0,142 55-4 0 0,-475-42 45 0 0,-101-17 2 0 0,127-4 0 0 0,67-25-4 0 0,98-45 8 0 0,-232 39 0 0 0,-94 22 0 0 0,0 1 0 0 0,45 0 0 0 0,64-12 0 0 0,2 6 0 0 0,28 7 0 0 0,-95-3 0 0 0,-25 0 0 0 0,-35 5 3 0 0,-1-2 0 0 0,0-1 0 0 0,0-1 0 0 0,0 0 0 0 0,-1-1 0 0 0,20-12-1 0 0,-12 6 1 0 0,1-3 46 0 0,-26 13 17 0 0,-11 7-37 0 0,0-1-199 0 0,0 1 1 0 0,0-1-1 0 0,0-1 1 0 0,-17 2-1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3:01.0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74 0 6224 0 0,'2'9'13'0'0,"3"7"13"0"0,1-5 15 0 0,-5-9 43 0 0,-1-2-78 0 0,0-1 0 0 0,0 1 1 0 0,0-1-1 0 0,0 1 0 0 0,0 0 0 0 0,0-1 0 0 0,0 1 1 0 0,0 0-1 0 0,0-1 0 0 0,-1 1 0 0 0,1 0 1 0 0,0-1-1 0 0,0 1 0 0 0,0 0 0 0 0,0-1 1 0 0,-1 1-1 0 0,1 0 0 0 0,0-1 0 0 0,0 1 0 0 0,-1 0 1 0 0,1 0-1 0 0,0-1 0 0 0,-1 1 0 0 0,1 0 1 0 0,0 0-1 0 0,-1 0 0 0 0,1 0 0 0 0,0-1 1 0 0,-1 1-1 0 0,1 0 0 0 0,0 0 0 0 0,-1 0 1 0 0,1 0-1 0 0,-1 0 0 0 0,-17 2 218 0 0,-13 12-8 0 0,28-12-188 0 0,1 1-1 0 0,-1 0 0 0 0,1 0 0 0 0,-1 0 0 0 0,1 0 0 0 0,0 0 0 0 0,0 1 0 0 0,0-1 1 0 0,0 1-1 0 0,1-1 0 0 0,0 1 0 0 0,-1 0 0 0 0,1-1 0 0 0,1 1 0 0 0,-1 0 0 0 0,0 0 1 0 0,1 6-1 0 0,0-8-16 0 0,0 0 0 0 0,1 1 1 0 0,-1-1-1 0 0,1 0 0 0 0,-1 0 1 0 0,1 0-1 0 0,0 0 0 0 0,0 1 1 0 0,0-1-1 0 0,0 0 1 0 0,0 0-1 0 0,1-1 0 0 0,-1 1 1 0 0,1 0-1 0 0,-1 0 0 0 0,1-1 1 0 0,-1 1-1 0 0,1-1 0 0 0,0 1 1 0 0,0-1-1 0 0,0 0 0 0 0,0 1 1 0 0,0-1-1 0 0,0 0 0 0 0,0-1 1 0 0,0 1-1 0 0,0 0 0 0 0,1 0 1 0 0,-1-1-1 0 0,3 1 0 0 0,50 8 94 0 0,61 2 0 0 0,-42-5-36 0 0,-47-5-49 0 0,-21-2-10 0 0,1 1 0 0 0,0 1 0 0 0,-1-1 0 0 0,1 1 0 0 0,6 2 0 0 0,4 1 17 0 0,0-1 1 0 0,31 2-1 0 0,-40-5-18 0 0,20 1 19 0 0,1-2 1 0 0,38-6 0 0 0,-13 0 9 0 0,-11 4 18 0 0,94-11 170 0 0,-126 13-199 0 0,0 0 0 0 0,0 1 0 0 0,1 1 0 0 0,17 2 0 0 0,11 1 80 0 0,-22-2-68 0 0,0 0 1 0 0,0 1-1 0 0,0 0 1 0 0,-1 2 0 0 0,19 7-1 0 0,78 39 385 0 0,-78-33-273 0 0,0-2-1 0 0,64 19 1 0 0,-35-17 72 0 0,2-3 0 0 0,-1-4 0 0 0,96 6 0 0 0,-49-16 165 0 0,1-4-1 0 0,185-30 1 0 0,-139 12-6 0 0,7 0 333 0 0,14-7-180 0 0,0 8-1 0 0,240 3 1 0 0,-329 14-361 0 0,-44 1-68 0 0,52 4 1 0 0,-25 4 93 0 0,-1 3 0 0 0,0 3 0 0 0,85 26 0 0 0,8 14 303 0 0,22-4-126 0 0,-103-29-218 0 0,122 12 337 0 0,-140-23-390 0 0,78 3 183 0 0,14 1 67 0 0,66 27 197 0 0,21 4-17 0 0,-191-39-405 0 0,1-1-1 0 0,58-6 0 0 0,113-20 289 0 0,68-21-53 0 0,-202 36-161 0 0,1 3-1 0 0,0 5 0 0 0,132 17 1 0 0,216 9 395 0 0,-97-53-208 0 0,0-25 26 0 0,-226 33-294 0 0,-18 3-3 0 0,203-29 256 0 0,-224 38-155 0 0,146 4 1 0 0,-68 13 14 0 0,396 10 274 0 0,-100 3-80 0 0,-295-5-274 0 0,92 6 76 0 0,64 13 75 0 0,-156-13-116 0 0,-68-12-116 0 0,7 2 33 0 0,119 1 0 0 0,-74-14-13 0 0,166-3 170 0 0,-243 3-204 0 0,0 3 0 0 0,0 4 0 0 0,74 16 0 0 0,-74-11-11 0 0,22-1 5 0 0,0-3 0 0 0,0-4 0 0 0,0-4 0 0 0,96-11 0 0 0,159-44 128 0 0,-211 29-111 0 0,191-10-1 0 0,-58 36 8 0 0,113-7 9 0 0,229-75 95 0 0,-515 66-121 0 0,157-4 0 0 0,-155 16-34 0 0,187 4 86 0 0,-164 13-81 0 0,-58-6 10 0 0,104 1-1 0 0,118-25 52 0 0,-173 12-58 0 0,-62 4-12 0 0,0-3 1 0 0,59-10-1 0 0,-39 0 5 0 0,0 3 1 0 0,97-2-1 0 0,117 30 50 0 0,-207-8-59 0 0,264 23 74 0 0,-311-32-89 0 0,112-1 34 0 0,-78-3-16 0 0,73 7 0 0 0,-85 0-5 0 0,0-3 1 0 0,89-9-1 0 0,66-11 9 0 0,-156 14-17 0 0,69 2 1 0 0,-36 2-5 0 0,55-11 3 0 0,-35 1-5 0 0,-6 9 3 0 0,160 16 0 0 0,-246-13-8 0 0,18 2 0 0 0,-2 0 0 0 0,0-1 0 0 0,0-1 0 0 0,0-2 0 0 0,37-4 0 0 0,31-4 0 0 0,-60 7 0 0 0,39-7 0 0 0,-19 0-4 0 0,62-2 0 0 0,-66 8 2 0 0,-23 0-1 0 0,-1 2 0 0 0,1 0 1 0 0,-1 2-1 0 0,33 5 0 0 0,-24 0-6 0 0,-14-3-4 0 0,0 2 0 0 0,24 7 0 0 0,-43-12 5 0 0,0 0 7 0 0,-1 0 0 0 0,1 0 1 0 0,-1 0-1 0 0,1 0 0 0 0,-1 0 0 0 0,0 0 0 0 0,1 0 1 0 0,-1 0-1 0 0,1-1 0 0 0,-1 1 0 0 0,0 0 0 0 0,1 0 0 0 0,-1 0 1 0 0,1-1-1 0 0,-1 1 0 0 0,0 0 0 0 0,0-1 0 0 0,1 1 0 0 0,-1 0 1 0 0,0-1-1 0 0,1 1 0 0 0,-1 0 0 0 0,0-1 0 0 0,0 1 0 0 0,0 0 1 0 0,1-1-1 0 0,-1 1 0 0 0,0-1 0 0 0,0 1 0 0 0,0 0 1 0 0,0-1-1 0 0,0 1 0 0 0,0-1 0 0 0,0 1 0 0 0,0-1 0 0 0,0 1 1 0 0,0 0-1 0 0,0-1 0 0 0,0 1 0 0 0,0-1 0 0 0,0 1 0 0 0,0-1 1 0 0,0 1-1 0 0,-1-1 0 0 0,1-1-1 0 0,-1 1 0 0 0,1-1 0 0 0,-1 1 0 0 0,1-1 0 0 0,-1 1 0 0 0,0 0 1 0 0,0-1-1 0 0,1 1 0 0 0,-1 0 0 0 0,0-1 0 0 0,0 1 0 0 0,-1 0 0 0 0,0-2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3:02.0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9744 0 0,'16'11'181'0'0,"9"2"508"0"0,3 2 87 0 0,-21-8-496 0 0,0 0 0 0 0,-1 0 0 0 0,0 1 0 0 0,0 0 0 0 0,-1 0 0 0 0,0 0 0 0 0,4 10 0 0 0,0 2-59 0 0,-1 0 0 0 0,-1 1-1 0 0,0 0 1 0 0,-2 0 0 0 0,-1 1-1 0 0,0-1 1 0 0,-2 1 0 0 0,1 27-1 0 0,-4-20-219 0 0,0 0 1 0 0,-2 0-1 0 0,-1 0 0 0 0,-2 0 0 0 0,-14 47 1 0 0,18-70 0 0 0,-9 18-21 0 0,11-23 18 0 0,-1-1-1 0 0,1 0 1 0 0,0 1-1 0 0,-1-1 1 0 0,1 1-1 0 0,-1-1 1 0 0,1 1-1 0 0,-1-1 0 0 0,1 0 1 0 0,-1 0-1 0 0,1 1 1 0 0,-1-1-1 0 0,1 0 1 0 0,-1 0-1 0 0,0 1 0 0 0,1-1 1 0 0,-1 0-1 0 0,1 0 1 0 0,-1 0-1 0 0,0 0 1 0 0,1 0-1 0 0,-1 0 0 0 0,1 0 1 0 0,-1 0-1 0 0,0 0 1 0 0,1 0-1 0 0,-1 0 1 0 0,1 0-1 0 0,-1-1 1 0 0,0 1-1 0 0,1 0 0 0 0,-1 0 1 0 0,1-1-1 0 0,-1 1 1 0 0,1 0-1 0 0,-1-1 1 0 0,1 1-1 0 0,-1 0 0 0 0,0-2 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20.0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30 4120 0 0,'0'0'41'0'0,"4"-3"5"0"0,-3 2-36 0 0,1-1 1 0 0,-1 1-1 0 0,1 0 1 0 0,-1 0-1 0 0,0-1 1 0 0,1 1-1 0 0,-1-1 1 0 0,0 1-1 0 0,0-1 1 0 0,2-3 0 0 0,-3 5 2 0 0,-1-1 1 0 0,1 1 0 0 0,0-1 0 0 0,0 1-1 0 0,-1 0 1 0 0,1-1 0 0 0,0 1 0 0 0,-1-1-1 0 0,1 1 1 0 0,0 0 0 0 0,-1-1 0 0 0,1 1 0 0 0,0 0-1 0 0,-1-1 1 0 0,1 1 0 0 0,-1 0 0 0 0,1-1-1 0 0,-1 1 1 0 0,1 0 0 0 0,-1 0 0 0 0,1 0-1 0 0,-1-1 1 0 0,1 1 0 0 0,-1 0 0 0 0,1 0 0 0 0,-1 0-1 0 0,1 0 1 0 0,-1 0 0 0 0,1 0 0 0 0,-1 0-1 0 0,1 0 1 0 0,-1 0 0 0 0,1 0 0 0 0,-1 1-1 0 0,1-1 1 0 0,-1 0 0 0 0,1 0 0 0 0,-1 1 0 0 0,-1-1 31 0 0,1 0 1 0 0,0 0 0 0 0,-1 0 0 0 0,1 1 0 0 0,0-1-1 0 0,-1 1 1 0 0,1-1 0 0 0,0 1 0 0 0,0 0 0 0 0,-1-1-1 0 0,1 1 1 0 0,0 0 0 0 0,0 0 0 0 0,-1 1-1 0 0,-1 9 94 0 0,0 0-1 0 0,0 1 0 0 0,2-1 0 0 0,-1 0 0 0 0,2 1 0 0 0,-1-1 0 0 0,2 16 0 0 0,0-6 1 0 0,-9 141 769 0 0,0-36-334 0 0,8-26 344 0 0,0-97-812 0 0,2-1-10 0 0,-1 1-1 0 0,1-1 1 0 0,0 0 0 0 0,0 0 0 0 0,0 0 0 0 0,0 0 0 0 0,4 3-1 0 0,3-1 51 0 0,0 0-1 0 0,1 0 0 0 0,-1-1 0 0 0,1-1 0 0 0,15 3 0 0 0,10 3 259 0 0,-28-7-258 0 0,1 0 0 0 0,0-1 0 0 0,-1 0 0 0 0,1 0 0 0 0,0 0 0 0 0,-1-1 0 0 0,1 0-1 0 0,0-1 1 0 0,-1 0 0 0 0,0 0 0 0 0,12-5 0 0 0,34-7 623 0 0,-38 12-403 0 0,1-2 0 0 0,0 0 0 0 0,-1 0 0 0 0,21-10 0 0 0,2 0 67 0 0,-30 10-322 0 0,-1 0 1 0 0,1 0 0 0 0,-1 0 0 0 0,1-1 0 0 0,-1 0 0 0 0,7-7 0 0 0,20-13 326 0 0,-18 14-138 0 0,-13 8-263 0 0,0 1 1 0 0,0 0 0 0 0,0 0 0 0 0,0 0 0 0 0,0 1 0 0 0,1-1 0 0 0,3-1-1 0 0,-5 3 32 0 0,-1-1-1 0 0,1 0 1 0 0,-1 1-1 0 0,0-1 0 0 0,1 0 1 0 0,-1 0-1 0 0,0 0 1 0 0,1 0-1 0 0,-1 0 0 0 0,0 0 1 0 0,0 0-1 0 0,0 0 1 0 0,2-2-1 0 0,-3-3 569 0 0,-10 7-470 0 0,-2 6-98 0 0,0 0 0 0 0,1 0 0 0 0,0 1-1 0 0,0 0 1 0 0,1 1 0 0 0,0 0 0 0 0,0 1 0 0 0,-12 17 0 0 0,8-12 39 0 0,10-10-79 0 0,1-1-1 0 0,-1 1 1 0 0,1 0 0 0 0,0 0 0 0 0,0 0 0 0 0,1 0-1 0 0,-1 1 1 0 0,1-1 0 0 0,0 1 0 0 0,1 0 0 0 0,0-1 0 0 0,-2 10-1 0 0,0 2 102 0 0,2-17-122 0 0,1 1-1 0 0,-1 0 0 0 0,1 0 0 0 0,0 0 0 0 0,0-1 0 0 0,-1 1 0 0 0,1 0 0 0 0,0 0 0 0 0,0 0 0 0 0,0 0 0 0 0,0-1 0 0 0,0 1 1 0 0,0 0-1 0 0,0 0 0 0 0,0 0 0 0 0,1 0 0 0 0,-1-1 0 0 0,0 1 0 0 0,0 0 0 0 0,1 0 0 0 0,-1 0 0 0 0,0-1 0 0 0,1 1 0 0 0,-1 0 1 0 0,1 0-1 0 0,0 0 0 0 0,3 5 27 0 0,0-1 0 0 0,0 1 1 0 0,1-1-1 0 0,-1-1 0 0 0,1 1 1 0 0,0 0-1 0 0,1-1 1 0 0,-1 0-1 0 0,1-1 0 0 0,-1 1 1 0 0,1-1-1 0 0,0 0 0 0 0,9 3 1 0 0,-3-2 24 0 0,-1-1 1 0 0,1-1-1 0 0,0 0 1 0 0,0 0-1 0 0,0-2 1 0 0,20 0-1 0 0,-27 0-33 0 0,-1 0 0 0 0,1-1 0 0 0,0 1 0 0 0,-1-1 0 0 0,1 0 0 0 0,-1-1 0 0 0,0 1 0 0 0,1-1 1 0 0,-1 0-1 0 0,0 0 0 0 0,0 0 0 0 0,0-1 0 0 0,0 1 0 0 0,0-1 0 0 0,-1 0 0 0 0,1 0 0 0 0,-1 0 0 0 0,0-1 0 0 0,1 1 0 0 0,-2-1 0 0 0,1 0 0 0 0,0 0 0 0 0,-1 0 0 0 0,0 0 1 0 0,0 0-1 0 0,2-6 0 0 0,-1 4 15 0 0,-2-1 1 0 0,1 0 0 0 0,-1 0-1 0 0,1 0 1 0 0,-2 1 0 0 0,1-1-1 0 0,-1 0 1 0 0,0 0 0 0 0,-1 0-1 0 0,0 0 1 0 0,0 0 0 0 0,0 0-1 0 0,-1 0 1 0 0,0 0 0 0 0,0 1-1 0 0,-5-12 1 0 0,4 14-3 0 0,-28-47 253 0 0,29 48-259 0 0,0 1-1 0 0,0-1 1 0 0,-1 1-1 0 0,1-1 1 0 0,-1 1 0 0 0,0 0-1 0 0,1 0 1 0 0,-1 1-1 0 0,0-1 1 0 0,0 0 0 0 0,0 1-1 0 0,0 0 1 0 0,0 0-1 0 0,-7-2 1 0 0,8 4-16 0 0,0 0 0 0 0,0 1 1 0 0,0-1-1 0 0,0 0 0 0 0,1 1 0 0 0,-1-1 1 0 0,1 1-1 0 0,-1 0 0 0 0,1-1 1 0 0,-1 1-1 0 0,1 0 0 0 0,0 0 0 0 0,0 0 1 0 0,0 0-1 0 0,0 0 0 0 0,0 0 0 0 0,-1 3 1 0 0,0 5 24 0 0,0-1 0 0 0,1 1 1 0 0,0 0-1 0 0,1-1 1 0 0,-1 1-1 0 0,2 0 1 0 0,0 0-1 0 0,0 0 1 0 0,4 15-1 0 0,-4-18-20 0 0,1-1 1 0 0,0 0-1 0 0,1 0 0 0 0,-1 0 1 0 0,1 0-1 0 0,0 0 0 0 0,1-1 0 0 0,-1 1 1 0 0,1-1-1 0 0,0 0 0 0 0,0 0 1 0 0,1 0-1 0 0,-1-1 0 0 0,1 1 1 0 0,8 4-1 0 0,-9-7-5 0 0,0 0 0 0 0,0-1 0 0 0,1 1 0 0 0,-1-1 0 0 0,1 0-1 0 0,-1-1 1 0 0,0 1 0 0 0,1-1 0 0 0,0 0 0 0 0,-1 0 0 0 0,1 0 0 0 0,-1 0 0 0 0,1-1 0 0 0,-1 0 0 0 0,0 0 0 0 0,1 0 0 0 0,-1 0 0 0 0,0-1 0 0 0,0 0 0 0 0,7-3-1 0 0,-1 0 18 0 0,0-1 0 0 0,-1 0 0 0 0,0 0 0 0 0,1-1-1 0 0,-2 0 1 0 0,16-16 0 0 0,63-80 234 0 0,-63 57-108 0 0,-24 45-156 0 0,0 0-1 0 0,1 1 1 0 0,-1-1 0 0 0,0 0-1 0 0,1 0 1 0 0,-1 1-1 0 0,0-1 1 0 0,0 0 0 0 0,0 0-1 0 0,0 1 1 0 0,0-1 0 0 0,0 0-1 0 0,0 0 1 0 0,0 0 0 0 0,0 1-1 0 0,0-1 1 0 0,0-1 0 0 0,1-9 66 0 0,-1 10-66 0 0,0 1-1 0 0,0 0 1 0 0,1 0-1 0 0,-1-1 1 0 0,0 1 0 0 0,0 0-1 0 0,0-1 1 0 0,0 1 0 0 0,0 0-1 0 0,0-1 1 0 0,-1 1 0 0 0,1 0-1 0 0,0-1 1 0 0,0 1-1 0 0,0 0 1 0 0,0 0 0 0 0,0-1-1 0 0,0 1 1 0 0,0 0 0 0 0,-1 0-1 0 0,1-1 1 0 0,0 1 0 0 0,0 0-1 0 0,0 0 1 0 0,-1-1-1 0 0,1 1 1 0 0,0 0 0 0 0,0 0-1 0 0,-1 0 1 0 0,1-1 0 0 0,0 1-1 0 0,0 0 1 0 0,-1 0 0 0 0,1 0-1 0 0,0 0 1 0 0,-1 0-1 0 0,1 0 1 0 0,0 0 0 0 0,0-1-1 0 0,-1 1 1 0 0,1 0 0 0 0,-1 0-1 0 0,0 0 2 0 0,1 0 0 0 0,-1 0 0 0 0,0 0 0 0 0,0-1 0 0 0,0 1 0 0 0,1 0 0 0 0,-1 0 0 0 0,0 0 0 0 0,0 0 0 0 0,0 0 0 0 0,1 0-1 0 0,-1 0 1 0 0,0 1 0 0 0,0-1 0 0 0,0 0 0 0 0,1 0 0 0 0,-1 1 0 0 0,0-1 0 0 0,0 0 0 0 0,0 1 0 0 0,-4 4 11 0 0,0-1-1 0 0,0 1 1 0 0,0 0 0 0 0,1 0-1 0 0,0 1 1 0 0,0-1 0 0 0,1 1-1 0 0,-1 0 1 0 0,1 0 0 0 0,0 0-1 0 0,-3 11 1 0 0,-8 35 47 0 0,9-35-25 0 0,0 1-1 0 0,1-1 0 0 0,1 1 1 0 0,1 0-1 0 0,-1 35 1 0 0,4-42-30 0 0,-1-7 7 0 0,-1 1 1 0 0,1 0-1 0 0,1 0 1 0 0,-1 0-1 0 0,1 0 1 0 0,-1-1 0 0 0,2 1-1 0 0,-1 0 1 0 0,0-1-1 0 0,1 1 1 0 0,0-1-1 0 0,0 1 1 0 0,0-1 0 0 0,0 0-1 0 0,1 0 1 0 0,0 0-1 0 0,6 7 1 0 0,-2-3 37 0 0,-7-8-50 0 0,0 1 1 0 0,1 0-1 0 0,-1-1 1 0 0,0 1-1 0 0,1-1 1 0 0,-1 0-1 0 0,0 1 1 0 0,1-1-1 0 0,-1 1 1 0 0,1-1 0 0 0,-1 1-1 0 0,0-1 1 0 0,1 0-1 0 0,-1 1 1 0 0,1-1-1 0 0,-1 0 1 0 0,1 0-1 0 0,-1 1 1 0 0,1-1-1 0 0,0 0 1 0 0,-1 0-1 0 0,1 0 1 0 0,-1 0-1 0 0,1 0 1 0 0,-1 1-1 0 0,1-1 1 0 0,0 0 0 0 0,-1 0-1 0 0,1 0 1 0 0,-1-1-1 0 0,1 1 1 0 0,-1 0-1 0 0,1 0 1 0 0,0 0-1 0 0,-1 0 1 0 0,1 0-1 0 0,-1-1 1 0 0,1 1-1 0 0,-1 0 1 0 0,1-1-1 0 0,-1 1 1 0 0,1 0-1 0 0,-1-1 1 0 0,1 1 0 0 0,-1 0-1 0 0,0-1 1 0 0,1 1-1 0 0,-1-1 1 0 0,1 0-1 0 0,4-4 17 0 0,-1-1-1 0 0,0 1 1 0 0,0-1-1 0 0,0 0 1 0 0,-1 0-1 0 0,0 0 1 0 0,0 0-1 0 0,0-1 1 0 0,-1 1-1 0 0,3-14 1 0 0,1-7 84 0 0,4-42 1 0 0,-2-11 111 0 0,-7 77-191 0 0,-1 3-20 0 0,0 0-1 0 0,0-1 0 0 0,0 1 0 0 0,-1 0 0 0 0,1-1 0 0 0,0 1 0 0 0,0 0 0 0 0,0-1 0 0 0,0 1 0 0 0,0 0 0 0 0,0-1 0 0 0,0 1 0 0 0,-1 0 0 0 0,1-1 0 0 0,0 1 0 0 0,0 0 0 0 0,0 0 0 0 0,-1-1 0 0 0,1 1 0 0 0,0 0 0 0 0,0 0 0 0 0,-1 0 1 0 0,1-1-1 0 0,0 1 0 0 0,-1 0 0 0 0,1 0 0 0 0,0 0 0 0 0,-1 0 0 0 0,-1 2 4 0 0,0 1 0 0 0,0 0 0 0 0,1 0 0 0 0,-1 0 0 0 0,1 1-1 0 0,-1-1 1 0 0,1 0 0 0 0,0 1 0 0 0,0-1 0 0 0,1 0 0 0 0,-1 1 0 0 0,1-1 0 0 0,-1 1 0 0 0,1-1 0 0 0,0 1 0 0 0,1-1 0 0 0,-1 1 0 0 0,1-1 0 0 0,-1 1 0 0 0,1-1 0 0 0,1 4 0 0 0,-1-4-2 0 0,0 0-1 0 0,-1-1 1 0 0,1 1 0 0 0,0-1 0 0 0,1 1 0 0 0,-1-1 0 0 0,0 1-1 0 0,1-1 1 0 0,-1 1 0 0 0,1-1 0 0 0,0 0 0 0 0,0 0-1 0 0,0 0 1 0 0,0 0 0 0 0,0 0 0 0 0,0-1 0 0 0,0 1 0 0 0,1-1-1 0 0,-1 1 1 0 0,0-1 0 0 0,1 0 0 0 0,0 0 0 0 0,-1 0 0 0 0,1 0-1 0 0,-1 0 1 0 0,1-1 0 0 0,0 1 0 0 0,2 0 0 0 0,4-2 4 0 0,-1 0 0 0 0,0 0 1 0 0,0 0-1 0 0,0-1 0 0 0,0 0 0 0 0,-1-1 1 0 0,1 0-1 0 0,-1 0 0 0 0,1 0 0 0 0,10-7 1 0 0,6-7 44 0 0,37-31 1 0 0,-11 8 17 0 0,-36 29-25 0 0,0-1-1 0 0,17-18 1 0 0,-29 27-31 0 0,5-2 57 0 0,-7 5-52 0 0,-3 7-21 0 0,-18 45 73 0 0,12-34-47 0 0,2 0-1 0 0,0 1 1 0 0,1 0 0 0 0,-5 32-1 0 0,9-36-2 0 0,1 0 0 0 0,0-1 0 0 0,2 26 0 0 0,-1-37-20 0 0,1 0 1 0 0,-1 0-1 0 0,0 0 1 0 0,1 0-1 0 0,-1-1 1 0 0,1 1-1 0 0,0 0 1 0 0,0 0-1 0 0,0-1 1 0 0,0 1-1 0 0,0-1 1 0 0,1 1-1 0 0,-1-1 1 0 0,1 0-1 0 0,0 1 1 0 0,-1-1-1 0 0,1 0 0 0 0,0 0 1 0 0,0 0-1 0 0,1 0 1 0 0,-1 0-1 0 0,0-1 1 0 0,1 1-1 0 0,-1-1 1 0 0,1 1-1 0 0,-1-1 1 0 0,4 1-1 0 0,-3-2 2 0 0,1 0 0 0 0,0 0-1 0 0,-1 0 1 0 0,1-1-1 0 0,0 0 1 0 0,-1 1-1 0 0,1-1 1 0 0,-1 0-1 0 0,1-1 1 0 0,-1 1-1 0 0,0-1 1 0 0,1 1 0 0 0,-1-1-1 0 0,0 0 1 0 0,0 0-1 0 0,0 0 1 0 0,-1-1-1 0 0,1 1 1 0 0,4-6-1 0 0,2-1 14 0 0,-1 0-1 0 0,-1 0 0 0 0,1-1 1 0 0,9-19-1 0 0,-3-2 23 0 0,-3 0 0 0 0,0 0-1 0 0,-3-1 1 0 0,10-62 0 0 0,-8 42-2 0 0,-5 24 6 0 0,2-39 1 0 0,-6 57-35 0 0,-1 1 1 0 0,0 0-1 0 0,-1-1 1 0 0,0 1-1 0 0,0 0 1 0 0,-1-1-1 0 0,0 1 1 0 0,-4-9-1 0 0,6 17-7 0 0,0 0 0 0 0,-1 0-1 0 0,1 1 1 0 0,0-1-1 0 0,0 0 1 0 0,-1 0 0 0 0,1 1-1 0 0,0-1 1 0 0,-1 0 0 0 0,1 1-1 0 0,0-1 1 0 0,-1 0-1 0 0,1 1 1 0 0,-1-1 0 0 0,1 1-1 0 0,-1-1 1 0 0,0 1 0 0 0,1-1-1 0 0,-1 1 1 0 0,1-1-1 0 0,-1 1 1 0 0,0-1 0 0 0,1 1-1 0 0,-1 0 1 0 0,-1-1 0 0 0,1 2-2 0 0,0-1 0 0 0,1 1 0 0 0,-1 0 1 0 0,1 0-1 0 0,-1-1 0 0 0,1 1 0 0 0,-1 0 1 0 0,1 0-1 0 0,0 0 0 0 0,-1 0 0 0 0,1 0 1 0 0,0-1-1 0 0,-1 1 0 0 0,1 0 0 0 0,0 0 1 0 0,0 2-1 0 0,-3 45 36 0 0,3 51 23 0 0,4 0 1 0 0,17 102-1 0 0,-20-195-58 0 0,5 26 26 0 0,0-1-1 0 0,16 42 0 0 0,-17-59-3886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4T14:25:01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 24575,'0'0'0,"0"0"0,0 0 0,0-2 0,2-1 0,2-2 0,3 0 0,1-1 0,1 0-8191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02.3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 4312 0 0,'0'0'9'0'0,"5"-3"5"0"0,58-39 27 0 0,-53 29 58 0 0,-7 10 285 0 0,-3 13-172 0 0,0 0-140 0 0,0-1 0 0 0,0 1 0 0 0,1-1 0 0 0,1 0 0 0 0,0 0 0 0 0,4 13 0 0 0,-3-11-42 0 0,-1 0 0 0 0,1 0 0 0 0,0 16-1 0 0,4 109 323 0 0,-3-8 171 0 0,-1-92-379 0 0,0 41 0 0 0,-3-65-100 0 0,1-1 0 0 0,1 0 1 0 0,3 12-1 0 0,-3-14 7 0 0,0 1-1 0 0,-1 0 1 0 0,0-1 0 0 0,0 19 0 0 0,-2 0 65 0 0,0-16-65 0 0,1-1 0 0 0,-2 1 0 0 0,-2 12 0 0 0,3-22-38 0 0,1 0 1 0 0,0 1 0 0 0,0-1 0 0 0,0 0-1 0 0,0 1 1 0 0,0-1 0 0 0,0 0 0 0 0,1 0-1 0 0,0 3 1 0 0,0-3 4 0 0,-1 0 0 0 0,1-1 0 0 0,-1 1 0 0 0,0 0 0 0 0,0-1 0 0 0,0 1 0 0 0,0-1 0 0 0,0 1 0 0 0,0 0 0 0 0,0-1 0 0 0,0 1-1 0 0,-1 2 1 0 0,1 4 350 0 0,-2-23-525 0 0,1 0 0 0 0,0 1 0 0 0,1-22 0 0 0,0 31-5353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02.6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 7232 0 0,'0'0'978'0'0,"3"-3"-851"0"0,11-10 106 0 0,-10 10 37 0 0,-2 3-209 0 0,0-1 1 0 0,0 1 0 0 0,0 0 0 0 0,1 1-1 0 0,-1-1 1 0 0,0 0 0 0 0,0 1-1 0 0,0-1 1 0 0,0 1 0 0 0,0-1 0 0 0,3 2-1 0 0,7 2 77 0 0,68 6 308 0 0,-52-7-351 0 0,0 0 0 0 0,0 2 0 0 0,0 1-1 0 0,-1 1 1 0 0,40 17 0 0 0,-57-20-83 0 0,0 1 0 0 0,-1 0-1 0 0,0 0 1 0 0,11 10 0 0 0,-17-13-5 0 0,0 1 0 0 0,-1 0 0 0 0,1 0 0 0 0,-1 0 0 0 0,1 0 0 0 0,-1 0 0 0 0,0 0 0 0 0,0 1 0 0 0,-1-1 0 0 0,1 1 0 0 0,-1-1 0 0 0,0 1 0 0 0,0 0 0 0 0,0-1 0 0 0,1 5 0 0 0,0 29-1235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04.2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0 780 10152 0 0,'32'8'92'0'0,"-10"-2"173"0"0,-22-6-254 0 0,2 0 110 0 0,0-1-26 0 0,0 0 0 0 0,0 0-1 0 0,0 0 1 0 0,0 0 0 0 0,0 0 0 0 0,0 1-1 0 0,1-1 1 0 0,-1 1 0 0 0,0-1 0 0 0,0 1-1 0 0,1 0 1 0 0,3 0 0 0 0,-3 0 53 0 0,15 0 179 0 0,-16 1-260 0 0,0-1 1 0 0,0 0 0 0 0,1 1 0 0 0,-1-1-1 0 0,0 0 1 0 0,0 0 0 0 0,0 0-1 0 0,1-1 1 0 0,-1 1 0 0 0,0 0-1 0 0,0-1 1 0 0,0 1 0 0 0,0-1-1 0 0,0 0 1 0 0,0 0 0 0 0,4-2-1 0 0,-1-1 48 0 0,1 0 0 0 0,-1 0 0 0 0,1 0-1 0 0,0 1 1 0 0,12-5 0 0 0,16-9 195 0 0,-27 12-240 0 0,8-5 81 0 0,0 0 1 0 0,1 2-1 0 0,0-1 1 0 0,0 2 0 0 0,19-6-1 0 0,-31 12-115 0 0,1 0-1 0 0,-1 0 1 0 0,1 0-1 0 0,-1 1 1 0 0,1-1 0 0 0,0 1-1 0 0,0 0 1 0 0,-1 1-1 0 0,1-1 1 0 0,-1 1-1 0 0,1 0 1 0 0,0 0-1 0 0,-1 1 1 0 0,0-1-1 0 0,1 1 1 0 0,-1 0-1 0 0,0 0 1 0 0,0 0 0 0 0,0 1-1 0 0,0-1 1 0 0,0 1-1 0 0,-1 0 1 0 0,1 0-1 0 0,4 5 1 0 0,-4-2 24 0 0,0-1 0 0 0,0 1 0 0 0,0-1-1 0 0,0 1 1 0 0,-1 0 0 0 0,0 1 0 0 0,-1-1 0 0 0,1 0 0 0 0,-1 1 0 0 0,0-1 0 0 0,1 12 0 0 0,0 6 286 0 0,-1 46 0 0 0,-2-64-268 0 0,2-40 279 0 0,1 0 0 0 0,2 0 0 0 0,1 1 0 0 0,16-51 0 0 0,-13 62-210 0 0,-3 6 14 0 0,1 1 1 0 0,0-1-1 0 0,14-19 0 0 0,-20 34-143 0 0,0 0 0 0 0,-1 0 0 0 0,1 0 0 0 0,0 1 0 0 0,0-1 0 0 0,0 0-1 0 0,0 1 1 0 0,0-1 0 0 0,0 1 0 0 0,0-1 0 0 0,0 1 0 0 0,1-1 0 0 0,-1 1-1 0 0,0 0 1 0 0,0 0 0 0 0,0-1 0 0 0,0 1 0 0 0,0 0 0 0 0,1 0 0 0 0,-1 0-1 0 0,0 0 1 0 0,0 1 0 0 0,0-1 0 0 0,0 0 0 0 0,1 0 0 0 0,-1 1 0 0 0,0-1-1 0 0,0 0 1 0 0,0 1 0 0 0,0-1 0 0 0,0 1 0 0 0,1 1 0 0 0,1-1 2 0 0,-1 0 0 0 0,0 0 1 0 0,0 1-1 0 0,0-1 0 0 0,0 1 1 0 0,0 0-1 0 0,0-1 1 0 0,0 1-1 0 0,-1 0 0 0 0,1 0 1 0 0,-1 0-1 0 0,1 0 0 0 0,-1 1 1 0 0,2 2-1 0 0,0 6 69 0 0,0-1-1 0 0,1 1 1 0 0,1-1-1 0 0,0 0 1 0 0,10 16-1 0 0,-13-23-59 0 0,1 0 0 0 0,-1 0 0 0 0,0 0 0 0 0,1 0 0 0 0,0 0 0 0 0,0-1 0 0 0,0 1 0 0 0,0-1 0 0 0,0 0 0 0 0,0 0-1 0 0,1 0 1 0 0,-1 0 0 0 0,1 0 0 0 0,-1-1 0 0 0,1 0 0 0 0,-1 0 0 0 0,1 0 0 0 0,0 0 0 0 0,0 0 0 0 0,5 0 0 0 0,-7-2-17 0 0,-1 1 1 0 0,1 0 0 0 0,0-1-1 0 0,0 1 1 0 0,-1-1-1 0 0,1 0 1 0 0,0 1 0 0 0,-1-1-1 0 0,1 0 1 0 0,-1 0 0 0 0,1 0-1 0 0,-1 0 1 0 0,1-1 0 0 0,-1 1-1 0 0,0 0 1 0 0,1 0-1 0 0,-1-1 1 0 0,0 1 0 0 0,0-1-1 0 0,0 1 1 0 0,1-4 0 0 0,18-41 104 0 0,-15 33-71 0 0,13-43 98 0 0,-2 0-1 0 0,-2-2 1 0 0,-3 1-1 0 0,-2-1 1 0 0,1-90-1 0 0,-11 34 361 0 0,-12 148-305 0 0,11 12-110 0 0,3-1 1 0 0,1 1-1 0 0,2-1 1 0 0,2 0 0 0 0,2 0-1 0 0,27 85 1 0 0,-29-115-45 0 0,0 0 0 0 0,1 0 1 0 0,0-1-1 0 0,1 0 1 0 0,15 21-1 0 0,-18-29-23 0 0,-1-1 0 0 0,1 1 0 0 0,0-1 0 0 0,0-1-1 0 0,0 1 1 0 0,1-1 0 0 0,0 0 0 0 0,-1 0 0 0 0,2 0 0 0 0,-1-1 0 0 0,0 0 0 0 0,1 0 0 0 0,-1 0-1 0 0,1-1 1 0 0,7 1 0 0 0,-10-2-7 0 0,0 0 0 0 0,0-1 0 0 0,0 1 0 0 0,0-1 1 0 0,1 0-1 0 0,-1 0 0 0 0,0 0 0 0 0,0-1 0 0 0,0 0 0 0 0,0 0 0 0 0,0 0 0 0 0,0 0 0 0 0,0 0 0 0 0,0-1 0 0 0,0 0 0 0 0,-1 0 0 0 0,1 0 0 0 0,-1 0 1 0 0,1 0-1 0 0,-1-1 0 0 0,0 1 0 0 0,0-1 0 0 0,0 0 0 0 0,0 0 0 0 0,0 0 0 0 0,-1-1 0 0 0,1 1 0 0 0,-1-1 0 0 0,0 1 0 0 0,0-1 0 0 0,0 0 0 0 0,1-5 1 0 0,3-7 25 0 0,-3 10-7 0 0,0-1 1 0 0,-1 1-1 0 0,0-1 1 0 0,0 0-1 0 0,-1 0 1 0 0,0 0-1 0 0,1-11 1 0 0,0-10 59 0 0,-1 22-78 0 0,-1 1 0 0 0,1-1 0 0 0,-1 0 0 0 0,0 0 1 0 0,-1 0-1 0 0,-1-9 0 0 0,0 5 24 0 0,0 0 1 0 0,0-1 0 0 0,1 1 0 0 0,1-16 0 0 0,-1 21-18 0 0,1 1 0 0 0,-1 0 0 0 0,1 0 1 0 0,-1 0-1 0 0,0 0 0 0 0,-1 0 0 0 0,1 0 1 0 0,-1 1-1 0 0,0-1 0 0 0,-4-6 0 0 0,5 8-11 0 0,0 0 0 0 0,0 1 0 0 0,0-1 0 0 0,-1 0 0 0 0,1 1 0 0 0,-1-1 0 0 0,1 0-1 0 0,-1 1 1 0 0,0 0 0 0 0,0-1 0 0 0,1 1 0 0 0,-1 0 0 0 0,0 0 0 0 0,0 0 0 0 0,0 0-1 0 0,0 1 1 0 0,0-1 0 0 0,-1 0 0 0 0,1 1 0 0 0,-2-1 0 0 0,2 1-1 0 0,1 0 1 0 0,-1 1 0 0 0,1-1-1 0 0,-1 0 1 0 0,1 1-1 0 0,0-1 1 0 0,-1 1-1 0 0,1-1 1 0 0,-1 1 0 0 0,1 0-1 0 0,0-1 1 0 0,0 1-1 0 0,-1 0 1 0 0,1 0-1 0 0,0 0 1 0 0,0 0 0 0 0,0 0-1 0 0,0 0 1 0 0,0 0-1 0 0,0 1 1 0 0,0-1-1 0 0,0 0 1 0 0,1 0 0 0 0,-2 2-1 0 0,-11 38 135 0 0,9-26-97 0 0,-1 1 8 0 0,1 0 1 0 0,1-1-1 0 0,1 1 1 0 0,-1 22-1 0 0,3-29-15 0 0,0 1 0 0 0,0-1 0 0 0,1 0 0 0 0,1 0 0 0 0,-1 0 0 0 0,2 0 0 0 0,-1 0 0 0 0,8 17 0 0 0,-9-25-20 0 0,-1 0 0 0 0,1 0-1 0 0,0 0 1 0 0,-1 0 0 0 0,1 0-1 0 0,0-1 1 0 0,0 1 0 0 0,0 0-1 0 0,0 0 1 0 0,0 0 0 0 0,0-1 0 0 0,0 1-1 0 0,0-1 1 0 0,0 1 0 0 0,0-1-1 0 0,0 1 1 0 0,0-1 0 0 0,0 0-1 0 0,0 1 1 0 0,1-1 0 0 0,-1 0 0 0 0,0 0-1 0 0,0 0 1 0 0,0 0 0 0 0,1 0-1 0 0,-1 0 1 0 0,2 0 0 0 0,34-11 454 0 0,-28 7-609 0 0,16-5 148 0 0,-9 3 2 0 0,-1 1-1 0 0,1 0 1 0 0,-1 1 0 0 0,1 0-1 0 0,23-1 1 0 0,-36 5-11 0 0,1 0 0 0 0,0 0 0 0 0,-1 0 0 0 0,1 0 1 0 0,0 1-1 0 0,-1 0 0 0 0,1 0 0 0 0,-1 0 0 0 0,0 0 0 0 0,1 0 0 0 0,-1 1 0 0 0,0-1 0 0 0,1 1 0 0 0,-1 0 0 0 0,0 0 0 0 0,0 0 0 0 0,-1 1 0 0 0,1-1 0 0 0,0 1 0 0 0,-1-1 1 0 0,1 1-1 0 0,-1 0 0 0 0,0 0 0 0 0,0 0 0 0 0,0 0 0 0 0,-1 0 0 0 0,1 1 0 0 0,-1-1 0 0 0,3 7 0 0 0,7 37 103 0 0,-9-38-79 0 0,0 0-1 0 0,1 0 1 0 0,-1 0 0 0 0,8 15-1 0 0,-10-23-23 0 0,0-1 0 0 0,1 1 0 0 0,-1 0-1 0 0,0 0 1 0 0,1-1 0 0 0,-1 1-1 0 0,1 0 1 0 0,-1-1 0 0 0,1 1-1 0 0,-1 0 1 0 0,1-1 0 0 0,-1 1-1 0 0,1-1 1 0 0,-1 1 0 0 0,1-1 0 0 0,0 1-1 0 0,-1-1 1 0 0,1 0 0 0 0,0 1-1 0 0,0-1 1 0 0,10-12 49 0 0,8-19-1 0 0,-3 3-10 0 0,1 1 0 0 0,1 0 1 0 0,25-27-1 0 0,-42 53-41 0 0,-1 0-1 0 0,1 0 1 0 0,0 0 0 0 0,0 0 0 0 0,0 0 0 0 0,0 0 0 0 0,0 1-1 0 0,0-1 1 0 0,0 0 0 0 0,0 1 0 0 0,0-1 0 0 0,0 0 0 0 0,0 1-1 0 0,1-1 1 0 0,-1 1 0 0 0,0 0 0 0 0,0-1 0 0 0,0 1 0 0 0,1 0-1 0 0,-1 0 1 0 0,0 0 0 0 0,0 0 0 0 0,3 0 0 0 0,-3 0 2 0 0,0 1 0 0 0,0 0 0 0 0,0-1 0 0 0,0 1 0 0 0,0 0 0 0 0,0 0 0 0 0,0 0 0 0 0,0 0 0 0 0,0 0 0 0 0,0 0 0 0 0,0 0 0 0 0,-1 0 0 0 0,1 0 0 0 0,0 1 0 0 0,-1-1 0 0 0,1 0 0 0 0,-1 0 0 0 0,1 2 0 0 0,1 6 12 0 0,0-1 1 0 0,0 1-1 0 0,-1-1 1 0 0,0 1-1 0 0,-1 16 1 0 0,1 30 44 0 0,1-43-44 0 0,-2 0 1 0 0,1 1-1 0 0,-2-1 0 0 0,0 0 1 0 0,0 1-1 0 0,-4 11 0 0 0,4-17 100 0 0,4-11-89 0 0,4-14-16 0 0,0-22 38 0 0,14-42 0 0 0,-1 34-19 0 0,-9 26-6 0 0,-11 21-23 0 0,0 0-1 0 0,0 0 0 0 0,1 0 0 0 0,-1 1 0 0 0,0-1 0 0 0,1 0 1 0 0,-1 0-1 0 0,1 0 0 0 0,-1 0 0 0 0,1 0 0 0 0,-1 1 1 0 0,1-1-1 0 0,0 0 0 0 0,-1 0 0 0 0,1 1 0 0 0,0-1 0 0 0,0 1 1 0 0,-1-1-1 0 0,1 1 0 0 0,0-1 0 0 0,0 1 0 0 0,0-1 0 0 0,0 1 1 0 0,0-1-1 0 0,0 1 0 0 0,0 0 0 0 0,0 0 0 0 0,1-1 1 0 0,0 2 1 0 0,-1 0 0 0 0,1-1 0 0 0,-1 1 1 0 0,0 0-1 0 0,1 0 0 0 0,-1 0 0 0 0,0 0 1 0 0,0 0-1 0 0,0 0 0 0 0,0 0 1 0 0,0 0-1 0 0,0 0 0 0 0,0 1 0 0 0,0-1 1 0 0,1 3-1 0 0,4 7 9 0 0,-1 0-1 0 0,0 1 1 0 0,4 14 0 0 0,-5-17-8 0 0,-1 0 0 0 0,1 0 0 0 0,0 0 0 0 0,8 10 0 0 0,-10-16-2 0 0,0 1 0 0 0,0-1 0 0 0,1 0-1 0 0,-1 0 1 0 0,1 0 0 0 0,0 0 0 0 0,0-1-1 0 0,0 1 1 0 0,0-1 0 0 0,0 0 0 0 0,1 1 0 0 0,-1-1-1 0 0,7 2 1 0 0,-9-4-2 0 0,0 0-1 0 0,0 0 1 0 0,0 0 0 0 0,0 0-1 0 0,0 0 1 0 0,0 0-1 0 0,0 0 1 0 0,0 0 0 0 0,0 0-1 0 0,0-1 1 0 0,0 1-1 0 0,0 0 1 0 0,0-1 0 0 0,0 1-1 0 0,0-1 1 0 0,0 1 0 0 0,-1-1-1 0 0,1 1 1 0 0,0-1-1 0 0,0 0 1 0 0,-1 1 0 0 0,1-1-1 0 0,0 0 1 0 0,-1 0 0 0 0,1 0-1 0 0,-1 1 1 0 0,1-1-1 0 0,-1 0 1 0 0,1 0 0 0 0,-1 0-1 0 0,1-1 1 0 0,1-1 3 0 0,9-14 1 0 0,-1 0 0 0 0,-1-1 1 0 0,0 0-1 0 0,-1-1 0 0 0,-2 1 0 0 0,1-1 1 0 0,-2-1-1 0 0,-1 1 0 0 0,0-1 0 0 0,-1 0 0 0 0,0-36 1 0 0,-8 38-5 0 0,5 18-1 0 0,0 0 0 0 0,-1 0 0 0 0,1 0 1 0 0,-1 0-1 0 0,1-1 0 0 0,0 1 0 0 0,-1 0 0 0 0,1 0 1 0 0,-1 0-1 0 0,1 1 0 0 0,0-1 0 0 0,-1 0 0 0 0,1 0 1 0 0,-1 0-1 0 0,1 0 0 0 0,0 0 0 0 0,-1 0 0 0 0,1 1 1 0 0,-1-1-1 0 0,1 0 0 0 0,0 0 0 0 0,-1 0 0 0 0,1 1 1 0 0,0-1-1 0 0,0 0 0 0 0,-1 0 0 0 0,1 1 0 0 0,0-1 1 0 0,0 0-1 0 0,-1 1 0 0 0,1-1 0 0 0,0 0 0 0 0,0 1 1 0 0,0-1-1 0 0,-1 1 0 0 0,1-1 0 0 0,0 0 0 0 0,0 1 1 0 0,0-1-1 0 0,0 1 0 0 0,-6 11 0 0 0,1-1 0 0 0,0 1 0 0 0,1 0 0 0 0,0 1 0 0 0,1-1 0 0 0,0 1 0 0 0,1 0 0 0 0,1 0 0 0 0,-1 20 0 0 0,2-23 0 0 0,0 0 0 0 0,1 0 0 0 0,0 0 0 0 0,1 0 0 0 0,0 0 0 0 0,0 0 0 0 0,1-1 0 0 0,0 1 0 0 0,1-1 0 0 0,0 0 0 0 0,0 0 0 0 0,1 0 0 0 0,7 10 0 0 0,-10-17 0 0 0,0 1 0 0 0,0 0 0 0 0,1 0 0 0 0,-1-1 0 0 0,1 0 0 0 0,0 1 0 0 0,-1-1 0 0 0,1 0 0 0 0,0 0 0 0 0,0-1 0 0 0,1 1 0 0 0,-1-1 0 0 0,0 1 0 0 0,0-1 0 0 0,1 0 0 0 0,-1 0 0 0 0,1 0 0 0 0,-1-1 0 0 0,1 1 0 0 0,-1-1 0 0 0,1 0 0 0 0,-1 0 0 0 0,1 0 0 0 0,-1-1 0 0 0,1 1 0 0 0,-1-1 0 0 0,1 0 0 0 0,-1 1 0 0 0,1-2 0 0 0,-1 1 0 0 0,0 0 0 0 0,6-4 0 0 0,-2 1 0 0 0,-1-1 0 0 0,1 1 0 0 0,-1-2 0 0 0,1 1 0 0 0,-1-1 0 0 0,-1 0 0 0 0,1 0 0 0 0,-1-1 0 0 0,0 1 0 0 0,-1-1 0 0 0,0 0 0 0 0,0 0 0 0 0,4-9 0 0 0,4-20 0 0 0,-1 0 0 0 0,-1-1 0 0 0,-3 0 1 0 0,7-73-1 0 0,-10-152-9 0 0,-4 232 10 0 0,1 19-2 0 0,-1-1-1 0 0,0 1 1 0 0,-1-1 0 0 0,0 1-1 0 0,-1 0 1 0 0,0-1 0 0 0,-7-20 0 0 0,4 24-6 0 0,-2 9-2 0 0,1 42-14 0 0,5-29 22 0 0,-2 61-14 0 0,12 145 1 0 0,-6-182 11 0 0,-2-14-1 0 0,4 43-12 0 0,16 83 0 0 0,-3-106 5 0 0,-16-36 10 0 0,-2-8 1 0 0,0 0-1 0 0,1 0 1 0 0,-1 1 0 0 0,0-1 0 0 0,0 0 0 0 0,0 0 0 0 0,0 0 0 0 0,0 0 0 0 0,0 0 0 0 0,1 0-1 0 0,-1 0 1 0 0,0 0 0 0 0,0 0 0 0 0,0 0 0 0 0,0 0 0 0 0,0 0 0 0 0,0 0 0 0 0,1 0-1 0 0,-1 0 1 0 0,0 0 0 0 0,0 0 0 0 0,0 0 0 0 0,0 0 0 0 0,0 0 0 0 0,0 0 0 0 0,1 0 0 0 0,-1 0-1 0 0,0 0 1 0 0,0 0 0 0 0,0 0 0 0 0,0 0 0 0 0,0 0 0 0 0,0-1 0 0 0,1 1 0 0 0,-1 0-1 0 0,0 0 1 0 0,0 0 0 0 0,0 0 0 0 0,0 0 0 0 0,0 0 0 0 0,0 0 0 0 0,0 0 0 0 0,0-1 0 0 0,0 1-1 0 0,0 0 1 0 0,0 0 0 0 0,0 0 0 0 0,0 0 0 0 0,1 0 0 0 0,-1 0 0 0 0,0-1 0 0 0,0 1-1 0 0,0 0 1 0 0,0 0 0 0 0,0 0 0 0 0,0 0 0 0 0,0 0 0 0 0,-1-1 0 0 0,3-7 0 0 0,-2 8 0 0 0,1-12-343 0 0,3-38 941 0 0,-5 20-4789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04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18895 0 0,'0'0'610'0'0,"4"3"4"0"0,-1 0-488 0 0,1 0 0 0 0,0 0 0 0 0,0 0-1 0 0,0-1 1 0 0,0 1 0 0 0,0-1 0 0 0,1 0 0 0 0,-1-1-1 0 0,1 1 1 0 0,0-1 0 0 0,-1 0 0 0 0,1 0-1 0 0,0 0 1 0 0,7 0 0 0 0,36-3 1355 0 0,85-14 1 0 0,-126 15-1416 0 0,0 1 0 0 0,0 0 0 0 0,0 0 0 0 0,-1 0 0 0 0,1 1 0 0 0,9 2 0 0 0,3 5-3252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04.9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15072 0 0,'0'0'0'0'0,"61"3"137"0"0,-24-1 48 0 0,21 3 169 0 0,-37-3-217 0 0,1 2-1 0 0,-1 0 1 0 0,0 2-1 0 0,0 0 1 0 0,22 10 0 0 0,-30-9 195 0 0,1 1 0 0 0,-2 1 0 0 0,19 14 0 0 0,-3-1 190 0 0,-27-21-2703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06.9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947 497 6424 0 0,'32'1'205'0'0,"-9"0"92"0"0,7 0 705 0 0,-30-2-970 0 0,1 1 0 0 0,-1 0 0 0 0,1-1 0 0 0,-1 1 0 0 0,1 0 0 0 0,-1-1 0 0 0,0 1 0 0 0,1 0 0 0 0,-1-1 0 0 0,1 1 0 0 0,-1-1 1 0 0,0 1-1 0 0,1-1 0 0 0,-1 1 0 0 0,0-1 0 0 0,0 1 0 0 0,1-1 0 0 0,-1 1 0 0 0,0-1 0 0 0,0 0 0 0 0,0 1 0 0 0,0-1 0 0 0,0 1 0 0 0,0-1 0 0 0,0 0 0 0 0,0 1 0 0 0,0-1 1 0 0,0 1-1 0 0,0-1 0 0 0,0 1 0 0 0,0-1 0 0 0,0 0 0 0 0,0 1 0 0 0,-1-1 0 0 0,1 1 0 0 0,0-1 0 0 0,-1 0 0 0 0,1-1-13 0 0,-1 1-1 0 0,1-1 1 0 0,0 0 0 0 0,-1 1-1 0 0,0-1 1 0 0,1 1-1 0 0,-1-1 1 0 0,0 1-1 0 0,0-1 1 0 0,0 1 0 0 0,0 0-1 0 0,0-1 1 0 0,-2-1-1 0 0,-2 1-2 0 0,1 1 0 0 0,-1-1 0 0 0,0 1 0 0 0,0 1 0 0 0,0-1 0 0 0,0 0 0 0 0,0 1 0 0 0,0 0 0 0 0,0 0 0 0 0,1 1-1 0 0,-1 0 1 0 0,0-1 0 0 0,0 2 0 0 0,0-1 0 0 0,1 0 0 0 0,-1 1 0 0 0,0 0 0 0 0,-7 4 0 0 0,-9 6-1 0 0,0 1 0 0 0,-31 27 0 0 0,26-20 7 0 0,-9 6-9 0 0,2 1 1 0 0,-42 44 0 0 0,26-20-4 0 0,20-23 1 0 0,-42 56 0 0 0,-17 47 18 0 0,-87 174-1 0 0,141-246-15 0 0,17-29-3 0 0,-20 44-1 0 0,5 2 21 0 0,8-20 15 0 0,-26 87 0 0 0,38-98-17 0 0,1-8 49 0 0,-6 45 1 0 0,9-39 60 0 0,6-32-92 0 0,-1 0 0 0 0,2 1 1 0 0,0-1-1 0 0,0 1 1 0 0,2 20-1 0 0,1-1 28 0 0,-2-22-30 0 0,1 0 1 0 0,0 0-1 0 0,0 0 0 0 0,1 0 0 0 0,0 0 0 0 0,5 12 0 0 0,1 5 135 0 0,-7-22-148 0 0,0-1-1 0 0,0 1 0 0 0,0 0 1 0 0,1 0-1 0 0,-1-1 0 0 0,1 1 1 0 0,0 0-1 0 0,0-1 0 0 0,0 0 1 0 0,4 4-1 0 0,25 27 118 0 0,-14-14 14 0 0,1-1 1 0 0,0-1-1 0 0,32 24 0 0 0,-12-15 10 0 0,-1 2 0 0 0,-2 2 0 0 0,0 1 0 0 0,-3 2 0 0 0,0 1-1 0 0,-3 2 1 0 0,-1 0 0 0 0,32 57 0 0 0,-49-71-110 0 0,-1 0 0 0 0,10 36 1 0 0,-3-9 21 0 0,1 8 121 0 0,-3 1 1 0 0,16 114 0 0 0,-16 9 11 0 0,-9-85-83 0 0,4 91 160 0 0,8 85 3 0 0,-11-227-196 0 0,1 0 0 0 0,2 0-1 0 0,28 79 1 0 0,-30-106-65 0 0,1 0 1 0 0,1 0-1 0 0,0-1 0 0 0,1-1 0 0 0,1 1 0 0 0,24 26 1 0 0,-25-33-1 0 0,0-1 1 0 0,1 1 0 0 0,0-2-1 0 0,1 0 1 0 0,-1 0 0 0 0,2-1-1 0 0,-1-1 1 0 0,1 0 0 0 0,25 8-1 0 0,-13-7 5 0 0,1-2-1 0 0,0 0 0 0 0,1-2 1 0 0,-1-1-1 0 0,30 0 1 0 0,140-6 197 0 0,126 2 77 0 0,-278 4-239 0 0,0 1 0 0 0,-1 3 0 0 0,0 1-1 0 0,0 3 1 0 0,-1 1 0 0 0,73 31 0 0 0,-64-19 37 0 0,-1 3-1 0 0,-1 2 1 0 0,-2 2 0 0 0,81 69 0 0 0,-92-68-37 0 0,245 205 622 0 0,-255-217-645 0 0,0-1 0 0 0,2-1 0 0 0,0-2-1 0 0,1-1 1 0 0,0-1 0 0 0,1-2 0 0 0,1 0-1 0 0,0-3 1 0 0,0 0 0 0 0,42 4 0 0 0,-31-8-5 0 0,-1-2 1 0 0,1-2-1 0 0,-1-1 1 0 0,1-3-1 0 0,-1-1 0 0 0,0-3 1 0 0,66-17-1 0 0,-13-7 42 0 0,-1-3 0 0 0,109-57 0 0 0,164-119 199 0 0,-144 85-107 0 0,-157 90-105 0 0,225-108 316 0 0,-255 124-321 0 0,-1-1-1 0 0,-1-1 1 0 0,-1-2-1 0 0,-1-2 1 0 0,57-55-1 0 0,-71 61-19 0 0,0-1-1 0 0,-2 0 0 0 0,0-1 0 0 0,22-41 0 0 0,39-98 139 0 0,-65 133-154 0 0,42-123 171 0 0,-34 89-158 0 0,23-108 76 0 0,-23 77-42 0 0,15-111 128 0 0,-28 152-169 0 0,-3 20-11 0 0,-1-1 1 0 0,-2 0 0 0 0,-1 0-1 0 0,-6-37 1 0 0,4 49-9 0 0,-2 1 0 0 0,0 0 1 0 0,-1 0-1 0 0,-1 0 0 0 0,-1 1 1 0 0,0 0-1 0 0,-2 0 1 0 0,-10-16-1 0 0,13 25-9 0 0,0 1-1 0 0,-1 0 1 0 0,0 0-1 0 0,-1 1 1 0 0,0-1-1 0 0,0 2 1 0 0,-1-1-1 0 0,1 1 1 0 0,-1 1 0 0 0,-1-1-1 0 0,1 1 1 0 0,-19-6-1 0 0,4 3 21 0 0,0 2 0 0 0,-1 0 0 0 0,0 1 1 0 0,-31-1-1 0 0,7 0 46 0 0,1-1 1 0 0,-70-22 0 0 0,102 24-64 0 0,0-2-1 0 0,0 1 0 0 0,0-2 0 0 0,1 0 1 0 0,0-1-1 0 0,1-1 0 0 0,0 0 1 0 0,0-1-1 0 0,1 0 0 0 0,1-1 0 0 0,0 0 1 0 0,0-1-1 0 0,1-1 0 0 0,-14-22 1 0 0,-4-14 36 0 0,3-2 1 0 0,-41-108-1 0 0,55 127-36 0 0,-72-247 83 0 0,25 69-35 0 0,45 169-55 0 0,3 4 2 0 0,-2 1 1 0 0,-1 0-1 0 0,-23-39 0 0 0,18 42 11 0 0,-2 1 1 0 0,-50-60 0 0 0,60 82-19 0 0,0 0 1 0 0,-1 1 0 0 0,0 0 0 0 0,-1 0 0 0 0,0 1 0 0 0,0 1 0 0 0,-1 1 0 0 0,0 0 0 0 0,0 0 0 0 0,-21-5 0 0 0,14 6 2 0 0,-1 2 1 0 0,1 0-1 0 0,-1 2 1 0 0,0 0-1 0 0,0 2 1 0 0,0 0 0 0 0,-24 4-1 0 0,-12 4 17 0 0,-82 23-1 0 0,44-5-2 0 0,-142 33 38 0 0,201-53-44 0 0,-1-1-1 0 0,1-2 1 0 0,-1-1-1 0 0,-54-5 1 0 0,76 2-11 0 0,0-2 1 0 0,0 0-1 0 0,0-1 0 0 0,1-1 0 0 0,-1 0 1 0 0,1-1-1 0 0,0-1 0 0 0,1 0 1 0 0,-1-1-1 0 0,-15-12 0 0 0,13 7 3 0 0,1-1 0 0 0,0-1-1 0 0,2 0 1 0 0,-1 0 0 0 0,2-2-1 0 0,0 0 1 0 0,-14-25 0 0 0,8 10 4 0 0,-6-9 19 0 0,-24-56 1 0 0,-36-77 36 0 0,63 132-50 0 0,-11-19 14 0 0,-2 1 0 0 0,-3 2-1 0 0,-55-65 1 0 0,44 71 12 0 0,-92-74 0 0 0,138 123-43 0 0,-31-24 18 0 0,0 1 0 0 0,-1 2 0 0 0,-2 1 0 0 0,0 2 0 0 0,-1 2 0 0 0,-76-27 0 0 0,89 38-7 0 0,0 1 1 0 0,-1 1-1 0 0,0 1 1 0 0,0 2 0 0 0,0 1-1 0 0,0 0 1 0 0,0 2-1 0 0,0 1 1 0 0,0 1-1 0 0,0 2 1 0 0,0 0 0 0 0,-36 11-1 0 0,29-3 3 0 0,0 2 0 0 0,0 1 0 0 0,2 1 0 0 0,0 2 0 0 0,1 1 0 0 0,1 1 0 0 0,-42 37 0 0 0,33-21 6 0 0,2 2 0 0 0,1 2 0 0 0,2 1 0 0 0,-39 65 1 0 0,38-50-3289 0 0,27-45-13155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09.5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58 8240 0 0,'32'0'86'0'0,"-11"0"50"0"0,-18 0 306 0 0,-29 9 3462 0 0,58-16-3202 0 0,-28 5-655 0 0,0 1 1 0 0,0-1-1 0 0,0 1 0 0 0,0 0 0 0 0,0 0 1 0 0,1 1-1 0 0,-1 0 0 0 0,5-1 1 0 0,57 7 270 0 0,75-3 1 0 0,-102-3-211 0 0,14-3 180 0 0,66-10-1 0 0,44-5 470 0 0,-107 17-600 0 0,143-12 439 0 0,-132 6-74 0 0,-1 3 0 0 0,134 8-1 0 0,-143-1-329 0 0,-4 0 79 0 0,202 5 902 0 0,138 4 415 0 0,-344-9-1113 0 0,97 17-1 0 0,4 1 244 0 0,-73-23-278 0 0,-20-1-143 0 0,-43 2-108 0 0,-1 0-1 0 0,22-6 1 0 0,-20 0 83 0 0,-15 6-247 0 0,1 0 1 0 0,0 1 0 0 0,0-1-1 0 0,-1 0 1 0 0,1 1-1 0 0,0-1 1 0 0,0 1-1 0 0,0-1 1 0 0,0 1-1 0 0,0 0 1 0 0,0-1 0 0 0,0 1-1 0 0,0 0 1 0 0,0 0-1 0 0,0 0 1 0 0,1 0-1 0 0,-5 0 152 0 0,0 1 0 0 0,-1 0 0 0 0,1-1 0 0 0,0 2 0 0 0,0-1 0 0 0,0 0 0 0 0,0 0 0 0 0,0 1 0 0 0,1 0 0 0 0,-1 0 0 0 0,0 0 0 0 0,1 0-1 0 0,-5 4 1 0 0,4-3-703 0 0,-1 1 0 0 0,1 0-1 0 0,0 0 1 0 0,0 0-1 0 0,0 0 1 0 0,-3 8-1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11.2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45 6520 0 0,'5'-4'73'0'0,"14"-13"7"0"0,-7-3 508 0 0,-11 16 125 0 0,-3 14-438 0 0,-41 264 1662 0 0,38-220-1458 0 0,2 1-1 0 0,3-1 0 0 0,12 108 1 0 0,-10-150-379 0 0,0-1 1 0 0,0 1-1 0 0,9 20 1 0 0,-10-28-65 0 0,1-1 1 0 0,0 1-1 0 0,-1 0 0 0 0,1-1 1 0 0,1 0-1 0 0,-1 1 1 0 0,0-1-1 0 0,1 0 0 0 0,0 0 1 0 0,0 0-1 0 0,0-1 0 0 0,0 1 1 0 0,0-1-1 0 0,4 3 1 0 0,-5-5-14 0 0,1 0 0 0 0,0 1 1 0 0,-1-2-1 0 0,1 1 0 0 0,-1 0 1 0 0,1 0-1 0 0,-1-1 0 0 0,1 1 1 0 0,0-1-1 0 0,-1 0 0 0 0,0 0 1 0 0,5-2-1 0 0,10-3 114 0 0,5 3 11 0 0,0-2 1 0 0,0 0 0 0 0,-1-1 0 0 0,25-12 0 0 0,-33 14-8 0 0,0 0 0 0 0,-1 1 1 0 0,1 0-1 0 0,0 1 0 0 0,18-1 1 0 0,-10 3-610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12.0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12864 0 0,'0'0'1054'0'0,"3"-1"-908"0"0,-2 0-133 0 0,-1 1 1 0 0,1 0 0 0 0,-1-1 0 0 0,1 1-1 0 0,-1 0 1 0 0,1 0 0 0 0,-1-1 0 0 0,1 1-1 0 0,-1 0 1 0 0,1 0 0 0 0,0 0 0 0 0,-1 0-1 0 0,1 0 1 0 0,-1 0 0 0 0,1 0-1 0 0,0 0 1 0 0,-1 0 0 0 0,1 0 0 0 0,-1 0-1 0 0,1 0 1 0 0,0 1 0 0 0,-1-1 0 0 0,1 0-1 0 0,-1 0 1 0 0,1 1 0 0 0,-1-1 0 0 0,1 0-1 0 0,-1 1 1 0 0,2 0 0 0 0,5 24 780 0 0,-6-23-751 0 0,24 117 633 0 0,13 167 0 0 0,-33-153-602 0 0,11 112-23 0 0,-15-234-35 0 0,2 17 4 0 0,-2-24 24 0 0,-1-16 45 0 0,-27-269 324 0 0,15 188-227 0 0,7 47-7 0 0,2-1 0 0 0,5-63 0 0 0,-1 89-93 0 0,2 0 0 0 0,0 1 1 0 0,1 0-1 0 0,1-1 0 0 0,1 2 0 0 0,1-1 1 0 0,16-33-1 0 0,-20 48-32 0 0,1-1 1 0 0,-1 1-1 0 0,1 0 0 0 0,-1 0 1 0 0,2 0-1 0 0,-1 1 0 0 0,9-9 1 0 0,-12 12-38 0 0,1 0-1 0 0,-1 1 1 0 0,1-1 0 0 0,-1 0 0 0 0,1 0 0 0 0,-1 1 0 0 0,1-1 0 0 0,-1 1-1 0 0,1-1 1 0 0,0 1 0 0 0,-1 0 0 0 0,1-1 0 0 0,0 1 0 0 0,-1 0 0 0 0,1 0-1 0 0,0 0 1 0 0,-1 0 0 0 0,1 1 0 0 0,0-1 0 0 0,-1 0 0 0 0,1 1 0 0 0,-1-1-1 0 0,1 1 1 0 0,-1 0 0 0 0,1-1 0 0 0,-1 1 0 0 0,1 0 0 0 0,-1 0-1 0 0,1 0 1 0 0,-1 0 0 0 0,0 0 0 0 0,0 0 0 0 0,2 2 0 0 0,4 5 53 0 0,0 0 1 0 0,-1 1-1 0 0,0-1 1 0 0,-1 1-1 0 0,0 1 1 0 0,0-1-1 0 0,-1 1 1 0 0,0 0-1 0 0,-1 0 1 0 0,0 0-1 0 0,2 12 1 0 0,5 15 147 0 0,-9-32-156 0 0,0 1 0 0 0,-1-1 0 0 0,1 1 1 0 0,-1-1-1 0 0,-1 1 0 0 0,1-1 0 0 0,-2 9 1 0 0,0 9 79 0 0,-11 42 314 0 0,11-59-382 0 0,0-1 1 0 0,0 1 0 0 0,-1-1-1 0 0,0 0 1 0 0,0 0 0 0 0,0 0-1 0 0,-1 0 1 0 0,1-1 0 0 0,-1 1-1 0 0,0-1 1 0 0,-1 0 0 0 0,1 0-1 0 0,-8 5 1 0 0,10-8 94 0 0,-5 6 1085 0 0,46 0-1006 0 0,-33-6-209 0 0,0-1-1 0 0,0 1 1 0 0,0 0-1 0 0,1 1 1 0 0,-2-1 0 0 0,1 1-1 0 0,0 1 1 0 0,0-1-1 0 0,-1 1 1 0 0,1 0-1 0 0,-1 0 1 0 0,0 0-1 0 0,0 1 1 0 0,5 4-1 0 0,-1 0 0 0 0,-1 1 1 0 0,-1 0-1 0 0,1 1 0 0 0,-2-1 0 0 0,1 1 0 0 0,-1 1 0 0 0,-1-1 0 0 0,0 1 1 0 0,0 0-1 0 0,-1 0 0 0 0,0 1 0 0 0,-1-1 0 0 0,-1 1 0 0 0,1 0 1 0 0,-2-1-1 0 0,0 1 0 0 0,0 0 0 0 0,-1 0 0 0 0,-1 0 0 0 0,0 0 0 0 0,0 0 1 0 0,-1 0-1 0 0,-1-1 0 0 0,0 1 0 0 0,-7 16 0 0 0,0 3 22 0 0,6-21-29 0 0,1 1 1 0 0,-1-1-1 0 0,0 0 0 0 0,-1 0 1 0 0,-8 12-1 0 0,-52 71 212 0 0,59-86-219 0 0,1 1 0 0 0,-1-1 0 0 0,0 0 0 0 0,-1 0 0 0 0,0-1 1 0 0,0 0-1 0 0,0 0 0 0 0,0 0 0 0 0,-1-1 0 0 0,0-1 0 0 0,0 1 0 0 0,-1-1 0 0 0,-12 4 0 0 0,17-6-9 0 0,-1 0 0 0 0,0-1 0 0 0,0 0-1 0 0,0 0 1 0 0,0 0 0 0 0,0-1 0 0 0,0 0-1 0 0,0 0 1 0 0,0 0 0 0 0,0 0 0 0 0,0-1 0 0 0,0 0-1 0 0,0 0 1 0 0,0 0 0 0 0,1-1 0 0 0,-1 1-1 0 0,0-1 1 0 0,1 0 0 0 0,-1-1 0 0 0,1 1-1 0 0,0-1 1 0 0,0 0 0 0 0,0 0 0 0 0,0 0-1 0 0,-6-7 1 0 0,5 5 21 0 0,0 0 1 0 0,1-1-1 0 0,0 1 1 0 0,0-1-1 0 0,1 0 0 0 0,-1 0 1 0 0,1-1-1 0 0,1 1 0 0 0,-1 0 1 0 0,1-1-1 0 0,0 0 0 0 0,-1-12 1 0 0,3-26-3387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13.9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164 287 17583 0 0,'0'0'3888'0'0,"2"6"-3410"0"0,1 13-366 0 0,-1 0 1 0 0,0 0-1 0 0,-2 0 1 0 0,0 0-1 0 0,-3 23 0 0 0,0 29-17 0 0,3 253 50 0 0,0-271-156 0 0,-8 266-330 0 0,-10 82-1083 0 0,18-399 1391 0 0,0 0 0 0 0,0 0-1 0 0,1 0 1 0 0,-1 0 0 0 0,1 0-1 0 0,0 0 1 0 0,-1 0 0 0 0,1 0-1 0 0,0 0 1 0 0,0 0 0 0 0,0-1-1 0 0,0 1 1 0 0,1 0 0 0 0,-1-1-1 0 0,0 1 1 0 0,1-1 0 0 0,-1 1 0 0 0,1-1-1 0 0,-1 0 1 0 0,1 1 0 0 0,0-1-1 0 0,0 0 1 0 0,-1 0 0 0 0,1 0-1 0 0,0-1 1 0 0,0 1 0 0 0,4 1-1 0 0,7 2 72 0 0,0-1-1 0 0,1-1 0 0 0,18 2 1 0 0,-10-1-109 0 0,45 4 180 0 0,68-2 1 0 0,-79-5 179 0 0,0 2 0 0 0,86 16 0 0 0,36 19 457 0 0,-121-27-460 0 0,-1-2 0 0 0,100 0 0 0 0,-5-1 270 0 0,-107 0-156 0 0,75 21 0 0 0,-99-22-280 0 0,31 10 185 0 0,-35-10-159 0 0,1-1 1 0 0,33 6-1 0 0,81 3 470 0 0,-112-14-507 0 0,0-1-1 0 0,-1-1 1 0 0,32-6 0 0 0,30-3 286 0 0,-58 8-227 0 0,-20 2-146 0 0,1 0 0 0 0,0 1 1 0 0,-1-1-1 0 0,1 1 0 0 0,0 0 1 0 0,0 0-1 0 0,-1 0 0 0 0,1 0 1 0 0,0 0-1 0 0,-1 1 0 0 0,4 0 1 0 0,-5-1 31 0 0,0 0-33 0 0,-1 0-1 0 0,1-1 1 0 0,-1 1 0 0 0,1 0-1 0 0,0-1 1 0 0,-1 1 0 0 0,1 0-1 0 0,-1 0 1 0 0,1-1 0 0 0,-1 1-1 0 0,1 0 1 0 0,0 0 0 0 0,-1 0-1 0 0,1 0 1 0 0,0 0 0 0 0,-1 0-1 0 0,1 0 1 0 0,-1 0 0 0 0,1 0-1 0 0,0 0 1 0 0,-1 0-1 0 0,1 0 1 0 0,0 1 0 0 0,-1-1-1 0 0,1 0 1 0 0,-1 0 0 0 0,1 1-1 0 0,-1-1 1 0 0,1 0 0 0 0,-1 1-1 0 0,1-1 1 0 0,-1 0 0 0 0,1 1-1 0 0,-1-1 1 0 0,1 1 0 0 0,-1-1-1 0 0,0 1 1 0 0,1 0-1 0 0,0-1-3 0 0,-1 1-1 0 0,1-1 1 0 0,-1 0-1 0 0,1 0 0 0 0,-1 0 1 0 0,1 0-1 0 0,-1 0 0 0 0,0 0 1 0 0,1 0-1 0 0,-1 0 1 0 0,1 0-1 0 0,-1 0 0 0 0,1 0 1 0 0,-1 0-1 0 0,0-1 0 0 0,1 1 1 0 0,-1 0-1 0 0,1 0 0 0 0,-1 0 1 0 0,1-1-1 0 0,-1 1 1 0 0,0 0-1 0 0,1 0 0 0 0,-1-1 1 0 0,0 1-1 0 0,1 0 0 0 0,-1-1 1 0 0,0 1-1 0 0,0 0 1 0 0,1-1-1 0 0,-1 1 0 0 0,0 0 1 0 0,0-1-1 0 0,1 1 0 0 0,-1-1 1 0 0,0 1-1 0 0,0-1 0 0 0,0 1 1 0 0,0 0-1 0 0,0-1 1 0 0,0 1-1 0 0,0-1 0 0 0,0 1 1 0 0,0-1-1 0 0,0 1 0 0 0,0-1 1 0 0,0-5 18 0 0,0 1 0 0 0,0 0 1 0 0,1-1-1 0 0,-1 1 0 0 0,3-9 1 0 0,2-32 106 0 0,-5 38-109 0 0,0-1 0 0 0,1 0 0 0 0,0 0-1 0 0,5-17 1 0 0,-4 19-13 0 0,-1-1 1 0 0,1 0-1 0 0,-1 0 0 0 0,0 0 0 0 0,-1 0 0 0 0,0 0 1 0 0,-1-9-1 0 0,-1-1 35 0 0,1 0 1 0 0,2-31 0 0 0,0 18 10 0 0,0 16-29 0 0,0 0 0 0 0,6-26-1 0 0,1-12 25 0 0,2-96 129 0 0,-8 111-112 0 0,12-68 0 0 0,-7 68 9 0 0,3-70 0 0 0,-9 71-17 0 0,11-54 1 0 0,-5 42-22 0 0,10-115 131 0 0,4-33 8 0 0,-17 175-157 0 0,-2 1-1 0 0,0-1 0 0 0,-2 1 0 0 0,-2-31 0 0 0,0 38 10 0 0,0 0 1 0 0,-1 1-1 0 0,-1 0 0 0 0,0 0 0 0 0,-1 0 0 0 0,0 0 0 0 0,-11-16 0 0 0,13 24-14 0 0,0 0 0 0 0,-1 0 0 0 0,1 1 0 0 0,-1 0 0 0 0,-6-5 0 0 0,-6-7 33 0 0,8 9-40 0 0,0 0 0 0 0,0 0 1 0 0,0 1-1 0 0,-1 0 0 0 0,0 1 0 0 0,0 0 0 0 0,-1 0 1 0 0,1 1-1 0 0,-1 0 0 0 0,0 1 0 0 0,0 0 0 0 0,-1 1 0 0 0,1 0 1 0 0,0 0-1 0 0,-12 0 0 0 0,-23 1 37 0 0,0 1 0 0 0,-57 7 0 0 0,40-1-10 0 0,-248-14 117 0 0,45-1-40 0 0,213 14-99 0 0,0 1 0 0 0,0 3 1 0 0,-93 28-1 0 0,-189 64 64 0 0,253-79-44 0 0,-148 21 0 0 0,215-41 11 0 0,1 0 1 0 0,-1 0-1 0 0,1 2 0 0 0,0-1 1 0 0,0 2-1 0 0,-15 6 0 0 0,22-8-349 0 0,1 0 0 0 0,-1 1 0 0 0,1 0-1 0 0,-1 0 1 0 0,1 0 0 0 0,0 0 0 0 0,1 1 0 0 0,-1 0 0 0 0,1 0 0 0 0,0 0-1 0 0,0 0 1 0 0,0 1 0 0 0,1 0 0 0 0,-3 6 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23.6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0 159 2704 0 0,'29'-15'0'0'0,"-9"9"0"0"0,-6 0 0 0 0,-15-5 0 0 0,-5-2 3 0 0,2 12-14 0 0,-2-2 130 0 0,-1-4 1119 0 0,4 11-495 0 0,1 22-286 0 0,7 35-403 0 0,1-18 187 0 0,0 56 0 0 0,-4-41-80 0 0,-6 68 225 0 0,1-34 126 0 0,1-69-405 0 0,1-21-89 0 0,1-1 0 0 0,0 1 0 0 0,-1-1 0 0 0,1 1-1 0 0,0 0 1 0 0,0-1 0 0 0,0 1 0 0 0,0-1-1 0 0,0 1 1 0 0,0 0 0 0 0,0-1 0 0 0,1 1-1 0 0,-1 0 1 0 0,0-1 0 0 0,2 3 0 0 0,-1-3 134 0 0,-4 8 529 0 0,2-18-418 0 0,2-17 52 0 0,-2 10-245 0 0,-1-69 418 0 0,-5-23 317 0 0,2-24-259 0 0,5 80-175 0 0,2-21 51 0 0,0 33-244 0 0,-3 32-104 0 0,1 0 0 0 0,1 0 1 0 0,0-1-1 0 0,2-11 0 0 0,1-7 316 0 0,1-1-8 0 0,-3 18-76 0 0,3 4-86 0 0,-4 5 196 0 0,22 6 88 0 0,-15 0-419 0 0,-2 1 0 0 0,1-1 0 0 0,0 1 1 0 0,-1 0-1 0 0,0 1 0 0 0,-1-1 0 0 0,1 1 1 0 0,-1 0-1 0 0,-1 1 0 0 0,1-1 0 0 0,-1 1 1 0 0,0 0-1 0 0,-1 0 0 0 0,0 0 0 0 0,0 0 1 0 0,-1 1-1 0 0,1 8 0 0 0,-2-11-43 0 0,0 1 0 0 0,-1 0-1 0 0,0-1 1 0 0,0 1 0 0 0,0-1-1 0 0,-1 1 1 0 0,0 0 0 0 0,-1-1 0 0 0,1 0-1 0 0,-1 1 1 0 0,-1-1 0 0 0,1 0-1 0 0,-6 10 1 0 0,0 4 53 0 0,6-16-53 0 0,1 0-1 0 0,-1 0 1 0 0,0 0-1 0 0,0 0 0 0 0,-1 0 1 0 0,1 0-1 0 0,-5 5 1 0 0,-62 68 686 0 0,68-76-691 0 0,1-1 0 0 0,-1 1 0 0 0,1-1 0 0 0,-1 1 0 0 0,0 0 0 0 0,1-1-1 0 0,-1 1 1 0 0,0-1 0 0 0,0 0 0 0 0,1 1 0 0 0,-1-1 0 0 0,0 1 0 0 0,0-1 0 0 0,0 0 0 0 0,1 0 0 0 0,-3 1 0 0 0,14-1 684 0 0,52 5-464 0 0,-49-5-178 0 0,1 0 0 0 0,0 2 0 0 0,0-1 0 0 0,-1 2-1 0 0,1 0 1 0 0,-1 0 0 0 0,0 2 0 0 0,25 10 0 0 0,-34-12-41 0 0,1 0-1 0 0,-1 0 1 0 0,0 1 0 0 0,0 0 0 0 0,0 0 0 0 0,-1 0 0 0 0,1 0 0 0 0,4 8-1 0 0,-7-10-14 0 0,0 1-1 0 0,-1 0 0 0 0,0 0 0 0 0,0 0 0 0 0,0 0 1 0 0,0 0-1 0 0,0 0 0 0 0,0 0 0 0 0,-1 0 0 0 0,0 1 1 0 0,1-1-1 0 0,-1 0 0 0 0,0 0 0 0 0,-1 0 1 0 0,1 1-1 0 0,0-1 0 0 0,-1 0 0 0 0,-1 4 0 0 0,-2 4 20 0 0,0 0 0 0 0,-1 0-1 0 0,0-1 1 0 0,-1 1-1 0 0,0-1 1 0 0,0-1-1 0 0,-1 1 1 0 0,0-1 0 0 0,-1 0-1 0 0,0-1 1 0 0,-13 11-1 0 0,13-12 3 0 0,1-1 0 0 0,-2 0 0 0 0,1 0 0 0 0,-1-1 0 0 0,1 0 0 0 0,-1 0 0 0 0,-1-1-1 0 0,1-1 1 0 0,-1 1 0 0 0,1-1 0 0 0,-1-1 0 0 0,0 0 0 0 0,-17 1 0 0 0,25-3-29 0 0,1 1 0 0 0,-1-1 1 0 0,1 0-1 0 0,-1 0 1 0 0,1-1-1 0 0,-1 1 0 0 0,1 0 1 0 0,-1 0-1 0 0,1-1 1 0 0,-1 1-1 0 0,1-1 0 0 0,-1 0 1 0 0,1 1-1 0 0,-1-1 1 0 0,1 0-1 0 0,0 0 0 0 0,-1 1 1 0 0,1-1-1 0 0,0 0 1 0 0,0 0-1 0 0,0-1 0 0 0,0 1 1 0 0,0 0-1 0 0,-1-2 1 0 0,1 1 1 0 0,0 0 0 0 0,1 0 1 0 0,-1 0-1 0 0,1 0 1 0 0,0 0-1 0 0,-1-1 1 0 0,1 1-1 0 0,0 0 1 0 0,0 0-1 0 0,0-1 0 0 0,1 1 1 0 0,-1 0-1 0 0,1 0 1 0 0,0-4-1 0 0,2-2 19 0 0,0 1-1 0 0,0 0 0 0 0,0 1 1 0 0,0-1-1 0 0,1 1 0 0 0,1-1 1 0 0,-1 1-1 0 0,1 0 0 0 0,6-6 1 0 0,2 2-2799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25.7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13 398 15376 0 0,'-3'2'240'0'0,"-6"-1"838"0"0,18-11-348 0 0,35-25-13 0 0,-22 17-548 0 0,92-86 558 0 0,-110 101-674 0 0,3-6-2 0 0,-20 61-49 0 0,-2-20-3 0 0,-38 97-14 0 0,35-61-11 0 0,17-62 22 0 0,0 1 1 0 0,0-1-1 0 0,1 1 1 0 0,0-1 0 0 0,0 1-1 0 0,0-1 1 0 0,1 1-1 0 0,3 10 1 0 0,0-8-4 0 0,5 1-1 0 0,-8-9 8 0 0,-1 0 0 0 0,1-1-1 0 0,0 1 1 0 0,0 0-1 0 0,-1 0 1 0 0,1 0 0 0 0,0-1-1 0 0,0 1 1 0 0,0 0-1 0 0,0-1 1 0 0,0 1-1 0 0,0-1 1 0 0,0 1 0 0 0,0-1-1 0 0,1 0 1 0 0,-1 1-1 0 0,2-1 1 0 0,0 0-1 0 0,-1 1 1 0 0,-1-1 0 0 0,0 0 0 0 0,0 0 0 0 0,0 1 0 0 0,1-1 0 0 0,-1 0 0 0 0,0 0 0 0 0,0 0 0 0 0,1-1 0 0 0,-1 1 0 0 0,0 0 0 0 0,0 0 0 0 0,1-1 0 0 0,-1 1 0 0 0,0-1 0 0 0,0 1 0 0 0,0-1 0 0 0,0 1 0 0 0,0-1 0 0 0,0 0 0 0 0,0 1 0 0 0,0-1 0 0 0,0 0 0 0 0,0 0 0 0 0,0 0 0 0 0,0 0 0 0 0,0-1 0 0 0,2 0 0 0 0,0-1 0 0 0,0 1 0 0 0,0 0 0 0 0,-1-1 0 0 0,1 0 0 0 0,-1 0 0 0 0,1 0 0 0 0,-1 0 0 0 0,0 0 0 0 0,0 0 0 0 0,1-4 0 0 0,4-5 0 0 0,-4 6 0 0 0,0-1 0 0 0,-1 0 0 0 0,1 1 0 0 0,-1-1 0 0 0,1-9 0 0 0,4-10 0 0 0,8-50 26 0 0,-11 13 92 0 0,-7 40 169 0 0,1 28-261 0 0,0 1 0 0 0,0 0 0 0 0,0 0 0 0 0,1 0 0 0 0,0 1 1 0 0,0-1-1 0 0,0 0 0 0 0,1 0 0 0 0,0 1 0 0 0,0-1 0 0 0,2 10 0 0 0,1 5 52 0 0,2 0 0 0 0,6 23 0 0 0,-6-36-20 0 0,-1-1 1 0 0,1 1-1 0 0,0-1 1 0 0,1 0-1 0 0,9 9 1 0 0,-15-16-50 0 0,3 3 15 0 0,0-1 0 0 0,0 1 0 0 0,0-1-1 0 0,0 0 1 0 0,0 0 0 0 0,1 0 0 0 0,-1-1 0 0 0,0 1 0 0 0,1-1 0 0 0,0 0 0 0 0,-1 0 0 0 0,1 0 0 0 0,0 0 0 0 0,-1 0 0 0 0,1-1 0 0 0,0 0 0 0 0,0 0 0 0 0,-1 0 0 0 0,1 0 0 0 0,0 0-1 0 0,0-1 1 0 0,-1 0 0 0 0,6-1 0 0 0,-4 0 2 0 0,-1 1-1 0 0,1-1 1 0 0,-1 0 0 0 0,0 0-1 0 0,0 0 1 0 0,0 0-1 0 0,0-1 1 0 0,0 0-1 0 0,0 0 1 0 0,-1 0-1 0 0,1 0 1 0 0,-1 0-1 0 0,0-1 1 0 0,0 1 0 0 0,0-1-1 0 0,-1 0 1 0 0,1 0-1 0 0,3-8 1 0 0,5-18 83 0 0,-2 0-1 0 0,-1-1 1 0 0,-2 0 0 0 0,0 0 0 0 0,1-48 0 0 0,-5 22 69 0 0,0 33-101 0 0,-1 0 0 0 0,-1 1-1 0 0,-1-1 1 0 0,-1 0 0 0 0,-7-29 0 0 0,9 52-71 0 0,0 0 1 0 0,0 0-1 0 0,0 0 1 0 0,0 0-1 0 0,-1 0 1 0 0,1 0-1 0 0,0 0 1 0 0,-1 0 0 0 0,1 0-1 0 0,-1 0 1 0 0,1 0-1 0 0,-1 0 1 0 0,1 0-1 0 0,-1 0 1 0 0,0 0-1 0 0,0 1 1 0 0,1-1-1 0 0,-1 0 1 0 0,0 0 0 0 0,0 1-1 0 0,0-1 1 0 0,0 0-1 0 0,1 1 1 0 0,-1-1-1 0 0,0 1 1 0 0,0-1-1 0 0,0 1 1 0 0,0 0-1 0 0,-1-1 1 0 0,1 1 0 0 0,0 0-1 0 0,0 0 1 0 0,0 0-1 0 0,0 0 1 0 0,0 0-1 0 0,0 0 1 0 0,0 0-1 0 0,0 0 1 0 0,0 0 0 0 0,0 0-1 0 0,0 0 1 0 0,-1 1-1 0 0,1-1 1 0 0,0 0-1 0 0,-1 1 1 0 0,-1 1 7 0 0,0 0 0 0 0,0 0 1 0 0,0 0-1 0 0,0 0 0 0 0,1 0 0 0 0,-1 1 1 0 0,1-1-1 0 0,-1 1 0 0 0,1 0 0 0 0,0 0 1 0 0,0 0-1 0 0,-3 5 0 0 0,-7 22 54 0 0,1 0-1 0 0,2 1 1 0 0,1 0-1 0 0,1 0 0 0 0,2 1 1 0 0,-2 62-1 0 0,7-81-33 0 0,0-1-1 0 0,1 1 0 0 0,1-1 1 0 0,-1 1-1 0 0,2-1 1 0 0,0 0-1 0 0,1 0 0 0 0,0 0 1 0 0,10 20-1 0 0,-12-28-20 0 0,0 0 0 0 0,0-1 0 0 0,1 1 0 0 0,-1-1 0 0 0,1 1 0 0 0,0-1 0 0 0,0 0 0 0 0,0 0 0 0 0,0 0 0 0 0,1 0 0 0 0,-1-1 0 0 0,1 0 0 0 0,0 1 0 0 0,0-1 0 0 0,-1 0 0 0 0,1-1 0 0 0,1 1 0 0 0,-1-1 0 0 0,0 0 0 0 0,0 0 0 0 0,0 0-1 0 0,1 0 1 0 0,-1-1 0 0 0,0 0 0 0 0,1 0 0 0 0,-1 0 0 0 0,0 0 0 0 0,1-1 0 0 0,-1 1 0 0 0,8-4 0 0 0,3 0 33 0 0,-1-1 0 0 0,0-1 0 0 0,0 0 0 0 0,-1-1 1 0 0,0 0-1 0 0,0-1 0 0 0,18-16 0 0 0,-2-1 138 0 0,45-51 1 0 0,-30 16 23 0 0,-42 58-195 0 0,-1 0 1 0 0,0 1-1 0 0,0-1 1 0 0,0 0-1 0 0,0 0 0 0 0,-1 0 1 0 0,1 0-1 0 0,0 0 1 0 0,-1 0-1 0 0,1 0 1 0 0,-1 0-1 0 0,0 0 1 0 0,0 0-1 0 0,1 0 1 0 0,-1 0-1 0 0,-1 0 1 0 0,1 0-1 0 0,0 0 1 0 0,0 0-1 0 0,-1 0 1 0 0,1 0-1 0 0,-1 0 1 0 0,0 0-1 0 0,0 0 1 0 0,-1-2-1 0 0,1 2 39 0 0,1 2-47 0 0,0 0-1 0 0,0-1 1 0 0,-1 1 0 0 0,1 0-1 0 0,0 0 1 0 0,0-1-1 0 0,-1 1 1 0 0,1 0-1 0 0,0 0 1 0 0,0 0 0 0 0,-1-1-1 0 0,1 1 1 0 0,0 0-1 0 0,-1 0 1 0 0,1 0-1 0 0,0 0 1 0 0,0 0 0 0 0,-1 0-1 0 0,1-1 1 0 0,0 1-1 0 0,-1 0 1 0 0,1 0-1 0 0,0 0 1 0 0,-1 0 0 0 0,1 0-1 0 0,0 0 1 0 0,-1 0-1 0 0,1 1 1 0 0,0-1-1 0 0,-1 0 1 0 0,1 0 0 0 0,0 0-1 0 0,-1 0 1 0 0,1 0-1 0 0,0 0 1 0 0,-1 1-1 0 0,1-1 1 0 0,0 0 0 0 0,0 0-1 0 0,-1 0 1 0 0,1 1-1 0 0,0-1 1 0 0,0 0-1 0 0,-1 1 1 0 0,-14 8 89 0 0,2 1-48 0 0,0 2-1 0 0,1 0 1 0 0,0 0-1 0 0,1 2 1 0 0,0-1-1 0 0,1 1 1 0 0,1 0-1 0 0,0 1 0 0 0,1 0 1 0 0,0 1-1 0 0,2-1 1 0 0,0 2-1 0 0,0-1 1 0 0,2 0-1 0 0,0 1 1 0 0,1 0-1 0 0,0 0 1 0 0,0 30-1 0 0,3-44-34 0 0,0 0 1 0 0,0 0-1 0 0,0 0 0 0 0,1 1 0 0 0,-1-1 1 0 0,1 0-1 0 0,0 0 0 0 0,0 0 0 0 0,0 0 0 0 0,0 0 1 0 0,0-1-1 0 0,0 1 0 0 0,1 0 0 0 0,0 0 1 0 0,-1-1-1 0 0,1 1 0 0 0,0-1 0 0 0,0 0 1 0 0,1 1-1 0 0,-1-1 0 0 0,0 0 0 0 0,1 0 0 0 0,-1 0 1 0 0,1-1-1 0 0,-1 1 0 0 0,1-1 0 0 0,0 1 1 0 0,0-1-1 0 0,0 0 0 0 0,0 0 0 0 0,0 0 0 0 0,0 0 1 0 0,0-1-1 0 0,0 1 0 0 0,0-1 0 0 0,0 0 1 0 0,0 0-1 0 0,0 0 0 0 0,1 0 0 0 0,-1 0 1 0 0,0-1-1 0 0,0 0 0 0 0,0 1 0 0 0,0-1 0 0 0,0 0 1 0 0,0 0-1 0 0,0-1 0 0 0,-1 1 0 0 0,1-1 1 0 0,0 1-1 0 0,-1-1 0 0 0,1 0 0 0 0,-1 0 1 0 0,1 0-1 0 0,-1 0 0 0 0,3-4 0 0 0,0 2 8 0 0,0-1-1 0 0,-1 1 1 0 0,0-1-1 0 0,1 0 1 0 0,-2 0 0 0 0,1-1-1 0 0,-1 1 1 0 0,1-1-1 0 0,-2 0 1 0 0,1 1-1 0 0,-1-1 1 0 0,3-9-1 0 0,1-11 51 0 0,-5 23-60 0 0,0 0 1 0 0,0 0-1 0 0,0 0 1 0 0,-1 0-1 0 0,1 0 1 0 0,-1 0 0 0 0,0 0-1 0 0,1 0 1 0 0,-2-1-1 0 0,1-4 1 0 0,-3-2 26 0 0,2 0 0 0 0,0 0 0 0 0,0 0 0 0 0,0-1 0 0 0,3-16 0 0 0,-2 26-32 0 0,0 0 0 0 0,-1 0 1 0 0,1 1-1 0 0,0-1 0 0 0,0 0 0 0 0,0 0 0 0 0,-1 0 1 0 0,1 0-1 0 0,0 0 0 0 0,-1 1 0 0 0,1-1 1 0 0,-1 0-1 0 0,1 0 0 0 0,-1 0 0 0 0,1 1 1 0 0,-1-1-1 0 0,1 0 0 0 0,-1 1 0 0 0,0-1 0 0 0,1 1 1 0 0,-1-1-1 0 0,-1 0 0 0 0,-19-13 84 0 0,18 13-61 0 0,3 1-21 0 0,-1 0-1 0 0,1-1 1 0 0,-1 1 0 0 0,1 0 0 0 0,-1 0 0 0 0,1 0 0 0 0,-1 0-1 0 0,0 0 1 0 0,1 0 0 0 0,-1 0 0 0 0,1 0 0 0 0,-1 0 0 0 0,1 0-1 0 0,-1 0 1 0 0,1 0 0 0 0,-1 0 0 0 0,1 0 0 0 0,-1 1 0 0 0,1-1-1 0 0,-1 0 1 0 0,1 0 0 0 0,-1 0 0 0 0,1 1 0 0 0,-1-1 0 0 0,1 0-1 0 0,-1 1 1 0 0,1-1 0 0 0,-1 1 0 0 0,1-1 0 0 0,0 0 0 0 0,-1 1-1 0 0,1-1 1 0 0,0 1 0 0 0,0-1 0 0 0,-1 1 0 0 0,1-1 0 0 0,0 1-1 0 0,0-1 1 0 0,-1 1 0 0 0,-4 17 93 0 0,5-15-89 0 0,0-1 0 0 0,0 1 0 0 0,1-1 0 0 0,-1 0 0 0 0,1 1 0 0 0,0-1 0 0 0,0 0 0 0 0,0 1 0 0 0,0-1 0 0 0,0 0 1 0 0,0 0-1 0 0,0 0 0 0 0,1 0 0 0 0,-1 0 0 0 0,1 0 0 0 0,0 0 0 0 0,-1 0 0 0 0,4 2 0 0 0,37 21 105 0 0,-39-23-108 0 0,-2-2 17 0 0,2 2-8 0 0,0 0 0 0 0,0-1 0 0 0,-1 1 1 0 0,1-1-1 0 0,0 0 0 0 0,0 0 0 0 0,1 0 0 0 0,-1 0 0 0 0,0 0 0 0 0,3-1 0 0 0,2 1 11 0 0,0 0 0 0 0,-1 1 0 0 0,1 0 0 0 0,-1 0 0 0 0,1 0 0 0 0,-1 1 0 0 0,0 0 0 0 0,0 1 0 0 0,11 6 0 0 0,-17-8-19 0 0,1 0 1 0 0,-1 1-1 0 0,0-1 0 0 0,0 0 1 0 0,0 1-1 0 0,0-1 1 0 0,0 0-1 0 0,0 1 1 0 0,0-1-1 0 0,-1 1 0 0 0,1-1 1 0 0,-1 4-1 0 0,2 6 28 0 0,0-6-9 0 0,-1 0 0 0 0,-1 1 0 0 0,1-1 0 0 0,-1 1 0 0 0,-1 8 0 0 0,1 0 34 0 0,0-13 68 0 0,12-37-26 0 0,-9 26-80 0 0,1 0 1 0 0,0 0-1 0 0,1 0 1 0 0,-1 1-1 0 0,2-1 1 0 0,-1 1-1 0 0,1 1 1 0 0,1-1-1 0 0,-1 1 1 0 0,15-13-1 0 0,-19 19-18 0 0,-1 1-1 0 0,0-1 0 0 0,0 0 0 0 0,0 1 1 0 0,1-1-1 0 0,-1 1 0 0 0,0 0 0 0 0,1-1 1 0 0,-1 1-1 0 0,0 0 0 0 0,1 0 0 0 0,-1 0 1 0 0,0 0-1 0 0,1 0 0 0 0,-1 0 0 0 0,0 0 1 0 0,1 0-1 0 0,-1 0 0 0 0,0 1 0 0 0,1-1 0 0 0,-1 0 1 0 0,0 1-1 0 0,0-1 0 0 0,1 1 0 0 0,-1 0 1 0 0,0-1-1 0 0,0 1 0 0 0,0 0 0 0 0,0 0 1 0 0,0 0-1 0 0,0 0 0 0 0,0 0 0 0 0,0 0 1 0 0,1 1-1 0 0,2 2 11 0 0,0 0 0 0 0,-1 0 0 0 0,1 1 0 0 0,-1 0 0 0 0,0-1 1 0 0,0 1-1 0 0,3 6 0 0 0,-1 1 25 0 0,1 0 0 0 0,0 0 1 0 0,9 11-1 0 0,-14-21 7 0 0,8 0-19 0 0,-8-2-24 0 0,-1 0 1 0 0,1 0-1 0 0,0 0 0 0 0,0 0 0 0 0,0 1 0 0 0,0-1 0 0 0,-1-1 0 0 0,1 1 0 0 0,0 0 1 0 0,0 0-1 0 0,0 0 0 0 0,-1 0 0 0 0,1 0 0 0 0,0-1 0 0 0,0 1 0 0 0,0 0 0 0 0,-1-1 1 0 0,1 1-1 0 0,0-1 0 0 0,-1 1 0 0 0,1-1 0 0 0,0 1 0 0 0,-1-1 0 0 0,1 1 0 0 0,0-1 0 0 0,-1 0 1 0 0,1 0-1 0 0,30-18 78 0 0,-29 18-59 0 0,31-33 121 0 0,16-18-41 0 0,-31 37-82 0 0,-15 14-17 0 0,-1 0 0 0 0,0-1 0 0 0,0 1 0 0 0,0-1 0 0 0,0 1 0 0 0,0-1 0 0 0,-1 0 0 0 0,1 0 0 0 0,0 0 0 0 0,-1 0 0 0 0,1 0 0 0 0,-1 0 0 0 0,0-1 0 0 0,0 1 0 0 0,0 0 0 0 0,1-4 0 0 0,-2 5 4 0 0,1 0-2 0 0,3-9 10 0 0,-3 9 4 0 0,-1 7 18 0 0,0-1-35 0 0,-2 0 1 0 0,1 0-1 0 0,-1 0 0 0 0,1 0 0 0 0,-1-1 1 0 0,-4 7-1 0 0,3-6 1 0 0,1 0-1 0 0,-1 1 1 0 0,1 0 0 0 0,0-1 0 0 0,-1 8-1 0 0,2 0 2 0 0,-1-1 0 0 0,2 1 0 0 0,0-1 0 0 0,0 1 0 0 0,3 12-1 0 0,-3-21-1 0 0,1 0-1 0 0,-1 0 1 0 0,1 0-1 0 0,0-1 0 0 0,1 1 1 0 0,-1 0-1 0 0,1-1 0 0 0,-1 1 1 0 0,1-1-1 0 0,0 1 0 0 0,0-1 1 0 0,1 0-1 0 0,-1 0 0 0 0,1 0 1 0 0,0 0-1 0 0,-1 0 0 0 0,1 0 1 0 0,0-1-1 0 0,6 4 0 0 0,-2-4 0 0 0,1 0 0 0 0,-1 0 0 0 0,0-1 0 0 0,1 0 0 0 0,-1-1 0 0 0,1 1-1 0 0,-1-2 1 0 0,1 1 0 0 0,-1-1 0 0 0,9-2 0 0 0,-1 2 0 0 0,-9 0 0 0 0,0-1 0 0 0,1 1-1 0 0,-1-1 1 0 0,0 0 0 0 0,-1 0 0 0 0,1-1 0 0 0,0 0 0 0 0,-1 0-1 0 0,1 0 1 0 0,-1-1 0 0 0,0 0 0 0 0,0 0 0 0 0,0 0-1 0 0,-1-1 1 0 0,1 1 0 0 0,-1-1 0 0 0,0 0 0 0 0,0 0 0 0 0,-1 0-1 0 0,0-1 1 0 0,0 1 0 0 0,0-1 0 0 0,0 0 0 0 0,-1 0-1 0 0,0 0 1 0 0,-1 0 0 0 0,1 0 0 0 0,-1-1 0 0 0,0 1-1 0 0,0 0 1 0 0,-1-1 0 0 0,0 1 0 0 0,0 0 0 0 0,-1-1 0 0 0,-1-8-1 0 0,0 4 6 0 0,-4 2 1 0 0,-2 6 0 0 0,5 4 0 0 0,1 1-7 0 0,0 0 1 0 0,0 0-1 0 0,1 0 0 0 0,-1 0 0 0 0,0 1 0 0 0,1-1 1 0 0,-1 0-1 0 0,1 1 0 0 0,0-1 0 0 0,0 1 1 0 0,0 0-1 0 0,0-1 0 0 0,1 1 0 0 0,-1 0 1 0 0,1-1-1 0 0,-1 1 0 0 0,1 0 0 0 0,0 4 1 0 0,-2 8-1 0 0,0-8 1 0 0,0 0-1 0 0,1 0 0 0 0,0 1 0 0 0,0-1 0 0 0,0 1 0 0 0,1-1 0 0 0,0 1 1 0 0,1-1-1 0 0,-1 1 0 0 0,2-1 0 0 0,-1 0 0 0 0,1 1 0 0 0,4 11 0 0 0,-5-18 0 0 0,-1 0-1 0 0,0 1 0 0 0,1-1 1 0 0,-1 0-1 0 0,1 0 0 0 0,0 0 1 0 0,-1 0-1 0 0,1 0 0 0 0,0 0 1 0 0,0 0-1 0 0,0 0 0 0 0,0 0 1 0 0,-1 0-1 0 0,1 0 0 0 0,1 0 1 0 0,-1-1-1 0 0,0 1 0 0 0,0 0 1 0 0,0-1-1 0 0,0 1 0 0 0,0-1 1 0 0,0 1-1 0 0,1-1 0 0 0,-1 0 1 0 0,0 1-1 0 0,0-1 0 0 0,1 0 1 0 0,-1 0-1 0 0,0 0 0 0 0,1 0 1 0 0,-1 0-1 0 0,0 0 0 0 0,0 0 1 0 0,1-1-1 0 0,-1 1 0 0 0,0 0 1 0 0,2-1-1 0 0,3-2 1 0 0,-1 1-1 0 0,0 0 1 0 0,0-1-1 0 0,-1 0 1 0 0,8-5-1 0 0,-11 7 0 0 0,28-23 7 0 0,-18 14-5 0 0,0 1 1 0 0,23-15-1 0 0,-30 22-2 0 0,-1 1 1 0 0,1-1 0 0 0,0 0-1 0 0,0 1 1 0 0,0 0-1 0 0,0 0 1 0 0,0 0 0 0 0,0 0-1 0 0,1 1 1 0 0,-1-1 0 0 0,0 1-1 0 0,0 0 1 0 0,0 0-1 0 0,6 2 1 0 0,-9-2-1 0 0,0 0 0 0 0,0 0 0 0 0,0 0 0 0 0,0 1 0 0 0,0-1 0 0 0,-1 0 0 0 0,1 1 0 0 0,0-1 0 0 0,0 1 0 0 0,0-1 0 0 0,0 1 0 0 0,-1-1 0 0 0,1 1 0 0 0,0-1 0 0 0,0 1 0 0 0,-1 0 0 0 0,1 0 0 0 0,0-1 0 0 0,-1 1 0 0 0,1 0 0 0 0,-1 0 0 0 0,1 0 0 0 0,-1-1 0 0 0,0 1 0 0 0,1 0 0 0 0,-1 0 0 0 0,1 1 0 0 0,-1 1 0 0 0,4 6 0 0 0,-1 0 0 0 0,0 0 0 0 0,0 1 0 0 0,-1-1 0 0 0,-1 1 0 0 0,1 0 0 0 0,-2-1 0 0 0,1 1 0 0 0,-2 14 0 0 0,1 2 0 0 0,-1 88 69 0 0,-5-57-4123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29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 39 4816 0 0,'0'0'409'0'0,"-4"-1"-242"0"0,0 1-16 0 0,-1 0 1 0 0,0 0-1 0 0,0 0 0 0 0,1 0 1 0 0,-1 1-1 0 0,0-1 1 0 0,1 1-1 0 0,-6 2 0 0 0,-17 7 1441 0 0,19-6 186 0 0,15-7-640 0 0,15-4-893 0 0,-10 1-39 0 0,1 2 0 0 0,0 0 0 0 0,0 0 1 0 0,0 1-1 0 0,1 1 0 0 0,25-1 0 0 0,-11 3 51 0 0,-11 1 61 0 0,1-1 1 0 0,-1 0-1 0 0,1-2 1 0 0,24-5 0 0 0,-36 6-173 0 0,1 0 1 0 0,0 1 0 0 0,0-1 0 0 0,0 1-1 0 0,0 0 1 0 0,12 2 0 0 0,-12 0 25 0 0,0-2 1 0 0,0 1-1 0 0,0-1 1 0 0,0 0-1 0 0,0 0 0 0 0,0-1 1 0 0,11-3-1 0 0,-4 1 84 0 0,0 1 0 0 0,0 0 0 0 0,0 0 0 0 0,0 2 0 0 0,20 0 0 0 0,-9 0 193 0 0,-8 2-185 0 0,-1 0 0 0 0,0 0 0 0 0,19 7 0 0 0,5-1 240 0 0,-21-4-289 0 0,-1-1 127 0 0,0 0 1 0 0,23-1 0 0 0,14 1 256 0 0,-54-3-586 0 0,1 0 0 0 0,-1 0 0 0 0,0 0 0 0 0,0 0 0 0 0,1 0 0 0 0,-1 0 0 0 0,0-1 0 0 0,1 1 0 0 0,-1 0 0 0 0,0 0 0 0 0,0-1 0 0 0,1 1 0 0 0,0-2 0 0 0,-1 2 12 0 0,1-1 0 0 0,-1 1 0 0 0,0-1 0 0 0,1 1 0 0 0,-1-1 0 0 0,1 1 0 0 0,-1 0 0 0 0,1 0 0 0 0,-1 0 0 0 0,1 0 0 0 0,-1 0 0 0 0,1 0 0 0 0,-1 0 0 0 0,1 0 0 0 0,1 1 0 0 0,44-2 503 0 0,-23-1-240 0 0,-23 2-208 0 0,42 0 507 0 0,-22 2-410 0 0,0 1 1 0 0,-1 1-1 0 0,1 1 0 0 0,24 9 1 0 0,84 17 659 0 0,-38-11-558 0 0,-74-15-201 0 0,1-1 0 0 0,-1 0 1 0 0,1-2-1 0 0,26 1 1 0 0,22-3 147 0 0,-27 5 1 0 0,38-5 66 0 0,-75 0-266 0 0,3-5 58 0 0,-3 4-3514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31.6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344 3248 17383 0 0,'0'0'1882'0'0,"0"-4"-1628"0"0,0-9 26 0 0,0 9 0 0 0,0-26 490 0 0,1-45-699 0 0,1 18-363 0 0,-10-88-1 0 0,-43-153-1403 0 0,32 195 1460 0 0,-18-59 100 0 0,34 130 115 0 0,3 29 20 0 0,0-1 0 0 0,0 0 0 0 0,0 0 0 0 0,-1 1 0 0 0,1-1 0 0 0,-1 0 0 0 0,-2-4 0 0 0,-23-89-14 0 0,20 81 15 0 0,2-1 0 0 0,0 1 0 0 0,0-1 0 0 0,0-18 0 0 0,-10-215 110 0 0,16 205-54 0 0,-1 38-36 0 0,0-1 0 0 0,-1 1 0 0 0,0-1 0 0 0,-1-9 0 0 0,-3-9 62 0 0,1 0 0 0 0,2-46 0 0 0,1 63-43 0 0,0 1 0 0 0,-1 0 0 0 0,0-1-1 0 0,-1 1 1 0 0,-3-14 0 0 0,3 15-4 0 0,0-1 1 0 0,0 1-1 0 0,1-1 0 0 0,0 1 1 0 0,1-1-1 0 0,0-9 0 0 0,-9-34 319 0 0,1-26 67 0 0,6 23 201 0 0,-17-89 1 0 0,5 46 83 0 0,-12-64 265 0 0,12 87-318 0 0,-5-89 0 0 0,5 5 232 0 0,7 119-701 0 0,5 28-118 0 0,0 0 0 0 0,0-1 0 0 0,0-12 0 0 0,2-77 449 0 0,1 92-448 0 0,0 1 0 0 0,1-1-1 0 0,0 1 1 0 0,4-14 0 0 0,0 5-5 0 0,14-87 521 0 0,6 13 34 0 0,-26 88-586 0 0,1-1 0 0 0,0 1 0 0 0,0 0 1 0 0,0-1-1 0 0,1 1 0 0 0,-1 0 0 0 0,1 0 0 0 0,3-5 1 0 0,3-7 143 0 0,-7 13-131 0 0,35 0 257 0 0,1 2-197 0 0,-36 0-64 0 0,32 0 96 0 0,23-2-43 0 0,-23 0-31 0 0,1 2 0 0 0,35 4 0 0 0,-42-1-27 0 0,44-1-1 0 0,-42-2-16 0 0,34 4-1 0 0,-58-3-16 0 0,22 3 11 0 0,-1 1 1 0 0,0 1-1 0 0,46 17 0 0 0,-70-22-6 0 0,231 14 12 0 0,-153-7-11 0 0,335 16 40 0 0,-404-24-46 0 0,2 0 2 0 0,0 0-1 0 0,0-1 1 0 0,0 0 0 0 0,0-1-1 0 0,0 0 1 0 0,0-1 0 0 0,0-1-1 0 0,17-6 1 0 0,-22 5-3 0 0,-6-3-3661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33.2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142 193 14464 0 0,'0'0'202'0'0,"-1"-4"81"0"0,0 2-241 0 0,0 0 41 0 0,1 0 1 0 0,-1 0-1 0 0,0 0 0 0 0,0 0 0 0 0,0 0 0 0 0,-1 0 1 0 0,1 1-1 0 0,0-1 0 0 0,-1 0 0 0 0,1 0 1 0 0,-1 1-1 0 0,1-1 0 0 0,-1 1 0 0 0,-3-3 1 0 0,3 4 269 0 0,1 0-213 0 0,1-1-136 0 0,-1 1 1 0 0,1 0 0 0 0,0 0 0 0 0,0 0 0 0 0,0 0 0 0 0,0 0-1 0 0,0 0 1 0 0,-1 0 0 0 0,1 0 0 0 0,0 0 0 0 0,0 0 0 0 0,0 0-1 0 0,0 0 1 0 0,-1 0 0 0 0,1 0 0 0 0,0 0 0 0 0,0 0 0 0 0,0 0-1 0 0,0 0 1 0 0,-1 0 0 0 0,1 0 0 0 0,0 0 0 0 0,0 0 0 0 0,0 1-1 0 0,0-1 1 0 0,0 0 0 0 0,-1 0 0 0 0,1 0 0 0 0,0 0 0 0 0,0 0-1 0 0,0 0 1 0 0,0 0 0 0 0,0 0 0 0 0,0 1 0 0 0,0-1 0 0 0,-1 0-1 0 0,1 0 1 0 0,0 0 0 0 0,0 0 0 0 0,0 1 0 0 0,0-1-1 0 0,3 17-54 0 0,-2 1 0 0 0,0 0-1 0 0,0-1 1 0 0,-4 30-1 0 0,0-1 6 0 0,-7 141-326 0 0,4-119 213 0 0,3 5 29 0 0,1-29-85 0 0,-12 81 0 0 0,13-82 48 0 0,1-16 68 0 0,3 4-54 0 0,-1-29 140 0 0,1 0 1 0 0,-1 1 0 0 0,0-1 0 0 0,1 0-1 0 0,-1 0 1 0 0,1-1 0 0 0,-1 1 0 0 0,1 0-1 0 0,0-1 1 0 0,0 0 0 0 0,0 1 0 0 0,0-1-1 0 0,6 1 1 0 0,35 0 112 0 0,0 2 0 0 0,0 2 1 0 0,-1 2-1 0 0,0 2 0 0 0,72 27 0 0 0,11-8 511 0 0,-102-23-302 0 0,1-1 0 0 0,0-1 0 0 0,0-1 1 0 0,0-1-1 0 0,42-3 0 0 0,-46-6 13 0 0,-5 1 30 0 0,3-16 23 0 0,-13 17-271 0 0,-1 0 0 0 0,0-1 1 0 0,-1 0-1 0 0,1 1 0 0 0,-1-2 0 0 0,0 1 0 0 0,-1 0 0 0 0,6-13 1 0 0,2-4 68 0 0,5-11 63 0 0,-2 0-1 0 0,-1-1 1 0 0,13-57-1 0 0,-9 27 57 0 0,41-165 444 0 0,-49 195-591 0 0,-7 28-117 0 0,0 1 0 0 0,0-1 0 0 0,-1 0 0 0 0,0 0 0 0 0,1-10 0 0 0,3-11 113 0 0,-5 25-121 0 0,1 1 1 0 0,0-1-1 0 0,-1 1 1 0 0,1 0-1 0 0,-1-1 1 0 0,0 1 0 0 0,0-1-1 0 0,0 1 1 0 0,0-1-1 0 0,0 1 1 0 0,-1-5-1 0 0,1-39 385 0 0,-2 36-275 0 0,-1 1 0 0 0,0-1 0 0 0,0 1 0 0 0,-1 0 0 0 0,0 0 0 0 0,-1 0 0 0 0,-9-14 0 0 0,2 3-42 0 0,5 9-50 0 0,0 1-1 0 0,-1 1 1 0 0,0-1 0 0 0,-1 1-1 0 0,0 0 1 0 0,0 1 0 0 0,-1 0-1 0 0,0 1 1 0 0,0 0 0 0 0,-1 0-1 0 0,0 1 1 0 0,0 0 0 0 0,0 1-1 0 0,-1 1 1 0 0,0 0 0 0 0,-18-4-1 0 0,0 2 29 0 0,0 1-1 0 0,-1 1 1 0 0,1 2-1 0 0,-1 2 0 0 0,-49 4 1 0 0,-265 5 468 0 0,266-9-405 0 0,61 0-81 0 0,1 0 0 0 0,0 2 1 0 0,0 0-1 0 0,0 1 0 0 0,0 0 0 0 0,-31 12 0 0 0,48-15-40 0 0,0 0-1 0 0,-1 0 1 0 0,1 0-1 0 0,0 0 0 0 0,0 0 1 0 0,-1 0-1 0 0,1 0 1 0 0,0 0-1 0 0,-1 0 1 0 0,1 0-1 0 0,0 0 1 0 0,-1 0-1 0 0,1 0 1 0 0,0 0-1 0 0,0 1 0 0 0,-1-1 1 0 0,1 0-1 0 0,0 0 1 0 0,-1 0-1 0 0,1 0 1 0 0,0 1-1 0 0,0-1 1 0 0,0 0-1 0 0,-1 0 0 0 0,1 1 1 0 0,0-1-1 0 0,0 0 1 0 0,0 0-1 0 0,-1 1 1 0 0,1-1-1 0 0,0 0 1 0 0,0 0-1 0 0,0 1 1 0 0,0-1-1 0 0,0 0 0 0 0,0 1 1 0 0,0-1-1 0 0,0 1 1 0 0,8 0-3433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33.6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0 572 14872 0 0,'0'0'816'0'0,"2"-4"-402"0"0,1-6-204 0 0,-1 4-93 0 0,0 0 1 0 0,0 0-1 0 0,1 0 1 0 0,0 0 0 0 0,0 0-1 0 0,0 0 1 0 0,1 1-1 0 0,0-1 1 0 0,6-6-1 0 0,-5 7 47 0 0,97-76 1239 0 0,-70 58-1221 0 0,32-32 0 0 0,12-10-13 0 0,10 1-87 0 0,84-84 0 0 0,-120 102-179 0 0,-49 46 95 0 0,0-1 1 0 0,-1 0-1 0 0,1 1 1 0 0,0-1-1 0 0,0 1 1 0 0,0-1-1 0 0,0 1 0 0 0,0 0 1 0 0,-1-1-1 0 0,1 1 1 0 0,0 0-1 0 0,0 0 0 0 0,0-1 1 0 0,0 1-1 0 0,0 0 1 0 0,0 0-1 0 0,0 0 0 0 0,0 0 1 0 0,0 0-1 0 0,0 1 1 0 0,0-1-1 0 0,0 0 1 0 0,0 0-1 0 0,0 1 0 0 0,0-1 1 0 0,0 0-1 0 0,0 1 1 0 0,0-1-1 0 0,-1 1 0 0 0,1-1 1 0 0,0 1-1 0 0,0-1 1 0 0,0 1-1 0 0,0 1 0 0 0,15 22-2842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34.2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10344 0 0,'0'0'1782'0'0,"3"2"-1530"0"0,10 3-119 0 0,0 0-1 0 0,-1 0 1 0 0,2-1-1 0 0,-1-1 1 0 0,25 3-1 0 0,74 0 395 0 0,-2 0-191 0 0,13 11-278 0 0,110 10 40 0 0,-180-22-98 0 0,-1 2 0 0 0,76 21 0 0 0,-111-24 0 0 0,-10 0 0 0 0,-6-3 0 0 0,1 0 0 0 0,-1 0 0 0 0,1-1 0 0 0,0 1 0 0 0,-1 0 0 0 0,1-1 0 0 0,-1 1 0 0 0,1-1 0 0 0,0 1 0 0 0,0-1 0 0 0,-1 0 0 0 0,1 0 0 0 0,0 0 0 0 0,0 0 0 0 0,-1 0 0 0 0,1 0 0 0 0,0 0 0 0 0,1-1 0 0 0,-2 1-41 0 0,0 0 1 0 0,0 0 0 0 0,0 0 0 0 0,0 0 0 0 0,-1 0 0 0 0,1-1 0 0 0,0 1 0 0 0,0 0 0 0 0,0-1 0 0 0,-1 1-1 0 0,1 0 1 0 0,0-1 0 0 0,0 1 0 0 0,-1-1 0 0 0,1 1 0 0 0,0-1 0 0 0,-1 1 0 0 0,1-1 0 0 0,-1 1 0 0 0,2-2-1 0 0,-1 1-871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34.6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446 0 9648 0 0,'-36'47'388'0'0,"-57"83"326"0"0,-35 51 112 0 0,43-66-204 0 0,1-8-123 0 0,76-96-397 0 0,7-9-67 0 0,-1-1 0 0 0,1 1 0 0 0,0-1 0 0 0,0 1 0 0 0,0 0 0 0 0,0-1 0 0 0,0 1 0 0 0,1 0 0 0 0,-1-1 0 0 0,0 1 1 0 0,0 2-1 0 0,1-2 47 0 0,11 0-1618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35.1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0 8840 0 0,'0'0'113'0'0,"-4"2"-50"0"0,-9 5-3 0 0,10-5 25 0 0,2 9 192 0 0,4-5-237 0 0,-1 0-1 0 0,1 1 1 0 0,-1-1-1 0 0,-1 1 0 0 0,1 0 1 0 0,-1 0-1 0 0,1 12 1 0 0,-3 56 72 0 0,0-36-60 0 0,-5 97 92 0 0,-31 175 0 0 0,-2 26-102 0 0,38-327-41 0 0,1 1-1 0 0,0-1 1 0 0,0 1 0 0 0,1-1 0 0 0,1 0 0 0 0,0 1 0 0 0,0-1 0 0 0,5 11 0 0 0,-7-20-25 0 0,0 0 0 0 0,0 0 0 0 0,1-1 1 0 0,-1 1-1 0 0,0 0 0 0 0,1-1 0 0 0,-1 1 1 0 0,1 0-1 0 0,-1-1 0 0 0,1 1 0 0 0,-1-1 1 0 0,1 1-1 0 0,0 0 0 0 0,-1-1 0 0 0,1 0 1 0 0,0 1-1 0 0,-1-1 0 0 0,1 1 0 0 0,0-1 1 0 0,-1 0-1 0 0,1 1 0 0 0,0-1 1 0 0,0 0-1 0 0,-1 0 0 0 0,1 0 0 0 0,0 0 1 0 0,0 1-1 0 0,0-1 0 0 0,-1 0 0 0 0,1 0 1 0 0,0-1-1 0 0,0 1 0 0 0,0 0 0 0 0,-1 0 1 0 0,1 0-1 0 0,0 0 0 0 0,0-1 0 0 0,-1 1 1 0 0,1 0-1 0 0,0-1 0 0 0,-1 1 0 0 0,1 0 1 0 0,0-1-1 0 0,-1 1 0 0 0,1-1 0 0 0,0 1 1 0 0,-1-1-1 0 0,1 0 0 0 0,-1 1 0 0 0,1-1 1 0 0,-1 1-1 0 0,1-2 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35.6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0 350 7432 0 0,'5'-4'105'0'0,"149"-98"421"0"0,22-15 288 0 0,-162 106-824 0 0,-1-1 0 0 0,0 0 1 0 0,-1-1-1 0 0,0-1 0 0 0,0 0 0 0 0,-2 0 0 0 0,13-23 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49.1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 8840 0 0,'0'0'1304'0'0,"2"9"-1186"0"0,4 40 84 0 0,1 97 0 0 0,-15 60-73 0 0,3-131-83 0 0,-3 127-10 0 0,14-164-33 0 0,-4-30-3 0 0,0-15 0 0 0,-2-3-1360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49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 7024 0 0,'0'0'932'0'0,"4"-3"-887"0"0,7 0-4 0 0,-1 0 1 0 0,1 1-1 0 0,0 0 0 0 0,-1 1 1 0 0,1 0-1 0 0,19 1 0 0 0,5 0 74 0 0,0-2-1 0 0,56-10 0 0 0,-74 10-23 0 0,0 1 0 0 0,0 0 0 0 0,0 1 0 0 0,0 1 0 0 0,31 5 0 0 0,-19-2 188 0 0,134 22 1320 0 0,-123-20-916 0 0,45 13 0 0 0,10 2 404 0 0,-84-18-978 0 0,-1-2 0 0 0,1 1 1 0 0,0-1-1 0 0,-1-1 0 0 0,1 0 0 0 0,0-1 0 0 0,-1 1 0 0 0,1-2 0 0 0,0 0 0 0 0,-1 0 0 0 0,19-7 1 0 0,-27 8-40 0 0,0-1 1 0 0,0 1 0 0 0,0 0 0 0 0,0-1-1 0 0,0 1 1 0 0,0-1 0 0 0,0 0 0 0 0,0 0 0 0 0,0 1-1 0 0,2-5 1 0 0,-3 4 108 0 0,-6 2-121 0 0,1 0 0 0 0,-1 1 0 0 0,0 0 0 0 0,1 0-1 0 0,-1 0 1 0 0,1 1 0 0 0,-9 3 0 0 0,7-3-1386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50.2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118 0 11856 0 0,'0'0'920'0'0,"7"20"144"0"0,-7-17-1028 0 0,0 85 649 0 0,-18 147 0 0 0,-6-112-614 0 0,-8 54-12 0 0,20-113-106 0 0,11-59 40 0 0,0 1 0 0 0,-1 0 0 0 0,0-1 0 0 0,0 1 0 0 0,-1-1 0 0 0,0 0 0 0 0,1 0 0 0 0,-6 7 0 0 0,3-6-144 0 0,0-1 358 0 0,1-13-2277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50.8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16 8744 0 0,'-4'-3'132'0'0,"-13"-8"705"0"0,25 9-111 0 0,4 4-431 0 0,207 26 375 0 0,-134-20-612 0 0,87 21 1 0 0,-118-18-31 0 0,98 8 0 0 0,-89-13 15 0 0,27 1 111 0 0,-89-7 98 0 0,-4-1-192 0 0,-1 0 0 0 0,1 0 0 0 0,0 0 0 0 0,-1 0 0 0 0,1-1 0 0 0,-5-3 0 0 0,8 5-54 0 0,-4-2-76 0 0,-1-1-16 0 0,0 1-1 0 0,1-1 0 0 0,0 0 1 0 0,0 0-1 0 0,0 0 0 0 0,0-1 1 0 0,0 1-1 0 0,0-1 0 0 0,-2-4 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51.5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0 445 9648 0 0,'0'0'3296'0'0,"4"-1"-3111"0"0,2-1-117 0 0,0-1 0 0 0,0 0 1 0 0,-1 0-1 0 0,1 0 0 0 0,-1-1 0 0 0,0 1 0 0 0,0-1 1 0 0,7-7-1 0 0,-4 4 27 0 0,0 0 0 0 0,0 1 0 0 0,17-10 1 0 0,74-39 211 0 0,-63 34-230 0 0,56-26 0 0 0,2 6-7 0 0,-46 18-50 0 0,1 3 0 0 0,54-14-1 0 0,-62 22 16 0 0,-1-1 0 0 0,52-25 1 0 0,-17-5 377 0 0,-74 42-352 0 0,-1 0-34 0 0,0 0 0 0 0,0-1 0 0 0,-1 1 0 0 0,1 0 0 0 0,-1 0 0 0 0,1 0 0 0 0,-1 0 0 0 0,1 0 0 0 0,-1 0 0 0 0,0 0 0 0 0,1 0 0 0 0,-1 0 0 0 0,0 0 0 0 0,0 0 0 0 0,0 0 0 0 0,0 0 0 0 0,0 1 0 0 0,0-1 0 0 0,0 0 0 0 0,0 1 0 0 0,0-1 0 0 0,0 1 0 0 0,0-1 0 0 0,0 1 0 0 0,0-1 0 0 0,0 1 0 0 0,0 0 0 0 0,-1 0 0 0 0,1-1 0 0 0,0 1 0 0 0,0 0 0 0 0,0 0 0 0 0,-1 0 0 0 0,1 0 0 0 0,0 1 0 0 0,0-1 0 0 0,-2 1 0 0 0,-29 11-1506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52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 11448 0 0,'13'0'92'0'0,"5"0"465"0"0,-17 0-230 0 0,12-15 2059 0 0,61 33-1607 0 0,39-1-768 0 0,-85-12-21 0 0,6 0-78 0 0,52 15 0 0 0,-74-16 72 0 0,-1 0-1 0 0,0 1 1 0 0,0 0-1 0 0,-1 1 0 0 0,0 0 1 0 0,0 0-1 0 0,0 1 0 0 0,12 11 1 0 0,-15-12-4 0 0,1 0-1 0 0,0-1 1 0 0,1 0 0 0 0,-1-1 0 0 0,14 5-1 0 0,-16-6 12 0 0,-5-3-4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52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0 447 10040 0 0,'4'-2'128'0'0,"10"-6"13"0"0,-1 0 0 0 0,1-2 0 0 0,-2 1 0 0 0,22-23 0 0 0,46-55 664 0 0,-66 71-618 0 0,5-6-66 0 0,34-35 214 0 0,-38 43-224 0 0,-3 3 22 0 0,1-1 0 0 0,22-14 1 0 0,-3 5 32 0 0,16-9 20 0 0,102-48 207 0 0,-142 74-182 0 0,-13 7-95 0 0,3-3-1810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53.5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8936 0 0,'0'0'721'0'0,"36"2"292"0"0,-32 0-977 0 0,-1 0 0 0 0,1 0-1 0 0,-1 0 1 0 0,1 0-1 0 0,-1 1 1 0 0,0-1-1 0 0,0 1 1 0 0,0 0 0 0 0,-1 0-1 0 0,1 0 1 0 0,-1 0-1 0 0,1 1 1 0 0,-1-1 0 0 0,0 1-1 0 0,0-1 1 0 0,-1 1-1 0 0,1 0 1 0 0,-1-1 0 0 0,1 1-1 0 0,-1 0 1 0 0,-1 0-1 0 0,2 4 1 0 0,2 22-3 0 0,0 1 1 0 0,-2-1-1 0 0,-1 1 0 0 0,-5 48 1 0 0,1-3-34 0 0,1-17 0 0 0,-12 88-8 0 0,0-23 8 0 0,13-93-3 0 0,1-28 3 0 0,0-1-1 0 0,0 1 1 0 0,0 0 0 0 0,0 0-1 0 0,0 0 1 0 0,0 0 0 0 0,-1 0-1 0 0,0 0 1 0 0,1 0-1 0 0,-1 0 1 0 0,0-1 0 0 0,-1 1-1 0 0,1 0 1 0 0,-2 3 0 0 0,1-4 0 0 0,-4 6-3 0 0,7-13 0 0 0,2-12 1 0 0,-1 10-1453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54.1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0 347 8336 0 0,'5'-1'22'0'0,"23"-6"93"0"0,-11 0 172 0 0,-15 6-153 0 0,48-33 848 0 0,18-18-574 0 0,-43 32-153 0 0,1 0 0 0 0,39-21 0 0 0,109-53 274 0 0,-91 43-290 0 0,-72 43-253 0 0,-10 7-24 0 0,0 0 1 0 0,0 0-1 0 0,0 0 0 0 0,0 0 1 0 0,0 1-1 0 0,0-1 1 0 0,0 0-1 0 0,0 1 1 0 0,0-1-1 0 0,0 1 1 0 0,1-1-1 0 0,-1 1 1 0 0,0-1-1 0 0,0 1 1 0 0,0 0-1 0 0,1 0 0 0 0,-1-1 1 0 0,0 1-1 0 0,0 0 1 0 0,1 0-1 0 0,-1 0 1 0 0,0 0-1 0 0,1 1 1 0 0,-1-1-1 0 0,0 0 1 0 0,2 1-1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56.5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9848 0 0,'12'1'30'0'0,"6"-1"100"0"0,24 4 227 0 0,-40-4-273 0 0,-2 0-62 0 0,0 0 0 0 0,0 0 0 0 0,0-1 0 0 0,0 1 0 0 0,0 0 0 0 0,-1 0 0 0 0,1 0 0 0 0,0 0 0 0 0,0-1 0 0 0,0 1 0 0 0,0 0 0 0 0,0 0 1 0 0,0 0-1 0 0,-1 0 0 0 0,1 0 0 0 0,0-1 0 0 0,0 1 0 0 0,0 0 0 0 0,0 0 0 0 0,-1 0 0 0 0,1 0 0 0 0,0 0 0 0 0,0 0 0 0 0,0 0 0 0 0,0 0 0 0 0,-1 0 0 0 0,1-1 0 0 0,0 1 0 0 0,0 0 0 0 0,0 0 0 0 0,-1 0 0 0 0,1 0 0 0 0,0 0 0 0 0,0 0 0 0 0,-1 0 0 0 0,1 1 1 0 0,0-1-1 0 0,0 0 0 0 0,0 0 0 0 0,0 0 0 0 0,-1 0 0 0 0,1 0 0 0 0,0 0 0 0 0,0 0 0 0 0,0 0 0 0 0,-1 0 0 0 0,1 1 0 0 0,0-1 0 0 0,0 0 0 0 0,0 0 0 0 0,0 0 0 0 0,0 0 0 0 0,-1 0 0 0 0,1 1 0 0 0,0-1 0 0 0,0 0 0 0 0,0 0 0 0 0,0 0 0 0 0,0 1 0 0 0,0-1 0 0 0,0 0 1 0 0,-11 13 1586 0 0,-2 12-2074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56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0 10752 0 0,'0'0'176'0'0,"-3"31"16"0"0,2-22-16 0 0,-5 0 16 0 0,0 1 128 0 0,5-1 16 0 0,-2 1-16 0 0,2-1 16 0 0</inkml:trace>
  <inkml:trace contextRef="#ctx0" brushRef="#br0" timeOffset="1">33 329 9040 0 0,'0'0'0'0'0,"-8"4"0"0"0,22-7 0 0 0,3 3 72 0 0,-7 3 424 0 0,-14 6-232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57.3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8744 0 0,'0'0'296'0'0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00.8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0 131 7528 0 0,'14'1'28'0'0,"21"0"88"0"0,-33-1 24 0 0,-5 261 1929 0 0,3-128-1942 0 0,-2-20-22 0 0,3-83-68 0 0,0-25-25 0 0,-1 1-1 0 0,0-1 1 0 0,0 1 0 0 0,0-1-1 0 0,0 1 1 0 0,-3 7 0 0 0,3-10-5 0 0,-1 0 0 0 0,1 1 0 0 0,-1-1 0 0 0,1 0 0 0 0,0 0 0 0 0,1 0 0 0 0,-1 0 0 0 0,1 5 0 0 0,1 10 66 0 0,4-7-13 0 0,-6-11-52 0 0,0 1-1 0 0,1-1 1 0 0,-1 0 0 0 0,0 1-1 0 0,1-1 1 0 0,-1 1 0 0 0,0-1-1 0 0,1 0 1 0 0,-1 1 0 0 0,0-1-1 0 0,0 1 1 0 0,1-1 0 0 0,-1 1-1 0 0,0-1 1 0 0,0 1 0 0 0,0-1-1 0 0,0 1 1 0 0,0-1-1 0 0,0 1 1 0 0,0-1 0 0 0,0 1-1 0 0,0 0 1 0 0,0-1 0 0 0,0 1-1 0 0,0-1 1 0 0,0 1 0 0 0,0-1-1 0 0,0 1 1 0 0,0-1 0 0 0,-1 1-1 0 0,1-1 1 0 0,0 1-1 0 0,0-1 1 0 0,-1 0 0 0 0,1 1-1 0 0,0-1 1 0 0,-1 1 0 0 0,1 0-1 0 0,-1-1 18 0 0,0 0 0 0 0,1 1-1 0 0,-1-1 1 0 0,1 0 0 0 0,-1 1-1 0 0,1-1 1 0 0,-1 1-1 0 0,1-1 1 0 0,0 1 0 0 0,-1-1-1 0 0,1 1 1 0 0,0-1 0 0 0,-1 1-1 0 0,1 0 1 0 0,0-1-1 0 0,-1 1 1 0 0,1-1 0 0 0,0 1-1 0 0,0 0 1 0 0,0-1 0 0 0,0 1-1 0 0,0 0 1 0 0,0-1 0 0 0,0 1-1 0 0,0 0 1 0 0,0-1-1 0 0,0 1 1 0 0,0-1 0 0 0,0 1-1 0 0,0 0 1 0 0,0-1 0 0 0,1 1-1 0 0,-1 0 1 0 0,0-1-1 0 0,0 1 1 0 0,1-1 0 0 0,-1 1-1 0 0,0-1 1 0 0,1 2 0 0 0,1-1 120 0 0,-2-1-100 0 0,-1-1 0 0 0,1 1 0 0 0,-1 0-1 0 0,1 0 1 0 0,-1 0 0 0 0,0 0 0 0 0,1 0 0 0 0,-1-1 0 0 0,1 1 0 0 0,-1 0 0 0 0,1 0-1 0 0,-1 0 1 0 0,1 1 0 0 0,-1-1 0 0 0,1 0 0 0 0,-1 0 0 0 0,1 0 0 0 0,-1 0 0 0 0,1 0-1 0 0,-1 1 1 0 0,1-1 0 0 0,-1 0 0 0 0,0 1 0 0 0,1-1-13 0 0,0 0 1 0 0,-1 0-1 0 0,1 0 0 0 0,0 0 1 0 0,0 0-1 0 0,-1 0 0 0 0,1 0 1 0 0,0 0-1 0 0,0 0 0 0 0,-1 0 0 0 0,1 0 1 0 0,0 0-1 0 0,0 0 0 0 0,0 0 1 0 0,-1 0-1 0 0,1 0 0 0 0,0 0 1 0 0,0 0-1 0 0,0 0 0 0 0,-1 1 1 0 0,1-1-1 0 0,0 0 0 0 0,0 0 1 0 0,0 0-1 0 0,0 0 0 0 0,-1 1 0 0 0,1-1 1 0 0,0 0-1 0 0,0 0 0 0 0,0 0 1 0 0,0 1-1 0 0,0-1 0 0 0,0 0 1 0 0,0 0-1 0 0,-1 0 0 0 0,1 1 1 0 0,0-1-1 0 0,0 0 0 0 0,0 0 1 0 0,0 1-1 0 0,0-1 0 0 0,0 0 1 0 0,0 0-1 0 0,0 0 0 0 0,0 1 0 0 0,0-1 1 0 0,0 0-1 0 0,0 0 0 0 0,1 1 1 0 0,-1-1-1 0 0,0 0 0 0 0,0 0 1 0 0,0 0-1 0 0,0 1 0 0 0,0-1 1 0 0,0 0-1 0 0,0 0 0 0 0,1 0 1 0 0,-1 1-1 0 0,2 0 53 0 0,1 1 1 0 0,-1-1 0 0 0,0 1-1 0 0,0 0 1 0 0,0-1 0 0 0,0 1-1 0 0,0 0 1 0 0,0 0-1 0 0,0 1 1 0 0,-1-1 0 0 0,1 0-1 0 0,-1 0 1 0 0,2 4 0 0 0,-5-3 27 0 0,2-2-95 0 0,-1-1 0 0 0,1 0 0 0 0,0 0 0 0 0,0 1 0 0 0,-1-1 0 0 0,1 0 0 0 0,0 1 0 0 0,0-1 0 0 0,0 0 0 0 0,-1 1 1 0 0,1-1-1 0 0,0 0 0 0 0,0 1 0 0 0,0-1 0 0 0,0 0 0 0 0,0 1 0 0 0,0-1 0 0 0,0 1 0 0 0,0-1 0 0 0,0 0 0 0 0,0 1 0 0 0,0-1 0 0 0,0 1 0 0 0,0-1 1 0 0,0 0-1 0 0,0 1 0 0 0,0-1 0 0 0,1 1 0 0 0,-1 1 1640 0 0,-9 8-1079 0 0,9-9-444 0 0,0 3-63 0 0,0 0 1 0 0,0 0 0 0 0,-1-1-1 0 0,0 1 1 0 0,1 0-1 0 0,-2 0 1 0 0,1-1 0 0 0,0 1-1 0 0,-1-1 1 0 0,-2 5-1 0 0,3-6 0 0 0,2-2-62 0 0,-1 0-1 0 0,0 1 0 0 0,1-1 0 0 0,-1 0 0 0 0,0 1 0 0 0,1-1 1 0 0,-1 1-1 0 0,0-1 0 0 0,0 0 0 0 0,0 1 0 0 0,1-1 1 0 0,-1 1-1 0 0,0-1 0 0 0,0 1 0 0 0,0-1 0 0 0,0 1 1 0 0,0-1-1 0 0,0 0 0 0 0,0 1 0 0 0,0-1 0 0 0,0 1 0 0 0,0-1 1 0 0,0 1-1 0 0,0-1 0 0 0,0 1 0 0 0,0-1 0 0 0,0 0 1 0 0,-1 1-1 0 0,1-1 0 0 0,0 1 0 0 0,0-1 0 0 0,-1 1 0 0 0,1-1 1 0 0,0 0-1 0 0,0 1 0 0 0,-1-1 0 0 0,0 1 0 0 0,1-1-4 0 0,-1 2 180 0 0,-4 8 651 0 0,7-9-792 0 0,-1 0 0 0 0,1 0 0 0 0,0 0-1 0 0,0 0 1 0 0,-1 0 0 0 0,1-1 0 0 0,0 1 0 0 0,0-1 0 0 0,0 1-1 0 0,0-1 1 0 0,0 0 0 0 0,0 0 0 0 0,0 0 0 0 0,0 0 0 0 0,0 0 0 0 0,3-1-1 0 0,4 1 128 0 0,-8 0-100 0 0,40 4 217 0 0,50 3 53 0 0,-51-4-252 0 0,-2-2 140 0 0,64-5 0 0 0,-13-11 78 0 0,-68 10-234 0 0,1 1-1 0 0,0 1 1 0 0,0 1 0 0 0,0 1 0 0 0,39 3 0 0 0,-45 0-18 0 0,1 0 0 0 0,-1-1 0 0 0,1 0 0 0 0,0-2 0 0 0,-1 0 0 0 0,1-1 0 0 0,25-6 0 0 0,-41 7-27 0 0,18-8 67 0 0,-18 7-81 0 0,1 1 0 0 0,0-1-1 0 0,0 1 1 0 0,0 0 0 0 0,0 0-1 0 0,0 0 1 0 0,0 0 0 0 0,0 0-1 0 0,1 0 1 0 0,-1 0 0 0 0,3 0 0 0 0,26 1 218 0 0,-30 0-192 0 0,32 0 820 0 0,-32 0-746 0 0,31 0 246 0 0,-30 0-321 0 0,30 0 249 0 0,-31 0-207 0 0,32 0 95 0 0,-32 0-150 0 0,-1-52 59 0 0,10-158 10 0 0,-5 125-70 0 0,-1 23-4 0 0,0 6-2 0 0,-3-63 0 0 0,-2 74 2 0 0,10-76 1 0 0,-8 107-18 0 0,0 8-1 0 0,-1 1 0 0 0,0-1-1 0 0,0 1 1 0 0,-1 0-1 0 0,0-1 1 0 0,0 1-1 0 0,0 0 1 0 0,-4-9-1 0 0,1 1 5 0 0,1 2-5 0 0,1 8 4 0 0,-2-3-4 0 0,1 3 4 0 0,-2-3-2 0 0,2 3 6 0 0,-3-3-6 0 0,3 3 2 0 0,-5-7-5 0 0,7 9-1 0 0,-22-10 8 0 0,15 7-8 0 0,-1 0-1 0 0,0 0 1 0 0,0 1-1 0 0,0 0 1 0 0,-1 1-1 0 0,1 0 1 0 0,0 1-1 0 0,-1 0 1 0 0,0 0 0 0 0,1 1-1 0 0,-1 0 1 0 0,1 0-1 0 0,-17 4 1 0 0,-21-1-2 0 0,-24-3-14 0 0,0 3 0 0 0,-135 24 0 0 0,-65 12-43 0 0,214-32 54 0 0,54-7 97 0 0,-15 1 426 0 0,0-6-4566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02.8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0 573 15176 0 0,'4'0'304'0'0,"10"0"1"0"0,-10 0 278 0 0,16-9 1008 0 0,26-12-1135 0 0,-2-2 0 0 0,0-1-1 0 0,72-56 1 0 0,116-72-247 0 0,-161 112-312 0 0,1 4 0 0 0,135-47 0 0 0,-79 30-228 0 0,-102 40 270 0 0,-24 12 409 0 0,25 0 629 0 0,10-25-367 0 0,-35 25-490 0 0,9-8 630 0 0,-9 9 1194 0 0,-3 1-1911 0 0,0 1-1 0 0,0-1 0 0 0,0 0 1 0 0,0 1-1 0 0,1 0 1 0 0,-1-1-1 0 0,1 1 0 0 0,-1-1 1 0 0,1 1-1 0 0,-1 0 1 0 0,1-1-1 0 0,0 1 0 0 0,0 0 1 0 0,0-1-1 0 0,0 3 1 0 0,-1 5 244 0 0,1-8-202 0 0,8 9 40 0 0,14 2 54 0 0,-18-9-154 0 0,-1-1 0 0 0,1 0 0 0 0,0 0 0 0 0,0 0 0 0 0,0-1 0 0 0,0 1 0 0 0,0-1 0 0 0,6 1 0 0 0,15 6 83 0 0,-1-2-31 0 0,-22-6-40 0 0,20 3 243 0 0,-1 1-161 0 0,41 1 0 0 0,18 2 100 0 0,-19 3-26 0 0,-54-8-155 0 0,0-1 0 0 0,0-1 0 0 0,-1 1 0 0 0,1-1 1 0 0,0 0-1 0 0,0-1 0 0 0,7-1 0 0 0,-8 1-4 0 0,22-6 75 0 0,-25 5-88 0 0,0 1 0 0 0,0 0-1 0 0,0 0 1 0 0,1 0 0 0 0,-1 1 0 0 0,0-1-1 0 0,1 1 1 0 0,3 0 0 0 0,0 0 11 0 0,6 0 31 0 0,0 0 0 0 0,0-1 0 0 0,15-3 1 0 0,-16-3 27 0 0,-11 6-72 0 0,-1 0-1 0 0,1 1 1 0 0,0-1 0 0 0,-1 0 0 0 0,1 1-1 0 0,0-1 1 0 0,0 1 0 0 0,0-1 0 0 0,-1 1-1 0 0,1 0 1 0 0,0-1 0 0 0,0 1 0 0 0,0 0-1 0 0,0 0 1 0 0,0-1 0 0 0,0 1-1 0 0,1 0 1 0 0,7 0 48 0 0,-8 1-52 0 0,1-1 1 0 0,-1 0-1 0 0,0 0 1 0 0,1 0-1 0 0,-1 0 1 0 0,1 0-1 0 0,-1 0 1 0 0,0 0 0 0 0,1 0-1 0 0,-1 0 1 0 0,0-1-1 0 0,1 1 1 0 0,-1-1-1 0 0,0 1 1 0 0,1-1-1 0 0,-1 1 1 0 0,0-1-1 0 0,0 0 1 0 0,0 0 0 0 0,1 1-1 0 0,-1-1 1 0 0,1-2-1 0 0,2 1 4 0 0,0-1 1 0 0,0 1-1 0 0,0 0 0 0 0,1 0 0 0 0,-1 1 1 0 0,0-1-1 0 0,1 1 0 0 0,-1 0 0 0 0,7-1 1 0 0,2-1 4 0 0,21-6 55 0 0,-33 9-46 0 0,32 0 98 0 0,-32 0-98 0 0,25 2 137 0 0,-26 0-159 0 0,-10 15 15 0 0,-8 10-4 0 0,-2-1 0 0 0,-1-1 0 0 0,-34 32 1 0 0,-81 58 22 0 0,126-107-32 0 0,-18 14 2 0 0,-8 9 18 0 0,-68 41-1 0 0,-26 13 57 0 0,125-82-72 0 0,1-1 0 0 0,0 1 1 0 0,0 0-1 0 0,1 0 0 0 0,-1 0 0 0 0,1 0 0 0 0,-4 5 0 0 0,6-7 8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03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908 0 15576 0 0,'0'0'353'0'0,"3"2"6"0"0,-1-1-270 0 0,1 0 0 0 0,-1 1 0 0 0,0-1 1 0 0,0 0-1 0 0,0 1 0 0 0,-1-1 1 0 0,1 1-1 0 0,0 0 0 0 0,-1 0 1 0 0,3 2-1 0 0,-3-2 42 0 0,-37 29 1798 0 0,9-6-1891 0 0,-24 30 0 0 0,46-50-97 0 0,-1 0 0 0 0,1-1 0 0 0,-1 1 0 0 0,-9 4 1 0 0,-7 6-79 0 0,-69 45-537 0 0,-123 80-622 0 0,129-89 866 0 0,43-29 282 0 0,-1-1 1 0 0,0-2-1 0 0,-2-2 0 0 0,-63 15 0 0 0,92-28 104 0 0,1-1 0 0 0,-33 3 1 0 0,37-9 18 0 0,13-3-16 0 0,16-5-14 0 0,25 5-1893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04.5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2 10152 0 0,'0'0'760'0'0,"3"0"-648"0"0,2 0-143 0 0,-4-1 75 0 0,1 1-1 0 0,0 0 1 0 0,-1 0 0 0 0,1 0-1 0 0,-1 0 1 0 0,1 0 0 0 0,-1 0 0 0 0,1 0-1 0 0,0 0 1 0 0,-1 1 0 0 0,1-1-1 0 0,-1 1 1 0 0,1-1 0 0 0,-1 1-1 0 0,1-1 1 0 0,-1 1 0 0 0,0 0 0 0 0,1 0-1 0 0,-1 0 1 0 0,0 0 0 0 0,0 0-1 0 0,1 0 1 0 0,-1 0 0 0 0,0 0 0 0 0,0 0-1 0 0,0 0 1 0 0,0 1 0 0 0,-1-1-1 0 0,1 0 1 0 0,0 1 0 0 0,0-1-1 0 0,-1 1 1 0 0,1-1 0 0 0,-1 1 0 0 0,1 1-1 0 0,6 33 161 0 0,-2 0 0 0 0,-1 0-1 0 0,-2 72 1 0 0,-22 113-209 0 0,14-172 43 0 0,-1 20-36 0 0,2-12-2 0 0,-18 82 0 0 0,19-118 0 0 0,1 1 0 0 0,1 0 0 0 0,1 33 0 0 0,0 3 0 0 0,3-48 0 0 0,2-1 1 0 0,-3 0 6 0 0,8-1-1646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05.1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1 600 9040 0 0,'0'0'2673'0'0,"4"-1"-2658"0"0,19-11 4 0 0,0 0 0 0 0,-1-2 0 0 0,-1 0 0 0 0,0-2 0 0 0,22-21 0 0 0,-20 18-4 0 0,118-81 37 0 0,-48 38 0 0 0,-5-4 10 0 0,62-42 68 0 0,-57 35 85 0 0,-19 12 290 0 0,-74 60-498 0 0,0 1 0 0 0,0 0 0 0 0,1 0 0 0 0,-1-1 0 0 0,0 1 0 0 0,0 0 0 0 0,0 0 0 0 0,0 0 0 0 0,0-1 0 0 0,1 1 0 0 0,-1 0 0 0 0,0 0 0 0 0,0 0 0 0 0,0-1 0 0 0,1 1 0 0 0,-1 0 0 0 0,0 0 0 0 0,0 0 0 0 0,1 0 0 0 0,-1 0 0 0 0,0 0 0 0 0,0 0 0 0 0,1 0 0 0 0,-1 0 0 0 0,0 0 0 0 0,1-1 0 0 0,-1 1 0 0 0,0 0 0 0 0,0 0 0 0 0,1 1 0 0 0,-1-1 0 0 0,0 0 0 0 0,0 0 0 0 0,1 0 0 0 0,-1 0 0 0 0,0 0 0 0 0,0 0 0 0 0,1 0 1 0 0,-1 0-1 0 0,0 0 0 0 0,0 1 0 0 0,1-1 0 0 0,-1 0 0 0 0,0 0 0 0 0,0 0 0 0 0,0 0 0 0 0,1 1 0 0 0,-1-1 0 0 0,0 0 0 0 0,-9 10 242 0 0,3-7-363 0 0,1-1 1 0 0,0 1-1 0 0,0 1 0 0 0,0-1 1 0 0,0 1-1 0 0,0 0 1 0 0,1 0-1 0 0,-7 7 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10.0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35 6424 0 0,'0'0'97'0'0,"-4"0"-42"0"0,-79 0 850 0 0,82 0-820 0 0,-15-1 1475 0 0,19-2-1530 0 0,-1 0 0 0 0,1 0 0 0 0,0 0 0 0 0,0 1 1 0 0,0 0-1 0 0,0-1 0 0 0,1 1 0 0 0,-1 0 0 0 0,1 0 0 0 0,-1 1 0 0 0,1-1 0 0 0,0 1 0 0 0,-1 0 0 0 0,1 0 0 0 0,0 0 0 0 0,0 0 0 0 0,0 1 0 0 0,0 0 0 0 0,0-1 0 0 0,0 2 0 0 0,0-1 0 0 0,0 0 0 0 0,0 1 0 0 0,0-1 0 0 0,-1 1 0 0 0,7 2 0 0 0,20 5 80 0 0,1-1 0 0 0,-1-1 0 0 0,1-2 0 0 0,0-2 0 0 0,61-2 0 0 0,46 5 99 0 0,36 3 78 0 0,3-12 9 0 0,-14-1 12 0 0,19 5 99 0 0,-70-2 2 0 0,318 22 1131 0 0,-390-17-1372 0 0,170 7 540 0 0,-54 2-65 0 0,-38-3 190 0 0,-84-2-303 0 0,-33-7-440 0 0,23 7 1040 0 0,-24-5-1072 0 0,0-1 0 0 0,1 1-1 0 0,-1 0 1 0 0,-1 0-1 0 0,1-1 1 0 0,0 1-1 0 0,0 0 1 0 0,-1 0 0 0 0,1-1-1 0 0,-1 1 1 0 0,1 0-1 0 0,-1-1 1 0 0,0 1-1 0 0,0 0 1 0 0,0-1-1 0 0,1 1 1 0 0,-2-1 0 0 0,1 0-1 0 0,0 1 1 0 0,0-1-1 0 0,-2 2 1 0 0,-13 21 118 0 0,5-1-53 0 0,1 1-1 0 0,-11 44 1 0 0,19-52-93 0 0,0-9-17 0 0,1 1 0 0 0,0 0 1 0 0,0 0-1 0 0,1 13 0 0 0,-1 32 40 0 0,0 6 1 0 0,3-23-22 0 0,-1 0 0 0 0,-5 38 0 0 0,1-4 25 0 0,11 100 0 0 0,-3-96-18 0 0,-3-37 2 0 0,-1 1 0 0 0,-2-1 0 0 0,-9 58 0 0 0,-23 210 213 0 0,24-176-115 0 0,5-73-18 0 0,8 104 0 0 0,3 66 141 0 0,-2-35-20 0 0,2-61-2 0 0,-6 0 0 0 0,-24 204 0 0 0,1-125-35 0 0,-34 221 102 0 0,27-222-186 0 0,21-134-54 0 0,-45 627 425 0 0,52-460-326 0 0,1-33-7 0 0,-7-92-76 0 0,3-63-11 0 0,4 98 0 0 0,25 311 102 0 0,-20-404-146 0 0,7 150 42 0 0,-12-172-57 0 0,-1 0 0 0 0,-2-1 1 0 0,-14 63-1 0 0,-6 19 10 0 0,-5 21 3 0 0,13-73-17 0 0,11-42-4 0 0,-1-1 1 0 0,-2 1 0 0 0,-8 21 0 0 0,-2-2 42 0 0,17-40-40 0 0,-2-1 0 0 0,-3 1 0 0 0,4-1 2 0 0,-10 3 54 0 0,-4 13-19 0 0,14-16-34 0 0,-14 12 147 0 0,-41-11 112 0 0,54-2-252 0 0,-36 1 62 0 0,20 0-68 0 0,-6 2 0 0 0,0-1 0 0 0,0-1-1 0 0,0-1 1 0 0,-36-5 0 0 0,27 1-5 0 0,-1 2 1 0 0,1 1-1 0 0,-36 3 0 0 0,-4 0 4 0 0,18-2-7 0 0,-181-3 24 0 0,113-6-2 0 0,69 3-5 0 0,0 2 0 0 0,-71 6 0 0 0,-170 45 64 0 0,182-25-66 0 0,3-7 37 0 0,66-15-3320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12.4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5224 0 0,'0'0'4064'0'0,"2"7"-3794"0"0,15 85 169 0 0,6 121 0 0 0,-15-123-345 0 0,12 223 81 0 0,8 69-166 0 0,-8-258-24 0 0,44 149 0 0 0,-54-237-11 0 0,2 5-7 0 0,-1 0 1 0 0,-2 0-1 0 0,6 80 1 0 0,-13-5-124 0 0,-21 177 1 0 0,8-212 143 0 0,-21 247-49 0 0,30-308 61 0 0,0 0 0 0 0,-6 21 0 0 0,-1 13 0 0 0,0 28 3 0 0,-34 197 35 0 0,33-235 114 0 0,3 1 0 0 0,1-1 0 0 0,1 57 0 0 0,5-99 392 0 0,31 9-112 0 0,-5-4-306 0 0,0 0 1 0 0,0-2-1 0 0,0-1 1 0 0,0-1-1 0 0,45-1 1 0 0,-33-7-24 0 0,1-1 0 0 0,-1-3 1 0 0,49-17-1 0 0,39-9 106 0 0,-88 28-105 0 0,1 2-1 0 0,0 2 1 0 0,0 1-1 0 0,0 2 1 0 0,0 1-1 0 0,0 2 1 0 0,-1 2-1 0 0,1 2 1 0 0,-1 1-1 0 0,0 2 1 0 0,-1 2-1 0 0,54 24 1 0 0,-79-31-68 0 0,27 12 146 0 0,65 18 0 0 0,-92-31-115 0 0,1-2 1 0 0,-1 0 0 0 0,1 0 0 0 0,-1-1 0 0 0,1-1 0 0 0,0 0 0 0 0,-1 0-1 0 0,1-2 1 0 0,23-4 0 0 0,-33 5-50 0 0,0 0 1 0 0,0 0-1 0 0,0 0 0 0 0,0-1 0 0 0,0 1 0 0 0,0-1 1 0 0,-1 0-1 0 0,1 0 0 0 0,0 0 0 0 0,-1 0 0 0 0,1 0 0 0 0,-1-1 1 0 0,0 1-1 0 0,0-1 0 0 0,0 1 0 0 0,0-1 0 0 0,0 0 1 0 0,-1 0-1 0 0,1 0 0 0 0,1-4 0 0 0,-1 0 38 0 0,0-1-1 0 0,0 1 0 0 0,-1 0 1 0 0,0 0-1 0 0,0-1 1 0 0,-1 1-1 0 0,-1-14 0 0 0,1 18-97 0 0,0 1-1 0 0,-1-1 0 0 0,0 0 1 0 0,0 0-1 0 0,0 1 0 0 0,0-1 1 0 0,0 1-1 0 0,0-1 0 0 0,-1 1 0 0 0,1-1 1 0 0,-1 1-1 0 0,0 0 0 0 0,1 0 1 0 0,-1-1-1 0 0,0 1 0 0 0,0 1 1 0 0,-1-1-1 0 0,1 0 0 0 0,0 0 0 0 0,-1 1 1 0 0,1 0-1 0 0,-1-1 0 0 0,1 1 1 0 0,-1 0-1 0 0,1 0 0 0 0,-1 0 0 0 0,0 0 1 0 0,0 1-1 0 0,1-1 0 0 0,-1 1 1 0 0,0 0-1 0 0,0 0 0 0 0,0 0 1 0 0,-4 0-1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13.3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32 7432 0 0,'-20'0'83'0'0,"-9"-2"242"0"0,23 1-145 0 0,-1 0 0 0 0,1 0-1 0 0,0-1 1 0 0,0 0-1 0 0,0 0 1 0 0,0 0 0 0 0,0-1-1 0 0,-10-6 1 0 0,14 8 161 0 0,-10-3 29 0 0,9 3-248 0 0,11 2-115 0 0,30 8-18 0 0,52 6-1 0 0,9 1-38 0 0,3 1-79 0 0,1-3 0 0 0,1-6 1 0 0,198-8-1 0 0,-86 0 6 0 0,-182 2 158 0 0,0 2-1 0 0,0 1 1 0 0,-1 2-1 0 0,45 15 0 0 0,-75-21-29 0 0,16 6 223 0 0,0 0 0 0 0,33 19 1 0 0,-50-25-157 0 0,-1-1-30 0 0,0 0 1 0 0,0 0-1 0 0,0 1 1 0 0,0-1-1 0 0,0 0 0 0 0,0 1 1 0 0,0-1-1 0 0,0 1 1 0 0,-1-1-1 0 0,1 1 1 0 0,0-1-1 0 0,0 1 1 0 0,-1-1-1 0 0,1 1 1 0 0,0 0-1 0 0,0-1 0 0 0,-1 1 1 0 0,1 0-1 0 0,-1 0 1 0 0,1 0-1 0 0,-1-1 1 0 0,1 1-1 0 0,-1 0 1 0 0,0 0-1 0 0,1 0 1 0 0,-1 1-1 0 0,-1 3 147 0 0,-9-19-1335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38.4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16 6824 0 0,'0'0'66'0'0,"4"-1"34"0"0,26-9 8 0 0,-28 9-65 0 0,-2 1-35 0 0,0 0 0 0 0,0 0 0 0 0,0 0 1 0 0,0 0-1 0 0,0-1 0 0 0,0 1 0 0 0,0 0 0 0 0,0 0 0 0 0,1 0 0 0 0,-1 0 0 0 0,0 0 0 0 0,0-1 0 0 0,0 1 1 0 0,0 0-1 0 0,0 0 0 0 0,0 0 0 0 0,0 0 0 0 0,0 0 0 0 0,1 0 0 0 0,-1 0 0 0 0,0-1 0 0 0,0 1 0 0 0,0 0 1 0 0,0 0-1 0 0,0 0 0 0 0,1 0 0 0 0,-1 0 0 0 0,0 0 0 0 0,0 0 0 0 0,0 0 0 0 0,0 0 0 0 0,1 0 0 0 0,-1 0 1 0 0,0 0-1 0 0,0 0 0 0 0,0 0 0 0 0,0 0 0 0 0,1 0 0 0 0,-1 0 0 0 0,0 0 0 0 0,0 0 0 0 0,0 0 1 0 0,0 0-1 0 0,0 0 0 0 0,1 0 0 0 0,-1 1 0 0 0,0-1 0 0 0,0 0 0 0 0,1 0 5 0 0,-1 1 0 0 0,1-1 1 0 0,-1 0-1 0 0,1 1 0 0 0,-1-1 0 0 0,1 0 0 0 0,-1 1 1 0 0,0-1-1 0 0,1 1 0 0 0,-1-1 0 0 0,0 1 0 0 0,1-1 0 0 0,-1 1 1 0 0,0-1-1 0 0,0 1 0 0 0,1 0 0 0 0,-1-1 0 0 0,0 1 0 0 0,0-1 1 0 0,0 1-1 0 0,0-1 0 0 0,0 2 0 0 0,0 14 105 0 0,-1 1 0 0 0,-1 0 0 0 0,-4 21-1 0 0,2-15 19 0 0,-51 356 1001 0 0,50-313-1002 0 0,4-46-82 0 0,-1 0 1 0 0,-4 22-1 0 0,-12 59 228 0 0,12-35-57 0 0,6-66-235 0 0,0-1-1 0 0,0 1 0 0 0,1 0 1 0 0,-1-1-1 0 0,0 1 1 0 0,0 0-1 0 0,1-1 1 0 0,-1 1-1 0 0,0 0 1 0 0,1-1-1 0 0,-1 1 1 0 0,1 0-1 0 0,-1 0 1 0 0,0 0-1 0 0,1-1 1 0 0,-1 1-1 0 0,1 0 1 0 0,-1 0-1 0 0,0 0 1 0 0,1 0-1 0 0,-1 0 1 0 0,1 0-1 0 0,-1 0 1 0 0,1 0-1 0 0,-1 0 1 0 0,0 0-1 0 0,1 0 1 0 0,-1 0-1 0 0,1 0 1 0 0,-1 0-1 0 0,1 0 1 0 0,-1 0-1 0 0,0 0 1 0 0,1 1-1 0 0,-1-1 1 0 0,1 0-1 0 0,-1 0 1 0 0,0 1-1 0 0,1-1 0 0 0,-1 0 1 0 0,0 0-1 0 0,1 1 1 0 0,-1-1-1 0 0,0 0 1 0 0,1 1-1 0 0,-1-1 1 0 0,0 0-1 0 0,0 1 1 0 0,0-1-1 0 0,1 1 1 0 0,-1-1-1 0 0,0 0 1 0 0,0 1-1 0 0,0-1 1 0 0,0 1-1 0 0,0-1 1 0 0,1 0-1 0 0,-1 1 1 0 0,0-1-1 0 0,0 1 1 0 0,0-1-1 0 0,-1 1 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38.9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 7936 0 0,'17'-5'113'0'0,"-13"4"52"0"0,5-7 823 0 0,-9 9-966 0 0,0 0-1 0 0,1 0 1 0 0,-1 0-1 0 0,1 0 1 0 0,-1 0-1 0 0,1 0 1 0 0,-1 0-1 0 0,1 0 1 0 0,0 0-1 0 0,0 0 1 0 0,-1-1-1 0 0,1 1 1 0 0,0 0 0 0 0,0 0-1 0 0,0-1 1 0 0,0 1-1 0 0,-1-1 1 0 0,1 1-1 0 0,0-1 1 0 0,0 1-1 0 0,0-1 1 0 0,0 1-1 0 0,1-1 1 0 0,-1 0-1 0 0,1 1 1 0 0,37 7 318 0 0,-30-7-257 0 0,93 13 395 0 0,34 7-43 0 0,-107-16-368 0 0,18 5 40 0 0,-4 4 18 0 0,0-2 0 0 0,58 8 1 0 0,-58-15 54 0 0,0-2 0 0 0,0-2 1 0 0,66-6-1 0 0,-101 5-95 0 0,8-1-15 0 0,-14-1 357 0 0,-8-3 536 0 0,-26-7-463 0 0,31 11-2182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39.5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1 512 9344 0 0,'3'0'226'0'0,"11"0"108"0"0,-10 0-113 0 0,8-17 820 0 0,135-64 79 0 0,-68 47-899 0 0,85-43 80 0 0,-37 16-240 0 0,38-11-18 0 0,25-24-43 0 0,-165 80 0 0 0,51-26 0 0 0,-67 37 5 0 0,-5-5-1512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40.2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9240 0 0,'0'0'2080'0'0,"4"0"-1932"0"0,165 3 709 0 0,-115-1-717 0 0,180 0 89 0 0,-216-3-223 0 0,1 1 0 0 0,0 1-1 0 0,-1 1 1 0 0,1 0 0 0 0,-1 1 0 0 0,1 1-1 0 0,23 9 1 0 0,-30-9-4 0 0,-1 1 0 0 0,-1 0 0 0 0,1 0 0 0 0,-1 1 1 0 0,0 1-1 0 0,0 0 0 0 0,0 0 0 0 0,-1 1 0 0 0,0 0 0 0 0,-1 1 0 0 0,0 0 0 0 0,8 11 1 0 0,-9-9 0 0 0,-4-6 0 0 0,-1-1 0 0 0,1 1 0 0 0,1-1 0 0 0,-1 0 0 0 0,1 0 0 0 0,-1 0 0 0 0,1-1 0 0 0,0 1 0 0 0,7 4 0 0 0,-9-11-69 0 0,-1 1 0 0 0,1 0 0 0 0,-1-1 0 0 0,0 1 0 0 0,0-1 0 0 0,0 0 0 0 0,0 1 0 0 0,1-5 0 0 0,-2 6-903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40.7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506 1 8032 0 0,'2'0'96'0'0,"-1"0"1"0"0,0 0-1 0 0,0 0 1 0 0,0 1-1 0 0,1-1 1 0 0,-1 0-1 0 0,0 1 1 0 0,0-1-1 0 0,0 0 1 0 0,0 1-1 0 0,0 0 1 0 0,0-1-1 0 0,0 1 1 0 0,0 0-1 0 0,0-1 0 0 0,0 1 1 0 0,1 1-1 0 0,-1-1-58 0 0,-1-1-1 0 0,0 1 0 0 0,0 0 0 0 0,0-1 1 0 0,0 1-1 0 0,0 0 0 0 0,1-1 0 0 0,-1 1 1 0 0,0 0-1 0 0,0-1 0 0 0,-1 1 0 0 0,1 0 1 0 0,0-1-1 0 0,0 1 0 0 0,0 0 0 0 0,0-1 1 0 0,-1 1-1 0 0,1-1 0 0 0,0 1 0 0 0,0 0 1 0 0,-1-1-1 0 0,1 1 0 0 0,-1 0 0 0 0,-4 5 41 0 0,0 1 1 0 0,-1-1-1 0 0,0-1 0 0 0,-8 8 0 0 0,-3 1-11 0 0,-118 148 253 0 0,128-153-320 0 0,-128 154 23 0 0,106-131-27 0 0,-2 0 0 0 0,-62 46-1 0 0,91-77-77 0 0,-17 12 299 0 0,18-12-281 0 0,0-1 1 0 0,1 0 0 0 0,-1 1-1 0 0,0-1 1 0 0,0 1 0 0 0,1-1 0 0 0,-1 0-1 0 0,0 0 1 0 0,0 1 0 0 0,1-1-1 0 0,-1 0 1 0 0,0 0 0 0 0,0 0 0 0 0,1 0-1 0 0,-1 0 1 0 0,0 0 0 0 0,0 0-1 0 0,0 0 1 0 0,1 0 0 0 0,-1 0 0 0 0,0-1-1 0 0,0 1 1 0 0,0 0 0 0 0,0-1-1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41.5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0 128 7936 0 0,'0'0'1746'0'0,"4"-3"-1638"0"0,-2 2-73 0 0,0 0 0 0 0,0 1 0 0 0,0-1-1 0 0,1 0 1 0 0,-1 1 0 0 0,0-1 0 0 0,0 1 0 0 0,1-1-1 0 0,-1 1 1 0 0,0 0 0 0 0,1 0 0 0 0,-1 0 0 0 0,0 1-1 0 0,1-1 1 0 0,-1 0 0 0 0,0 1 0 0 0,4 1-1 0 0,12 1 32 0 0,-8-1-36 0 0,1-1 0 0 0,-1-1 0 0 0,1 0 0 0 0,-1 0 0 0 0,1-1 0 0 0,-1-1 1 0 0,1 1-1 0 0,14-6 0 0 0,7-4 20 0 0,41-19 0 0 0,-10 2 19 0 0,-52 24-57 0 0,11-5 16 0 0,1 0-1 0 0,0 2 1 0 0,1 0 0 0 0,39-5 0 0 0,-60 12-12 0 0,-1 0 1 0 0,0 0-1 0 0,0 0 1 0 0,0 1-1 0 0,0-1 1 0 0,0 1-1 0 0,0 0 0 0 0,0-1 1 0 0,0 1-1 0 0,3 2 1 0 0,15 3-1454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43.5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67 6928 0 0,'0'0'4968'0'0,"4"-1"-4796"0"0,10-2-36 0 0,0 2 0 0 0,0 0 0 0 0,1 1 0 0 0,-1 0 0 0 0,0 1 0 0 0,23 4 0 0 0,-33-4-130 0 0,129 27 322 0 0,-24-4-226 0 0,-87-21-92 0 0,-1 0 0 0 0,1-2 0 0 0,24-1 0 0 0,5-3 17 0 0,1-1-2 0 0,1 2 0 0 0,56 6 0 0 0,-66 1 11 0 0,-24-2 193 0 0,0 0-1 0 0,0-1 0 0 0,0-2 1 0 0,0 0-1 0 0,1-1 1 0 0,35-6-1 0 0,-25-5 373 0 0,-27 10-488 0 0,1 0 1 0 0,0 1-1 0 0,0-1 1 0 0,0 1-1 0 0,0-1 1 0 0,0 1-1 0 0,0 0 1 0 0,8 0-1 0 0,5-5 351 0 0,-14 5-305 0 0,-1 0 0 0 0,1-1 0 0 0,-1 1-1 0 0,1 1 1 0 0,-1-1 0 0 0,1 0 0 0 0,-1 1 0 0 0,6-1 0 0 0,59 1 1723 0 0,-63-2-1769 0 0,0 0 0 0 0,0 0-1 0 0,-1 0 1 0 0,1-1 0 0 0,0 1-1 0 0,-1-1 1 0 0,6-6 0 0 0,-5 5-49 0 0,14-16 314 0 0,-16 18-350 0 0,-1-1 0 0 0,1 1 0 0 0,0 0 0 0 0,-1 0 0 0 0,1 0 0 0 0,0 1 1 0 0,0-1-1 0 0,0 0 0 0 0,1 1 0 0 0,-1-1 0 0 0,0 1 0 0 0,0 0 0 0 0,1 0 1 0 0,4-2-1 0 0,1 0-73 0 0,5-1 295 0 0,-2-1-2966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44.1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0 554 15072 0 0,'16'-7'248'0'0,"4"-8"680"0"0,-18 13-815 0 0,0 0 4 0 0,119-127 1951 0 0,-102 108-1947 0 0,28-36 0 0 0,-7 5-23 0 0,-1 10-27 0 0,23-30-82 0 0,-48 56-14 0 0,1 0-1 0 0,1 1 1 0 0,0 0-1 0 0,1 2 1 0 0,25-17-1 0 0,-10 8-176 0 0,-23 16 155 0 0,-7 5 6 0 0,0 1 1 0 0,0-1-1 0 0,-1 0 1 0 0,1 0-1 0 0,-1-1 1 0 0,1 1 0 0 0,-1 0-1 0 0,1 0 1 0 0,-1-1-1 0 0,0 1 1 0 0,2-3-1 0 0,-2 2-11 0 0,5-1-262 0 0,-12 3 213 0 0,-45 11-2120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44.8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91 8840 0 0,'0'0'161'0'0,"4"-3"7"0"0,10-6 5 0 0,-10 6-17 0 0,5-5 506 0 0,-5 4-459 0 0,0 0 1 0 0,1 0-1 0 0,-1 1 0 0 0,1-1 1 0 0,0 1-1 0 0,8-5 1 0 0,1 3-144 0 0,-1 1 1 0 0,1 0 0 0 0,0 1 0 0 0,-1 1 0 0 0,1 0-1 0 0,1 1 1 0 0,-1 1 0 0 0,0 0 0 0 0,0 1 0 0 0,20 3-1 0 0,-12-2-28 0 0,0-1-1 0 0,1 0 0 0 0,24-4 0 0 0,165-19 374 0 0,-193 21-271 0 0,0 1 0 0 0,35 6 0 0 0,-10-1 378 0 0,60 2 1520 0 0,-102-7-671 0 0,1-5 23 0 0,-11 10-911 0 0,-17 7-208 0 0,17-8-2549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45.7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1 11048 0 0,'0'0'473'0'0,"3"0"-228"0"0,-2 0-209 0 0,0 0-1 0 0,-1 0 0 0 0,1 0 1 0 0,0 0-1 0 0,-1 0 0 0 0,1 0 1 0 0,0 0-1 0 0,-1 0 0 0 0,1 0 1 0 0,0 0-1 0 0,-1 0 0 0 0,1 1 1 0 0,-1-1-1 0 0,1 0 0 0 0,-1 0 1 0 0,1 1-1 0 0,0-1 0 0 0,-1 0 1 0 0,1 1-1 0 0,-1-1 0 0 0,1 1 1 0 0,-1-1-1 0 0,0 1 0 0 0,1-1 1 0 0,-1 1-1 0 0,1-1 0 0 0,-1 1 1 0 0,0-1-1 0 0,1 1 0 0 0,-1-1 1 0 0,0 2-1 0 0,-5 27 1428 0 0,0-8-1342 0 0,1 1 0 0 0,1 0 1 0 0,-1 29-1 0 0,1-9-20 0 0,-2 32 5 0 0,1-13-44 0 0,-19 95 0 0 0,9-62-52 0 0,4-22 5 0 0,-2 46 0 0 0,14-96-15 0 0,-1-20 0 0 0,-1 0 0 0 0,1 0 0 0 0,-1 0 0 0 0,0 0 0 0 0,1 0 0 0 0,-1 0 0 0 0,0 0 0 0 0,0 0 0 0 0,-1 0 0 0 0,1 3 0 0 0,-4 9-5 0 0,6-10-5 0 0,0-3 3 0 0,-1 1-3 0 0,-2-2 9 0 0,1 0 0 0 0,0 0 0 0 0,-1 1 0 0 0,1-1 0 0 0,0 0 0 0 0,-1 0 1 0 0,1 0-1 0 0,-1 0 0 0 0,1 0 0 0 0,0 1 0 0 0,-1-1 0 0 0,1 0 0 0 0,-1 0 1 0 0,1 0-1 0 0,0 0 0 0 0,-1 0 0 0 0,1 0 0 0 0,0 0 0 0 0,-1-1 0 0 0,1 1 1 0 0,-1 0-1 0 0,1 0 0 0 0,0 0 0 0 0,-1 0 0 0 0,1 0 0 0 0,0-1 0 0 0,-1 1 1 0 0,-5-67-24 0 0,5 56-1870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46.6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9240 0 0,'0'0'2986'0'0,"4"2"-2932"0"0,35 17 27 0 0,-28-13-54 0 0,0 0 0 0 0,0-1 0 0 0,1 0 0 0 0,18 4 0 0 0,5 0-32 0 0,-1 1 1 0 0,45 19 0 0 0,-44-14-2 0 0,71 17 1 0 0,-13-7 29 0 0,9 3 14 0 0,115 28 196 0 0,-92-35 52 0 0,-113-18-203 0 0,0-1 1 0 0,1 0-1 0 0,-1-1 0 0 0,1-1 0 0 0,-1 0 0 0 0,0 0 1 0 0,1-1-1 0 0,-1-1 0 0 0,20-5 0 0 0,-16 3 209 0 0,-6 1-161 0 0,1 0-1 0 0,-1 0 1 0 0,0 1 0 0 0,1 0 0 0 0,-1 1 0 0 0,1 1 0 0 0,0-1-1 0 0,-1 2 1 0 0,1-1 0 0 0,12 3 0 0 0,-22-2 90 0 0,23 2 1541 0 0,-17 0-796 0 0,-9-2 250 0 0,0-1-1060 0 0,-1 0-39 0 0,-34-13 557 0 0,36 12-3166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47.2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0 540 13864 0 0,'10'0'-25'0'0,"-7"1"134"0"0,0-1-1 0 0,0 0 1 0 0,-1 1 0 0 0,1-2 0 0 0,0 1-1 0 0,0 0 1 0 0,0 0 0 0 0,-1-1 0 0 0,1 0-1 0 0,0 1 1 0 0,-1-1 0 0 0,1 0 0 0 0,0 0-1 0 0,-1 0 1 0 0,1-1 0 0 0,2-1 0 0 0,-4 2 27 0 0,23-14 847 0 0,2-4-676 0 0,22-15 128 0 0,81-76 1 0 0,-32 23-346 0 0,-32 31-118 0 0,-36 29-38 0 0,2 1 0 0 0,1 2 0 0 0,1 1 0 0 0,0 1 0 0 0,2 2-1 0 0,0 1 1 0 0,52-18 0 0 0,-78 33 9 0 0,8-1-19 0 0,-17 5 73 0 0,1 0 0 0 0,-1 0-1 0 0,0 0 1 0 0,0 0 0 0 0,1 0-1 0 0,-1 0 1 0 0,0 0 0 0 0,0 0-1 0 0,0 0 1 0 0,1 0-1 0 0,-1 0 1 0 0,0 1 0 0 0,0-1-1 0 0,0 0 1 0 0,1 0 0 0 0,-1 0-1 0 0,0 0 1 0 0,0 0 0 0 0,0 0-1 0 0,0 1 1 0 0,1-1-1 0 0,-1 0 1 0 0,0 0 0 0 0,0 0-1 0 0,0 0 1 0 0,0 1 0 0 0,0-1-1 0 0,0 0 1 0 0,1 0-1 0 0,-1 1 1 0 0,0-1 0 0 0,0 0-1 0 0,0 0 1 0 0,0 0 0 0 0,0 1-1 0 0,0-1 1 0 0,0 0 0 0 0,0 0-1 0 0,0 1 1 0 0,0-1-1 0 0,0 0 1 0 0,0 0 0 0 0,0 0-1 0 0,0 1 1 0 0,0-1 0 0 0,-1 0-1 0 0,1 0 1 0 0,0 0-1 0 0,0 1 1 0 0,0-1 0 0 0,0 0-1 0 0,0 0 1 0 0,0 0 0 0 0,0 1-1 0 0,-1-1 1 0 0,1 0 0 0 0,0 0-1 0 0,0 0 1 0 0,-1 0-1 0 0,-1 2-10 0 0,0-1-90 0 0,-11 2 399 0 0,-1-4-2641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5:47.7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 4 10544 0 0,'0'0'548'0'0,"3"-1"-463"0"0,12-1-6 0 0,-11 2 1 0 0,-4 31 602 0 0,0 81-324 0 0,2 4-146 0 0,-18 162 0 0 0,7-198-200 0 0,5-34-6 0 0,-13 53 1 0 0,10-64-2 0 0,3-15-4 0 0,-1 0-1 0 0,-10 26 1 0 0,10-23-1 0 0,5-21 0 0 0,0 1 0 0 0,0-1 0 0 0,-1 0 0 0 0,1 0 0 0 0,-1 1 0 0 0,1-1 0 0 0,-1 0 0 0 0,0 0 0 0 0,0 0 0 0 0,0 0 0 0 0,0 0 0 0 0,0 0 0 0 0,0 0 0 0 0,-3 2 0 0 0,-8 5 1 0 0,9-8 30 0 0,13-28 79 0 0,2 4-1650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14.0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24 8640 0 0,'0'0'104'0'0,"-2"-4"-2"0"0,-7-12-2 0 0,7 13 2 0 0,-15 3 891 0 0,17 1-976 0 0,1 0 1 0 0,-1 0-1 0 0,1 1 0 0 0,0-1 1 0 0,-1 0-1 0 0,1 0 0 0 0,0 0 1 0 0,0 0-1 0 0,-1 0 0 0 0,1 0 1 0 0,0 0-1 0 0,0 0 0 0 0,0 0 1 0 0,0-1-1 0 0,0 1 0 0 0,1 0 1 0 0,-1-1-1 0 0,0 1 0 0 0,0-1 1 0 0,0 1-1 0 0,1-1 0 0 0,-1 1 1 0 0,0-1-1 0 0,0 0 0 0 0,1 1 1 0 0,-1-1-1 0 0,2 0 1 0 0,42 7 144 0 0,133-12 157 0 0,-107 1-297 0 0,-17 5-13 0 0,0 2 0 0 0,60 11-1 0 0,-22-2-8 0 0,-52-8 0 0 0,34 5 0 0 0,1-3 0 0 0,134-7 0 0 0,61-40 14 0 0,-228 31-9 0 0,-28 5 8 0 0,0 2 1 0 0,0 0-1 0 0,1 0 0 0 0,-1 2 0 0 0,1 0 0 0 0,17 0 1 0 0,-30 2 11 0 0,-3 12 36 0 0,-12 1-1429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16.0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 4216 0 0,'0'0'241'0'0,"4"-1"-203"0"0,14-3 179 0 0,-1 1 1 0 0,1 0-1 0 0,0 1 1 0 0,0 1-1 0 0,0 1 1 0 0,21 2-1 0 0,-16-1 54 0 0,0-1 0 0 0,0-1 1 0 0,44-8-1 0 0,-31 4 75 0 0,10 2-77 0 0,-1 3-1 0 0,1 1 1 0 0,0 2 0 0 0,45 10 0 0 0,-40-6-43 0 0,-22-3-146 0 0,18 3 66 0 0,1-2-1 0 0,-1-2 1 0 0,1-1 0 0 0,54-7-1 0 0,-72 2-74 0 0,1 1 0 0 0,0 2-1 0 0,56 6 1 0 0,89 28 293 0 0,-34 10 211 0 0,-132-41-498 0 0,1-1 0 0 0,-1 0 1 0 0,1 0-1 0 0,-1-1 0 0 0,16-1 0 0 0,4 2 88 0 0,-22-2-65 0 0,0 1 1 0 0,-1-1 0 0 0,1 0 0 0 0,-1-1-1 0 0,1 0 1 0 0,0 0 0 0 0,-1-1-1 0 0,0 0 1 0 0,1 0 0 0 0,12-6 0 0 0,-18 7 489 0 0,-37 35-51 0 0,24-21-2184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17.0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1 172 10544 0 0,'0'0'893'0'0,"4"0"-705"0"0,5 0-94 0 0,-1 0 0 0 0,1 0 0 0 0,-1-1 0 0 0,1 0 0 0 0,-1 0 0 0 0,0-1 0 0 0,10-4 0 0 0,61-26 252 0 0,-57 22-243 0 0,-1 1 1 0 0,43-11-1 0 0,56 5-55 0 0,3 0-83 0 0,-31-1 2 0 0,56-14-84 0 0,-127 26 86 0 0,-1 0 1 0 0,0 1 0 0 0,1 1-1 0 0,-1 1 1 0 0,26 2-1 0 0,99 17-109 0 0,-30-2 69 0 0,-65-11 42 0 0,11 2-8 0 0,0-3-1 0 0,63-4 1 0 0,127-3-26 0 0,-148 4 35 0 0,44 8 21 0 0,-114-6 30 0 0,-25-3 6 0 0,-1 1 0 0 0,1-2 0 0 0,-1 1 0 0 0,0-1 0 0 0,1 0 0 0 0,-1 0 0 0 0,0-1-1 0 0,7-2 1 0 0,-12 3 153 0 0,4 0 402 0 0,-33 25 521 0 0,25-23-961 0 0,-6 5-1599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19.9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74 301 7024 0 0,'0'0'212'0'0,"-4"-1"-119"0"0,2 0-46 0 0,-1 1 0 0 0,1-1 0 0 0,0 0 0 0 0,0 0 0 0 0,-1 0 0 0 0,1 0 0 0 0,0 0 0 0 0,0 0-1 0 0,-3-3 1 0 0,4 2 107 0 0,-25 5 1423 0 0,24-2-1508 0 0,1-1 1 0 0,0 1-1 0 0,0-1 0 0 0,-1 1 0 0 0,1-1 1 0 0,0 1-1 0 0,0 0 0 0 0,0-1 0 0 0,0 1 1 0 0,0 0-1 0 0,0 0 0 0 0,0 0 0 0 0,-1 1 1 0 0,3 3 396 0 0,13-3 105 0 0,32-2 742 0 0,-45 0-905 0 0,26 9 805 0 0,-18-9-496 0 0,-7-1-629 0 0,0 1 0 0 0,0 0 0 0 0,0 0 0 0 0,0 0-1 0 0,0 0 1 0 0,0 0 0 0 0,0 1 0 0 0,0-1 0 0 0,0 0 0 0 0,0 1 0 0 0,0-1 0 0 0,-1 1 0 0 0,1 0 0 0 0,0 0 0 0 0,0 0 0 0 0,1 1 0 0 0,-1-1 69 0 0,24 3 571 0 0,-23-3-670 0 0,0 0 0 0 0,-1 1 0 0 0,1-1 0 0 0,0-1 0 0 0,0 1 0 0 0,0 0 0 0 0,1-1 0 0 0,-1 1 0 0 0,0-1 0 0 0,0 0-1 0 0,6 0 1 0 0,-4 0 161 0 0,-3 0-110 0 0,27 7 435 0 0,-18-7-276 0 0,1-1 1 0 0,0 0-1 0 0,19-4 0 0 0,20-15 223 0 0,-25 16-336 0 0,-4 0 174 0 0,0 0-1 0 0,31 1 1 0 0,-2-9 10 0 0,-17 3-219 0 0,181-22 199 0 0,10 11-234 0 0,-211 18-81 0 0,131-20 41 0 0,-15-17 17 0 0,-86 25-44 0 0,41-14 42 0 0,99-17 0 0 0,-153 38-33 0 0,1-1 0 0 0,30-13-1 0 0,-30 6 3 0 0,-26 12-23 0 0,1 0 0 0 0,0 0 1 0 0,0 0-1 0 0,0 1 0 0 0,0 0 0 0 0,8-2 0 0 0,0 0 216 0 0,1 0-3146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26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258 222 5416 0 0,'39'-14'1518'0'0,"-38"13"-1451"0"0,0 1 0 0 0,0-1 0 0 0,0 0 0 0 0,0 1 0 0 0,0-1 0 0 0,0 0 0 0 0,0 0 0 0 0,-1 1 0 0 0,1-1 0 0 0,0 0 0 0 0,-1 0 0 0 0,1 0 0 0 0,0 0 0 0 0,-1 0 0 0 0,1 0 0 0 0,-1 0 0 0 0,0 0 0 0 0,1 0 0 0 0,-1-1 0 0 0,0 1 0 0 0,1 0 0 0 0,-1 0 0 0 0,0 0 0 0 0,0 0 0 0 0,0 0 0 0 0,0-2 0 0 0,5-19 2119 0 0,-4 20-2113 0 0,0 1 0 0 0,0-1 0 0 0,-1 0-1 0 0,1 1 1 0 0,0-1 0 0 0,-1 0 0 0 0,1 0 0 0 0,-1 0 0 0 0,0 1 0 0 0,1-1 0 0 0,-1 0-1 0 0,0 0 1 0 0,0 0 0 0 0,-1-3 0 0 0,0-10 201 0 0,1 14-266 0 0,0 1 0 0 0,-1-1 0 0 0,1 1 0 0 0,-1-1 0 0 0,1 0 1 0 0,-1 1-1 0 0,1-1 0 0 0,-1 1 0 0 0,1-1 0 0 0,-1 1 0 0 0,1-1 0 0 0,-1 1 1 0 0,0 0-1 0 0,1-1 0 0 0,-1 1 0 0 0,0 0 0 0 0,1 0 0 0 0,-1-1 1 0 0,0 1-1 0 0,0 0 0 0 0,1 0 0 0 0,-1 0 0 0 0,0 0 0 0 0,0 0 0 0 0,1 0 1 0 0,-2 0-1 0 0,-21 0 92 0 0,3 6-97 0 0,1 1 0 0 0,-1 1 1 0 0,1 1-1 0 0,1 1 1 0 0,0 0-1 0 0,0 2 1 0 0,1 0-1 0 0,0 0 0 0 0,1 2 1 0 0,0 0-1 0 0,2 1 1 0 0,-1 0-1 0 0,-18 27 1 0 0,30-37 0 0 0,0 0 0 0 0,1-1 1 0 0,0 1-1 0 0,-1 0 0 0 0,2 0 0 0 0,-1 0 1 0 0,0 0-1 0 0,1 0 0 0 0,0 1 1 0 0,0-1-1 0 0,1 0 0 0 0,0 0 0 0 0,0 1 1 0 0,0-1-1 0 0,0 0 0 0 0,1 1 1 0 0,0-1-1 0 0,2 8 0 0 0,0-6 4 0 0,-1 0-1 0 0,2 0 0 0 0,-1-1 1 0 0,1 1-1 0 0,0-1 0 0 0,0 0 1 0 0,1 0-1 0 0,0-1 1 0 0,0 1-1 0 0,0-1 0 0 0,0 0 1 0 0,12 7-1 0 0,-8-4 31 0 0,0-2 1 0 0,1 1-1 0 0,0-2 0 0 0,1 1 1 0 0,-1-1-1 0 0,1-1 0 0 0,0 0 1 0 0,0 0-1 0 0,0-1 0 0 0,1 0 1 0 0,-1-1-1 0 0,1-1 0 0 0,-1 1 1 0 0,1-2-1 0 0,0 0 0 0 0,-1 0 1 0 0,1-1-1 0 0,-1-1 0 0 0,15-3 1 0 0,-9 0 79 0 0,0 0 1 0 0,-1-2 0 0 0,1 0-1 0 0,-1-1 1 0 0,22-14 0 0 0,-30 17-69 0 0,0-2 1 0 0,0 1-1 0 0,0-1 1 0 0,0 0-1 0 0,-1 0 1 0 0,0-1-1 0 0,-1 0 1 0 0,0 0-1 0 0,0-1 1 0 0,8-16 0 0 0,-7 9 37 0 0,-1-1 0 0 0,0 0 0 0 0,-2 0 1 0 0,0 0-1 0 0,0-1 0 0 0,-2 0 1 0 0,0 1-1 0 0,-1-1 0 0 0,-1 0 0 0 0,-1 1 1 0 0,0-1-1 0 0,-2 0 0 0 0,-7-32 1 0 0,7 44-46 0 0,1-1 0 0 0,-1 1 0 0 0,0 0 0 0 0,0 0 0 0 0,-1 1 0 0 0,0-1 1 0 0,0 1-1 0 0,0-1 0 0 0,-1 1 0 0 0,1 1 0 0 0,-1-1 0 0 0,-1 1 0 0 0,1 0 1 0 0,0 0-1 0 0,-1 0 0 0 0,0 1 0 0 0,0 0 0 0 0,0 0 0 0 0,0 0 1 0 0,-1 1-1 0 0,1 0 0 0 0,-1 0 0 0 0,1 0 0 0 0,-1 1 0 0 0,0 0 0 0 0,1 1 1 0 0,-1-1-1 0 0,0 1 0 0 0,1 1 0 0 0,-1-1 0 0 0,0 1 0 0 0,-10 2 0 0 0,12-3 93 0 0,3 0-82 0 0,1 0 1 0 0,0 0-1 0 0,0 0 1 0 0,-1 0-1 0 0,1 0 1 0 0,0 0-1 0 0,0 0 1 0 0,-1 0 0 0 0,1 1-1 0 0,0-1 1 0 0,0 0-1 0 0,0 1 1 0 0,0-1-1 0 0,-1 1 1 0 0,1-1-1 0 0,0 1 1 0 0,0 0-1 0 0,0-1 1 0 0,0 1 0 0 0,0 0-1 0 0,0 0 1 0 0,1 0-1 0 0,-1 0 1 0 0,0 0-1 0 0,0 0 1 0 0,0 1-1 0 0,-30 41-2328 0 0,23-32-9771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27.4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 1 12160 0 0,'0'0'2449'0'0,"-2"6"-2340"0"0,-2 9-52 0 0,0 0 0 0 0,2 0 0 0 0,0 1 0 0 0,1-1-1 0 0,0 19 1 0 0,-3 37 52 0 0,-6 16-82 0 0,2-7 11 0 0,-20 79 1 0 0,-23 86-118 0 0,47-217 20 0 0,-2 37 1 0 0,7-56-119 0 0,2-10 386 0 0,-1-8-2363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28.1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7736 0 0,'7'1'78'0'0,"9"2"282"0"0,-15-3-343 0 0,-1 0 0 0 0,1 0 0 0 0,-1 0 0 0 0,1 0 0 0 0,0 0 0 0 0,-1 1 0 0 0,1-1 1 0 0,0 0-1 0 0,-1 1 0 0 0,1-1 0 0 0,-1 0 0 0 0,1 1 0 0 0,-1-1 0 0 0,1 1 1 0 0,-1-1-1 0 0,1 0 0 0 0,-1 1 0 0 0,1-1 0 0 0,-1 1 0 0 0,0 0 0 0 0,1-1 0 0 0,-1 1 1 0 0,0-1-1 0 0,1 1 0 0 0,-1 0 0 0 0,0-1 0 0 0,0 1 0 0 0,1 1 0 0 0,-5 4 404 0 0,2-4 281 0 0,11 3-302 0 0,13 5-322 0 0,0-1 0 0 0,1-1 0 0 0,0 0-1 0 0,38 5 1 0 0,244 7 79 0 0,-183-16-120 0 0,-107-3-2 0 0,0-1 1 0 0,0-1-1 0 0,0 0 1 0 0,0 0-1 0 0,0-2 0 0 0,0 0 1 0 0,0 0-1 0 0,0-1 1 0 0,26-12-1 0 0,-40 14-7 0 0,0 0-1 0 0,0 0 0 0 0,0 0 0 0 0,0 1 1 0 0,0-1-1 0 0,0 0 0 0 0,0 0 0 0 0,-1 0 1 0 0,1 0-1 0 0,-1 0 0 0 0,0-1 0 0 0,1-2 1 0 0,0-3 332 0 0,-1 5-429 0 0,-1 0 0 0 0,1 0-1 0 0,-1 0 1 0 0,0 0 0 0 0,0 0 0 0 0,0 0 0 0 0,-1 0 0 0 0,-2-4-1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28.7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207 1 10656 0 0,'0'0'1424'0'0,"1"5"-1183"0"0,10 34-14 0 0,-2 1-1 0 0,-2 1 1 0 0,-1-1 0 0 0,-1 81-1 0 0,-7-41-118 0 0,-21 129 0 0 0,12-152-88 0 0,-3-1-1 0 0,-21 57 1 0 0,17-56 3 0 0,12-35-15 0 0,-1 0 1 0 0,-16 33-1 0 0,10-28 3 0 0,9-18-5 0 0,0 0 1 0 0,-1 0-1 0 0,0-1 0 0 0,0 0 0 0 0,-13 15 0 0 0,17-22-4 0 0,0 1-1 0 0,1-1 1 0 0,-1 0 0 0 0,0 0 0 0 0,0 0-1 0 0,0 0 1 0 0,-1 0 0 0 0,1 0 0 0 0,0 0-1 0 0,0 0 1 0 0,0 0 0 0 0,-1-1 0 0 0,1 1-1 0 0,0-1 1 0 0,-1 1 0 0 0,1-1-1 0 0,-1 1 1 0 0,1-1 0 0 0,-1 0 0 0 0,1 1-1 0 0,0-1 1 0 0,-1 0 0 0 0,1 0 0 0 0,-1 0-1 0 0,1 0 1 0 0,-1 0 0 0 0,1-1 0 0 0,-3 1-1 0 0,3-2 4 0 0,-1 0 0 0 0,1 1 0 0 0,0-1 0 0 0,0 0 0 0 0,0 1 0 0 0,0-1 0 0 0,0 0 0 0 0,0 0 0 0 0,0 0 0 0 0,0 0 0 0 0,1 0 0 0 0,-1 0 0 0 0,1 0 0 0 0,0 0 0 0 0,-1 0-1 0 0,1 0 1 0 0,0 0 0 0 0,0 0 0 0 0,1-3 0 0 0,-1-5-1734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29.4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 1 9536 0 0,'0'0'1304'0'0,"2"7"-1232"0"0,3 15-18 0 0,-1 1 1 0 0,-1-1-1 0 0,-2 1 1 0 0,0-1-1 0 0,-3 29 0 0 0,-19 125 155 0 0,3-41-167 0 0,11-71-19 0 0,-17 78 1 0 0,15-102-8 0 0,1 1 0 0 0,3 0 1 0 0,-1 43-1 0 0,6-68 43 0 0,-2 0-1 0 0,-5 25 1 0 0,8-35 240 0 0,0-20-49 0 0,-3-17-1356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33.3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326 137 15272 0 0,'0'0'1413'0'0,"1"-4"-1296"0"0,-1 2-41 0 0,1-1 0 0 0,-1 1 0 0 0,0-1 0 0 0,0 1 0 0 0,0-1 0 0 0,0 1 0 0 0,0-1 0 0 0,0 1 0 0 0,-1 0 0 0 0,1-1 0 0 0,-1 1 0 0 0,1-1 0 0 0,-1 1 0 0 0,0 0 0 0 0,0 0 0 0 0,0-1 0 0 0,0 1 0 0 0,-1 0 0 0 0,1 0 0 0 0,-1 0 0 0 0,1 0 0 0 0,-1 0 0 0 0,0 1 0 0 0,1-1 0 0 0,-1 0 0 0 0,0 1 0 0 0,0-1 0 0 0,0 1 0 0 0,-4-2 0 0 0,1 1-62 0 0,0 0 0 0 0,0 1-1 0 0,-1-1 1 0 0,1 1 0 0 0,-1 0 0 0 0,1 1 0 0 0,-1-1-1 0 0,1 1 1 0 0,-1 0 0 0 0,1 0 0 0 0,-1 1 0 0 0,1 0-1 0 0,0 0 1 0 0,-1 0 0 0 0,1 0 0 0 0,0 1-1 0 0,-1 0 1 0 0,1 0 0 0 0,0 1 0 0 0,1-1 0 0 0,-1 1-1 0 0,0 0 1 0 0,-4 4 0 0 0,-8 6-101 0 0,1 0 1 0 0,0 1-1 0 0,1 1 0 0 0,-22 28 0 0 0,29-33 20 0 0,1-1 0 0 0,1 1 0 0 0,0 0 0 0 0,0 0 0 0 0,-9 23 0 0 0,7-15-133 0 0,7-16 175 0 0,-1 1-1 0 0,1-1 0 0 0,0 0 0 0 0,0 1 0 0 0,1-1 0 0 0,-1 0 0 0 0,0 1 0 0 0,1-1 0 0 0,0 1 0 0 0,-1-1 1 0 0,1 1-1 0 0,0 3 0 0 0,0-1 0 0 0,0 0-1 0 0,0 0 1 0 0,1 0 0 0 0,0 0 0 0 0,0-1-1 0 0,0 1 1 0 0,0 0 0 0 0,0 0 0 0 0,1-1-1 0 0,0 1 1 0 0,0-1 0 0 0,1 0 0 0 0,-1 1-1 0 0,1-1 1 0 0,0 0 0 0 0,0 0 0 0 0,0-1-1 0 0,0 1 1 0 0,1-1 0 0 0,-1 1 0 0 0,1-1 0 0 0,0 0-1 0 0,0 0 1 0 0,8 3 0 0 0,5 2-16 0 0,0 0 0 0 0,0-2 0 0 0,1 0 0 0 0,-1-1 0 0 0,1-1 0 0 0,24 2 0 0 0,109 1-99 0 0,-137-7 133 0 0,-8 0 7 0 0,1-1 0 0 0,-1 1-1 0 0,1-1 1 0 0,0 0 0 0 0,-1 0 0 0 0,1-1 0 0 0,-1 0-1 0 0,0 0 1 0 0,11-5 0 0 0,-13 4 0 0 0,-1 1 1 0 0,1 0-1 0 0,-1-1 0 0 0,0 0 1 0 0,0 0-1 0 0,0 0 0 0 0,0 0 1 0 0,0 0-1 0 0,-1-1 0 0 0,1 1 1 0 0,-1-1-1 0 0,0 0 0 0 0,0 0 1 0 0,0 0-1 0 0,2-6 0 0 0,8-19 1 0 0,-9 25 0 0 0,-1 0 0 0 0,0-1 0 0 0,0 1 0 0 0,0-1 0 0 0,-1 0 0 0 0,0 1 0 0 0,1-8 0 0 0,5-70 55 0 0,-7 63-43 0 0,1 14-8 0 0,-1 0 0 0 0,0-1 0 0 0,0 1 0 0 0,0 0 0 0 0,-1 0 0 0 0,0 0 0 0 0,0 0-1 0 0,0 0 1 0 0,-1 0 0 0 0,1 0 0 0 0,-4-6 0 0 0,-13-28 76 0 0,12 26-49 0 0,0 0 0 0 0,0 0 1 0 0,-1 0-1 0 0,-1 1 0 0 0,-14-18 0 0 0,20 27-20 0 0,-1 1 0 0 0,0-1 0 0 0,0 1 0 0 0,1-1 0 0 0,-2 1 0 0 0,1 0 0 0 0,0 0 0 0 0,0 1 0 0 0,-1-1 0 0 0,1 1 0 0 0,-1 0 0 0 0,1-1 0 0 0,-1 2-1 0 0,1-1 1 0 0,-1 0 0 0 0,0 1 0 0 0,0-1 0 0 0,1 1 0 0 0,-1 0 0 0 0,0 0 0 0 0,1 1 0 0 0,-1-1 0 0 0,0 1 0 0 0,1 0 0 0 0,-1 0 0 0 0,-5 2-1 0 0,-3 2 39 0 0,1 0-1 0 0,0 0 1 0 0,0 1-1 0 0,0 1 0 0 0,1 0 1 0 0,0 0-1 0 0,0 1 1 0 0,1 0-1 0 0,0 1 0 0 0,-15 19 1 0 0,9-9-404 0 0,2 2 0 0 0,0 0 1 0 0,1 1-1 0 0,-13 31 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33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0 11448 0 0,'0'0'2088'0'0,"2"5"-1784"0"0,0 14-72 0 0,0 0 0 0 0,0 20 1 0 0,0 9-97 0 0,-4 53-28 0 0,4-35-55 0 0,-12 102 1 0 0,-15 99-58 0 0,15-51-152 0 0,12-198 101 0 0,0-1 1 0 0,1 0-1 0 0,1 1 1 0 0,12 29-1 0 0,-14-40 38 0 0,11 24-1881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34.6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0 199 8840 0 0,'0'0'1873'0'0,"4"3"-1770"0"0,19 18 479 0 0,-21-19-447 0 0,30 7 870 0 0,-31-9-501 0 0,35 12 332 0 0,-25-10-728 0 0,0-2-1 0 0,0 1 1 0 0,-1-1-1 0 0,1-1 1 0 0,0 0-1 0 0,0-1 1 0 0,-1 0-1 0 0,1 0 1 0 0,18-7-1 0 0,31-6 197 0 0,-35 10-160 0 0,-1-1 0 0 0,27-11 1 0 0,3-1 229 0 0,-52 17-347 0 0,0 0 1 0 0,0 0 0 0 0,0 0-1 0 0,-1-1 1 0 0,1 1 0 0 0,0 0-1 0 0,-1-1 1 0 0,1 1 0 0 0,-1-1-1 0 0,0 0 1 0 0,1 1 0 0 0,-1-1 0 0 0,0 0-1 0 0,0 0 1 0 0,1-2 0 0 0,10-13 131 0 0,25-32 570 0 0,-35 46-651 0 0,-1 0 0 0 0,0-1-1 0 0,0 1 1 0 0,0-1 0 0 0,0 1-1 0 0,-1-1 1 0 0,1 1 0 0 0,-1-5-1 0 0,0 5-34 0 0,1-37-1639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35.3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1 12456 0 0,'0'0'2737'0'0,"3"0"-2382"0"0,-2 0-328 0 0,1-1 1 0 0,-1 1 0 0 0,0 0 0 0 0,0 0 0 0 0,0 0 0 0 0,1 0 0 0 0,-1 0 0 0 0,0 0 0 0 0,0 1-1 0 0,0-1 1 0 0,0 0 0 0 0,0 1 0 0 0,1-1 0 0 0,-1 0 0 0 0,0 1 0 0 0,0-1 0 0 0,0 1 0 0 0,0 0-1 0 0,0-1 1 0 0,1 2 0 0 0,-1 0-13 0 0,0 0 0 0 0,0-1 0 0 0,0 1 0 0 0,0 0 0 0 0,0 0 0 0 0,0 0 0 0 0,-1 0 0 0 0,1 0 0 0 0,-1 0 0 0 0,1 0 0 0 0,-1 0 0 0 0,0 0 0 0 0,0 4 1 0 0,3 54 0 0 0,-3 1 0 0 0,-3 0 0 0 0,-10 64 0 0 0,-15 99-117 0 0,11-62 32 0 0,-3 30-92 0 0,18-153 95 0 0,2 0 0 0 0,9 75-1 0 0,-6-60-25 0 0,-3-49 83 0 0,-4-11 9 0 0,-3-3-1921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38.3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314 209 6520 0 0,'12'-8'13'0'0,"24"-18"34"0"0,-19 1 75 0 0,-17 25-118 0 0,0 0-1 0 0,0-1 1 0 0,0 1-1 0 0,0-1 1 0 0,1 1-1 0 0,-1 0 1 0 0,0-1-1 0 0,0 1 1 0 0,0-1-1 0 0,-1 1 0 0 0,1 0 1 0 0,0-1-1 0 0,0 1 1 0 0,0-1-1 0 0,0 1 1 0 0,0 0-1 0 0,0-1 1 0 0,0 1-1 0 0,-1 0 1 0 0,1-1-1 0 0,0 1 1 0 0,0 0-1 0 0,-1-1 0 0 0,1 1 1 0 0,0 0-1 0 0,0-1 1 0 0,-1 1-1 0 0,1 0 1 0 0,0 0-1 0 0,-1-1 1 0 0,1 1-1 0 0,0 0 1 0 0,-1 0-1 0 0,-15-8 337 0 0,10 6-136 0 0,0 0-113 0 0,0 0 1 0 0,0 0-1 0 0,-1 0 1 0 0,1 1-1 0 0,-1 0 0 0 0,0 0 1 0 0,-8 1-1 0 0,-54 2 520 0 0,49-1-495 0 0,13 0-78 0 0,0 0 0 0 0,0 1-1 0 0,0 0 1 0 0,1 0 0 0 0,-1 0-1 0 0,1 1 1 0 0,0 0 0 0 0,-1 1-1 0 0,1-1 1 0 0,1 1 0 0 0,-1 0-1 0 0,0 0 1 0 0,1 1-1 0 0,0 0 1 0 0,0 0 0 0 0,0 0-1 0 0,1 0 1 0 0,-5 9 0 0 0,-3 2-4 0 0,2 2 1 0 0,0-1 0 0 0,1 1 0 0 0,1 1 0 0 0,-8 23-1 0 0,11-24 7 0 0,0-1 0 0 0,1 1 0 0 0,1 0 0 0 0,1 0 0 0 0,0 1 0 0 0,2-1 0 0 0,1 31 0 0 0,1-40-11 0 0,-1 1 0 0 0,1-1 0 0 0,0 1 0 0 0,1-1 0 0 0,0 0 0 0 0,1 0-1 0 0,0 0 1 0 0,0 0 0 0 0,1-1 0 0 0,0 1 0 0 0,0-1 0 0 0,1-1 0 0 0,0 1 0 0 0,0-1 0 0 0,1 0-1 0 0,10 8 1 0 0,-11-11-2 0 0,0 0 0 0 0,1 0 0 0 0,-1-1 0 0 0,1 1 0 0 0,0-2 0 0 0,0 1 0 0 0,0-1 0 0 0,1 0 0 0 0,-1-1 0 0 0,0 1-1 0 0,1-2 1 0 0,-1 1 0 0 0,1-1 0 0 0,-1 0 0 0 0,1 0 0 0 0,-1-1 0 0 0,0 0 0 0 0,1 0 0 0 0,-1-1 0 0 0,0 0 0 0 0,9-4 0 0 0,-3 1 23 0 0,-1 0 1 0 0,0-1 0 0 0,0 0 0 0 0,0-1 0 0 0,0 0-1 0 0,-1-1 1 0 0,-1 0 0 0 0,1-1 0 0 0,-1 0 0 0 0,-1-1 0 0 0,9-11-1 0 0,3-7 158 0 0,-1-1-1 0 0,27-53 0 0 0,-39 64-141 0 0,-1 0-1 0 0,0-1 0 0 0,-1 1 0 0 0,-1-1 0 0 0,-1 0 0 0 0,3-30 0 0 0,-6 36 2 0 0,0 0-1 0 0,-1 0 1 0 0,0 0-1 0 0,-1 0 1 0 0,-1 0 0 0 0,0 0-1 0 0,0 0 1 0 0,-2 0-1 0 0,1 0 1 0 0,-2 1-1 0 0,1 0 1 0 0,-2 0-1 0 0,0 0 1 0 0,-10-16 0 0 0,12 23-34 0 0,-1 0-1 0 0,1 0 1 0 0,-1 0 0 0 0,0 1 0 0 0,-1-1 0 0 0,1 1 0 0 0,-1 1 0 0 0,0-1 0 0 0,0 1 0 0 0,0 0 0 0 0,0 0 0 0 0,0 0 0 0 0,-1 1 0 0 0,-6-1 0 0 0,5 0 23 0 0,0 2 0 0 0,-1-1 0 0 0,1 1 0 0 0,0 1 0 0 0,-1 0 0 0 0,1 0 0 0 0,0 0 0 0 0,0 1 0 0 0,-1 0 0 0 0,1 1 0 0 0,-8 2 0 0 0,5 0-125 0 0,1 1 1 0 0,1 0-1 0 0,-1 1 1 0 0,1 0-1 0 0,-1 1 1 0 0,2-1-1 0 0,-1 2 1 0 0,1-1-1 0 0,0 1 1 0 0,1 0-1 0 0,-1 1 1 0 0,2 0-1 0 0,-1 0 1 0 0,1 0-1 0 0,-8 20 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38.9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1 11760 0 0,'0'0'122'0'0,"-3"0"12"0"0,1 0-111 0 0,0 1 0 0 0,1-1 0 0 0,-1 1 0 0 0,1-1 1 0 0,0 1-1 0 0,-1 0 0 0 0,1-1 0 0 0,-1 1 0 0 0,1 0 1 0 0,0 0-1 0 0,0 0 0 0 0,-1 0 0 0 0,1 0 0 0 0,0 0 1 0 0,0 1-1 0 0,0-1 0 0 0,0 0 0 0 0,0 0 0 0 0,1 1 0 0 0,-1-1 1 0 0,0 1-1 0 0,0-1 0 0 0,1 1 0 0 0,-1-1 0 0 0,1 1 1 0 0,0-1-1 0 0,-1 1 0 0 0,1 2 0 0 0,-2 9 71 0 0,0 0 1 0 0,0 22-1 0 0,1-10 36 0 0,-38 225 319 0 0,21-149-342 0 0,-48 255 12 0 0,64-342-122 0 0,1-10 1 0 0,1 1 0 0 0,-1 0-1 0 0,0-1 1 0 0,-1 1 0 0 0,1-1 0 0 0,-1 0-1 0 0,0 1 1 0 0,-2 3 0 0 0,3 1 0 0 0,1-9 1 0 0,1 1 0 0 0,-1 0 0 0 0,0 0 0 0 0,0 0 0 0 0,0-1-1 0 0,0 1 1 0 0,0 0 0 0 0,0 0 0 0 0,-1 0 0 0 0,1-1-1 0 0,0 1 1 0 0,0 0 0 0 0,-1 0 0 0 0,1-1 0 0 0,0 1 0 0 0,-1 0-1 0 0,1 0 1 0 0,0-1 0 0 0,-1 1 0 0 0,1 0 0 0 0,-1-1-1 0 0,1 1 1 0 0,-1-1 0 0 0,0 1 0 0 0,1-1 0 0 0,-2 1 0 0 0,1 1-7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39.5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 9040 0 0,'0'0'401'0'0,"4"-1"-270"0"0,5-2 1 0 0,0 2 0 0 0,0-1 0 0 0,0 2 0 0 0,0-1 1 0 0,1 1-1 0 0,16 2 0 0 0,63 12 502 0 0,-44-5-388 0 0,-4-1 177 0 0,-33-6-364 0 0,0 0 0 0 0,0 0 1 0 0,0-1-1 0 0,1 0 0 0 0,-1 0 1 0 0,1-1-1 0 0,-1 0 1 0 0,0 0-1 0 0,1-1 0 0 0,-1 0 1 0 0,0-1-1 0 0,0 1 1 0 0,0-2-1 0 0,9-2 0 0 0,15-13 260 0 0,-31 17-394 0 0,1 0 0 0 0,-1 0 0 0 0,0 0 0 0 0,1 0 0 0 0,-1 0 0 0 0,0 0 0 0 0,0-1 0 0 0,0 1 0 0 0,0 0 0 0 0,0-1 0 0 0,0 1 0 0 0,0-1 0 0 0,-1 1 0 0 0,1-1 0 0 0,0 0 0 0 0,-1 1 0 0 0,1-1 0 0 0,-1 1 0 0 0,1-3 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40.1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0 7432 0 0,'20'0'-58'0'0,"-4"0"1989"0"0,-22 33-1554 0 0,0 54-267 0 0,-12 40-48 0 0,-12 16 2 0 0,23-106-39 0 0,-4 77 0 0 0,8-70-7 0 0,-20 159 137 0 0,19-173-134 0 0,-1 3 117 0 0,0 38 0 0 0,4-61-201 0 0,-3-11 370 0 0,2-7-1484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41.4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8336 0 0,'0'0'457'0'0,"2"3"-401"0"0,1 3-17 0 0,0 0 0 0 0,-1 0 1 0 0,0-1-1 0 0,0 2 0 0 0,-1-1 0 0 0,0 0 0 0 0,0 0 0 0 0,0 0 1 0 0,-1 1-1 0 0,0-1 0 0 0,-1 9 0 0 0,4 30 164 0 0,3 23 85 0 0,-2 115-1 0 0,-3-33-39 0 0,0 53-23 0 0,0-141-161 0 0,0-32-13 0 0,5 40 0 0 0,-3-39-20 0 0,-2-21-15 0 0,0 0 1 0 0,1-1 0 0 0,0 1 0 0 0,6 16-1 0 0,-4-14 0 0 0,-3-9-5 0 0,0 1 0 0 0,1-1 1 0 0,-1 1-1 0 0,1-1 0 0 0,0 0 1 0 0,-1 0-1 0 0,1 0 0 0 0,3 4 1 0 0,-3-6 5 0 0,-1-4 6 0 0,1-14-3 0 0,-1-1 0 0 0,-1 1 0 0 0,0 0 0 0 0,-1-1 0 0 0,-5-27 0 0 0,-1-17 34 0 0,-10-52 54 0 0,9 73-74 0 0,-1-9 6 0 0,0-104 174 0 0,9 130-181 0 0,0 8 9 0 0,1-1 0 0 0,4-27 0 0 0,-1 14 27 0 0,-3 25-54 0 0,-1-1 1 0 0,1 1-1 0 0,0-1 1 0 0,0 1-1 0 0,1 0 1 0 0,0-1-1 0 0,0 1 0 0 0,4-8 1 0 0,1 0 37 0 0,2-1 1 0 0,-1 2 0 0 0,2-1-1 0 0,-1 1 1 0 0,20-18-1 0 0,-27 28-39 0 0,1 0 0 0 0,-1 0 0 0 0,1 0 0 0 0,-1 1 0 0 0,1-1 0 0 0,0 0 0 0 0,0 1 0 0 0,0 0 0 0 0,0 0 0 0 0,0 0 0 0 0,0 0 0 0 0,0 0 0 0 0,0 1 0 0 0,0-1 0 0 0,1 1 0 0 0,-1 0 0 0 0,0 0 0 0 0,0 0 0 0 0,0 0 0 0 0,0 1 0 0 0,1-1 0 0 0,-1 1 0 0 0,0 0 0 0 0,0 0 0 0 0,0 0 0 0 0,0 0 0 0 0,0 0 0 0 0,0 1 0 0 0,-1-1 0 0 0,1 1 0 0 0,0 0 0 0 0,-1 0 0 0 0,1 0 0 0 0,3 4 0 0 0,1 1 20 0 0,-1 0 1 0 0,0 0-1 0 0,0 1 1 0 0,-1 0-1 0 0,1 0 1 0 0,-2 1-1 0 0,1 0 1 0 0,-1-1-1 0 0,-1 1 1 0 0,0 1 0 0 0,0-1-1 0 0,0 0 1 0 0,-1 1-1 0 0,1 13 1 0 0,0 14 102 0 0,-2 1-1 0 0,-4 49 1 0 0,3-77-117 0 0,-3 33 109 0 0,-2-1 0 0 0,-2 1 0 0 0,-1-1 0 0 0,-3-1 0 0 0,-1 0 0 0 0,-18 41 1 0 0,22-66-10 0 0,0 1 0 0 0,-17 25 0 0 0,22-37-85 0 0,0-1 1 0 0,0 0-1 0 0,0-1 1 0 0,-1 1-1 0 0,1 0 1 0 0,-1-1-1 0 0,0 0 1 0 0,0 0 0 0 0,0 0-1 0 0,0 0 1 0 0,0-1-1 0 0,-1 0 1 0 0,1 1-1 0 0,-10 2 1 0 0,12-5-15 0 0,0 0 0 0 0,0 0 0 0 0,1 1 1 0 0,-1-1-1 0 0,0 0 0 0 0,1-1 0 0 0,-1 1 0 0 0,0 0 0 0 0,0 0 1 0 0,1-1-1 0 0,-1 1 0 0 0,0-1 0 0 0,1 1 0 0 0,-1-1 1 0 0,0 0-1 0 0,1 0 0 0 0,-1 1 0 0 0,1-1 0 0 0,0 0 0 0 0,-1-1 1 0 0,1 1-1 0 0,0 0 0 0 0,-1 0 0 0 0,1 0 0 0 0,0-1 0 0 0,0 1 1 0 0,0-1-1 0 0,0 1 0 0 0,-1-2 0 0 0,-1-5-61 0 0,0 1 1 0 0,0-1-1 0 0,0 0 0 0 0,-2-15 0 0 0,2 8-1255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42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15 321 12664 0 0,'0'0'640'0'0,"-2"-4"-444"0"0,-10-15 128 0 0,13 19-280 0 0,0 1 1 0 0,0-1-1 0 0,0 0 0 0 0,0 0 1 0 0,0 1-1 0 0,0-1 1 0 0,0 0-1 0 0,0 0 1 0 0,0 0-1 0 0,0 0 1 0 0,0 0-1 0 0,0 0 1 0 0,0-1-1 0 0,0 1 1 0 0,0 0-1 0 0,0-1 1 0 0,0 1-1 0 0,0 0 0 0 0,0-1 1 0 0,0 1-1 0 0,1-1 1 0 0,25-14 92 0 0,-22 12-59 0 0,52-27 39 0 0,60-37 141 0 0,-102 57-258 0 0,-1-1 0 0 0,0 0 0 0 0,24-26 0 0 0,-20 22 0 0 0,-11 8 0 0 0,-15 9 0 0 0,0 5 0 0 0,-1 0 1 0 0,1 1 0 0 0,1 0-1 0 0,-1 0 1 0 0,2 1 0 0 0,-1 0 0 0 0,1 0-1 0 0,0 0 1 0 0,-5 13 0 0 0,-4 4 1 0 0,6-12 5 0 0,0 1 0 0 0,2 0 1 0 0,0 1-1 0 0,0 0 0 0 0,-7 31 0 0 0,12-36 11 0 0,0-1 0 0 0,1 1 0 0 0,1-1 0 0 0,0 1 0 0 0,0-1 0 0 0,1 1-1 0 0,0-1 1 0 0,1 1 0 0 0,0-1 0 0 0,6 17 0 0 0,-7-24-4 0 0,0 0 0 0 0,1 0 0 0 0,-1 0 0 0 0,1-1 0 0 0,-1 1 0 0 0,1-1 0 0 0,0 1 0 0 0,0-1 0 0 0,0 0 0 0 0,0 0 0 0 0,0 0 0 0 0,1 0 0 0 0,-1 0 0 0 0,0 0 0 0 0,1 0 0 0 0,0-1 0 0 0,-1 0 0 0 0,1 1 0 0 0,0-1 0 0 0,0 0 0 0 0,0 0 0 0 0,0 0 0 0 0,-1-1 0 0 0,1 1 0 0 0,0-1 0 0 0,0 0 0 0 0,1 1 0 0 0,-1-1 0 0 0,0-1 0 0 0,0 1 0 0 0,0 0 0 0 0,0-1 0 0 0,0 1 0 0 0,-1-1 0 0 0,5-2 0 0 0,-2 1 24 0 0,-1-1 1 0 0,0 1-1 0 0,0-1 1 0 0,0-1-1 0 0,0 1 1 0 0,0 0-1 0 0,-1-1 0 0 0,1 0 1 0 0,-1 0-1 0 0,0 0 1 0 0,0 0-1 0 0,-1 0 1 0 0,1-1-1 0 0,-1 1 1 0 0,0-1-1 0 0,0 0 0 0 0,2-9 1 0 0,5-8 117 0 0,-8 17-110 0 0,1 0 0 0 0,-1 1 1 0 0,-1-1-1 0 0,1 0 0 0 0,-1 0 1 0 0,0-7-1 0 0,1-12 68 0 0,-3-34 216 0 0,-2 6 164 0 0,5 52-478 0 0,-1-1-1 0 0,0 1 0 0 0,0 0 0 0 0,0-1 1 0 0,0 1-1 0 0,0 0 0 0 0,0 0 0 0 0,0-1 1 0 0,0 1-1 0 0,1 0 0 0 0,-1-1 0 0 0,0 1 1 0 0,0 0-1 0 0,0 0 0 0 0,-1-1 0 0 0,1 1 1 0 0,0 0-1 0 0,0-1 0 0 0,0 1 0 0 0,0 0 1 0 0,0-1-1 0 0,0 1 0 0 0,0 0 0 0 0,0 0 1 0 0,-1-1-1 0 0,1 1 0 0 0,0 0 0 0 0,0 0 1 0 0,0-1-1 0 0,0 1 0 0 0,-1 0 0 0 0,1 0 1 0 0,0 0-1 0 0,0-1 0 0 0,-1 1 0 0 0,1 0 1 0 0,0 0-1 0 0,-1 0 0 0 0,1 0-7 0 0,-1 0 0 0 0,1 0-1 0 0,0 0 1 0 0,-1 1 0 0 0,1-1 0 0 0,0 0-1 0 0,-1 0 1 0 0,1 1 0 0 0,0-1-1 0 0,0 0 1 0 0,-1 1 0 0 0,1-1 0 0 0,0 0-1 0 0,0 1 1 0 0,0-1 0 0 0,-1 0 0 0 0,1 1-1 0 0,0-1 1 0 0,0 1 0 0 0,0-1-1 0 0,0 0 1 0 0,0 1 0 0 0,0-1 0 0 0,0 0-1 0 0,0 1 1 0 0,0-1 0 0 0,0 1 0 0 0,0-1-1 0 0,0 1 1 0 0,1 32 258 0 0,2 0 0 0 0,8 35-1 0 0,-9-60-205 0 0,1-1 0 0 0,0 0 0 0 0,0-1 0 0 0,1 1 0 0 0,0-1 0 0 0,0 1 0 0 0,1-1 0 0 0,-1 0 0 0 0,1-1 0 0 0,0 1 0 0 0,1-1 0 0 0,0 0 0 0 0,0 0 0 0 0,0-1 0 0 0,7 5 0 0 0,-12-9-35 0 0,0 1 1 0 0,0-1-1 0 0,0 0 0 0 0,0 1 0 0 0,0-1 0 0 0,0 0 0 0 0,0 0 0 0 0,0 1 1 0 0,0-1-1 0 0,0 0 0 0 0,0 0 0 0 0,0 0 0 0 0,0 0 0 0 0,0-1 0 0 0,0 1 0 0 0,0 0 1 0 0,0 0-1 0 0,0 0 0 0 0,0-1 0 0 0,0 1 0 0 0,0-1 0 0 0,0 1 0 0 0,1-1 1 0 0,0-1-3 0 0,-1 0 1 0 0,1 1 0 0 0,0-1 0 0 0,-1 0 0 0 0,1 0 0 0 0,-1 0 0 0 0,0 0 0 0 0,1 0 0 0 0,1-4 0 0 0,1-6 12 0 0,0-1 0 0 0,-1 1 0 0 0,3-14 0 0 0,-4 17 49 0 0,20-82 135 0 0,10-57 136 0 0,-18 40-42 0 0,-12 98-288 0 0,-2 10-16 0 0,0-1 0 0 0,0 1-1 0 0,1-1 1 0 0,-1 1 0 0 0,0-1 0 0 0,0 1 0 0 0,0-1 0 0 0,0 1-1 0 0,0-1 1 0 0,0 1 0 0 0,0-1 0 0 0,0 1 0 0 0,0-1 0 0 0,0 1-1 0 0,0-1 1 0 0,0 0 0 0 0,0 1 0 0 0,0-1 0 0 0,-1 1 0 0 0,1-1-1 0 0,0 1 1 0 0,0 0 0 0 0,-1-1 0 0 0,1 1 0 0 0,0-1-1 0 0,0 1 1 0 0,-1-1 0 0 0,1 1 0 0 0,-1 0 0 0 0,1-1 0 0 0,0 1-1 0 0,-2-1 1 0 0,1 0 38 0 0,-9 22 122 0 0,7-3-103 0 0,1 0 1 0 0,0 0 0 0 0,2 0-1 0 0,3 35 1 0 0,-2-42-34 0 0,0-2 0 0 0,1 1 0 0 0,0 0 0 0 0,1 0 0 0 0,0-1 0 0 0,0 1 0 0 0,1-1 0 0 0,1 0 0 0 0,-1 0 0 0 0,9 12 0 0 0,-9-16-14 0 0,1-1 1 0 0,-1 1-1 0 0,1-1 1 0 0,0 1-1 0 0,0-1 1 0 0,0-1 0 0 0,0 1-1 0 0,1-1 1 0 0,-1 0-1 0 0,1 0 1 0 0,0 0-1 0 0,0-1 1 0 0,0 0 0 0 0,0 0-1 0 0,0-1 1 0 0,1 1-1 0 0,-1-1 1 0 0,0-1-1 0 0,1 1 1 0 0,-1-1-1 0 0,0 0 1 0 0,1-1 0 0 0,-1 0-1 0 0,1 0 1 0 0,9-2-1 0 0,3-4 51 0 0,0-1 0 0 0,0-1-1 0 0,0 0 1 0 0,28-20 0 0 0,-40 24-52 0 0,4-2 32 0 0,-1-1 0 0 0,-1 1 0 0 0,12-13 1 0 0,-12 11 31 0 0,1 0 1 0 0,0 1 0 0 0,14-9-1 0 0,-23 16 60 0 0,-18 25-23 0 0,8-8-76 0 0,-1-1-7 0 0,2 1 1 0 0,0 0 0 0 0,0 0-1 0 0,-6 24 1 0 0,-10 27 31 0 0,16-49-28 0 0,-10 37 1 0 0,18-54-40 0 0,-5 19 30 0 0,1-1 0 0 0,0 1 0 0 0,2 0 0 0 0,0 32 1 0 0,2-23 0 0 0,-1-21-19 0 0,1 0 0 0 0,1-1 0 0 0,-1 1-1 0 0,1 0 1 0 0,0-1 0 0 0,1 1 0 0 0,2 8 0 0 0,1-3 28 0 0,-4-8-30 0 0,1-1 1 0 0,0 0-1 0 0,-1 1 1 0 0,1-1-1 0 0,1 0 1 0 0,2 4-1 0 0,-4-7-6 0 0,0 1 0 0 0,1-1 0 0 0,-1 0 0 0 0,0 0 0 0 0,1 0 0 0 0,-1 0 0 0 0,0 0 0 0 0,1 0 0 0 0,-1-1 0 0 0,1 1 0 0 0,0 0 0 0 0,-1-1 0 0 0,1 1 0 0 0,0-1 0 0 0,-1 0 0 0 0,1 1 0 0 0,0-1 0 0 0,-1 0 0 0 0,1 0 0 0 0,0 0 0 0 0,1 0 0 0 0,0-1 2 0 0,-1 0 0 0 0,0 1 1 0 0,1-1-1 0 0,-1 0 0 0 0,0 0 1 0 0,0 0-1 0 0,0-1 0 0 0,0 1 1 0 0,0 0-1 0 0,0-1 0 0 0,0 1 1 0 0,0-1-1 0 0,-1 0 0 0 0,1 0 0 0 0,-1 1 1 0 0,1-1-1 0 0,-1 0 0 0 0,2-4 1 0 0,20-40 63 0 0,-23 46-71 0 0,107-341 340 0 0,-106 338-331 0 0,0-1 0 0 0,0 1 0 0 0,-1 0 0 0 0,1-1 0 0 0,-1 1 1 0 0,1-1-1 0 0,-1 1 0 0 0,0-1 0 0 0,-1 1 0 0 0,1-1 0 0 0,-1 1 0 0 0,1-1 0 0 0,-1 1 0 0 0,0-1 1 0 0,0 1-1 0 0,-3-6 0 0 0,3 8 15 0 0,-5 15 55 0 0,4-10-72 0 0,1 0 0 0 0,0 1 0 0 0,0-1 0 0 0,0 1-1 0 0,1-1 1 0 0,-1 1 0 0 0,1-1 0 0 0,0 1 0 0 0,1 5 0 0 0,8 50 41 0 0,-5-36-33 0 0,-2-13-3 0 0,1 0-1 0 0,0-1 1 0 0,1 1-1 0 0,0-1 1 0 0,1 0-1 0 0,7 12 1 0 0,37 51 138 0 0,-48-71-121 0 0,3 3 45 0 0,-11-9-50 0 0,0-2-3528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43.5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15680 0 0,'0'0'5413'0'0,"13"2"-5296"0"0,193 49 99 0 0,-121-19-2903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44.5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0 480 11952 0 0,'30'-10'296'0'0,"-14"-20"721"0"0,-15 19-941 0 0,1 0 0 0 0,0 0 1 0 0,5-17-1 0 0,4-16 2 0 0,-7 20-69 0 0,1-8 11 0 0,0 0 1 0 0,3 0-1 0 0,1 0 1 0 0,13-31 0 0 0,18-47-85 0 0,-39 108 56 0 0,-1-4-50 0 0,0 6 56 0 0,-1-1 1 0 0,1 1 0 0 0,0 0 0 0 0,0 0 0 0 0,-1 0 0 0 0,1 0 0 0 0,0 0-1 0 0,0 0 1 0 0,-1 0 0 0 0,1 0 0 0 0,0 0 0 0 0,-1 0 0 0 0,1 0 0 0 0,0 0-1 0 0,0 0 1 0 0,-1 0 0 0 0,1 0 0 0 0,0 0 0 0 0,0 0 0 0 0,-1 0-1 0 0,1 0 1 0 0,0 0 0 0 0,0 0 0 0 0,-1 1 0 0 0,1-1 0 0 0,0 0 0 0 0,0 0-1 0 0,-1 0 1 0 0,1 0 0 0 0,0 0 0 0 0,0 1 0 0 0,0-1 0 0 0,0 0 0 0 0,-1 0-1 0 0,1 1 1 0 0,0-1 0 0 0,0 0 0 0 0,0 0 0 0 0,0 0 0 0 0,0 1 0 0 0,0-1-1 0 0,-1 0 1 0 0,1 0 0 0 0,0 1 0 0 0,0-1 0 0 0,0 1 0 0 0,-2 2 1 0 0,0 1 0 0 0,0 0 0 0 0,0 0 0 0 0,0 0 0 0 0,0 0 0 0 0,1 0 0 0 0,0 0 0 0 0,0 1 0 0 0,-1 4 0 0 0,-3 48 0 0 0,3-35 0 0 0,-7 53 18 0 0,-4 54 56 0 0,12-110-62 0 0,1 1 1 0 0,1-1-1 0 0,1 1 1 0 0,5 25-1 0 0,-6-42-54 0 0,0 0-1 0 0,0-1 1 0 0,0 1-1 0 0,1-1 0 0 0,-1 1 1 0 0,1-1-1 0 0,-1 1 1 0 0,1-1-1 0 0,0 0 0 0 0,0 0 1 0 0,0 0-1 0 0,0 0 1 0 0,0 0-1 0 0,1-1 1 0 0,-1 1-1 0 0,1 0 0 0 0,-1-1 1 0 0,1 0-1 0 0,-1 0 1 0 0,1 0-1 0 0,0 0 0 0 0,-1 0 1 0 0,1 0-1 0 0,0-1 1 0 0,0 1-1 0 0,0-1 1 0 0,-1 0-1 0 0,1 0 0 0 0,0 0 1 0 0,4 0-1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44.9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10344 0 0,'42'8'398'0'0,"-41"-7"-375"0"0,0-1-1 0 0,0 1 0 0 0,0-1 1 0 0,0 1-1 0 0,0 0 1 0 0,0-1-1 0 0,0 1 0 0 0,0 0 1 0 0,0 0-1 0 0,-1 0 0 0 0,1 0 1 0 0,0 0-1 0 0,0 0 1 0 0,-1 0-1 0 0,1 0 0 0 0,-1 0 1 0 0,1 0-1 0 0,-1 0 0 0 0,1 0 1 0 0,-1 0-1 0 0,0 0 1 0 0,1 3-1 0 0,10 16 303 0 0,-7-15-214 0 0,0 1 0 0 0,0-1 0 0 0,0 1 0 0 0,0 0 0 0 0,-1 0 0 0 0,0 0 0 0 0,0 0 0 0 0,-1 0 1 0 0,1 1-1 0 0,-2 0 0 0 0,1-1 0 0 0,-1 1 0 0 0,0 0 0 0 0,0 0 0 0 0,0 10 0 0 0,-1 12 94 0 0,-1 1 0 0 0,-6 36 0 0 0,-1-13-1871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46.2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36 8536 0 0,'2'-1'25'0'0,"0"1"0"0"0,1-1 0 0 0,-1 1 0 0 0,0-1 0 0 0,0 1 0 0 0,1 0 0 0 0,-1 0 0 0 0,0 0 0 0 0,0 1 0 0 0,0-1 0 0 0,1 0 0 0 0,-1 1 0 0 0,0-1 0 0 0,3 2 0 0 0,-4-1-12 0 0,0 0 0 0 0,0 0 0 0 0,0 0 1 0 0,0 0-1 0 0,-1 0 0 0 0,1 0 0 0 0,0 0 0 0 0,0 0 1 0 0,0 0-1 0 0,-1 0 0 0 0,1 1 0 0 0,-1-1 1 0 0,1 0-1 0 0,-1 0 0 0 0,1 1 0 0 0,-1-1 0 0 0,0 0 1 0 0,0 1-1 0 0,0-1 0 0 0,0 0 0 0 0,0 1 0 0 0,0-1 1 0 0,0 1-1 0 0,0 1 0 0 0,6 78 635 0 0,-4 34-171 0 0,0-77-354 0 0,0 11 57 0 0,-3-37-135 0 0,0 0-1 0 0,1-1 1 0 0,0 1 0 0 0,1 0-1 0 0,3 15 1 0 0,-3-15-10 0 0,0 0 0 0 0,-1 0 0 0 0,-3 20 0 0 0,0 22 42 0 0,3-19-34 0 0,0-25-24 0 0,0 1 0 0 0,0 0 0 0 0,4 20 0 0 0,1-5 10 0 0,-4-20-19 0 0,0 1 1 0 0,0 0 0 0 0,1 0 0 0 0,0-1-1 0 0,0 1 1 0 0,4 7 0 0 0,10 1 51 0 0,-16-15-59 0 0,0 0-1 0 0,1 0 1 0 0,-1 1-1 0 0,1-1 1 0 0,-1 0-1 0 0,1 0 1 0 0,-1 0-1 0 0,0 0 1 0 0,1 0-1 0 0,-1 0 1 0 0,1 0 0 0 0,-1 0-1 0 0,1 0 1 0 0,-1 0-1 0 0,1 0 1 0 0,-1 0-1 0 0,0 0 1 0 0,1 0-1 0 0,-1 0 1 0 0,1 0-1 0 0,-1 0 1 0 0,1-1-1 0 0,-1 1 1 0 0,0 0 0 0 0,1 0-1 0 0,-1 0 1 0 0,1-1-1 0 0,-1 1 1 0 0,0 0-1 0 0,1-1 1 0 0,-1 1-1 0 0,0 0 1 0 0,1-1-1 0 0,-1 1 1 0 0,0 0-1 0 0,0-1 1 0 0,1 1-1 0 0,-1-1 1 0 0,0 1 0 0 0,0 0-1 0 0,0-1 1 0 0,0 1-1 0 0,1-1 1 0 0,-1 1-1 0 0,0-1 1 0 0,0 0-1 0 0,4-16 50 0 0,-1 0 0 0 0,-1 0-1 0 0,0 0 1 0 0,-1-1 0 0 0,-1-18-1 0 0,-14-88 414 0 0,12 110-422 0 0,-3-80 423 0 0,2 66-331 0 0,1 0 0 0 0,2 0 0 0 0,1 0-1 0 0,1 0 1 0 0,1 0 0 0 0,1 0 0 0 0,2 1 0 0 0,1 0-1 0 0,13-35 1 0 0,-17 54-56 0 0,0 0-1 0 0,0 1 1 0 0,1 0-1 0 0,0-1 1 0 0,0 1-1 0 0,1 1 1 0 0,0-1-1 0 0,8-9 1 0 0,-11 16-44 0 0,0-1 1 0 0,1 0-1 0 0,-1 1 1 0 0,0 0-1 0 0,0-1 0 0 0,1 1 1 0 0,-1 0-1 0 0,0 0 1 0 0,0 0-1 0 0,1 0 0 0 0,-1 1 1 0 0,0-1-1 0 0,0 0 1 0 0,1 1-1 0 0,3 1 1 0 0,-3 0-3 0 0,0 0 0 0 0,-1 0 0 0 0,1 0 1 0 0,-1 0-1 0 0,1 0 0 0 0,-1 0 0 0 0,1 1 1 0 0,-1-1-1 0 0,0 1 0 0 0,0-1 0 0 0,-1 1 1 0 0,1 0-1 0 0,0 0 0 0 0,-1 0 1 0 0,0 0-1 0 0,1 0 0 0 0,0 5 0 0 0,1 2 59 0 0,0 1 0 0 0,-1-1 0 0 0,2 23 0 0 0,-3-19-8 0 0,-1 1 0 0 0,-1 0-1 0 0,0-1 1 0 0,-1 1 0 0 0,-1-1 0 0 0,0 0 0 0 0,-1 0-1 0 0,-1 0 1 0 0,-10 23 0 0 0,10-27-13 0 0,0-1 0 0 0,0-1 1 0 0,-1 1-1 0 0,0-1 0 0 0,0 0 0 0 0,-1 0 1 0 0,0-1-1 0 0,-1 0 0 0 0,1 0 0 0 0,-1-1 1 0 0,-1 0-1 0 0,1 0 0 0 0,-1-1 1 0 0,-14 7-1 0 0,1-7 417 0 0,19-7-69 0 0,10-5-244 0 0,-4 5-147 0 0,1 0 0 0 0,0 1-1 0 0,0-1 1 0 0,0 1 0 0 0,0 0-1 0 0,0 0 1 0 0,0 0 0 0 0,0 1-1 0 0,0-1 1 0 0,0 1-1 0 0,0 0 1 0 0,6 1 0 0 0,0-1 17 0 0,0 2 0 0 0,0-1 0 0 0,16 6 0 0 0,-20-5-7 0 0,-1 0 0 0 0,1 1 0 0 0,-1-1 0 0 0,0 1 0 0 0,0 0-1 0 0,0 1 1 0 0,-1-1 0 0 0,1 1 0 0 0,-1 0 0 0 0,0 0 0 0 0,0 0 0 0 0,0 1-1 0 0,-1 0 1 0 0,1-1 0 0 0,-1 1 0 0 0,0 0 0 0 0,0 1 0 0 0,-1-1-1 0 0,0 0 1 0 0,0 1 0 0 0,0-1 0 0 0,0 1 0 0 0,-1 0 0 0 0,0 0-1 0 0,0-1 1 0 0,-1 1 0 0 0,0 0 0 0 0,0 0 0 0 0,0 0 0 0 0,0 0 0 0 0,-1-1-1 0 0,0 1 1 0 0,-3 9 0 0 0,-1 2 40 0 0,-1 0 0 0 0,-1-1 0 0 0,-1 1 0 0 0,0-1-1 0 0,-20 29 1 0 0,22-36-30 0 0,-1-1-1 0 0,0 0 1 0 0,0 0-1 0 0,-1 0 1 0 0,0-1-1 0 0,0 0 1 0 0,-1 0-1 0 0,0-1 1 0 0,0 0-1 0 0,0-1 1 0 0,-13 5-1 0 0,18-8-17 0 0,1-1-1 0 0,-1 0 1 0 0,0-1 0 0 0,0 1-1 0 0,-1 0 1 0 0,1-1-1 0 0,0 0 1 0 0,0 0-1 0 0,0 0 1 0 0,0-1-1 0 0,0 0 1 0 0,0 1 0 0 0,0-1-1 0 0,0 0 1 0 0,0-1-1 0 0,0 1 1 0 0,-4-3-1 0 0,6 3-16 0 0,1 0 0 0 0,0 0 0 0 0,0 0 1 0 0,0 0-1 0 0,0 0 0 0 0,0 0 0 0 0,0 0 0 0 0,0-1 0 0 0,0 1 0 0 0,0 0 0 0 0,0 0 0 0 0,1-1 0 0 0,-1 1 0 0 0,1 0 0 0 0,-1-1 0 0 0,1 1 0 0 0,-1-1 0 0 0,1 1 0 0 0,0-1 0 0 0,-1 1 0 0 0,1-1 1 0 0,0 1-1 0 0,0-1 0 0 0,0 1 0 0 0,0-1 0 0 0,1 1 0 0 0,0-3 0 0 0,10-40 263 0 0,-8 41-241 0 0,-1 0 0 0 0,0 0 0 0 0,1 1 0 0 0,0-1 0 0 0,-1 0 0 0 0,1 1 0 0 0,0 0 0 0 0,1 0 0 0 0,-1 0 0 0 0,5-3 0 0 0,7-3-2475 0 0,-13 8 1869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47.2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1 230 14568 0 0,'4'1'349'0'0,"0"0"1"0"0,1 0-1 0 0,-1 0 1 0 0,1-1 0 0 0,-1 1-1 0 0,7-1 1 0 0,-6 0-109 0 0,1-1 0 0 0,-1 0-1 0 0,1 0 1 0 0,-1-1 0 0 0,0 1 0 0 0,1-1 0 0 0,8-4 0 0 0,2-4-130 0 0,0 0 1 0 0,0-1-1 0 0,15-15 1 0 0,-19 16-74 0 0,-1 0 0 0 0,1 1 0 0 0,1 1 0 0 0,0 0 0 0 0,15-7-1 0 0,-21 11-35 0 0,0 1 0 0 0,0-1 0 0 0,-1 0 0 0 0,12-10 0 0 0,11-7-4 0 0,-21 14-18 0 0,0 1 0 0 0,0-1 0 0 0,11-13-1 0 0,-7 8 0 0 0,-10 10 3 0 0,-11 18-180 0 0,-35 69 59 0 0,32-65 117 0 0,0 1 0 0 0,2 1 0 0 0,0 0 1 0 0,-8 29-1 0 0,12-29 1 0 0,2 1 1 0 0,0 1 0 0 0,-2 45-1 0 0,6-67 19 0 0,0 1 0 0 0,1 0 0 0 0,-1-1 0 0 0,1 1 0 0 0,0 0 0 0 0,-1-1 0 0 0,1 1 0 0 0,0-1 0 0 0,2 3 0 0 0,0 1-8 0 0,-4-2 0 0 0,-1 8 4 0 0,7-2 6 0 0,-4-8 214 0 0,3-12-195 0 0,54-141 105 0 0,-12 27 85 0 0,-44 116-186 0 0,5-12 59 0 0,-7 20-75 0 0,0-1 0 0 0,0 1-1 0 0,0 0 1 0 0,0-1 0 0 0,0 1 0 0 0,0 0 0 0 0,0-1-1 0 0,1 1 1 0 0,-1 0 0 0 0,0-1 0 0 0,0 1 0 0 0,0-1 0 0 0,1 1-1 0 0,-1 0 1 0 0,0 0 0 0 0,0-1 0 0 0,1 1 0 0 0,-1 0-1 0 0,0 0 1 0 0,1-1 0 0 0,-1 1 0 0 0,0 0 0 0 0,1 0-1 0 0,-1 0 1 0 0,0-1 0 0 0,1 1 0 0 0,-1 0 0 0 0,0 0 0 0 0,1 0-1 0 0,-1 0 1 0 0,1 0 0 0 0,0 0 0 0 0,3 21 263 0 0,0 14-111 0 0,-4-32-136 0 0,0 1 0 0 0,0-1 0 0 0,0 1 1 0 0,0-1-1 0 0,1 1 0 0 0,-1-1 1 0 0,1 0-1 0 0,0 1 0 0 0,0-1 1 0 0,0 0-1 0 0,0 1 0 0 0,1-1 1 0 0,-1 0-1 0 0,1 0 0 0 0,0 0 1 0 0,0 0-1 0 0,0-1 0 0 0,0 1 1 0 0,1 0-1 0 0,3 3 0 0 0,-3-4 2 0 0,-1 0 0 0 0,1-1-1 0 0,0 1 1 0 0,-1-1 0 0 0,1 1-1 0 0,0-1 1 0 0,0 0-1 0 0,0 0 1 0 0,0 0 0 0 0,0-1-1 0 0,0 1 1 0 0,0-1 0 0 0,0 0-1 0 0,0 1 1 0 0,1-1 0 0 0,-1-1-1 0 0,0 1 1 0 0,0 0-1 0 0,0-1 1 0 0,0 1 0 0 0,0-1-1 0 0,4-2 1 0 0,19-4 91 0 0,-1-1 0 0 0,34-18 0 0 0,-34 15-2 0 0,1 0 0 0 0,36-9 1 0 0,-56 19-71 0 0,1 0 1 0 0,0 0-1 0 0,-1 1 1 0 0,1-1 0 0 0,-1 1-1 0 0,1 1 1 0 0,-1-1-1 0 0,13 4 1 0 0,-18-3-27 0 0,1 1 1 0 0,-1 0-1 0 0,0-1 0 0 0,0 1 1 0 0,0 0-1 0 0,0 0 1 0 0,0 0-1 0 0,-1 0 0 0 0,1 0 1 0 0,-1 0-1 0 0,1 0 1 0 0,-1 0-1 0 0,1 2 0 0 0,-1-3-14 0 0,0 1 14 0 0,0 0-1 0 0,0 0 1 0 0,0 0-1 0 0,0 0 0 0 0,0 0 1 0 0,0 0-1 0 0,-1 0 1 0 0,1 0-1 0 0,-2 4 0 0 0,-2 14 100 0 0,3-9-73 0 0,-1 1-1 0 0,-1-1 1 0 0,0 0-1 0 0,0 0 1 0 0,-1 0 0 0 0,0 0-1 0 0,-1-1 1 0 0,0 0-1 0 0,-1 0 1 0 0,0 0 0 0 0,0-1-1 0 0,-1 1 1 0 0,-1-2-1 0 0,1 1 1 0 0,-1-1 0 0 0,-18 14-1 0 0,19-17 4 0 0,0 0 0 0 0,0-1 0 0 0,-1 0 0 0 0,-13 6 0 0 0,19-9-25 0 0,-1 0 1 0 0,1 0-1 0 0,0 0 0 0 0,-1-1 0 0 0,0 1 0 0 0,1-1 0 0 0,-1 1 1 0 0,1-1-1 0 0,-1 0 0 0 0,1 0 0 0 0,-1 0 0 0 0,0 0 0 0 0,1-1 0 0 0,-1 1 1 0 0,1-1-1 0 0,-1 1 0 0 0,1-1 0 0 0,-4-1 0 0 0,5 1-10 0 0,0 0 0 0 0,0 1-1 0 0,0-1 1 0 0,0 0 0 0 0,1 0-1 0 0,-1 0 1 0 0,0 1 0 0 0,1-1-1 0 0,-1 0 1 0 0,0 0-1 0 0,1 0 1 0 0,-1 0 0 0 0,1 0-1 0 0,-1 0 1 0 0,1 0 0 0 0,0-1-1 0 0,-1 1 1 0 0,1 0 0 0 0,0 0-1 0 0,0 0 1 0 0,0 0 0 0 0,0 0-1 0 0,0-1 1 0 0,0 1 0 0 0,0 0-1 0 0,0 0 1 0 0,0 0 0 0 0,0 0-1 0 0,1 0 1 0 0,-1 0 0 0 0,1 0-1 0 0,-1-1 1 0 0,1 1 0 0 0,-1 0-1 0 0,1 0 1 0 0,-1 0 0 0 0,1 1-1 0 0,0-1 1 0 0,-1 0 0 0 0,1 0-1 0 0,2-1 1 0 0,1-3 25 0 0,0 1 1 0 0,0 0-1 0 0,1 0 1 0 0,0 0-1 0 0,0 0 1 0 0,7-3-1 0 0,26-10 148 0 0,2 1-1 0 0,0 3 1 0 0,71-15-1 0 0,52-18 277 0 0,-158 44-439 0 0,0 0 0 0 0,0 0 0 0 0,0 0 0 0 0,0-1 0 0 0,-1 0 0 0 0,1 0 0 0 0,-1 0 0 0 0,0 0 0 0 0,0-1 0 0 0,0 1 0 0 0,0-1 0 0 0,0 0 0 0 0,-1 0 0 0 0,0-1-1 0 0,4-6 1 0 0,-5 7-6 0 0,0 0-1 0 0,-1 0 0 0 0,0-1 0 0 0,0 1 1 0 0,0 0-1 0 0,0-1 0 0 0,-1 1 0 0 0,0-1 1 0 0,0 1-1 0 0,0-1 0 0 0,0 1 0 0 0,-1 0 1 0 0,0-1-1 0 0,1 1 0 0 0,-2 0 0 0 0,1-1 1 0 0,0 1-1 0 0,-3-5 0 0 0,3 7-10 0 0,0 0 0 0 0,-1 0 0 0 0,1 1 0 0 0,0-1 0 0 0,0 0 0 0 0,-1 1 0 0 0,1-1 0 0 0,-1 1 0 0 0,0 0 0 0 0,1-1 0 0 0,-1 1 0 0 0,0 0 0 0 0,0 0 1 0 0,1 0-1 0 0,-1 0 0 0 0,0 0 0 0 0,0 1 0 0 0,0-1 0 0 0,0 0 0 0 0,0 1 0 0 0,0 0 0 0 0,-1-1 0 0 0,1 1 0 0 0,0 0 0 0 0,0 0 0 0 0,0 0 0 0 0,0 0 0 0 0,0 1 0 0 0,0-1 0 0 0,-3 1 0 0 0,1 0 1 0 0,0 0 1 0 0,0 0-1 0 0,0 0 1 0 0,0 0-1 0 0,0 1 0 0 0,0 0 1 0 0,1 0-1 0 0,-1 0 1 0 0,0 0-1 0 0,1 0 0 0 0,0 1 1 0 0,-1 0-1 0 0,-4 5 1 0 0,-3 7 11 0 0,1 0 1 0 0,1 0 0 0 0,-14 32 0 0 0,19-39-12 0 0,1 0-1 0 0,1 0 1 0 0,0 0-1 0 0,0 0 0 0 0,1 1 1 0 0,0-1-1 0 0,0 1 1 0 0,1-1-1 0 0,0 1 1 0 0,1 11-1 0 0,0-11 0 0 0,1-1-1 0 0,-1 1 1 0 0,2-1-1 0 0,-1 0 1 0 0,1 0-1 0 0,0 0 0 0 0,0 0 1 0 0,1-1-1 0 0,0 1 1 0 0,1-1-1 0 0,-1 0 1 0 0,1 0-1 0 0,1-1 1 0 0,-1 0-1 0 0,1 1 1 0 0,1-2-1 0 0,-1 1 1 0 0,9 5-1 0 0,22 13-86 0 0,14 10 187 0 0,-23-8-3480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52.01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3 903 7232 0 0,'0'0'80'0'0,"-1"-4"0"0"0,1-2 47 0 0,-1 0-1 0 0,0-1 1 0 0,1 1 0 0 0,0 0 0 0 0,1-1 0 0 0,0 1 0 0 0,0 0-1 0 0,0 0 1 0 0,3-9 0 0 0,24-59 600 0 0,-8 27-634 0 0,25-65 431 0 0,69-122 0 0 0,-96 204-376 0 0,1 2 0 0 0,24-29 0 0 0,-10 15 64 0 0,-13 15-59 0 0,2 1 1 0 0,1 2-1 0 0,1 0 1 0 0,1 1-1 0 0,0 2 1 0 0,43-27-1 0 0,-65 46-110 0 0,1 0-1 0 0,0 1 0 0 0,0 0 0 0 0,-1 0 1 0 0,1 0-1 0 0,0 0 0 0 0,0 1 0 0 0,0-1 1 0 0,5 1-1 0 0,-7 0 166 0 0,3 11 63 0 0,-18 14-734 0 0,11-22-461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52.49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53 0 10448 0 0,'-5'6'76'0'0,"0"-1"-1"0"0,0 1 1 0 0,0 1 0 0 0,1-1 0 0 0,0 1 0 0 0,0 0 0 0 0,1-1-1 0 0,-1 2 1 0 0,2-1 0 0 0,-1 0 0 0 0,1 1 0 0 0,0-1 0 0 0,0 1-1 0 0,1-1 1 0 0,0 1 0 0 0,1 0 0 0 0,0-1 0 0 0,0 1 0 0 0,0 0-1 0 0,1 0 1 0 0,0-1 0 0 0,1 1 0 0 0,-1 0 0 0 0,2-1 0 0 0,-1 0-1 0 0,1 1 1 0 0,0-1 0 0 0,0 0 0 0 0,1-1 0 0 0,0 1 0 0 0,0 0-1 0 0,7 6 1 0 0,-1 0 44 0 0,1 0 1 0 0,0 0-1 0 0,2-1 0 0 0,-1-1 0 0 0,1 0 0 0 0,1-1 0 0 0,21 13 1 0 0,-29-19-87 0 0,1-1 0 0 0,0-1 0 0 0,-1 1 0 0 0,1-1 1 0 0,0 0-1 0 0,0 0 0 0 0,0-1 0 0 0,1 0 0 0 0,-1-1 1 0 0,0 1-1 0 0,0-1 0 0 0,0-1 0 0 0,1 1 0 0 0,-1-1 1 0 0,0 0-1 0 0,0-1 0 0 0,0 0 0 0 0,0 0 0 0 0,12-6 1 0 0,-15 7-24 0 0,-1 0 1 0 0,1-1 0 0 0,-1 0-1 0 0,0 0 1 0 0,1 0 0 0 0,-1 0 0 0 0,0 0-1 0 0,0 0 1 0 0,0-1 0 0 0,-1 1 0 0 0,1-1-1 0 0,-1 0 1 0 0,1 0 0 0 0,-1 0 0 0 0,0 0-1 0 0,0 0 1 0 0,0-1 0 0 0,-1 1-1 0 0,1 0 1 0 0,-1-1 0 0 0,0 1 0 0 0,0-1-1 0 0,0 0 1 0 0,1-7 0 0 0,-1 2-153 0 0,-1-4 663 0 0,-1 12-580 0 0,1 1 0 0 0,0 0 0 0 0,0-1 1 0 0,0 1-1 0 0,-1 0 0 0 0,1 0 0 0 0,0 0 0 0 0,-1-1 0 0 0,1 1 1 0 0,0 0-1 0 0,0 0 0 0 0,-1 0 0 0 0,1-1 0 0 0,0 1 0 0 0,-1 0 1 0 0,1 0-1 0 0,0 0 0 0 0,-1 0 0 0 0,1 0 0 0 0,0 0 0 0 0,-1 0 1 0 0,1 0-1 0 0,0 0 0 0 0,-1 0 0 0 0,1 0 0 0 0,0 0 0 0 0,-1 0 1 0 0,1 0-1 0 0,0 0 0 0 0,-1 0 0 0 0,1 0 0 0 0,0 0 0 0 0,-1 1 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53.42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28 140 10448 0 0,'-5'9'49'0'0,"1"-1"1"0"0,1 1-1 0 0,-1 0 1 0 0,1 1-1 0 0,1-1 1 0 0,0 0 0 0 0,0 1-1 0 0,1-1 1 0 0,0 11-1 0 0,1 15 59 0 0,4 41-1 0 0,0-35-41 0 0,3 87 377 0 0,32 293 982 0 0,-25-375-1028 0 0,-14-44-172 0 0,0-2-221 0 0,0 0 0 0 0,0 0 0 0 0,-1 0 0 0 0,1 0 0 0 0,0 0-1 0 0,0 0 1 0 0,-1 0 0 0 0,1 0 0 0 0,0 0 0 0 0,0 0 0 0 0,-1 0 0 0 0,1 0 0 0 0,0 0-1 0 0,0 0 1 0 0,-1 0 0 0 0,1 0 0 0 0,0 0 0 0 0,0 0 0 0 0,-1 0 0 0 0,1 0 0 0 0,0 0-1 0 0,0 0 1 0 0,-1 0 0 0 0,1 0 0 0 0,0-1 0 0 0,0 1 0 0 0,0 0 0 0 0,-1 0-1 0 0,1 0 1 0 0,0 0 0 0 0,0-1 0 0 0,0 1 0 0 0,-1 0 0 0 0,1 0 0 0 0,0 0 0 0 0,0-1-1 0 0,0 1 1 0 0,0 0 0 0 0,0 0 0 0 0,-1-1 0 0 0,-12-47 134 0 0,2-1-1 0 0,-7-63 1 0 0,2-106 125 0 0,14 167-153 0 0,3 0 0 0 0,1 0 0 0 0,3 0 0 0 0,2 0 0 0 0,2 1 0 0 0,30-92 1 0 0,-35 133-70 0 0,0-1 0 0 0,0 1 0 0 0,1 0 0 0 0,0 0 0 0 0,1 0 1 0 0,0 0-1 0 0,0 1 0 0 0,13-12 0 0 0,-17 18-23 0 0,0 0 0 0 0,0 0 0 0 0,0 1 0 0 0,0-1 0 0 0,0 1 0 0 0,0-1 0 0 0,0 1 0 0 0,1 0-1 0 0,-1 0 1 0 0,1 0 0 0 0,-1 0 0 0 0,0 0 0 0 0,1 0 0 0 0,0 1 0 0 0,-1 0 0 0 0,1-1 0 0 0,-1 1 0 0 0,1 0 0 0 0,-1 0 0 0 0,1 0 0 0 0,0 0 0 0 0,-1 1 0 0 0,1-1 0 0 0,-1 1-1 0 0,1 0 1 0 0,-1-1 0 0 0,1 1 0 0 0,-1 0 0 0 0,0 0 0 0 0,1 1 0 0 0,-1-1 0 0 0,0 0 0 0 0,0 1 0 0 0,0 0 0 0 0,0-1 0 0 0,0 1 0 0 0,0 0 0 0 0,-1 0 0 0 0,3 3 0 0 0,2 2 27 0 0,-1-1 1 0 0,0 2 0 0 0,-1-1 0 0 0,0 0 0 0 0,0 1-1 0 0,-1 0 1 0 0,0 0 0 0 0,0 0 0 0 0,-1 0 0 0 0,3 16 0 0 0,-1 7 128 0 0,-1 52 1 0 0,-2-28 27 0 0,-1-44-109 0 0,-1 1-1 0 0,0 0 0 0 0,-1-1 0 0 0,0 1 0 0 0,-7 19 1 0 0,7-28-77 0 0,1 1 4 0 0,0-2 1 0 0,0 1 0 0 0,-1 0-1 0 0,0 0 1 0 0,0 0-1 0 0,0-1 1 0 0,0 1 0 0 0,0-1-1 0 0,0 1 1 0 0,0-1 0 0 0,-1 0-1 0 0,1 0 1 0 0,-1 0-1 0 0,0 0 1 0 0,1-1 0 0 0,-1 1-1 0 0,0-1 1 0 0,0 1-1 0 0,0-1 1 0 0,0 0 0 0 0,0 0-1 0 0,-1-1 1 0 0,-2 2 0 0 0,1-2 10 0 0,1 1 0 0 0,0 0 0 0 0,0-1 0 0 0,-1 0 0 0 0,1 0 0 0 0,0 0 0 0 0,0-1 0 0 0,-1 1 0 0 0,1-1 0 0 0,0 0 0 0 0,0 0 0 0 0,0-1 0 0 0,0 1 0 0 0,0-1 0 0 0,0 0 0 0 0,-7-4 0 0 0,3-2 49 0 0,0 1-1 0 0,0-1 1 0 0,1 0-1 0 0,0-1 1 0 0,1 0-1 0 0,0 0 1 0 0,0 0-1 0 0,1-1 1 0 0,0 0-1 0 0,0 0 1 0 0,1 0-1 0 0,1-1 0 0 0,0 1 1 0 0,-2-13-1 0 0,4 21 177 0 0,2 2-241 0 0,-1-1-1 0 0,1 1 0 0 0,0 0 1 0 0,-1-1-1 0 0,1 1 0 0 0,0 0 1 0 0,0-1-1 0 0,-1 1 0 0 0,1 0 1 0 0,0 0-1 0 0,0 0 0 0 0,-1 0 0 0 0,1-1 1 0 0,0 1-1 0 0,0 0 0 0 0,-1 0 1 0 0,1 1-1 0 0,1-1 0 0 0,11 17 63 0 0,0 0 0 0 0,-2 0 1 0 0,0 2-1 0 0,-1-1 0 0 0,0 1 0 0 0,12 39 0 0 0,-1-6 33 0 0,28 93 153 0 0,-37-102-63 0 0,34 80-1 0 0,-33-94-130 0 0,-10-21-39 0 0,0-1 0 0 0,0 0 1 0 0,1 0-1 0 0,-1 0 0 0 0,2 0 0 0 0,5 7 0 0 0,5 6 138 0 0,-13-18-147 0 0,-1 1-1 0 0,0-1 1 0 0,1 0-1 0 0,0 0 1 0 0,-1 0-1 0 0,1 0 1 0 0,0 0 0 0 0,0-1-1 0 0,0 1 1 0 0,0 0-1 0 0,1-1 1 0 0,-1 1-1 0 0,0-1 1 0 0,1 0 0 0 0,-1 0-1 0 0,4 1 1 0 0,4 3 291 0 0,-8-4-3158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53.76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1 824 15680 0 0,'7'-13'177'0'0,"0"1"0"0"0,-1-1 0 0 0,-1 0 0 0 0,1-1 0 0 0,-2 1 0 0 0,4-22 0 0 0,10-26 337 0 0,28-61 414 0 0,43-129 385 0 0,-72 199-1021 0 0,33-63-1 0 0,-12 30 51 0 0,-38 84-329 0 0,9-16 50 0 0,-9 16-63 0 0,0 1 1 0 0,1 0 0 0 0,-1-1-1 0 0,0 1 1 0 0,0 0 0 0 0,1-1-1 0 0,-1 1 1 0 0,0 0 0 0 0,0-1-1 0 0,1 1 1 0 0,-1 0 0 0 0,0-1 0 0 0,1 1-1 0 0,-1 0 1 0 0,0 0 0 0 0,1 0-1 0 0,-1-1 1 0 0,0 1 0 0 0,1 0-1 0 0,-1 0 1 0 0,0 0 0 0 0,1 0-1 0 0,-1 0 1 0 0,1 0 0 0 0,-1 0-1 0 0,0 0 1 0 0,1 0 0 0 0,-1 0-1 0 0,1 0 1 0 0,-1 0 0 0 0,1 0-1 0 0,-1 0 1 0 0,0 0 0 0 0,1 0 0 0 0,-1 0-1 0 0,0 0 1 0 0,1 0 0 0 0,-1 1-1 0 0,1-1 1 0 0,-1 0 0 0 0,0 0-1 0 0,1 0 1 0 0,-1 1 0 0 0,2 0 0 0 0,-1 1 0 0 0,0-1 0 0 0,0 0 0 0 0,0 1 0 0 0,0-1 0 0 0,0 1 0 0 0,0-1-1 0 0,-1 1 1 0 0,1 0 0 0 0,0-1 0 0 0,-1 1 0 0 0,0 0 0 0 0,1-1 0 0 0,-1 1 0 0 0,0 0 0 0 0,1-1 0 0 0,-1 1 0 0 0,0 0 0 0 0,0 0 0 0 0,-1 2 0 0 0,1 4 1 0 0,15 149-11 0 0,18 108-12 0 0,-17-140 3 0 0,-11-85 7 0 0,5 19-2 0 0,-8-53 9 0 0,0 0 0 0 0,-1 0 0 0 0,0 0 0 0 0,-1 0-1 0 0,1 8 1 0 0,0 2-3 0 0,-2-7-1 0 0,0-7 0 0 0,0-5 2 0 0,-35-44 30 0 0,22 31-2626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54.10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17 13864 0 0,'30'-11'641'0'0,"-24"9"-482"0"0,0 1 1 0 0,1 0 0 0 0,-1 0 0 0 0,0 0 0 0 0,10 1 0 0 0,177 23 1761 0 0,-179-20-1823 0 0,1-2 0 0 0,-1 0 0 0 0,0 0 0 0 0,1-2 0 0 0,-1 0 1 0 0,0 0-1 0 0,0-1 0 0 0,0-1 0 0 0,17-5 0 0 0,11 1 70 0 0,-40 7-133 0 0,8 10 222 0 0,1 0-2737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6:54.47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1 714 13264 0 0,'2'-1'30'0'0,"1"1"0"0"0,-1 0 1 0 0,0-1-1 0 0,1 1 1 0 0,-1-1-1 0 0,1 0 0 0 0,-1 0 1 0 0,0 0-1 0 0,0 0 1 0 0,1 0-1 0 0,-1 0 1 0 0,0-1-1 0 0,0 1 0 0 0,0-1 1 0 0,0 1-1 0 0,-1-1 1 0 0,1 0-1 0 0,2-3 0 0 0,-1 1 26 0 0,-1-1 0 0 0,1 0 0 0 0,-1 0 0 0 0,0-1 0 0 0,-1 1 0 0 0,1 0 0 0 0,1-11 0 0 0,51-440 2055 0 0,-41 310-1612 0 0,-13 144-453 0 0,7-5 178 0 0,-1 24-185 0 0,-2 1 0 0 0,0 0-1 0 0,-1 0 1 0 0,-1 0 0 0 0,1 28 0 0 0,2 17 60 0 0,-5-62-97 0 0,2 23 70 0 0,1 0 0 0 0,1 0 0 0 0,2 0-1 0 0,0-1 1 0 0,18 44 0 0 0,-23-67-68 0 0,-1 1 0 0 0,0-1 0 0 0,0 0 0 0 0,1 0 0 0 0,-1 1 1 0 0,0-1-1 0 0,0 0 0 0 0,1 0 0 0 0,-1 1 0 0 0,0-1 0 0 0,1 0 0 0 0,-1 0 0 0 0,0 0 0 0 0,0 1 0 0 0,1-1 0 0 0,-1 0 0 0 0,1 0 0 0 0,-1 0 1 0 0,0 0-1 0 0,1 0 0 0 0,-1 0 0 0 0,0 0 0 0 0,1 0 0 0 0,-1 0 0 0 0,0 0 0 0 0,1 0 0 0 0,-1 0 0 0 0,1 0 0 0 0,-1 0 0 0 0,0 0 0 0 0,1 0 0 0 0,-1 0 1 0 0,0 0-1 0 0,1-1 0 0 0,-1 1 0 0 0,0 0 0 0 0,1 0 0 0 0,-1 0 0 0 0,0 0 0 0 0,1-1 0 0 0,-1 1 0 0 0,0 0 0 0 0,1-1 0 0 0,10-11 65 0 0,4-17 25 0 0,-2 0-1 0 0,-2-1 1 0 0,-1 0-1 0 0,-1-1 1 0 0,7-40-1 0 0,18-61 487 0 0,-30 119-489 0 0,6-17 39 0 0,-7 24 225 0 0,-4 13 393 0 0,-14 222 97 0 0,7-85-522 0 0,-14 325 1036 0 0,21-408-891 0 0,1-7-3235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7:02.5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0 585 8936 0 0,'20'-6'14'0'0,"7"-6"52"0"0,-4-3 42 0 0,6-12 98 0 0,-21 16-121 0 0,-1 1-1 0 0,0-1 0 0 0,8-16 1 0 0,5-18 36 0 0,8-26 428 0 0,26-100 1 0 0,-49 153-282 0 0,4-19 720 0 0,24-62 0 0 0,-33 97-944 0 0,1 0 0 0 0,0 0 0 0 0,0 0 0 0 0,0 1 0 0 0,0-1 0 0 0,0 0 0 0 0,1 0 0 0 0,-1 1-1 0 0,1-1 1 0 0,-1 1 0 0 0,1-1 0 0 0,2-1 0 0 0,-3 3-36 0 0,-1-1-1 0 0,1 1 1 0 0,-1 0-1 0 0,1 0 0 0 0,0 0 1 0 0,-1 0-1 0 0,1 0 1 0 0,0 0-1 0 0,-1 0 0 0 0,1 0 1 0 0,0 1-1 0 0,-1-1 1 0 0,1 0-1 0 0,0 0 0 0 0,-1 1 1 0 0,1-1-1 0 0,-1 0 0 0 0,1 0 1 0 0,-1 1-1 0 0,1-1 1 0 0,0 1-1 0 0,-1-1 0 0 0,0 0 1 0 0,1 1-1 0 0,-1-1 1 0 0,1 1-1 0 0,-1-1 0 0 0,1 1 1 0 0,-1 0-1 0 0,0-1 1 0 0,1 1-1 0 0,-1-1 0 0 0,0 1 1 0 0,0 0-1 0 0,1-1 1 0 0,-1 2-1 0 0,17 37 95 0 0,-3 0 1 0 0,0 1-1 0 0,-3 0 1 0 0,-1 1-1 0 0,-2 0 1 0 0,3 56-1 0 0,16 72 282 0 0,-9-62 338 0 0,-14-81-598 0 0,-4-22-74 0 0,0 1-1 0 0,1-1 1 0 0,0 0 0 0 0,-1 0-1 0 0,1 0 1 0 0,3 6 0 0 0,2 21 549 0 0,-5-30-284 0 0,-12-3 362 0 0,-33-54 225 0 0,30 34-3084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7:02.8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14672 0 0,'27'11'319'0'0,"13"3"62"0"0,-30-10-281 0 0,1-1 1 0 0,0-1 0 0 0,0 0-1 0 0,0-1 1 0 0,0 0 0 0 0,0 0-1 0 0,16-2 1 0 0,229-29 1813 0 0,-247 29-1860 0 0,0 0-1 0 0,0 1 0 0 0,0 0 1 0 0,0 0-1 0 0,0 1 0 0 0,0 1 1 0 0,14 3-1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7:03.2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11952 0 0,'4'3'128'0'0,"-3"-1"-110"0"0,1-1 1 0 0,0 1-1 0 0,-1-1 0 0 0,0 1 1 0 0,1 0-1 0 0,-1 0 1 0 0,0-1-1 0 0,0 1 1 0 0,0 0-1 0 0,0 0 1 0 0,0 0-1 0 0,-1 1 1 0 0,1-1-1 0 0,0 2 1 0 0,-1 39 232 0 0,-4 179 907 0 0,32 58 137 0 0,-17-201-1118 0 0,-5-54-36 0 0,-3-22-6 0 0,0-15-95 0 0,0-34 108 0 0,-3-78 0 0 0,-2 43 54 0 0,9-77 186 0 0,-4 133-267 0 0,1 0 0 0 0,2 1 1 0 0,0 0-1 0 0,12-30 0 0 0,-16 50-71 0 0,-1 0-1 0 0,1 0 0 0 0,0 0 1 0 0,0 0-1 0 0,1 1 1 0 0,-1-1-1 0 0,1 1 1 0 0,0-1-1 0 0,3-2 0 0 0,-5 5-31 0 0,0 1 0 0 0,0-1 0 0 0,0 0 0 0 0,0 1-1 0 0,0-1 1 0 0,0 1 0 0 0,0 0 0 0 0,1-1 0 0 0,-1 1 0 0 0,0 0-1 0 0,0 0 1 0 0,0 0 0 0 0,0 0 0 0 0,0 0 0 0 0,1 0-1 0 0,-1 0 1 0 0,0 0 0 0 0,0 0 0 0 0,0 0 0 0 0,0 1-1 0 0,1-1 1 0 0,-1 0 0 0 0,0 1 0 0 0,0-1 0 0 0,0 1 0 0 0,0-1-1 0 0,0 1 1 0 0,0 0 0 0 0,0-1 0 0 0,0 1 0 0 0,-1 0-1 0 0,1 0 1 0 0,0 0 0 0 0,0 0 0 0 0,0-1 0 0 0,0 3-1 0 0,4 3 48 0 0,1 1-1 0 0,-2 0 0 0 0,1 0 1 0 0,-1 1-1 0 0,0-1 0 0 0,0 1 1 0 0,-1 0-1 0 0,0 0 0 0 0,-1 0 1 0 0,1 0-1 0 0,0 13 0 0 0,-1-7 46 0 0,0 1 0 0 0,-2-1 0 0 0,0 1 0 0 0,0-1-1 0 0,-5 27 1 0 0,3-34-53 0 0,0-1-1 0 0,0 0 1 0 0,-1 0 0 0 0,0 0-1 0 0,0 0 1 0 0,0 0 0 0 0,-1 0-1 0 0,0-1 1 0 0,0 0-1 0 0,0 0 1 0 0,0 0 0 0 0,-1 0-1 0 0,0-1 1 0 0,-10 8 0 0 0,-7 3 209 0 0,-1-1 0 0 0,-33 15 0 0 0,40-21-127 0 0,16-8-125 0 0,0 0 0 0 0,-1 1 0 0 0,1-1 0 0 0,0 0 0 0 0,0 0 0 0 0,-1 0 0 0 0,1 0 0 0 0,0 1 0 0 0,-1-1 0 0 0,1 0 0 0 0,0 0 0 0 0,0 0 0 0 0,-1 0 0 0 0,1 0 0 0 0,0 0 0 0 0,-1 0 0 0 0,1 0 0 0 0,0 0 0 0 0,-1 0 0 0 0,1 0 0 0 0,0 0 0 0 0,-1 0 0 0 0,1 0 0 0 0,0 0 0 0 0,-1 0 0 0 0,1 0 0 0 0,0 0 0 0 0,-1-1 0 0 0,1 1-1 0 0,0 0 1 0 0,-1 0 0 0 0,1 0 0 0 0,0 0 0 0 0,0-1 0 0 0,-1 1 0 0 0,1 0 0 0 0,0 0 0 0 0,0-1 0 0 0,0 1 0 0 0,-1 0 0 0 0,1 0 0 0 0,0-1 0 0 0,0 1 0 0 0,0 0 0 0 0,0-1 0 0 0,-1 1 0 0 0,1 0 0 0 0,0-1 0 0 0,0 1 0 0 0,0 0 0 0 0,0 0 0 0 0,0-1 0 0 0,0 1 0 0 0,0 0 0 0 0,0-1 0 0 0,0 1 0 0 0,0 0 0 0 0,0-1 0 0 0,3-16 469 0 0,10-7-341 0 0,-7 17-2752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7:03.8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15072 0 0,'4'-1'440'0'0,"13"0"0"0"0,-12 0 1 0 0,9 46 636 0 0,-2 90 1444 0 0,1-3-2010 0 0,-10-62-326 0 0,-2-17-66 0 0,-3 84 50 0 0,11-111-169 0 0,-6-12-15 0 0,-7-10-10 0 0,3-3 19 0 0,2-15-12 0 0,0 0 0 0 0,-1 1 0 0 0,-2-23 1 0 0,1 25 5 0 0,0 0 1 0 0,1 0-1 0 0,0-1 1 0 0,0 1-1 0 0,1 0 1 0 0,1 0-1 0 0,4-16 1 0 0,-3 20 6 0 0,-1 0-1 0 0,0-1 1 0 0,0 1 0 0 0,0-1-1 0 0,-1 0 1 0 0,1-15 0 0 0,0 0-8 0 0,0 1 1 0 0,2-1 0 0 0,6-22-1 0 0,-5 29 8 0 0,1 0 0 0 0,1 0 0 0 0,1 1 1 0 0,9-15-1 0 0,-5 9-1 0 0,-4 7 1 0 0,1 0 0 0 0,0 1 0 0 0,1 0 1 0 0,0 1-1 0 0,1 0 0 0 0,21-17 0 0 0,-30 28 6 0 0,0 0-1 0 0,0-1 1 0 0,0 1-1 0 0,0 0 1 0 0,0 0-1 0 0,0 0 1 0 0,1 0-1 0 0,-1 0 1 0 0,0 1-1 0 0,1-1 0 0 0,-1 1 1 0 0,1 0-1 0 0,-1-1 1 0 0,0 1-1 0 0,1 0 1 0 0,-1 0-1 0 0,1 1 1 0 0,-1-1-1 0 0,1 0 1 0 0,-1 1-1 0 0,0 0 1 0 0,1-1-1 0 0,-1 1 0 0 0,0 0 1 0 0,0 0-1 0 0,1 0 1 0 0,-1 0-1 0 0,0 1 1 0 0,0-1-1 0 0,0 1 1 0 0,0-1-1 0 0,-1 1 1 0 0,1 0-1 0 0,0-1 1 0 0,-1 1-1 0 0,1 0 0 0 0,-1 0 1 0 0,2 3-1 0 0,2 2 3 0 0,0 1-1 0 0,0 0 1 0 0,-1 0-1 0 0,0 1 1 0 0,-1-1-1 0 0,0 1 0 0 0,0 0 1 0 0,3 17-1 0 0,-3 2 18 0 0,-1 0 1 0 0,-2 32-1 0 0,0-49 0 0 0,-1 0 0 0 0,-1 0 0 0 0,0 0 0 0 0,0-1-1 0 0,-1 1 1 0 0,0 0 0 0 0,-1-1 0 0 0,-7 15 0 0 0,7-19 4 0 0,0 0 0 0 0,-1-1 0 0 0,1 1 1 0 0,-1-1-1 0 0,0 0 0 0 0,0-1 0 0 0,-1 1 0 0 0,1-1 0 0 0,-1 0 0 0 0,0 0 0 0 0,0-1 0 0 0,-1 0 0 0 0,1 0 0 0 0,-1 0 0 0 0,1-1 0 0 0,-11 2 0 0 0,-5 1 94 0 0,0-2 0 0 0,0 0 1 0 0,-41-1-1 0 0,56-2-80 0 0,1-1 0 0 0,0 1 0 0 0,0-1 0 0 0,0-1 0 0 0,0 1 0 0 0,0-1-1 0 0,-9-4 1 0 0,-4-4-2775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7:04.5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330 1 12552 0 0,'0'0'550'0'0,"-4"0"-3"0"0,0-1-444 0 0,0 1 0 0 0,1 0 1 0 0,-1 0-1 0 0,1 1 0 0 0,-1-1 1 0 0,1 1-1 0 0,-1-1 0 0 0,1 1 0 0 0,-1 0 1 0 0,1 1-1 0 0,0-1 0 0 0,0 0 1 0 0,-1 1-1 0 0,1 0 0 0 0,0 0 0 0 0,0 0 1 0 0,-3 3-1 0 0,1-1 88 0 0,1 1 1 0 0,-1 0-1 0 0,1 0 1 0 0,0 1-1 0 0,0-1 1 0 0,1 1-1 0 0,0 0 0 0 0,-5 11 1 0 0,3-3-25 0 0,1-1 0 0 0,0 1 0 0 0,1-1 1 0 0,1 1-1 0 0,0 0 0 0 0,1 0 0 0 0,0 0 0 0 0,2 24 0 0 0,1-27-107 0 0,0 0-1 0 0,1-1 1 0 0,-1 1-1 0 0,2-1 0 0 0,0 0 1 0 0,0 0-1 0 0,9 15 0 0 0,1-4 7 0 0,1 0 0 0 0,19 20-1 0 0,-28-34-61 0 0,-1 0-1 0 0,0 0 0 0 0,0 1 0 0 0,-1 0 0 0 0,0-1 0 0 0,0 1 0 0 0,-1 1 0 0 0,0-1 1 0 0,-1 0-1 0 0,1 1 0 0 0,-2 0 0 0 0,1-1 0 0 0,-1 1 0 0 0,0 0 0 0 0,-1 14 0 0 0,-1-10 1 0 0,-1 1 0 0 0,-1-1 0 0 0,0 1 0 0 0,0-1-1 0 0,-1 0 1 0 0,-1 0 0 0 0,0-1 0 0 0,-1 1 0 0 0,-10 16-1 0 0,13-23-1 0 0,-1-1-1 0 0,0 1 0 0 0,0-1 1 0 0,0 0-1 0 0,-1 0 0 0 0,1 0 0 0 0,-1 0 1 0 0,0-1-1 0 0,-1 0 0 0 0,1 0 1 0 0,-1 0-1 0 0,0-1 0 0 0,0 0 1 0 0,0 0-1 0 0,0 0 0 0 0,0-1 0 0 0,-1 0 1 0 0,1 0-1 0 0,-1-1 0 0 0,1 1 1 0 0,-1-1-1 0 0,0-1 0 0 0,1 0 1 0 0,-1 1-1 0 0,0-2 0 0 0,0 1 0 0 0,1-1 1 0 0,-1 0-1 0 0,1-1 0 0 0,-1 1 1 0 0,1-1-1 0 0,-1-1 0 0 0,1 1 1 0 0,0-1-1 0 0,0 0 0 0 0,0 0 0 0 0,-6-5 1 0 0,4 2 1 0 0,-1-1 1 0 0,1 1-1 0 0,1-1 1 0 0,-1-1 0 0 0,1 0-1 0 0,-7-10 1 0 0,12 16-1 0 0,1 0 0 0 0,0-1 0 0 0,-1 1 1 0 0,1-1-1 0 0,0 1 0 0 0,1-1 0 0 0,-1 1 0 0 0,0-1 1 0 0,1 0-1 0 0,-1 1 0 0 0,1-1 0 0 0,0 0 0 0 0,0 1 1 0 0,0-1-1 0 0,0 0 0 0 0,1 0 0 0 0,-1 1 1 0 0,1-1-1 0 0,-1 0 0 0 0,1 1 0 0 0,0-1 0 0 0,0 1 1 0 0,0-1-1 0 0,1 1 0 0 0,-1 0 0 0 0,0-1 0 0 0,1 1 1 0 0,0 0-1 0 0,3-4 0 0 0,3-3-2443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7:06.1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0 259 12864 0 0,'27'-9'497'0'0,"-25"9"-242"0"0,29-2 1201 0 0,-13-17-620 0 0,12-12-404 0 0,-13 19-208 0 0,-5 5-88 0 0,0-1 0 0 0,0-1 1 0 0,-1 0-1 0 0,0-1 0 0 0,10-11 1 0 0,-19 18-118 0 0,0 0 0 0 0,0 0 0 0 0,0-1 0 0 0,0 1 0 0 0,0 0 0 0 0,0-1 0 0 0,-1 1 0 0 0,0-1 0 0 0,0 1 1 0 0,0-1-1 0 0,0 0 0 0 0,0 1 0 0 0,-1-1 0 0 0,1 0 0 0 0,-1 0 0 0 0,0 1 0 0 0,0-1 0 0 0,-1 0 0 0 0,1 0 1 0 0,-1 1-1 0 0,0-1 0 0 0,0 0 0 0 0,0 1 0 0 0,0-1 0 0 0,-2-3 0 0 0,2 5-13 0 0,0 1 0 0 0,1-1-1 0 0,-1 1 1 0 0,0-1 0 0 0,0 1 0 0 0,0 0-1 0 0,0-1 1 0 0,0 1 0 0 0,0 0-1 0 0,0-1 1 0 0,0 1 0 0 0,0 0 0 0 0,-1 0-1 0 0,1 0 1 0 0,0 0 0 0 0,-1 0 0 0 0,1 1-1 0 0,-1-1 1 0 0,-2-1 0 0 0,2 2 50 0 0,-7-1 46 0 0,4 34-2 0 0,2-23-83 0 0,2 1 0 0 0,-1-1 0 0 0,1 1 0 0 0,1 12-1 0 0,0 6 13 0 0,2 12 53 0 0,-1-33-63 0 0,0-3-2 0 0,0 1 0 0 0,0-1 0 0 0,1 0 0 0 0,-1 0-1 0 0,1 0 1 0 0,0-1 0 0 0,0 1 0 0 0,4 5 0 0 0,5 9 31 0 0,-8-15-30 0 0,-1 0 1 0 0,0 0-1 0 0,1-1 1 0 0,-1 1-1 0 0,1-1 1 0 0,0 1-1 0 0,0-1 1 0 0,5 4-1 0 0,-5-5 1 0 0,0 0 0 0 0,0 0 0 0 0,0 0 0 0 0,0 0 0 0 0,0-1 0 0 0,0 1 0 0 0,1-1 0 0 0,3 2 0 0 0,-6-3-11 0 0,1 0 1 0 0,-1 0 0 0 0,1 0 0 0 0,0 0 0 0 0,-1 0 0 0 0,1 0 0 0 0,-1-1-1 0 0,1 1 1 0 0,-1-1 0 0 0,1 1 0 0 0,-1-1 0 0 0,1 1 0 0 0,-1-1-1 0 0,1 0 1 0 0,-1 0 0 0 0,1 1 0 0 0,1-3 0 0 0,17-14 122 0 0,-2 0 0 0 0,0-1 0 0 0,0-1 1 0 0,16-24-1 0 0,-33 41-116 0 0,4-6 98 0 0,1 1 0 0 0,0 0 0 0 0,1 1 0 0 0,-1-1 0 0 0,10-6 0 0 0,-15 12-5 0 0,17-8 376 0 0,-14 11-436 0 0,-1-1 0 0 0,0 1 0 0 0,0 0 0 0 0,0 0 0 0 0,0 0 0 0 0,0 1 0 0 0,0-1 1 0 0,0 1-1 0 0,-1-1 0 0 0,1 1 0 0 0,-1 0 0 0 0,0 0 0 0 0,0 0 0 0 0,0 0 0 0 0,1 4 0 0 0,27 53 352 0 0,-22-41-328 0 0,-4-9 38 0 0,0 0 1 0 0,1 0 0 0 0,0 0 0 0 0,0 0 0 0 0,14 16-1 0 0,-7-16 422 0 0,-11-11-520 0 0,0 1-1 0 0,-1 0 1 0 0,1 0-1 0 0,0 0 1 0 0,-1-1-1 0 0,1 1 1 0 0,-1 0-1 0 0,1-1 1 0 0,-1 1-1 0 0,1-1 1 0 0,-1 1-1 0 0,1-1 1 0 0,-1 1-1 0 0,1-1 1 0 0,-1 1-1 0 0,1-1 1 0 0,-1 1-1 0 0,0-1 1 0 0,1 1-1 0 0,-1-1 1 0 0,0 0-1 0 0,0 1 1 0 0,1-2-1 0 0,17-40 220 0 0,-12 27-147 0 0,0 1 0 0 0,13-20 0 0 0,-6 5 11 0 0,-12 25-74 0 0,1 0 0 0 0,0 0 0 0 0,-1 0-1 0 0,2 0 1 0 0,-1 1 0 0 0,0-1 0 0 0,6-6-1 0 0,1 1 55 0 0,-2 1 38 0 0,1 1 1 0 0,1-1-1 0 0,11-7 0 0 0,-19 15-104 0 0,-1-1 1 0 0,1 1-1 0 0,0 0 0 0 0,-1 0 0 0 0,1 0 1 0 0,0 0-1 0 0,0 0 0 0 0,-1 0 0 0 0,1 0 1 0 0,0 0-1 0 0,-1 0 0 0 0,1 0 0 0 0,0 0 1 0 0,-1 1-1 0 0,1-1 0 0 0,0 0 0 0 0,-1 0 1 0 0,1 1-1 0 0,0-1 0 0 0,-1 0 0 0 0,1 1 1 0 0,0-1-1 0 0,-1 1 0 0 0,1-1 0 0 0,-1 1 1 0 0,1-1-1 0 0,-1 1 0 0 0,1-1 0 0 0,-1 1 1 0 0,0-1-1 0 0,1 2 0 0 0,4 2 47 0 0,0 3-17 0 0,1-1 0 0 0,-1 1 0 0 0,0 0 0 0 0,-1 0 0 0 0,1 1 0 0 0,-1 0-1 0 0,-1-1 1 0 0,0 1 0 0 0,0 0 0 0 0,2 10 0 0 0,18 40 133 0 0,-13-38-97 0 0,-4-7-2 0 0,1-1 0 0 0,0-1 1 0 0,13 18-1 0 0,-19-27-62 0 0,0 0 5 0 0,0 0-1 0 0,1-1 1 0 0,-1 1 0 0 0,0-1-1 0 0,0 1 1 0 0,1-1 0 0 0,-1 0-1 0 0,0 1 1 0 0,1-1 0 0 0,0 0-1 0 0,-1 0 1 0 0,1 0-1 0 0,0 0 1 0 0,-1 0 0 0 0,1-1-1 0 0,0 1 1 0 0,0 0 0 0 0,0-1-1 0 0,-1 1 1 0 0,1-1 0 0 0,0 0-1 0 0,3 1 1 0 0,-1-3 10 0 0,0 1-1 0 0,-1-1 1 0 0,0 0 0 0 0,1 0 0 0 0,-1 0 0 0 0,0 0-1 0 0,0-1 1 0 0,5-4 0 0 0,0-2 5 0 0,-1-1 1 0 0,-1 0 0 0 0,1 0-1 0 0,-2 0 1 0 0,1-1 0 0 0,-2 0-1 0 0,1 0 1 0 0,3-17 0 0 0,0-3 112 0 0,7-58 0 0 0,-12 73 118 0 0,2 22-112 0 0,2 4-146 0 0,5 7 41 0 0,-7-10-27 0 0,0 0-1 0 0,1 0 0 0 0,-1 0 1 0 0,1-1-1 0 0,0 0 0 0 0,1 0 1 0 0,8 6-1 0 0,-12-10-10 0 0,-1-1 0 0 0,1 1-1 0 0,0-1 1 0 0,-1 0 0 0 0,1 0-1 0 0,0 0 1 0 0,0 0 0 0 0,0 0 0 0 0,-1 0-1 0 0,1-1 1 0 0,0 0 0 0 0,0 1 0 0 0,0-1-1 0 0,0 0 1 0 0,0 0 0 0 0,0-1-1 0 0,0 1 1 0 0,0-1 0 0 0,0 1 0 0 0,0-1-1 0 0,-1 0 1 0 0,1 0 0 0 0,4-2-1 0 0,-5 1-1 0 0,0 1-1 0 0,0-1 0 0 0,0 0 1 0 0,0 1-1 0 0,0-1 0 0 0,0 0 1 0 0,-1-1-1 0 0,1 1 0 0 0,-1 0 1 0 0,0 0-1 0 0,1-1 0 0 0,-1 1 1 0 0,0 0-1 0 0,0-1 0 0 0,1-3 1 0 0,6-11 25 0 0,-6 12-24 0 0,0 0 0 0 0,0 0-1 0 0,0-1 1 0 0,-1 1 0 0 0,0 0-1 0 0,0-1 1 0 0,0 1 0 0 0,-1 0-1 0 0,0-1 1 0 0,0 1 0 0 0,0-1-1 0 0,0 1 1 0 0,-1 0 0 0 0,0-1-1 0 0,0 1 1 0 0,-4-10 0 0 0,3 5 4 0 0,-2 5-1 0 0,-5-7 7 0 0,9 12-16 0 0,-1 0 1 0 0,1 0-1 0 0,0 0 0 0 0,0 0 1 0 0,0 0-1 0 0,0 0 0 0 0,0 0 1 0 0,0-1-1 0 0,0 1 1 0 0,-1 0-1 0 0,1 0 0 0 0,0 0 1 0 0,0 0-1 0 0,0 0 0 0 0,0 0 1 0 0,0-1-1 0 0,0 1 1 0 0,0 0-1 0 0,0 0 0 0 0,0 0 1 0 0,0 0-1 0 0,0 0 0 0 0,0-1 1 0 0,0 1-1 0 0,0 0 1 0 0,0 0-1 0 0,0 0 0 0 0,0 0 1 0 0,0 0-1 0 0,0-1 0 0 0,0 1 1 0 0,0 0-1 0 0,0 0 1 0 0,0 0-1 0 0,0 0 0 0 0,0 0 1 0 0,0-1-1 0 0,1 1 0 0 0,-1 0 1 0 0,0 0-1 0 0,0 0 1 0 0,0 0-1 0 0,0 0 0 0 0,0 0 1 0 0,0 0-1 0 0,0-1 0 0 0,1 1 1 0 0,-1 0-1 0 0,0 0 1 0 0,0 0-1 0 0,0 0 0 0 0,0 0 1 0 0,0 0-1 0 0,1 0 0 0 0,-1 0 1 0 0,0 0-1 0 0,0 0 1 0 0,0 0-1 0 0,0 0 0 0 0,0 0 1 0 0,1 0-1 0 0,-2 0 2 0 0,1-1 0 0 0,-1 1 0 0 0,1 0 0 0 0,-1-1 0 0 0,0 1 0 0 0,1 0 0 0 0,-1 0 0 0 0,1 0 0 0 0,-1-1 0 0 0,0 1 0 0 0,1 0 0 0 0,-1 0 0 0 0,0 0 0 0 0,1 0 0 0 0,-1 0 0 0 0,0 0 0 0 0,1 0 0 0 0,-1 0 0 0 0,1 1-1 0 0,-2-1 1 0 0,0 2 2 0 0,1 1 0 0 0,-1-1-1 0 0,1 1 1 0 0,-1 0 0 0 0,1 0-1 0 0,0-1 1 0 0,0 1 0 0 0,0 0-1 0 0,0 0 1 0 0,1 0 0 0 0,-1 0-1 0 0,1 0 1 0 0,-1 6 0 0 0,3 49 23 0 0,0-26-3 0 0,-1-27-19 0 0,-1 0 0 0 0,1 0 0 0 0,0 0-1 0 0,1 0 1 0 0,-1-1 0 0 0,1 1 0 0 0,0 0 0 0 0,0-1 0 0 0,0 1-1 0 0,1-1 1 0 0,0 0 0 0 0,3 5 0 0 0,-5-7-3 0 0,1-1-1 0 0,-1 1 1 0 0,0-1 0 0 0,1 1 0 0 0,-1-1 0 0 0,1 1 0 0 0,-1-1 0 0 0,1 0-1 0 0,-1 0 1 0 0,1 0 0 0 0,0 0 0 0 0,0 0 0 0 0,0 0 0 0 0,-1 0 0 0 0,1-1-1 0 0,0 1 1 0 0,0-1 0 0 0,0 1 0 0 0,0-1 0 0 0,0 0 0 0 0,0 1 0 0 0,0-1-1 0 0,0 0 1 0 0,4-1 0 0 0,6-1 10 0 0,1 0-1 0 0,-1-1 1 0 0,15-5 0 0 0,-17 5 0 0 0,-1 0 0 0 0,1 0 0 0 0,0 1 0 0 0,12-1 0 0 0,-17 3-6 0 0,-3 0-2 0 0,0-1-1 0 0,0 1 1 0 0,1 0 0 0 0,-1 1-1 0 0,0-1 1 0 0,0 0 0 0 0,0 0-1 0 0,0 1 1 0 0,0-1 0 0 0,0 1-1 0 0,0 0 1 0 0,0 0 0 0 0,0 0-1 0 0,0 0 1 0 0,0 0 0 0 0,-1 0-1 0 0,3 2 1 0 0,-2-2-1 0 0,-1 0 0 0 0,0 0-1 0 0,1 1 1 0 0,-1-1 0 0 0,0 1 0 0 0,0-1-1 0 0,0 1 1 0 0,0-1 0 0 0,0 1 0 0 0,0 0-1 0 0,-1-1 1 0 0,1 1 0 0 0,0 2 0 0 0,-1-3-2 0 0,0 0 1 0 0,1 0 0 0 0,-1 0-1 0 0,0 0 1 0 0,0 0 0 0 0,1 0-1 0 0,-1 0 1 0 0,1 0 0 0 0,-1 0 0 0 0,1-1-1 0 0,-1 1 1 0 0,1 0 0 0 0,-1 0-1 0 0,1 0 1 0 0,0-1 0 0 0,-1 1-1 0 0,1 0 1 0 0,0-1 0 0 0,0 1-1 0 0,-1-1 1 0 0,1 1 0 0 0,0-1 0 0 0,0 1-1 0 0,0-1 1 0 0,0 0 0 0 0,0 1-1 0 0,0-1 1 0 0,0 0 0 0 0,0 0-1 0 0,0 1 1 0 0,0-1 0 0 0,-1 0-1 0 0,3 0 1 0 0,0-2 0 0 0,0 0-1 0 0,0 0 1 0 0,0 0-1 0 0,0 0 1 0 0,-1 0 0 0 0,1-1-1 0 0,-1 1 1 0 0,0-1-1 0 0,1 0 1 0 0,2-4 0 0 0,1-1 3 0 0,5-3 7 0 0,0-1 0 0 0,1 2 0 0 0,0 0 1 0 0,14-9-1 0 0,-23 17-9 0 0,0 0-1 0 0,0 0 1 0 0,0 1 0 0 0,0-1 0 0 0,1 1-1 0 0,-1 0 1 0 0,0 0 0 0 0,1 1 0 0 0,-1-1-1 0 0,1 1 1 0 0,3-1 0 0 0,-5 1-2 0 0,0 0 0 0 0,0 1 1 0 0,0-1-1 0 0,-1 1 0 0 0,1-1 0 0 0,0 1 0 0 0,0 0 0 0 0,-1 0 1 0 0,1-1-1 0 0,-1 1 0 0 0,1 0 0 0 0,-1 0 0 0 0,1 1 1 0 0,-1-1-1 0 0,1 0 0 0 0,-1 0 0 0 0,0 1 0 0 0,0-1 0 0 0,1 1 1 0 0,-1-1-1 0 0,0 1 0 0 0,1 2 0 0 0,2 5 4 0 0,0 1-1 0 0,0 1 1 0 0,0-1 0 0 0,-1 0-1 0 0,-1 1 1 0 0,2 14 0 0 0,2 67 26 0 0,-5-87-30 0 0,-1 3 6 0 0,-1-1-1 0 0,1 1 0 0 0,-1 0 1 0 0,-1-1-1 0 0,1 1 0 0 0,-1-1 0 0 0,0 1 1 0 0,-1-1-1 0 0,-5 11 0 0 0,6-16 2 0 0,-5-4 0 0 0,1-10 0 0 0,-5-40 82 0 0,0-1-355 0 0,-9 15-3170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8:45.45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55 177 4816 0 0,'0'0'64'0'0,"-4"-3"-56"0"0,3 3-7 0 0,-1-2 38 0 0,0 1 0 0 0,0-1 0 0 0,0 1 0 0 0,0 0 0 0 0,-1-1 0 0 0,1 1 1 0 0,0 0-1 0 0,-1 1 0 0 0,1-1 0 0 0,-1 0 0 0 0,1 1 0 0 0,-5-1 0 0 0,6 1 44 0 0,-9-3 1185 0 0,6 0 209 0 0,14-9-1413 0 0,76-63 687 0 0,-80 69-700 0 0,0 0 1 0 0,-1 0-1 0 0,2 1 0 0 0,-1 0 1 0 0,1 0-1 0 0,0 0 1 0 0,0 1-1 0 0,0 0 0 0 0,0 0 1 0 0,1 1-1 0 0,0 0 1 0 0,-1 1-1 0 0,1-1 0 0 0,0 1 1 0 0,0 1-1 0 0,0 0 1 0 0,9-1-1 0 0,32 6 339 0 0,67 12 1 0 0,-45-5 15 0 0,-10-5-155 0 0,-37-4-68 0 0,-1 0 1 0 0,1 2 0 0 0,-1 0 0 0 0,1 2-1 0 0,-1 1 1 0 0,29 12 0 0 0,214 95 1592 0 0,-252-108-1536 0 0,1 0 0 0 0,-1 1 0 0 0,0 1 0 0 0,18 13 0 0 0,-30-20 152 0 0,-1 10-88 0 0,-5-7-197 0 0,1 0 1 0 0,-1-1 0 0 0,0 1-1 0 0,-1-1 1 0 0,1 0 0 0 0,-1 0-1 0 0,1 0 1 0 0,-7 2 0 0 0,-44 18-428 0 0,42-18-937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8:46.25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16 63 12960 0 0,'0'0'250'0'0,"-3"-2"10"0"0,0 0-587 0 0,2 2 381 0 0,1 0 1 0 0,0 0 0 0 0,-1 0-1 0 0,1 0 1 0 0,-1 0 0 0 0,1 0 0 0 0,0 0-1 0 0,-1 0 1 0 0,1 0 0 0 0,0 0-1 0 0,-1 0 1 0 0,1-1 0 0 0,0 1 0 0 0,-1 0-1 0 0,1 0 1 0 0,0 0 0 0 0,-1-1-1 0 0,1 1 1 0 0,0 0 0 0 0,0 0 0 0 0,-1-1-1 0 0,1 1 1 0 0,0 0 0 0 0,0 0-1 0 0,-1-1 1 0 0,1 1 0 0 0,0 0-1 0 0,0-1 1 0 0,0 1 0 0 0,0 0 0 0 0,-1-1-1 0 0,1 1 1 0 0,0 0 0 0 0,0-1-1 0 0,0 1 1 0 0,0-1 0 0 0,0 1 0 0 0,0 0-1 0 0,0-1 1 0 0,0 1 0 0 0,0 0-1 0 0,0-1 1 0 0,0 1 0 0 0,0-1 0 0 0,1 1-1 0 0,-1 0 1 0 0,0-1 0 0 0,0 1-1 0 0,0 0 1 0 0,0-1 0 0 0,1 1 0 0 0,0-1 146 0 0,22 6 297 0 0,-14-5-473 0 0,-1 0 0 0 0,0 0 1 0 0,-1 0 0 0 0,1-1-1 0 0,13-2 1 0 0,-3-4-21 0 0,0 0-1 0 0,19-12 1 0 0,-31 17-6 0 0,-1 0 0 0 0,0 0-1 0 0,1 0 1 0 0,-1 1 0 0 0,1 0 0 0 0,0 0 0 0 0,-1 0-1 0 0,1 1 1 0 0,0 0 0 0 0,-1 0 0 0 0,11 1-1 0 0,2 0 1 0 0,17 1-19 0 0,41 7 0 0 0,-55-5 8 0 0,1-1 1 0 0,0-1-1 0 0,0-1 0 0 0,0-1 0 0 0,33-4 0 0 0,-33 0 21 0 0,1 2 0 0 0,-1 1 0 0 0,0 0 0 0 0,0 2 0 0 0,0 1 0 0 0,36 7 0 0 0,-41-3 30 0 0,-1 0-1 0 0,0 2 0 0 0,-1 0 1 0 0,0 1-1 0 0,0 0 0 0 0,-1 1 1 0 0,0 1-1 0 0,17 17 0 0 0,0-2 77 0 0,86 56 210 0 0,-112-78-301 0 0,60 30 231 0 0,-56-28-165 0 0,0-1 1 0 0,1 0-1 0 0,12 4 0 0 0,-17-8-3 0 0,0 1 0 0 0,0 0 0 0 0,0 0 0 0 0,-1 0 0 0 0,1 1 0 0 0,-1-1 0 0 0,1 1-1 0 0,-1 0 1 0 0,0 1 0 0 0,0-1 0 0 0,0 1 0 0 0,0 0 0 0 0,-1 0 0 0 0,0 0 0 0 0,1 0 0 0 0,2 7 0 0 0,-2 8 800 0 0,-7-12-103 0 0,-8-13-531 0 0,-1-8-161 0 0,10 10-366 0 0,-1 0 0 0 0,0 1 0 0 0,0 0 0 0 0,0-1 0 0 0,0 1 0 0 0,-1 0 0 0 0,-6-5 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8:56.6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67 6520 0 0,'13'-4'3'0'0,"5"0"13"0"0,-1 4 6 0 0,10 5 10 0 0,-24-4 45 0 0,-18 4 1317 0 0,18-12-1280 0 0,1 1 0 0 0,0 0 1 0 0,0-1-1 0 0,1 2 0 0 0,0-1 0 0 0,8-7 1 0 0,-11 11-51 0 0,15-16 402 0 0,8 24-305 0 0,1-1 0 0 0,0-1 0 0 0,1-1 0 0 0,-1-2 0 0 0,43-3 0 0 0,-18 2 343 0 0,-14 1-45 0 0,36 8 0 0 0,-50-6-376 0 0,24 3 440 0 0,103 10 450 0 0,-134-15-773 0 0,0 1-1 0 0,0 0 1 0 0,0 1 0 0 0,17 6 0 0 0,47 11 739 0 0,-31-10-494 0 0,8-10 121 0 0,170 29 442 0 0,-201-26-800 0 0,44 0-1 0 0,6 0 45 0 0,15 3-12 0 0,-48-4 3 0 0,47 8 0 0 0,-30 1-36 0 0,14 3 176 0 0,0-3-1 0 0,95 2 0 0 0,117-12 374 0 0,-256 1-630 0 0,54 9 0 0 0,-21-1 56 0 0,33 5 149 0 0,30 3-32 0 0,-57-11-101 0 0,36 2 70 0 0,125-2 215 0 0,6 12-2 0 0,-212-15-395 0 0,43 14-1 0 0,5 1 79 0 0,9-2-37 0 0,-34-7-11 0 0,0-1 1 0 0,92 5-1 0 0,-41-25 61 0 0,-18 5-38 0 0,-22 1 52 0 0,65 4 1 0 0,-85 3-142 0 0,16 2 75 0 0,0-3 0 0 0,81-7 0 0 0,-84 2 10 0 0,76 3 1 0 0,-23 2 66 0 0,-63-2-148 0 0,149-10 159 0 0,-142 5-99 0 0,96 2 0 0 0,-90-1-36 0 0,-9 0 8 0 0,0 14 73 0 0,-18-3-115 0 0,154 12 138 0 0,-75-8-68 0 0,-55-9-49 0 0,0-1 1 0 0,0-3 0 0 0,0-1-1 0 0,76-18 1 0 0,-76 13-25 0 0,23-7 19 0 0,49-6 44 0 0,-80 27 18 0 0,-43-5-120 0 0,0 0-1 0 0,0 1 0 0 0,0-1 0 0 0,0 0 0 0 0,0 0 0 0 0,1 0 0 0 0,-1 1 0 0 0,0-1 0 0 0,0 0 0 0 0,0 0 0 0 0,0 0 0 0 0,0 1 0 0 0,0-1 0 0 0,0 0 0 0 0,0 0 0 0 0,0 0 0 0 0,0 1 0 0 0,0-1 0 0 0,0 0 0 0 0,0 0 0 0 0,0 0 0 0 0,0 1 0 0 0,0-1 0 0 0,0 0 0 0 0,0 0 0 0 0,0 1 0 0 0,0-1 1 0 0,0 0-1 0 0,0 0 0 0 0,0 0 0 0 0,0 0 0 0 0,-1 1 0 0 0,1-1 0 0 0,0 0 0 0 0,0 0 0 0 0,0 0 0 0 0,0 1 0 0 0,0-1 0 0 0,-1 0 0 0 0,1 0 0 0 0,0 0 0 0 0,0 0 0 0 0,0 0 0 0 0,0 0 0 0 0,-1 1 0 0 0,-9 12 18 0 0,8-11-14 0 0,1-1-81 0 0,0 0-1 0 0,-1 0 0 0 0,1-1 0 0 0,0 1 0 0 0,-1 0 0 0 0,1-1 1 0 0,0 1-1 0 0,-1-1 0 0 0,1 0 0 0 0,-1 1 0 0 0,1-1 1 0 0,-1 0-1 0 0,1 0 0 0 0,-1 0 0 0 0,1 0 0 0 0,-1 0 0 0 0,-1-1 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8:58.0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16 158 8936 0 0,'9'0'13'0'0,"11"-1"106"0"0,10-1 232 0 0,-1-1 111 0 0,13-6 199 0 0,-42 9-615 0 0,0-1-1 0 0,1 1 0 0 0,-1 0 1 0 0,1 0-1 0 0,-1-1 1 0 0,0 1-1 0 0,0 0 0 0 0,1-1 1 0 0,-1 1-1 0 0,0 0 0 0 0,1-1 1 0 0,-1 1-1 0 0,0-1 1 0 0,0 1-1 0 0,0-1 0 0 0,0 1 1 0 0,1 0-1 0 0,-1-1 1 0 0,0 1-1 0 0,0-1 0 0 0,0 1 1 0 0,0-1-1 0 0,0 1 0 0 0,0-1 1 0 0,0 1-1 0 0,0 0 1 0 0,0-1-1 0 0,0 1 0 0 0,0-1 1 0 0,-1 1-1 0 0,1-1 0 0 0,0 1 1 0 0,0-1-1 0 0,-6-14 127 0 0,6 15-141 0 0,-14-21 127 0 0,12 19-85 0 0,0 1 0 0 0,1-1 0 0 0,-1 0 1 0 0,1 0-1 0 0,-1 0 0 0 0,1-1 1 0 0,0 1-1 0 0,0 0 0 0 0,0 0 0 0 0,0-1 1 0 0,0 1-1 0 0,1-1 0 0 0,-1 1 1 0 0,0-3-1 0 0,-9-12 1711 0 0,2 7-1108 0 0,8 9-633 0 0,-1-1 0 0 0,0 0 0 0 0,0 0 0 0 0,0 0-1 0 0,0 0 1 0 0,0 0 0 0 0,0 0 0 0 0,-1 1 0 0 0,1-1 0 0 0,0 0 0 0 0,-1 1 0 0 0,0 0 0 0 0,1-1 0 0 0,-4-1 0 0 0,-2 0-37 0 0,6 3-10 0 0,0 0-1 0 0,0 1 0 0 0,0-1 0 0 0,0 0 1 0 0,0 1-1 0 0,0-1 0 0 0,0 0 0 0 0,0 1 0 0 0,1-1 1 0 0,-1 1-1 0 0,0 0 0 0 0,0-1 0 0 0,0 1 0 0 0,1 0 1 0 0,-1-1-1 0 0,0 1 0 0 0,1 0 0 0 0,-1 0 1 0 0,1-1-1 0 0,-2 3 0 0 0,-9 15-79 0 0,10-16 77 0 0,0 0-1 0 0,-1 0 0 0 0,1 0 0 0 0,-1 0 0 0 0,1 0 0 0 0,-1 0 0 0 0,0 0 0 0 0,0 0 0 0 0,-2 1 0 0 0,-11 13-435 0 0,14-15 367 0 0,1 1-56 0 0,-1 0 67 0 0,1 0 1 0 0,-1-1-1 0 0,1 1 0 0 0,0 0 0 0 0,0 0 0 0 0,0-1 0 0 0,0 1 0 0 0,0 0 0 0 0,0 0 0 0 0,1-1 1 0 0,-1 1-1 0 0,0 0 0 0 0,2 2 0 0 0,1 2 42 0 0,1 0 0 0 0,0 0-1 0 0,0 0 1 0 0,0-1 0 0 0,1 0 0 0 0,0 0 0 0 0,0 0-1 0 0,0 0 1 0 0,1-1 0 0 0,0 0 0 0 0,6 4 0 0 0,8 3-3 0 0,41 19 1 0 0,-49-26 22 0 0,0-1 1 0 0,0 0 0 0 0,0 0-1 0 0,1-1 1 0 0,-1-1 0 0 0,1 0-1 0 0,0-1 1 0 0,-1 0 0 0 0,1-1-1 0 0,-1 0 1 0 0,1-1 0 0 0,20-6 0 0 0,-5-1-4 0 0,0 0 1 0 0,-1-2 0 0 0,0-1 0 0 0,31-20 0 0 0,-26 13 18 0 0,5-3 131 0 0,72-33 1 0 0,-94 50-117 0 0,0 0-1 0 0,-1 1 1 0 0,1 0 0 0 0,1 1 0 0 0,-1 1-1 0 0,0 0 1 0 0,1 1 0 0 0,28 2 0 0 0,-19 3 84 0 0,1 1 0 0 0,-1 1 0 0 0,0 1 1 0 0,30 13-1 0 0,46 13 329 0 0,-83-30-299 0 0,0 0 0 0 0,0-1 1 0 0,1-1-1 0 0,-1 0 0 0 0,31-4 0 0 0,90-20 591 0 0,-122 19-592 0 0,98-13 779 0 0,-58 24-554 0 0,-52-7-305 0 0,0 0 0 0 0,0 0-1 0 0,-1 1 1 0 0,1 0 0 0 0,0 0-1 0 0,0 0 1 0 0,-1 0-1 0 0,1 1 1 0 0,-1 0 0 0 0,7 3-1 0 0,-6-2-4 0 0,0-1-1 0 0,1 0 1 0 0,-1 0-1 0 0,1 0 1 0 0,8 1-1 0 0,12 1 288 0 0,-20-3-288 0 0,0 0 1 0 0,0 0-1 0 0,0-1 0 0 0,0 0 0 0 0,0 0 0 0 0,0 0 0 0 0,10-2 0 0 0,26-9 291 0 0,-22 5-62 0 0,38-5 1 0 0,-52 10-232 0 0,0 1 1 0 0,0 0 0 0 0,0 0-1 0 0,1 0 1 0 0,-1 1-1 0 0,0 0 1 0 0,0 0 0 0 0,0 0-1 0 0,0 1 1 0 0,8 3-1 0 0,8 4 96 0 0,-15-7-113 0 0,0 1 1 0 0,0 0-1 0 0,-1 0 1 0 0,1 1-1 0 0,7 5 0 0 0,-12-8-27 0 0,-1 0 0 0 0,1 1-1 0 0,-1-1 1 0 0,0 1 0 0 0,1 0-1 0 0,-1-1 1 0 0,0 1 0 0 0,0 0-1 0 0,0-1 1 0 0,0 1 0 0 0,0 0-1 0 0,-1 0 1 0 0,1 0 0 0 0,0 0 0 0 0,-1 0-1 0 0,1 0 1 0 0,-1 0 0 0 0,0 0-1 0 0,0 0 1 0 0,0 0 0 0 0,0 0-1 0 0,0 0 1 0 0,0 0 0 0 0,-1 3-1 0 0,-6 25-2806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9:01.5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 1 8240 0 0,'4'0'15'0'0,"13"1"50"0"0,-6 1 21 0 0,-9-2-3 0 0,-13 10 69 0 0,3-5-90 0 0,6-4 94 0 0,1-1 1 0 0,-1 1 0 0 0,1 0 0 0 0,-1-1 0 0 0,1 1 0 0 0,0 0 0 0 0,-1 0-1 0 0,1 0 1 0 0,0 0 0 0 0,0 0 0 0 0,0 0 0 0 0,0 0 0 0 0,0 1 0 0 0,0-1-1 0 0,0 0 1 0 0,0 1 0 0 0,0-1 0 0 0,1 0 0 0 0,-2 3 0 0 0,2-3-116 0 0,0-1 1 0 0,1 1 0 0 0,-1-1 0 0 0,0 1 0 0 0,1-1-1 0 0,-1 1 1 0 0,0-1 0 0 0,1 1 0 0 0,-1-1 0 0 0,1 1-1 0 0,-1-1 1 0 0,1 1 0 0 0,-1-1 0 0 0,1 0-1 0 0,-1 1 1 0 0,1-1 0 0 0,-1 0 0 0 0,1 1 0 0 0,-1-1-1 0 0,1 0 1 0 0,0 0 0 0 0,-1 1 0 0 0,1-1 0 0 0,0 0-1 0 0,-1 0 1 0 0,1 0 0 0 0,-1 0 0 0 0,1 0-1 0 0,0 0 1 0 0,1 0 0 0 0,26-1 309 0 0,-20 1-77 0 0,24 2 11 0 0,0 2 1 0 0,-1 1-1 0 0,0 2 1 0 0,55 18-1 0 0,-18-5-72 0 0,-47-15-144 0 0,0-1 1 0 0,0-1-1 0 0,1-1 1 0 0,-1-1-1 0 0,32-2 1 0 0,-25-1-1 0 0,1 0 0 0 0,-1-2 0 0 0,0-1 0 0 0,43-14 0 0 0,-53 13-50 0 0,41-14 155 0 0,2 2 1 0 0,110-17 0 0 0,-153 35-123 0 0,1 1 0 0 0,-1 0 1 0 0,1 1-1 0 0,-1 1 0 0 0,0 1 0 0 0,0 1 0 0 0,-1 0 1 0 0,18 9-1 0 0,32 8 374 0 0,-59-20-326 0 0,-1 0 1 0 0,1-1-1 0 0,0 1 1 0 0,0-1-1 0 0,0-1 1 0 0,0 0-1 0 0,0 0 1 0 0,0 0-1 0 0,0-1 0 0 0,0 0 1 0 0,0-1-1 0 0,0 0 1 0 0,-1 0-1 0 0,1-1 1 0 0,0 1-1 0 0,-1-2 1 0 0,0 1-1 0 0,0-1 1 0 0,7-5-1 0 0,-13 8 72 0 0,-1 1-150 0 0,0 0 1 0 0,0-1-1 0 0,0 1 0 0 0,0 0 1 0 0,0-1-1 0 0,0 1 1 0 0,1 0-1 0 0,-1-1 0 0 0,0 1 1 0 0,0 0-1 0 0,0-1 0 0 0,0 1 1 0 0,0 0-1 0 0,1 0 0 0 0,-1-1 1 0 0,0 1-1 0 0,0 0 0 0 0,1 0 1 0 0,-1-1-1 0 0,0 1 1 0 0,0 0-1 0 0,1 0 0 0 0,-1 0 1 0 0,0-1-1 0 0,0 1 0 0 0,1 0 1 0 0,-1 0-1 0 0,0 0 0 0 0,1 0 1 0 0,-1 0-1 0 0,0 0 0 0 0,1-1 1 0 0,-1 1-1 0 0,0 0 0 0 0,1 0 1 0 0,-1 0-1 0 0,0 0 1 0 0,1 0-1 0 0,-1 0 0 0 0,0 1 1 0 0,1-1-1 0 0,0 0 0 0 0,10 4 658 0 0,-10-2-510 0 0,7 23 276 0 0,-7-21-590 0 0,14 38 698 0 0,-13-24-3030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9:18.6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0 186 13056 0 0,'13'0'-36'0'0,"4"-3"1765"0"0,26-9 3946 0 0,-24 3-6420 0 0,0-1 847 0 0,0 1-1 0 0,1 1 0 0 0,0 1 0 0 0,0 1 0 0 0,0 1 1 0 0,26-4-1 0 0,126-3 570 0 0,-171 12-665 0 0,30-3 165 0 0,35-6 1 0 0,-39 4 32 0 0,56-3-1 0 0,-10 8 24 0 0,-1 4-1 0 0,115 19 0 0 0,-96-3-7 0 0,114 9 1 0 0,-144-27-125 0 0,1-2 0 0 0,82-11 0 0 0,119-31 161 0 0,53-5 159 0 0,-261 44-298 0 0,101 8 0 0 0,-130-3-81 0 0,-1-1 4 0 0,305 16 339 0 0,-327-17-375 0 0,63 2 108 0 0,0-3 0 0 0,91-13 0 0 0,226-25 323 0 0,-145 28-221 0 0,-159 5-62 0 0,138 9-1 0 0,-35 5-26 0 0,21 1 82 0 0,97 0 8 0 0,-80-11-32 0 0,96-2 0 0 0,171 10 81 0 0,-407-3-230 0 0,315 34 174 0 0,-125-7-103 0 0,-214-25-79 0 0,295 19 112 0 0,106-28 12 0 0,-183-3-66 0 0,-16-2-14 0 0,79 0 19 0 0,10 13 7 0 0,290 6 69 0 0,19-35-10 0 0,-414 8-114 0 0,637 3 142 0 0,-572 16-132 0 0,95-3 2 0 0,-144 1-24 0 0,483-8 21 0 0,-441-1-32 0 0,268 18 13 0 0,-399-4-24 0 0,103-5 2 0 0,-10-12 2 0 0,-164 5-7 0 0,53-4-1 0 0,187-6 26 0 0,-75 25-9 0 0,-119-2-6 0 0,37-10-6 0 0,108-8 24 0 0,-84 5 3 0 0,210 19 0 0 0,-75 24-3 0 0,-29-3 16 0 0,-89-19-30 0 0,-103-4 2 0 0,120 6 31 0 0,-199-15-37 0 0,-1 2 0 0 0,0 2 0 0 0,50 12 0 0 0,-33 0 22 0 0,53 24 0 0 0,-79-22-13 0 0,-14-7-11 0 0,-13-10 1 0 0,5-1 2 0 0,-6 0 2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9:20.5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1 349 11952 0 0,'14'-2'45'0'0,"5"-3"149"0"0,-15 3-147 0 0,0 1 0 0 0,0-1 0 0 0,0 1 0 0 0,-1-1 0 0 0,1 0 0 0 0,-1-1 0 0 0,0 1 1 0 0,1 0-1 0 0,-1-1 0 0 0,4-4 0 0 0,-4 4 21 0 0,1-1 1 0 0,0 1-1 0 0,0 0 1 0 0,0 0-1 0 0,0 1 0 0 0,1-1 1 0 0,-1 1-1 0 0,1 0 1 0 0,-1 0-1 0 0,1 1 1 0 0,0-1-1 0 0,0 1 0 0 0,0 0 1 0 0,9 0-1 0 0,7 0 336 0 0,0 1 0 0 0,28 3 0 0 0,2 0 258 0 0,-15-6-296 0 0,-1-3 0 0 0,1 0 1 0 0,-1-3-1 0 0,37-13 0 0 0,6-1-57 0 0,-13 7-109 0 0,196-45 376 0 0,-182 47-407 0 0,102-7 0 0 0,236-7 207 0 0,-102 11-142 0 0,139-18 74 0 0,331 10 97 0 0,-159 48-76 0 0,-208 18-6 0 0,-189-10-175 0 0,12 0 213 0 0,321 34 346 0 0,-40-35-44 0 0,-156-13-129 0 0,282 9 215 0 0,-284-8-374 0 0,280 24 229 0 0,-77-4-80 0 0,853 60 663 0 0,-492-45-543 0 0,-926-52-643 0 0,658-8 402 0 0,-483 1-293 0 0,114-7 92 0 0,25-2-9 0 0,-90 7-24 0 0,122 0 38 0 0,-21 2 4 0 0,97-6 54 0 0,350-27 102 0 0,-688 34-330 0 0,675-13 258 0 0,-620 19-235 0 0,41-1 13 0 0,7 4 11 0 0,35 0-1 0 0,158-16 42 0 0,-205 5-74 0 0,-137 6-39 0 0,673-14 180 0 0,-422 16-123 0 0,338-2 112 0 0,-286 1-90 0 0,-182 1-50 0 0,175 12 45 0 0,-138 6-53 0 0,-55 0 8 0 0,-122-15-32 0 0,0 1 0 0 0,0 1 0 0 0,-1 1 1 0 0,31 15-1 0 0,-50-22-8 0 0,1 1 1 0 0,-1 0 0 0 0,1 0-1 0 0,-1 0 1 0 0,0 0-1 0 0,1 0 1 0 0,-1 0 0 0 0,0 1-1 0 0,0-1 1 0 0,0 0 0 0 0,0 1-1 0 0,0-1 1 0 0,2 3-1 0 0,-2-1 10 0 0,-1-2-2 0 0,0-1-8 0 0,1 0-1 0 0,-1 1 1 0 0,0-1-1 0 0,0 0 0 0 0,0 1 1 0 0,1-1-1 0 0,-1 0 1 0 0,0 1-1 0 0,0-1 0 0 0,0 0 1 0 0,0 1-1 0 0,0-1 0 0 0,0 0 1 0 0,1 1-1 0 0,-1-1 1 0 0,0 1-1 0 0,0-1 0 0 0,0 0 1 0 0,0 1-1 0 0,0-1 1 0 0,-1 0-1 0 0,1 1 0 0 0,0-1 1 0 0,0 0-1 0 0,0 1 0 0 0,0-1 1 0 0,0 0-1 0 0,0 1 1 0 0,-1-1-1 0 0,1 0 0 0 0,0 1 1 0 0,0-1-1 0 0,0 0 1 0 0,-1 1-1 0 0,1-1 0 0 0,0 0 1 0 0,-1 1-1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9:21.4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0 377 9848 0 0,'12'1'7'0'0,"6"-1"33"0"0,-1 0 34 0 0,5 0 101 0 0,-7 0 99 0 0,-23 2 124 0 0,-25 0 1306 0 0,65-5-942 0 0,-24 2-684 0 0,1-1-1 0 0,-1 0 1 0 0,0-1 0 0 0,10-4-1 0 0,28-8 117 0 0,452-34 717 0 0,-375 41-824 0 0,485-40 532 0 0,-65-9-68 0 0,-354 34-251 0 0,-62 7-166 0 0,1061-108 1567 0 0,-903 120-1304 0 0,-127 5-128 0 0,-142-2-230 0 0,0 0 0 0 0,0-1 0 0 0,21-5 1 0 0,-7-3-2403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29:26.7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354 4 6632 0 0,'13'-1'34'0'0,"-10"0"-13"0"0,1 0 0 0 0,-1 1 0 0 0,1-1 0 0 0,-1 1 0 0 0,0 0 0 0 0,1 0 0 0 0,-1 1 0 0 0,1-1 0 0 0,-1 0 0 0 0,1 1-1 0 0,-1 0 1 0 0,0 0 0 0 0,1 0 0 0 0,-1 0 0 0 0,4 3 0 0 0,-7-4-3 0 0,0 0 0 0 0,0 1 0 0 0,1-1 0 0 0,-1 0 1 0 0,0 1-1 0 0,0-1 0 0 0,1 1 0 0 0,-1-1 0 0 0,0 1 0 0 0,0-1 0 0 0,0 1 0 0 0,0-1 0 0 0,0 1 0 0 0,0-1 0 0 0,0 1 1 0 0,0-1-1 0 0,0 1 0 0 0,0-1 0 0 0,0 1 0 0 0,0-1 0 0 0,0 0 0 0 0,0 1 0 0 0,0-1 0 0 0,-1 2 0 0 0,3 8 929 0 0,2-8-810 0 0,1 1 0 0 0,0-1 0 0 0,-1 1 0 0 0,1-1 1 0 0,0 0-1 0 0,0-1 0 0 0,0 1 0 0 0,1-1 0 0 0,-1 0 1 0 0,0-1-1 0 0,0 1 0 0 0,1-1 0 0 0,-1 0 0 0 0,10-1 1 0 0,-4 1-39 0 0,80-4 300 0 0,-46 1-225 0 0,52 3 1 0 0,161 21 429 0 0,-99-24-244 0 0,-133 4-317 0 0,11 1 156 0 0,0 0 0 0 0,49 11 0 0 0,73 13 208 0 0,-34-7 126 0 0,-63-10-259 0 0,0-4 0 0 0,108-3 1 0 0,203-16 801 0 0,576 15 1473 0 0,-406 7-1551 0 0,-71-8-196 0 0,101 7 92 0 0,45-14-90 0 0,-206-17-346 0 0,-174 9-276 0 0,206-11 249 0 0,69 6-26 0 0,-324 21-266 0 0,62 4 14 0 0,203 12 187 0 0,-198-8-194 0 0,212 8 172 0 0,65-11-11 0 0,-59-3-83 0 0,-14 1 55 0 0,-205 1-153 0 0,209 2 121 0 0,30 7 2 0 0,-309-7-155 0 0,51-5 6 0 0,180 0 86 0 0,-186-6-100 0 0,150-8 94 0 0,-164 5-91 0 0,156 7 94 0 0,-170 2-101 0 0,345 12 144 0 0,41-18 11 0 0,-157 8-78 0 0,-143 12-73 0 0,296 24 95 0 0,-267-33-83 0 0,-50-3-20 0 0,-56 12-38 0 0,114 7 34 0 0,594 0 88 0 0,-735-35-131 0 0,-31 2 0 0 0,137 6 22 0 0,2 15 6 0 0,-255-8-54 0 0,126 8 43 0 0,277-15 0 0 0,-392 0-33 0 0,371-15 67 0 0,-261 36-45 0 0,-45-4-2 0 0,-94-13-21 0 0,1 0 0 0 0,0-1 0 0 0,19-4 0 0 0,-10 2 12 0 0,-22 2-17 0 0,-5 0-8 0 0,0 1 1 0 0,0 0-1 0 0,0-1 1 0 0,1 1-1 0 0,-1 0 0 0 0,0 0 1 0 0,0 1-1 0 0,0-1 1 0 0,0 0-1 0 0,0 1 0 0 0,0-1 1 0 0,0 1-1 0 0,0 0 1 0 0,0-1-1 0 0,0 1 0 0 0,0 0 1 0 0,0 0-1 0 0,0 0 0 0 0,-1 1 1 0 0,1-1-1 0 0,0 0 1 0 0,-1 1-1 0 0,1-1 0 0 0,1 3 1 0 0,2 1 0 0 0,-1-1 0 0 0,1 1 1 0 0,-2 0-1 0 0,1 0 0 0 0,0 0 0 0 0,-1 0 1 0 0,4 10-1 0 0,0-1 4 0 0,40 94 19 0 0,-38-85-20 0 0,-2 1 0 0 0,-1 0 0 0 0,-1 0-1 0 0,-1 1 1 0 0,1 30 0 0 0,-4-44-3 0 0,6 38 5 0 0,2-1 1 0 0,18 56 0 0 0,-13-54-6 0 0,16 71 14 0 0,-29-119-14 0 0,-1 0-1 0 0,1 0 0 0 0,0 1 1 0 0,-1-1-1 0 0,1 0 1 0 0,-1 1-1 0 0,0-1 1 0 0,1 0-1 0 0,-1 1 1 0 0,-1-1-1 0 0,1 0 0 0 0,0 1 1 0 0,0-1-1 0 0,-1 0 1 0 0,1 1-1 0 0,-1-1 1 0 0,0 0-1 0 0,0 0 0 0 0,-1 3 1 0 0,-2 4 0 0 0,2-5 3 0 0,0-1 0 0 0,0 0-1 0 0,-1 0 1 0 0,1 1 0 0 0,-1-2 0 0 0,0 1 0 0 0,0 0 0 0 0,0-1 0 0 0,0 1 0 0 0,0-1 0 0 0,-1 0 0 0 0,1 0 0 0 0,-1 0-1 0 0,1 0 1 0 0,-1-1 0 0 0,0 0 0 0 0,1 1 0 0 0,-1-1 0 0 0,-8 0 0 0 0,-7 3 15 0 0,-1-1 0 0 0,-31 0 0 0 0,-303 17 121 0 0,-71 1-16 0 0,21-21-4 0 0,292-7-81 0 0,-48 0 4 0 0,-233-3 77 0 0,144-4-62 0 0,161 11-36 0 0,-149-8 29 0 0,-216-21 48 0 0,174 11-46 0 0,-311-11 31 0 0,521 29-70 0 0,-88-2 14 0 0,-193-11 28 0 0,-45-2 14 0 0,219 13-45 0 0,-190-6 31 0 0,163 4-27 0 0,-412-26 75 0 0,140 8-33 0 0,137 22-36 0 0,145 1-9 0 0,-140 7 1 0 0,143-8 0 0 0,-139-8 8 0 0,144 2-14 0 0,-141-3 26 0 0,132 3-24 0 0,-144-3 32 0 0,136 5-20 0 0,-139 7 15 0 0,-189 8 24 0 0,291-2-31 0 0,-115 4 5 0 0,155-6-25 0 0,-413 14 65 0 0,143-6-1 0 0,-52 14 56 0 0,194-12-46 0 0,142-11-54 0 0,-122 10 33 0 0,128-9-33 0 0,-92 9 30 0 0,46-2-21 0 0,-89 10 30 0 0,82-3-36 0 0,50-4-16 0 0,-57 2 0 0 0,-7-6-1 0 0,-214 4 30 0 0,331-6-34 0 0,34-1-14 0 0,-421 17 46 0 0,242-21-38 0 0,169-4-10 0 0,-3 2-7 0 0,-235-8 11 0 0,100 4-14 0 0,148 3 0 0 0,-165-12 0 0 0,101 2 0 0 0,26 9 0 0 0,-33-2 0 0 0,-242-13 0 0 0,340 15 0 0 0,-132-7 0 0 0,-33 18 0 0 0,209-9 0 0 0,-93 7 0 0 0,-329 16 0 0 0,404-25 0 0 0,-52-7-1 0 0,5-1 5 0 0,27 4 11 0 0,-34-1-8 0 0,67 6-2 0 0,-1 2 0 0 0,1 1-1 0 0,0 1 1 0 0,0 1 0 0 0,0 2-1 0 0,1 1 1 0 0,-45 19 0 0 0,61-20-4 0 0,0 0 0 0 0,1 1 1 0 0,0 0-1 0 0,0 1 0 0 0,1 0 1 0 0,0 1-1 0 0,0 0 0 0 0,-13 21 1 0 0,-57 92 12 0 0,69-104-14 0 0,-10 19-4029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30:58.52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117 0 8840 0 0,'19'6'73'0'0,"-15"-5"86"0"0,-6 0-138 0 0,0 0 1 0 0,0 0 0 0 0,0 0-1 0 0,0 0 1 0 0,0 1-1 0 0,0-1 1 0 0,0 1 0 0 0,1-1-1 0 0,-1 1 1 0 0,0 0-1 0 0,1 0 1 0 0,0 0 0 0 0,-1-1-1 0 0,1 1 1 0 0,0 0-1 0 0,0 1 1 0 0,0-1 0 0 0,0 0-1 0 0,0 3 1 0 0,-4 7 108 0 0,1 0 0 0 0,0 0 0 0 0,-2 21 1 0 0,4-23-34 0 0,0 1 0 0 0,0-1 0 0 0,-1 0 0 0 0,0 0 1 0 0,-1 0-1 0 0,-9 16 0 0 0,4-8-31 0 0,0 1 1 0 0,1 0-1 0 0,0 0 0 0 0,2 0 1 0 0,0 1-1 0 0,2 0 0 0 0,0 0 0 0 0,1 1 1 0 0,1-1-1 0 0,1 26 0 0 0,2 18 36 0 0,19 121 0 0 0,-5-118-9 0 0,-10-51-46 0 0,-1 1 0 0 0,-1-1 0 0 0,2 32-1 0 0,-7-35-1426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30:58.89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54 1 12552 0 0,'-8'15'49'0'0,"1"1"0"0"0,0 1 0 0 0,-4 20 0 0 0,4-10 144 0 0,2 0 0 0 0,1 1 0 0 0,0 31 0 0 0,4 8 395 0 0,13 103 0 0 0,-6-130-222 0 0,13 46 0 0 0,-11-52-9 0 0,-1 0-1 0 0,4 49 0 0 0,-9-52-274 0 0,-2-18-259 0 0,1 0 1 0 0,-2 1-1 0 0,0-1 1 0 0,-1 1-1 0 0,0-1 1 0 0,-5 23 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30:59.2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112 0 14064 0 0,'-35'65'122'0'0,"24"-42"37"0"0,2 2 1 0 0,-8 28-1 0 0,8-12 78 0 0,2 0-1 0 0,-4 57 1 0 0,8-48 134 0 0,-6 74 744 0 0,11 204 0 0 0,4-160-787 0 0,0-8-2493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30:59.5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37 0 13768 0 0,'0'0'0'0'0,"-12"30"0"0"0,4-7 0 0 0,5 3 288 0 0,0 4 0 0 0,-5 10 0 0 0,5 7 0 0 0,3-3 264 0 0,4-3 8 0 0,0 3-9 0 0,2 3 9 0 0</inkml:trace>
  <inkml:trace contextRef="#ctx0" brushRef="#br0" timeOffset="1">227 1880 14064 0 0,'4'25'24'0'0,"7"12"92"0"0,3-1 68 0 0,10 17 156 0 0,-9-22-79 0 0,12 36 0 0 0,0 19 142 0 0,16 93 0 0 0,-8 6 409 0 0,29 183 1217 0 0,-57-310-4195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4:31:57.4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806 1 5320 0 0,'-16'24'0'0'0,"1"0"0"0"0,-17 41 0 0 0,6-13 0 0 0,12-18 1 0 0,1 0 0 0 0,1 0 0 0 0,2 2 0 0 0,2-1 0 0 0,-6 50 0 0 0,-2 7 2 0 0,-1-11 4 0 0,-33 202 12 0 0,10-31 9 0 0,15-107-20 0 0,-37 189 7 0 0,-6 31 6 0 0,56-219 4 0 0,4-34-4 0 0,4 36 7 0 0,1-16-8 0 0,-9 74 21 0 0,3-49 27 0 0,-35 198-1 0 0,-62 58 58 0 0,3-17-17 0 0,45-44 18 0 0,53-288-94 0 0,2 0-1 0 0,3 1 1 0 0,13 92-1 0 0,1-71 81 0 0,43 148-1 0 0,-4-10 0 0 0,-27-102-75 0 0,-9-38 33 0 0,-4 1 0 0 0,4 90-1 0 0,-10 35 110 0 0,-1-114-104 0 0,10 83 172 0 0,38 144 192 0 0,-42-259-233 0 0,3 81 0 0 0,8 116 163 0 0,-21-235-316 0 0,4 65 207 0 0,-10 159-1 0 0,-1-183-55 0 0,-8 55 274 0 0,-17 136 667 0 0,31-250-1092 0 0,0 0-1 0 0,0 1 1 0 0,0-1 0 0 0,1 0-1 0 0,1 0 1 0 0,-1 0 0 0 0,1 0-1 0 0,0-1 1 0 0,1 1 0 0 0,0-1-1 0 0,0 1 1 0 0,1-1 0 0 0,6 7-1 0 0,3 8 17 0 0,-2 3 54 0 0,-11-22-178 0 0,0-1 1 0 0,0 1-1 0 0,0 0 1 0 0,1-1-1 0 0,-1 1 1 0 0,0-1-1 0 0,1 1 1 0 0,0-1-1 0 0,-1 0 1 0 0,1 1-1 0 0,0-1 1 0 0,0 0 0 0 0,0 0-1 0 0,1-1 1 0 0,-1 1-1 0 0,0 0 1 0 0,1-1-1 0 0,3 2 1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03:05.9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8 1 4512 0 0,'81'73'974'0'0,"-42"-36"-496"0"0,-15-9-115 0 0,-23-18-301 0 0,-2-3-10 0 0,2 1-13 0 0,0 0 0 0 0,-1 1 1 0 0,0-1-1 0 0,0 0 0 0 0,-1 0 0 0 0,-2 10 0 0 0,-1 33 159 0 0,4-37-154 0 0,-1-1 0 0 0,-1 0 0 0 0,-3 19 0 0 0,-3 26 81 0 0,3-24-37 0 0,4-28-64 0 0,0 0 0 0 0,0 1 1 0 0,1-1-1 0 0,0 12 1 0 0,-3 58 159 0 0,-10-9 10 0 0,11-43-124 0 0,-8 40 0 0 0,0 40 189 0 0,7-34-79 0 0,2-65-171 0 0,-3 15 88 0 0,-3 43 1 0 0,-6 18 227 0 0,12-69-282 0 0,1-1-1 0 0,-2 1 0 0 0,1 0 0 0 0,-7 19 0 0 0,6 7 87 0 0,2-33-97 0 0,1 0-1 0 0,-1 0 1 0 0,-1 1 0 0 0,1-1-1 0 0,-3 9 1 0 0,3-11-21 0 0,-2 1 20 0 0,1 0-1 0 0,0 0 1 0 0,0 0 0 0 0,0 0 0 0 0,1 0 0 0 0,0 1 0 0 0,-1-1 0 0 0,1 0 0 0 0,1 7 0 0 0,0 43 322 0 0,0-50-303 0 0,0 3 84 0 0,0 0 1 0 0,0 0-1 0 0,0 0 0 0 0,-2 13 0 0 0,6-8 272 0 0,-5-11-389 0 0,1 0-1 0 0,0 0 1 0 0,-1 0 0 0 0,0-1 0 0 0,1 1 0 0 0,-1 0-1 0 0,1 0 1 0 0,-1 0 0 0 0,0 0 0 0 0,0 0 0 0 0,1 0-1 0 0,-1 0 1 0 0,0 0 0 0 0,0 0 0 0 0,0 0-1 0 0,0 0 1 0 0,0 0 0 0 0,0 0 0 0 0,-1 1 0 0 0,0 0 27 0 0,0 0 0 0 0,0 0 1 0 0,0 0-1 0 0,1 0 0 0 0,-1 0 0 0 0,0 1 1 0 0,1-1-1 0 0,0 0 0 0 0,-1 0 1 0 0,1 0-1 0 0,0 1 0 0 0,0-1 1 0 0,1 3-1 0 0,-3 19 257 0 0,1-21-220 0 0,-8 26 2034 0 0,1-6-2057 0 0,7-18-39 0 0,0 0 0 0 0,-1 0 0 0 0,0 0 0 0 0,0-1 0 0 0,-1 1 0 0 0,1 0 0 0 0,-4 4 1 0 0,4-7 100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03:18.2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0 292 3408 0 0,'22'-9'0'0'0,"7"-1"0"0"0,-24 8 0 0 0,-1 0 0 0 0,1-1 0 0 0,-1 1 0 0 0,0-1 0 0 0,0 0 0 0 0,7-5 0 0 0,-6 5 0 0 0,-1 2 0 0 0,17-17 0 0 0,-8 3 9 0 0,-11 13 46 0 0,9-6-40 0 0,-11 8-15 0 0,6-5 1 0 0,-1 2 0 0 0,0-1 0 0 0,1 0 1 0 0,0 1-1 0 0,-1 0 0 0 0,1 1 0 0 0,1-1 0 0 0,-1 1 1 0 0,0 0-1 0 0,0 1 0 0 0,1 0 0 0 0,9-1 1 0 0,-5 0 0 0 0,-4 2 6 0 0,-4 0 6 0 0,3 0-5 0 0,29 23 79 0 0,88 12 1032 0 0,-83-22-522 0 0,-25-7-381 0 0,-1-1 0 0 0,1 0 0 0 0,0-1 0 0 0,0-1 0 0 0,0-1 0 0 0,1 0 0 0 0,18 0 0 0 0,73-4 353 0 0,32 4 247 0 0,-104-2-631 0 0,-22 1-45 0 0,0-1 0 0 0,22-3 0 0 0,87-13 471 0 0,30-6 262 0 0,-58 1-118 0 0,144-53 0 0 0,-131 36-217 0 0,164-36 0 0 0,-241 69-403 0 0,1 1 0 0 0,-1 2 0 0 0,49 3 0 0 0,-42 0 148 0 0,71-8 0 0 0,-83 5-135 0 0,0 1-1 0 0,-1 1 1 0 0,48 7-1 0 0,-10-2 90 0 0,-40-2-63 0 0,-1 0 0 0 0,22 7 1 0 0,31 4 213 0 0,-19-2-196 0 0,4-1 27 0 0,-39-8-120 0 0,0 0 0 0 0,-1 2 1 0 0,25 8-1 0 0,-23-7 7 0 0,0 0 0 0 0,33 5-1 0 0,8 0 103 0 0,-47-7-149 0 0,1-1 0 0 0,-1 0 0 0 0,24 0-1 0 0,47 5 405 0 0,55 10-2 0 0,18 1 52 0 0,-146-18-495 0 0,33 1 213 0 0,82-8-1 0 0,-4-4 42 0 0,6-11 102 0 0,-85 15-221 0 0,51-2 1 0 0,-55 7 54 0 0,73-14-1 0 0,44-11 102 0 0,-117 20-209 0 0,367-27 652 0 0,-355 30-710 0 0,-29 1-9 0 0,0 1 0 0 0,40 4 1 0 0,-44-2-5 0 0,40-1 1 0 0,-5-1 22 0 0,40-3 29 0 0,-18-1-26 0 0,6 5 15 0 0,122 2 40 0 0,-21 21 0 0 0,-171-22-106 0 0,279 9 110 0 0,-182-12-13 0 0,64-4-9 0 0,-128 4-56 0 0,0 3 0 0 0,58 6 1 0 0,1 1 47 0 0,-96-7-77 0 0,86 3 120 0 0,122-11 0 0 0,-52-11 16 0 0,113 15 133 0 0,-142 5-199 0 0,242-16 112 0 0,-161 0-78 0 0,234 14 0 0 0,70 17 224 0 0,-452-14-267 0 0,0 4 0 0 0,-1 2 0 0 0,0 3 1 0 0,96 31-1 0 0,-111-27 13 0 0,2-2 0 0 0,90 11 0 0 0,116-2 30 0 0,-179-18-89 0 0,384 39 170 0 0,-394-35-149 0 0,1-2-1 0 0,-1-4 0 0 0,137-12 1 0 0,-102-2-3 0 0,-72 5-12 0 0,37 0-1 0 0,-56 5-18 0 0,0 1-1 0 0,0 1 1 0 0,0 0-1 0 0,0 1 0 0 0,0 1 1 0 0,-1 0-1 0 0,1 1 1 0 0,-1 1-1 0 0,0 0 1 0 0,28 15-1 0 0,-29-13 4 0 0,0-1 0 0 0,1-1-1 0 0,30 8 1 0 0,-11-4 8 0 0,34 5 51 0 0,-52-17-19 0 0,-15 0-21 0 0,-9 2-22 0 0,-96-5 343 0 0,9 0-3911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03:20.65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1 174 7232 0 0,'15'14'515'0'0,"19"15"3904"0"0,-10-28-2557 0 0,13 4-1339 0 0,15 2-522 0 0,60 3 71 0 0,38-9-535 0 0,-120 1 370 0 0,11-1-63 0 0,-25-1 94 0 0,-1 0 1 0 0,0 0 0 0 0,1 2 0 0 0,-1 0 0 0 0,27 8 0 0 0,-6-3-50 0 0,6 4-4 0 0,57 21 0 0 0,-18-5 33 0 0,-39-9 42 0 0,-36-15 36 0 0,1 1-1 0 0,1-1 0 0 0,-1-1 1 0 0,0 1-1 0 0,11 1 0 0 0,8 1-2 0 0,36 13 1 0 0,13 2-3 0 0,57 4 43 0 0,-96-21 31 0 0,-24-2-44 0 0,-1 0 1 0 0,1 1-1 0 0,12 3 1 0 0,-10-2 5 0 0,-1 0 1 0 0,1-1-1 0 0,25 0 1 0 0,13 2 117 0 0,-37-3-80 0 0,1 0 0 0 0,26-2 0 0 0,-4 0 10 0 0,15-4 32 0 0,-39 3-24 0 0,-1 1-1 0 0,25 0 1 0 0,48 4 361 0 0,0-5 1 0 0,129-18-1 0 0,92-6 470 0 0,-256 24-741 0 0,186-18 901 0 0,-151 9-887 0 0,-26 4 83 0 0,0-2 1 0 0,72-21 0 0 0,-19-2 302 0 0,137-20-1 0 0,-224 47-457 0 0,224-45 681 0 0,-222 42-764 0 0,273-63 539 0 0,-78 29-135 0 0,121-12 264 0 0,-269 46-543 0 0,1 5 0 0 0,117 8 1 0 0,-125-2-23 0 0,71-5 1 0 0,40 1 151 0 0,109 0 50 0 0,-222-1-266 0 0,2-2 8 0 0,-41 1-30 0 0,51 2 1 0 0,36 7 50 0 0,0 0 53 0 0,167 30 0 0 0,-193-22-58 0 0,0-3-1 0 0,0-4 0 0 0,106-6 1 0 0,74-22 97 0 0,-143 8-80 0 0,-24 4-27 0 0,115-9 142 0 0,-100 10-111 0 0,82-2 64 0 0,-162 10-144 0 0,1 2 1 0 0,0 1 0 0 0,0 1 0 0 0,-1 3 0 0 0,0 0 0 0 0,0 3 0 0 0,-1 1 0 0 0,37 16 0 0 0,-25-4 6 0 0,0-3 1 0 0,2-2 0 0 0,0-2 0 0 0,1-2 0 0 0,1-2-1 0 0,71 7 1 0 0,25-5 36 0 0,-111-11-15 0 0,60 16 0 0 0,-61-11-46 0 0,38 3 0 0 0,59 5 36 0 0,64 4 36 0 0,-171-18-73 0 0,0 1 0 0 0,26 8 1 0 0,7 0 19 0 0,-5-7-9 0 0,-41-4-17 0 0,0 0 0 0 0,0 1 0 0 0,0 1 0 0 0,20 5 0 0 0,-27-5-5 0 0,1-1-1 0 0,0 1 1 0 0,0-1-1 0 0,0-1 1 0 0,0 1-1 0 0,0-1 1 0 0,0 0 0 0 0,0 0-1 0 0,0 0 1 0 0,8-2-1 0 0,-13 1 2 0 0,12 1 16 0 0,35 0 32 0 0,-42 3-50 0 0,-6-3-5 0 0,0 1 0 0 0,0-1 0 0 0,0 0 0 0 0,0 1 0 0 0,0-1 0 0 0,0 1 0 0 0,0-1 0 0 0,0 0 0 0 0,0 1 0 0 0,0-1 0 0 0,0 1 0 0 0,0-1 1 0 0,0 0-1 0 0,0 1 0 0 0,0-1 0 0 0,0 1 0 0 0,-1-1 0 0 0,1 0 0 0 0,0 1 0 0 0,0-1 0 0 0,0 0 0 0 0,-1 1 0 0 0,1-1 0 0 0,0 0 0 0 0,0 1 0 0 0,-1-1 0 0 0,1 0 0 0 0,0 0 0 0 0,-1 1 0 0 0,1-1 0 0 0,0 0 0 0 0,-1 0 0 0 0,1 1 0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03:22.6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1 417 7832 0 0,'25'-1'5'0'0,"13"0"19"0"0,1 1 12 0 0,20-6 19 0 0,-57 6-38 0 0,0 0-1 0 0,0-1 1 0 0,0 0 0 0 0,1 1 0 0 0,-1-1 0 0 0,0 0 0 0 0,0 0-1 0 0,0 0 1 0 0,0 0 0 0 0,-1-1 0 0 0,1 1 0 0 0,0 0 0 0 0,0-1-1 0 0,-1 1 1 0 0,1-1 0 0 0,-1 0 0 0 0,1 1 0 0 0,-1-1 0 0 0,0 0-1 0 0,1 0 1 0 0,-1 0 0 0 0,0 0 0 0 0,0 0 0 0 0,-1 0 0 0 0,1 0 0 0 0,0 0-1 0 0,-1-1 1 0 0,1 1 0 0 0,-1 0 0 0 0,0-3 0 0 0,11-26 374 0 0,-4 17-250 0 0,-1 0 1 0 0,7-28-1 0 0,-1 7 40 0 0,9-38 87 0 0,-19 69-243 0 0,-1 1 0 0 0,1-1 0 0 0,-1 1 0 0 0,1-1 0 0 0,0 1 0 0 0,0 0 0 0 0,1 0 0 0 0,2-3 0 0 0,-3 5-18 0 0,0 0 0 0 0,0 0-1 0 0,0 0 1 0 0,0 0 0 0 0,1 0-1 0 0,-1 0 1 0 0,0 1 0 0 0,0-1 0 0 0,1 1-1 0 0,-1 0 1 0 0,0 0 0 0 0,1 0-1 0 0,3 0 1 0 0,20-2 20 0 0,-1 0-1 0 0,40-11 1 0 0,-18 4-4 0 0,-18 2-7 0 0,19 0 9 0 0,16 3 31 0 0,-63 4-49 0 0,-1 2-5 0 0,0 1 0 0 0,0-1 0 0 0,0 0 0 0 0,0 1 1 0 0,0-1-1 0 0,1 0 0 0 0,-1 1 0 0 0,1-1 0 0 0,-1 0 1 0 0,1 0-1 0 0,0 1 0 0 0,0-1 0 0 0,2 4 0 0 0,1-1 0 0 0,0 1 0 0 0,0 0-1 0 0,1-1 1 0 0,-1 0-1 0 0,1 0 1 0 0,1-1 0 0 0,-1 1-1 0 0,1-1 1 0 0,-1 0-1 0 0,1 0 1 0 0,0-1 0 0 0,1 0-1 0 0,-1 0 1 0 0,0 0-1 0 0,1-1 1 0 0,0 0 0 0 0,0 0-1 0 0,-1-1 1 0 0,1 0-1 0 0,0 0 1 0 0,0 0 0 0 0,0-1-1 0 0,0 0 1 0 0,9-2-1 0 0,15 2 15 0 0,32 5-1 0 0,-31-2-3 0 0,20 4 21 0 0,25 1 22 0 0,-35-10-4 0 0,1-2 0 0 0,49-12 0 0 0,-31 5-7 0 0,43-3 234 0 0,1 4-1 0 0,178 6 0 0 0,-238 4-175 0 0,0-3 1 0 0,0-2-1 0 0,86-20 0 0 0,-56 10-16 0 0,-6 0-4 0 0,45-7 151 0 0,9 2 36 0 0,-80 12-113 0 0,1 1-1 0 0,87-2 1 0 0,112 6 542 0 0,-12-1-236 0 0,-203 5-433 0 0,258 18 702 0 0,-248-15-577 0 0,0-2 0 0 0,46-4 0 0 0,28 1 209 0 0,-41 2-194 0 0,-43-2-19 0 0,49 6 0 0 0,95 10 262 0 0,-78-4-106 0 0,79 11 219 0 0,-64-2-180 0 0,-5-1-6 0 0,-70-13 297 0 0,-34-8-622 0 0,-1 1 0 0 0,0 0 0 0 0,0 0 0 0 0,1 0 0 0 0,-1 0 0 0 0,0 0 0 0 0,0 0 0 0 0,0 0 0 0 0,-1 0 0 0 0,1 0 0 0 0,0 1 0 0 0,0-1 0 0 0,0 0 0 0 0,-1 1 0 0 0,1-1 0 0 0,0 0 0 0 0,0 1 0 0 0,-1 0 0 0 0,-1-1 0 0 0,-3-1 2 0 0,-111-44 261 0 0,77 33-2625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03:24.4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1 190 8840 0 0,'21'5'489'0'0,"8"2"270"0"0,17 0 487 0 0,-39-6-1056 0 0,0 0 1 0 0,0-1-1 0 0,0-1 1 0 0,0 1-1 0 0,0-1 0 0 0,0 0 1 0 0,0 0-1 0 0,11-5 1 0 0,55-19 786 0 0,-34 5-608 0 0,-37 19-323 0 0,8-8 18 0 0,-5 6-62 0 0,1 0 0 0 0,0 1 0 0 0,0 0 0 0 0,0 0 0 0 0,1 1 0 0 0,-1 0 0 0 0,0 0 0 0 0,0 0 0 0 0,1 1 0 0 0,-1 0 0 0 0,1 0 0 0 0,7 1 0 0 0,17 3-6 0 0,32 7-1 0 0,-49-9 3 0 0,-1-1 0 0 0,1 0 1 0 0,22-2-1 0 0,25 2-7 0 0,24 1 0 0 0,-14 3 9 0 0,-17-2 0 0 0,12 5 7 0 0,69 8 36 0 0,-112-15-36 0 0,-1-1 0 0 0,0-1 1 0 0,1-1-1 0 0,21-4 0 0 0,72-15 73 0 0,-72 11 44 0 0,0 2 0 0 0,1 2 0 0 0,89-1 0 0 0,-12-3 332 0 0,-105 10-340 0 0,37-2 166 0 0,0 3 0 0 0,0 3 0 0 0,-1 2 1 0 0,65 15-1 0 0,50 13 120 0 0,-16-4 24 0 0,-126-25-329 0 0,0-2 1 0 0,0 0 0 0 0,42-2-1 0 0,16 1 89 0 0,-49 0-96 0 0,51-6 1 0 0,-16 1 46 0 0,-6-5 13 0 0,5 1-28 0 0,-31 6-63 0 0,96 5 234 0 0,113 15 309 0 0,10-15 41 0 0,-141-6-408 0 0,-73 0-21 0 0,60-11 0 0 0,-8 1-15 0 0,190-12 216 0 0,-98-11-180 0 0,-10 1-64 0 0,-159 32-157 0 0,43-5 50 0 0,85-21 0 0 0,133-24 68 0 0,-235 44-102 0 0,-33 5-23 0 0,0 1 0 0 0,1 0-1 0 0,-1 1 1 0 0,22 0 0 0 0,482 66 377 0 0,-396-47-283 0 0,-73-11-44 0 0,48 15 1 0 0,-77-16-32 0 0,0 1 0 0 0,-1 1 1 0 0,0 0-1 0 0,17 12 1 0 0,24 14 65 0 0,-12-2 6 0 0,-18-11-59 0 0,59 51 110 0 0,-74-66-125 0 0,25 17 39 0 0,-30-19-47 0 0,-17-5-7 0 0,-22 7 639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03:25.8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6596 1 14368 0 0,'25'3'283'0'0,"-8"-2"572"0"0,-18 10 9 0 0,-3-9-720 0 0,0 0 1 0 0,0 0-1 0 0,0 0 0 0 0,0 0 1 0 0,0-1-1 0 0,0 0 0 0 0,0 0 1 0 0,-1 0-1 0 0,1 0 0 0 0,-9-1 1 0 0,-52-2 197 0 0,7-1-164 0 0,-12 7-170 0 0,-118 10-85 0 0,155-10 2 0 0,0-1 0 0 0,0-2 0 0 0,0-1 0 0 0,0-1 0 0 0,-37-7 0 0 0,55 6 24 0 0,1 0 0 0 0,-1 2 0 0 0,1 0-1 0 0,-1 0 1 0 0,1 2 0 0 0,0 0 0 0 0,-25 6-1 0 0,-97 39-135 0 0,86-28 138 0 0,-13 5-19 0 0,25-8 28 0 0,-2-2 0 0 0,0-1 1 0 0,0-2-1 0 0,-61 8 0 0 0,62-14 18 0 0,0-3-1 0 0,0-1 1 0 0,0-2-1 0 0,0-1 1 0 0,-44-9-1 0 0,-43-26-10 0 0,105 31 29 0 0,0 1 0 0 0,0 1 0 0 0,-1 1-1 0 0,-31-1 1 0 0,-83 8-12 0 0,34 5 14 0 0,61-4 10 0 0,1-2 0 0 0,-71-3-1 0 0,2 0 43 0 0,19 1 84 0 0,-30 3 99 0 0,103-3-142 0 0,0 0 0 0 0,-31 8-1 0 0,32-6-11 0 0,0 0 1 0 0,-29 1-1 0 0,24-3 36 0 0,0 1 1 0 0,-29 7 0 0 0,27-4 44 0 0,-43 3-1 0 0,34-7-81 0 0,13 1 48 0 0,-35-3 0 0 0,-27-4 262 0 0,-114 6 1 0 0,166 2-306 0 0,-37 9 0 0 0,39-7 24 0 0,-51 5 0 0 0,-23 0 87 0 0,72-6-120 0 0,-1-1 0 0 0,-1-1 0 0 0,-42-3-1 0 0,-77-16 202 0 0,-74 2 49 0 0,89 9-107 0 0,104 4-141 0 0,0 2 0 0 0,-45 5 0 0 0,46-1-18 0 0,1-3 1 0 0,-1 0 0 0 0,-30-4 0 0 0,-48-6 136 0 0,-49-8 66 0 0,-56-24 134 0 0,178 36-304 0 0,-241-43 456 0 0,19-11-3 0 0,55 19-257 0 0,181 37-249 0 0,-1 1 1 0 0,0 0-1 0 0,0 2 1 0 0,-1 0-1 0 0,-21 4 1 0 0,-110 23 187 0 0,134-22-185 0 0,0 1-1 0 0,1 0 1 0 0,0 2-1 0 0,0 0 0 0 0,-31 19 1 0 0,-37 19 117 0 0,54-30-31 0 0,-40 27 0 0 0,64-38-76 0 0,0-1 0 0 0,-1-1 0 0 0,1 1 0 0 0,-1-1 1 0 0,1-1-1 0 0,-11 2 0 0 0,-3 1 48 0 0,7-1-18 0 0,13-4-63 0 0,0 1 0 0 0,0-1 0 0 0,0 1 0 0 0,0 0 0 0 0,0 0 0 0 0,0 0 0 0 0,0 1 0 0 0,1-1 0 0 0,-1 1 0 0 0,-4 3 0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04:33.20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104 1 5720 0 0,'-41'694'714'0'0,"20"-352"-367"0"0,13-215-224 0 0,2-22-29 0 0,2-51-59 0 0,-6 439 266 0 0,7-215-170 0 0,4 137 21 0 0,1-266-103 0 0,-1 126 21 0 0,-6 195 72 0 0,4-324-106 0 0,-2 96 18 0 0,-2 310 65 0 0,6-438-93 0 0,14 202 34 0 0,-2-73-16 0 0,41 781 137 0 0,-42-165-47 0 0,-15-510-89 0 0,-17 297 92 0 0,0-101-6 0 0,41 485 169 0 0,-5-725-224 0 0,8 112 45 0 0,16 326 87 0 0,1 764 197 0 0,-38-1387-360 0 0,-8 315-1056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14T15:21:10.5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8640,'0'0'0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21:12.9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7736 0 0,'21'23'24'0'0,"4"6"42"0"0,-21-24-50 0 0,0 1 0 0 0,0-1 0 0 0,0 1 0 0 0,-1 1 0 0 0,6 11 0 0 0,2 16 112 0 0,-2 1-1 0 0,-1 1 0 0 0,6 58 1 0 0,-11-67-25 0 0,25 353 684 0 0,-25-287-634 0 0,0 42 13 0 0,-5 48 49 0 0,0-20-110 0 0,-4 2-37 0 0,-7 106 16 0 0,3-46-20 0 0,7-125-39 0 0,0 220 119 0 0,-1 10-8 0 0,6-56 82 0 0,1-68-104 0 0,-4 643 334 0 0,7-527-338 0 0,0-78 14 0 0,0 183 74 0 0,8-2 12 0 0,-9-297-154 0 0,1 80 24 0 0,-11 17 9 0 0,-4 101 79 0 0,8-17-28 0 0,-18 242 95 0 0,17-309-140 0 0,1-48-28 0 0,0 248 195 0 0,-4 2-46 0 0,-9 1 129 0 0,7-187-173 0 0,4-76-65 0 0,-3 153 245 0 0,-38 1006 593 0 0,32-888-714 0 0,8-15 42 0 0,14 86 182 0 0,-9-474-395 0 0,0-4 61 0 0,-10 85 0 0 0,3-97-80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22:25.07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0 133 5824 0 0,'14'-9'39'0'0,"3"-3"16"0"0,-1 4 56 0 0,-15 7-99 0 0,0 1 1 0 0,0-1-1 0 0,-1 0 0 0 0,1 1 0 0 0,0-1 0 0 0,-1 0 1 0 0,1 0-1 0 0,0 1 0 0 0,-1-1 0 0 0,1 0 0 0 0,-1 0 1 0 0,1 0-1 0 0,-1 0 0 0 0,0 0 0 0 0,1 0 0 0 0,-1 1 1 0 0,0-1-1 0 0,0 0 0 0 0,0 0 0 0 0,0 0 0 0 0,1 0 1 0 0,-1 0-1 0 0,-1 0 0 0 0,1 0 0 0 0,0 0 0 0 0,0 0 1 0 0,0 0-1 0 0,0 0 0 0 0,-1 0 0 0 0,1 0 0 0 0,-1-1 1 0 0,-1-8 1192 0 0,3 10-1195 0 0,-1 1 1 0 0,0-1-1 0 0,0 0 0 0 0,0 0 0 0 0,0 0 1 0 0,0 0-1 0 0,0 1 0 0 0,0-1 0 0 0,0 0 1 0 0,0 0-1 0 0,0 0 0 0 0,0 1 1 0 0,0-1-1 0 0,0 0 0 0 0,0 0 0 0 0,0 0 1 0 0,0 1-1 0 0,0-1 0 0 0,0 0 0 0 0,0 0 1 0 0,0 0-1 0 0,0 1 0 0 0,0-1 0 0 0,0 0 1 0 0,0 0-1 0 0,-1 0 0 0 0,1 0 1 0 0,0 1-1 0 0,0-1 0 0 0,0 0 0 0 0,0 0 1 0 0,0 0-1 0 0,0 0 0 0 0,-1 0 0 0 0,1 1 1 0 0,0-1-1 0 0,0 0 0 0 0,0 0 0 0 0,0 0 1 0 0,-1 0-1 0 0,1 0 0 0 0,0 0 1 0 0,0 0-1 0 0,0 0 0 0 0,-1 0 0 0 0,1 0 1 0 0,0 0-1 0 0,0 0 0 0 0,0 0 0 0 0,-1 0 1 0 0,1 0-1 0 0,0 0 0 0 0,0 0 0 0 0,0 0 1 0 0,-1 0-1 0 0,1 0 0 0 0,0 0 1 0 0,0 0-1 0 0,0 0 0 0 0,-1 0 0 0 0,1 0 1 0 0,0 0-1 0 0,0 0 0 0 0,0-1 0 0 0,0 1 1 0 0,0 0-1 0 0,-1 0 0 0 0,1 0 0 0 0,0-1 1 0 0,2 16 122 0 0,1-1 0 0 0,1 0-1 0 0,0 0 1 0 0,1-1 0 0 0,11 23 0 0 0,-2-4-10 0 0,-6-9 64 0 0,2 0 0 0 0,0 0 0 0 0,2-1 0 0 0,0 0 0 0 0,2-1 0 0 0,0-1 0 0 0,25 27 0 0 0,-32-40-88 0 0,2-1 1 0 0,-1 0-1 0 0,0 0 1 0 0,1-1-1 0 0,0 0 1 0 0,1 0 0 0 0,-1-1-1 0 0,18 5 1 0 0,-26-8-35 0 0,5-27 192 0 0,-10-21-55 0 0,-2-5-11 0 0,2-1 0 0 0,4-66 0 0 0,-1 104-137 0 0,0 2-17 0 0,1 13-24 0 0,0 0 0 0 0,0-1 0 0 0,0 1 0 0 0,0 0 0 0 0,0 0-1 0 0,0 0 1 0 0,0-1 0 0 0,1 1 0 0 0,-1 0 0 0 0,0 0 0 0 0,0 0 0 0 0,0 0 0 0 0,0-1 0 0 0,0 1 0 0 0,1 0 0 0 0,-1 0 0 0 0,0 0 0 0 0,0 0 0 0 0,0 0 0 0 0,0-1-1 0 0,1 1 1 0 0,-1 0 0 0 0,0 0 0 0 0,0 0 0 0 0,0 0 0 0 0,1 0 0 0 0,-1 0 0 0 0,0 0 0 0 0,0 0 0 0 0,0 0 0 0 0,1 0 0 0 0,-1 0 0 0 0,0 0 0 0 0,0 0 0 0 0,0 0-1 0 0,1 0 1 0 0,-1 0 0 0 0,0 0 0 0 0,0 0 0 0 0,1 0 0 0 0,-1 0 0 0 0,0 0 0 0 0,0 1 0 0 0,5 5 121 0 0,-2 2-24 0 0,17 80 309 0 0,-16-64-296 0 0,1-1-1 0 0,1-1 1 0 0,1 1-1 0 0,13 29 1 0 0,2-19 271 0 0,-21-32-379 0 0,0 0 0 0 0,0 0 0 0 0,-1 0 0 0 0,1-1 1 0 0,1 1-1 0 0,-1 0 0 0 0,0 0 0 0 0,0 0 0 0 0,0-1 1 0 0,0 1-1 0 0,1-1 0 0 0,-1 1 0 0 0,0-1 0 0 0,0 1 1 0 0,1-1-1 0 0,-1 0 0 0 0,0 1 0 0 0,1-1 0 0 0,-1 0 1 0 0,0 0-1 0 0,1 0 0 0 0,-1 0 0 0 0,2 0 1 0 0,-1-2 9 0 0,0 0 0 0 0,0 0 1 0 0,0 1-1 0 0,0-1 1 0 0,0 0-1 0 0,-1-1 1 0 0,1 1-1 0 0,1-4 1 0 0,1 0 33 0 0,0-1-12 0 0,0 1 1 0 0,0-1 0 0 0,-1 0-1 0 0,0 0 1 0 0,0 0 0 0 0,-1 0-1 0 0,3-14 1 0 0,1-4 11 0 0,3-2 66 0 0,-2-1 0 0 0,-2 0 0 0 0,0 0 0 0 0,1-51 0 0 0,-4 52 16 0 0,-1 20-100 0 0,-1 0-1 0 0,0 0 0 0 0,0 0 1 0 0,0 0-1 0 0,-3-12 1 0 0,1-6 309 0 0,0 17-214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22:27.43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0 426 12160 0 0,'18'7'82'0'0,"-7"-4"33"0"0,4 2 122 0 0,1 0 138 0 0,0 0 0 0 0,27 15-1 0 0,-40-18-262 0 0,0-1-1 0 0,0 1 0 0 0,-1-1 0 0 0,1 0 1 0 0,0 0-1 0 0,0 0 0 0 0,0 0 1 0 0,0 0-1 0 0,0-1 0 0 0,1 1 0 0 0,-1-1 1 0 0,0 0-1 0 0,3 0 0 0 0,-4-1-58 0 0,0 1 0 0 0,0-1-1 0 0,0 0 1 0 0,0 0 0 0 0,0 0-1 0 0,0 0 1 0 0,-1 0 0 0 0,1 0-1 0 0,0 0 1 0 0,-1-1 0 0 0,1 1-1 0 0,-1-1 1 0 0,1 1 0 0 0,-1-1-1 0 0,0 0 1 0 0,0 1 0 0 0,0-1-1 0 0,0 0 1 0 0,0 0 0 0 0,1-2-1 0 0,6-14 94 0 0,-1-1 1 0 0,-1 0-1 0 0,0 0 0 0 0,2-24 1 0 0,4-10 0 0 0,-11 50-133 0 0,-2-14 57 0 0,1 15-58 0 0,-1 1-5 0 0,-5-5 0 0 0,5 4 0 0 0,1 4 0 0 0,-4 64 1 0 0,2-49-4 0 0,1 0 0 0 0,1 24 0 0 0,1-35-4 0 0,-1 0 0 0 0,2 0 0 0 0,-1 0-1 0 0,1 0 1 0 0,0 0 0 0 0,0 0 0 0 0,0 0-1 0 0,1-1 1 0 0,0 1 0 0 0,5 6-1 0 0,-6-10 0 0 0,0 1 0 0 0,0-1 0 0 0,0 0 0 0 0,0 0 0 0 0,0 0 0 0 0,1 0 0 0 0,-1 0 0 0 0,1 0 0 0 0,0 0 0 0 0,-1-1 0 0 0,1 0 0 0 0,0 1 0 0 0,0-1 0 0 0,0 0 0 0 0,0 0 0 0 0,0-1 0 0 0,0 1 0 0 0,0 0 0 0 0,0-1 0 0 0,1 0 0 0 0,-1 0 0 0 0,0 0 0 0 0,0 0 0 0 0,0 0 0 0 0,0-1 0 0 0,0 0 0 0 0,0 1 0 0 0,0-1 0 0 0,0 0 0 0 0,0 0 0 0 0,0-1 0 0 0,0 1 0 0 0,0-1 0 0 0,-1 1 0 0 0,1-1 0 0 0,0 0 0 0 0,-1 0 0 0 0,0 0 0 0 0,1 0 0 0 0,-1 0 0 0 0,0-1 0 0 0,3-4 0 0 0,1-2 2 0 0,0 0 0 0 0,-1 0-1 0 0,0 0 1 0 0,-1 0-1 0 0,0-1 1 0 0,0 0-1 0 0,2-15 1 0 0,0-4 8 0 0,2-38 1 0 0,-3 12-5 0 0,-3 27 19 0 0,-3-43-1 0 0,0 32-10 0 0,1 37-12 0 0,-4-48 43 0 0,5 48-39 0 0,-2 1 0 0 0,1 0-1 0 0,0-1 1 0 0,0 1 0 0 0,0 0 0 0 0,-1 0-1 0 0,1-1 1 0 0,0 1 0 0 0,-1 0 0 0 0,1 0 0 0 0,-1 0-1 0 0,0-1 1 0 0,1 1 0 0 0,-1 0 0 0 0,0 0-1 0 0,0 0 1 0 0,1 0 0 0 0,-1 0 0 0 0,0 0-1 0 0,0 0 1 0 0,0 1 0 0 0,0-1 0 0 0,0 0 0 0 0,-1 1-1 0 0,1-1 1 0 0,0 0 0 0 0,0 1 0 0 0,0-1-1 0 0,-3 0 1 0 0,3 3 2 0 0,-1 1 1 0 0,1-1-1 0 0,0 0 1 0 0,0 1-1 0 0,0-1 0 0 0,0 0 1 0 0,1 1-1 0 0,-1-1 0 0 0,1 1 1 0 0,-1-1-1 0 0,1 1 0 0 0,0 4 1 0 0,-1-1 3 0 0,-21 210 200 0 0,21-188-178 0 0,1 0 0 0 0,2 0 0 0 0,1 0 0 0 0,1 0-1 0 0,15 52 1 0 0,-14-65 3 0 0,1 0 0 0 0,1 0 0 0 0,0-1 1 0 0,1-1-1 0 0,18 26 0 0 0,-24-38-24 0 0,0 1 0 0 0,0-1 0 0 0,1 0 0 0 0,-1 0 1 0 0,0-1-1 0 0,0 1 0 0 0,1 0 0 0 0,-1-1 0 0 0,1 1 0 0 0,-1-1 1 0 0,0 0-1 0 0,1 0 0 0 0,-1 0 0 0 0,1 0 0 0 0,-1 0 0 0 0,0 0 1 0 0,1-1-1 0 0,2 0 0 0 0,-5 1-13 0 0,2-2 18 0 0,-1 1-1 0 0,1-1 0 0 0,-1 0 1 0 0,1 1-1 0 0,-1-1 0 0 0,0 0 0 0 0,0 0 1 0 0,0 0-1 0 0,0 0 0 0 0,0 0 1 0 0,0 0-1 0 0,1-4 0 0 0,9-27 84 0 0,-11 32-100 0 0,10-34 129 0 0,-2 0 1 0 0,5-43-1 0 0,-8 59 1 0 0,-5 19-127 0 0,0 0 0 0 0,1 1 1 0 0,-1-1-1 0 0,0 0 1 0 0,1 1-1 0 0,-1-1 0 0 0,0 0 1 0 0,0 1-1 0 0,0-1 1 0 0,1 0-1 0 0,-1 1 1 0 0,0-1-1 0 0,0 1 0 0 0,0-1 1 0 0,0 0-1 0 0,0 1 1 0 0,0-1-1 0 0,0 1 1 0 0,0-1-1 0 0,0 1 0 0 0,0-1 1 0 0,0 0-1 0 0,0 1 1 0 0,0-1-1 0 0,0 1 1 0 0,0-1-1 0 0,-1 1 0 0 0,-4 34 52 0 0,3-28-46 0 0,1-1-1 0 0,0 1 1 0 0,0-1 0 0 0,0 1-1 0 0,1 0 1 0 0,0-1 0 0 0,1 1-1 0 0,1 9 1 0 0,-2-8 15 0 0,1-7-8 0 0,6 4 14 0 0,-5-4-23 0 0,-1 0 0 0 0,1-1-1 0 0,-1 1 1 0 0,1-1-1 0 0,-1 1 1 0 0,1-1 0 0 0,0 1-1 0 0,-1-1 1 0 0,1 0-1 0 0,0 0 1 0 0,-1 0 0 0 0,1 0-1 0 0,-1 0 1 0 0,1 0-1 0 0,0 0 1 0 0,-1-1 0 0 0,1 1-1 0 0,-1 0 1 0 0,1-1 0 0 0,0 0-1 0 0,-1 1 1 0 0,1-1-1 0 0,1-1 1 0 0,41-27 229 0 0,-21 12-82 0 0,-19 15-140 0 0,-1 0 22 0 0,0 1 1 0 0,-1-1-1 0 0,1 0 0 0 0,-1 1 0 0 0,1-1 0 0 0,-1 0 0 0 0,0-1 1 0 0,0 1-1 0 0,0 0 0 0 0,2-3 0 0 0,-3 3 35 0 0,-1 2-58 0 0,0 0 1 0 0,0-1-1 0 0,0 1 1 0 0,0 0-1 0 0,-1 0 0 0 0,1-1 1 0 0,0 1-1 0 0,0 0 1 0 0,0-1-1 0 0,0 1 0 0 0,0 0 1 0 0,0 0-1 0 0,0-1 1 0 0,0 1-1 0 0,0 0 0 0 0,0 0 1 0 0,1-1-1 0 0,-1 1 1 0 0,0 0-1 0 0,0 0 0 0 0,0-1 1 0 0,0 1-1 0 0,0 0 1 0 0,0 0-1 0 0,0-1 0 0 0,1 1 1 0 0,-1 0-1 0 0,0 0 1 0 0,0 0-1 0 0,0-1 0 0 0,1 1 1 0 0,-1 0-1 0 0,0 0 1 0 0,0 0-1 0 0,0 0 0 0 0,1-1 1 0 0,-1 1-1 0 0,0 0 1 0 0,0 0-1 0 0,1 0 0 0 0,-1 0 1 0 0,0 0-1 0 0,0 0 1 0 0,1 0-1 0 0,-1 0 0 0 0,0 0 1 0 0,1 0-1 0 0,-1 0 1 0 0,1 0-1 0 0,0 0 543 0 0,9-10-262 0 0,-7 5-222 0 0,0-1 1 0 0,1 1-1 0 0,0 0 0 0 0,0 0 1 0 0,0 0-1 0 0,1 0 0 0 0,0 1 1 0 0,-1 0-1 0 0,2 0 0 0 0,-1 0 1 0 0,0 1-1 0 0,1 0 0 0 0,-1 0 1 0 0,1 0-1 0 0,0 0 0 0 0,0 1 1 0 0,0 0-1 0 0,0 0 0 0 0,1 1 1 0 0,-1 0-1 0 0,9-1 0 0 0,-13 3-63 0 0,-1-1-1 0 0,1 1 0 0 0,0-1 1 0 0,0 1-1 0 0,-1 0 1 0 0,1 0-1 0 0,0-1 0 0 0,-1 1 1 0 0,1 0-1 0 0,-1 1 0 0 0,1-1 1 0 0,-1 0-1 0 0,0 0 1 0 0,1 1-1 0 0,-1-1 0 0 0,0 1 1 0 0,0-1-1 0 0,2 3 1 0 0,17 31 74 0 0,-19-31-69 0 0,4 6 10 0 0,-2-1 1 0 0,1 1 0 0 0,-1 0-1 0 0,3 18 1 0 0,-5-23 0 0 0,-1 1 0 0 0,1-1 0 0 0,-1 1 0 0 0,0 0 0 0 0,0-1 0 0 0,0 1 0 0 0,-1 0 0 0 0,0-1 0 0 0,-3 11 0 0 0,3-15-17 0 0,0 1 1 0 0,0-1-1 0 0,0 0 1 0 0,0 0 0 0 0,0 0-1 0 0,0 0 1 0 0,0 0 0 0 0,0 0-1 0 0,-1 0 1 0 0,1 0 0 0 0,0 0-1 0 0,-1-1 1 0 0,1 1-1 0 0,0 0 1 0 0,-1-1 0 0 0,1 1-1 0 0,-1-1 1 0 0,1 0 0 0 0,-1 1-1 0 0,1-1 1 0 0,-1 0-1 0 0,1 0 1 0 0,-1 0 0 0 0,1 0-1 0 0,-1 0 1 0 0,1 0 0 0 0,-2-1-1 0 0,-3 1 15 0 0,5 0 24 0 0,0 0-31 0 0,0 0-1 0 0,-1 0 1 0 0,1 0 0 0 0,0 0-1 0 0,0 0 1 0 0,-1 0 0 0 0,1 0 0 0 0,0 0-1 0 0,-1 0 1 0 0,1-1 0 0 0,0 1 0 0 0,-2-1-1 0 0,3-1-7 0 0,0-1 0 0 0,1 1 0 0 0,-1-1-1 0 0,0 1 1 0 0,1 0 0 0 0,-1-1 0 0 0,1 1-1 0 0,0 0 1 0 0,0-1 0 0 0,0 1 0 0 0,0 0 0 0 0,0 0-1 0 0,0 0 1 0 0,0 0 0 0 0,1 0 0 0 0,-1 0-1 0 0,1 0 1 0 0,0 1 0 0 0,-1-1 0 0 0,1 0 0 0 0,2-1-1 0 0,52-45 95 0 0,-45 39-80 0 0,15-12 10 0 0,-7 7-8 0 0,-1-1 1 0 0,-1-1-1 0 0,0 0 0 0 0,-1-1 1 0 0,-1-1-1 0 0,15-21 1 0 0,-8-6 60 0 0,-21 44-52 0 0,-7-3 102 0 0,4 7-132 0 0,0-1 1 0 0,0 1 0 0 0,0 0-1 0 0,0 0 1 0 0,0 0 0 0 0,0 0-1 0 0,1 0 1 0 0,0 0 0 0 0,-1 0-1 0 0,1 1 1 0 0,0-1 0 0 0,0 5-1 0 0,-1-3 6 0 0,-2 9 13 0 0,1 1-1 0 0,0 1 0 0 0,1-1 0 0 0,0 0 1 0 0,1 1-1 0 0,1-1 0 0 0,1 0 1 0 0,0 1-1 0 0,1-1 0 0 0,4 19 1 0 0,-5-33-21 0 0,0 0 1 0 0,-1 0 0 0 0,1 0-1 0 0,0 0 1 0 0,0-1 0 0 0,0 1-1 0 0,0 0 1 0 0,0 0 0 0 0,0 0-1 0 0,0-1 1 0 0,0 1 0 0 0,1-1-1 0 0,-1 1 1 0 0,0-1 0 0 0,0 1-1 0 0,0-1 1 0 0,1 0 0 0 0,-1 1-1 0 0,0-1 1 0 0,1 0 0 0 0,-1 0-1 0 0,0 0 1 0 0,0 0 0 0 0,1 0-1 0 0,-1 0 1 0 0,0 0 0 0 0,1-1-1 0 0,-1 1 1 0 0,0 0 0 0 0,0-1-1 0 0,0 1 1 0 0,1-1 0 0 0,0 0-1 0 0,5-7 12 0 0,0 0 0 0 0,0-1 0 0 0,0 0 0 0 0,-1 0 0 0 0,-1 0 0 0 0,0-1 0 0 0,0 0 0 0 0,-1 0 0 0 0,0 0 0 0 0,-1 0 0 0 0,0-1 0 0 0,0 0 0 0 0,-1 1 0 0 0,-1-1 0 0 0,0 0 0 0 0,0 0 0 0 0,-1 0 0 0 0,-3-21 0 0 0,3 30-11 0 0,0 0 1 0 0,-1 0 0 0 0,0 0 0 0 0,1 1 0 0 0,-1-1 0 0 0,0 1 0 0 0,0-1 0 0 0,0 0 0 0 0,0 1 0 0 0,0-1 0 0 0,-1 1 0 0 0,1 0 0 0 0,0-1 0 0 0,-1 1 0 0 0,1 0 0 0 0,0 0 0 0 0,-1 0 0 0 0,0 0 0 0 0,1 0-1 0 0,-1 0 1 0 0,0 1 0 0 0,1-1 0 0 0,-1 0 0 0 0,0 1 0 0 0,-3-1 0 0 0,4 2-2 0 0,0 0 0 0 0,0 1 0 0 0,0-1 0 0 0,0 1 0 0 0,0-1 0 0 0,0 1 0 0 0,1-1 0 0 0,-1 1-1 0 0,0 0 1 0 0,1-1 0 0 0,-1 1 0 0 0,1 0 0 0 0,0 0 0 0 0,-1-1 0 0 0,1 1 0 0 0,0 0 0 0 0,0 3 0 0 0,0 0 5 0 0,-5 17 14 0 0,4-17-18 0 0,-1 0 1 0 0,1-1 0 0 0,0 1-1 0 0,0 0 1 0 0,0 0-1 0 0,1 0 1 0 0,0 0-1 0 0,0 0 1 0 0,0 1-1 0 0,1-1 1 0 0,-1 0 0 0 0,1 0-1 0 0,0-1 1 0 0,1 1-1 0 0,-1 0 1 0 0,1 0-1 0 0,3 5 1 0 0,-5-9-3 0 0,1 0 0 0 0,0 0 0 0 0,0 1 1 0 0,0-1-1 0 0,0 0 0 0 0,0 0 0 0 0,0 0 0 0 0,0 0 1 0 0,0-1-1 0 0,0 1 0 0 0,0 0 0 0 0,1 0 0 0 0,-1-1 1 0 0,0 1-1 0 0,0-1 0 0 0,1 1 0 0 0,-1-1 0 0 0,0 1 1 0 0,1-1-1 0 0,-1 0 0 0 0,1 0 0 0 0,-1 1 0 0 0,0-1 1 0 0,1 0-1 0 0,-1 0 0 0 0,1-1 0 0 0,-1 1 0 0 0,1 0 1 0 0,-1 0-1 0 0,0-1 0 0 0,1 1 0 0 0,-1-1 0 0 0,0 1 1 0 0,1-1-1 0 0,-1 1 0 0 0,0-1 0 0 0,0 0 0 0 0,2-1 1 0 0,3-3 0 0 0,0 0 0 0 0,0 0 0 0 0,0-1 1 0 0,-1 0-1 0 0,6-7 0 0 0,-4 5 3 0 0,8-9 2 0 0,-1-1 0 0 0,0 0-1 0 0,-1-1 1 0 0,10-21 0 0 0,-21 37-2 0 0,2-1-2 0 0,-7 8-2 0 0,0 0 1 0 0,1 0 0 0 0,-1 0 0 0 0,1 1-1 0 0,1-1 1 0 0,-1 1 0 0 0,0-1 0 0 0,1 1-1 0 0,0 0 1 0 0,0 0 0 0 0,0 5 0 0 0,-4 20 1 0 0,2-18 1 0 0,1 0 0 0 0,1 0 0 0 0,0 1 0 0 0,0-1 0 0 0,1 0 0 0 0,1 0 0 0 0,2 20-1 0 0,0-17 4 0 0,2 6-1 0 0,21 24 20 0 0,-17-30-13 0 0,-3-9-7 0 0,7-2 7 0 0,-1 0-5 0 0,1-7-1 0 0,-8 0-5 0 0,0 0 1 0 0,-1-1-1 0 0,1 0 1 0 0,-1 0-1 0 0,0 0 1 0 0,0 0-1 0 0,0-1 0 0 0,-1 0 1 0 0,0 1-1 0 0,0-1 1 0 0,0 0-1 0 0,0-1 1 0 0,-1 1-1 0 0,0 0 1 0 0,0-1-1 0 0,0 0 1 0 0,0 1-1 0 0,0-11 1 0 0,5-27 13 0 0,-2-1 0 0 0,-3 1 1 0 0,-1-1-1 0 0,-2 0 1 0 0,-12-84-1 0 0,11 123-11 0 0,1 0-1 0 0,-1-1 1 0 0,1 1-1 0 0,-1 0 1 0 0,-1 1 0 0 0,-3-8-1 0 0,5 11-3 0 0,1 1 0 0 0,0 0 0 0 0,-1 0 0 0 0,1 0 0 0 0,0 0 0 0 0,-1 0 0 0 0,1-1 0 0 0,0 1 0 0 0,-1 0 0 0 0,1 0 0 0 0,0 0 0 0 0,-1 0 0 0 0,1 0 0 0 0,0 0 0 0 0,-1 0 0 0 0,1 0 0 0 0,0 0 0 0 0,-1 0 0 0 0,1 0 0 0 0,0 1 0 0 0,-1-1 0 0 0,1 0 0 0 0,0 0 0 0 0,-1 0 0 0 0,1 0 0 0 0,0 0 0 0 0,-1 1 0 0 0,1-1 0 0 0,0 0 0 0 0,0 0 0 0 0,-1 0 0 0 0,1 1 0 0 0,0-1 0 0 0,0 0 0 0 0,-1 1 0 0 0,1-1 0 0 0,0 0 0 0 0,0 0 0 0 0,0 1 0 0 0,-1 0 1 0 0,0 1-1 0 0,1-1 1 0 0,-1 0 0 0 0,1 1-1 0 0,-1-1 1 0 0,1 0-1 0 0,-1 1 1 0 0,1-1 0 0 0,0 1-1 0 0,0-1 1 0 0,0 0-1 0 0,0 1 1 0 0,0-1 0 0 0,0 1-1 0 0,0-1 1 0 0,0 1-1 0 0,1-1 1 0 0,-1 0 0 0 0,1 3-1 0 0,3 10-1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22:28.28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1 302 15776 0 0,'0'1'32'0'0,"0"0"0"0"0,1 0 1 0 0,-1 0-1 0 0,1 0 0 0 0,-1 0 1 0 0,1 0-1 0 0,-1 0 0 0 0,1 0 1 0 0,0 0-1 0 0,0-1 0 0 0,-1 1 1 0 0,1 0-1 0 0,0 0 1 0 0,0-1-1 0 0,0 1 0 0 0,0 0 1 0 0,1 0-1 0 0,-1-1 19 0 0,0 1 0 0 0,0 0 0 0 0,0 0 0 0 0,0-1 0 0 0,0 1 0 0 0,0 0 0 0 0,0 0 0 0 0,0 0 0 0 0,0 0 0 0 0,0 0 0 0 0,-1 0 0 0 0,1 0 0 0 0,0 2-1 0 0,8 14 2741 0 0,-6-25-1929 0 0,8-22-881 0 0,57-100-349 0 0,-66 128 298 0 0,-1-1 1 0 0,0 0 0 0 0,0 1 0 0 0,0-1 0 0 0,0 0-1 0 0,0 0 1 0 0,0 0 0 0 0,-1 0 0 0 0,1 0 0 0 0,-1 0-1 0 0,0-6 1 0 0,-2 10 58 0 0,1-1 1 0 0,0 1-1 0 0,0-1 0 0 0,-1 1 1 0 0,1-1-1 0 0,0 1 0 0 0,0 0 1 0 0,0 0-1 0 0,0 0 0 0 0,0-1 1 0 0,0 1-1 0 0,0 0 0 0 0,-2 2 1 0 0,-2 8-22 0 0,0 0 1 0 0,1 0 0 0 0,0 1 0 0 0,-3 16 0 0 0,2-10 15 0 0,-1 2 10 0 0,2 0-1 0 0,0 0 1 0 0,1 0 0 0 0,1 0 0 0 0,1 1-1 0 0,1-1 1 0 0,1 1 0 0 0,4 25 0 0 0,-5-43 5 0 0,5 15 0 0 0,6-2 1 0 0,-11-15 0 0 0,1 0 0 0 0,-1 0 0 0 0,1 0 0 0 0,-1 0 0 0 0,1 0 0 0 0,0 0 0 0 0,-1 0 0 0 0,1 0 0 0 0,0 0 0 0 0,0 0 0 0 0,0 0 0 0 0,0 0 0 0 0,0 0 0 0 0,0-1 0 0 0,0 1 0 0 0,0 0 0 0 0,0-1 0 0 0,0 1 0 0 0,0-1 0 0 0,1 1 0 0 0,-1-1 0 0 0,0 0 0 0 0,0 1 0 0 0,0-1 0 0 0,3 0 0 0 0,-1 1 0 0 0,0-1 0 0 0,-1 1 0 0 0,1-1 0 0 0,-1 0 0 0 0,1 0 0 0 0,-1 1 0 0 0,0-2 0 0 0,1 1 0 0 0,-1 0 0 0 0,1 0 0 0 0,-1-1 0 0 0,0 1 0 0 0,1-1 0 0 0,-1 0 0 0 0,0 0 0 0 0,1 0 0 0 0,-1 0 0 0 0,0 0 0 0 0,0 0 0 0 0,0 0 0 0 0,0-1 0 0 0,0 1 0 0 0,0-1 0 0 0,2-2 0 0 0,5-5 0 0 0,0-1 0 0 0,-1 0 0 0 0,9-13 0 0 0,-6 8 0 0 0,-5 6 0 0 0,-1-1 0 0 0,0 1 0 0 0,-1-1 0 0 0,0 1 0 0 0,0-1 0 0 0,-1 0 0 0 0,0-1 0 0 0,-1 1 0 0 0,0 0 0 0 0,-1-1 0 0 0,0 0 0 0 0,-1 1 0 0 0,0-1 0 0 0,-2-15 0 0 0,-2 5 7 0 0,-2 16 7 0 0,5 6-12 0 0,0 0-1 0 0,0 0 0 0 0,1 0 1 0 0,-1 0-1 0 0,0 0 1 0 0,0 1-1 0 0,0-1 1 0 0,1 0-1 0 0,-1 0 1 0 0,1 1-1 0 0,-1-1 0 0 0,1 0 1 0 0,-1 1-1 0 0,1-1 1 0 0,0 1-1 0 0,-1 1 1 0 0,-1 12 11 0 0,0 0-1 0 0,1 1 1 0 0,1 0 0 0 0,0-1 0 0 0,5 32-1 0 0,-3-36 6 0 0,0-1 0 0 0,1 1 0 0 0,0 0 0 0 0,0-1 0 0 0,1 1 0 0 0,1-1 0 0 0,0 0 0 0 0,0 0 0 0 0,9 11 0 0 0,-12-19-6 0 0,-1 1 0 0 0,1-1 0 0 0,0 0 0 0 0,0-1 0 0 0,0 1-1 0 0,0 0 1 0 0,0 0 0 0 0,0-1 0 0 0,0 0 0 0 0,0 1 0 0 0,0-1 0 0 0,1 0 0 0 0,-1 0 0 0 0,1 0 0 0 0,-1 0 0 0 0,1 0 0 0 0,-1-1 0 0 0,1 1 0 0 0,-1-1 0 0 0,1 0 0 0 0,-1 1 0 0 0,1-1 0 0 0,5-1 0 0 0,-3 0 8 0 0,-1-1 1 0 0,1 1 0 0 0,-1-1 0 0 0,1 0 0 0 0,-1-1 0 0 0,0 1 0 0 0,1-1-1 0 0,-1 0 1 0 0,-1 0 0 0 0,1 0 0 0 0,6-7 0 0 0,2-4 31 0 0,0 0 0 0 0,-1-1 0 0 0,-1-1 0 0 0,0 0 0 0 0,10-21 0 0 0,-12 13 18 0 0,-1-1 0 0 0,0 1 0 0 0,-2-1 0 0 0,-1 0 1 0 0,-1 0-1 0 0,-1-34 0 0 0,-1 51-46 0 0,-2-75 237 0 0,1 75-204 0 0,-1 0 0 0 0,0 0 0 0 0,-1 1 1 0 0,0-1-1 0 0,0 1 0 0 0,-1-1 0 0 0,-6-12 0 0 0,8 18 90 0 0,0 2-142 0 0,1 0 0 0 0,0 0-1 0 0,-1 0 1 0 0,1 0 0 0 0,-1 0 0 0 0,1 0-1 0 0,0 1 1 0 0,-1-1 0 0 0,1 0 0 0 0,0 0-1 0 0,-1 0 1 0 0,1 0 0 0 0,0 1 0 0 0,-1-1-1 0 0,1 0 1 0 0,0 0 0 0 0,-1 0 0 0 0,1 1-1 0 0,0-1 1 0 0,0 0 0 0 0,-1 1 0 0 0,1-1-1 0 0,0 0 1 0 0,0 1 0 0 0,-1-1 0 0 0,1 0-1 0 0,0 1 1 0 0,0-1 0 0 0,0 0 0 0 0,0 1-1 0 0,0-1 1 0 0,-1 0 0 0 0,1 1 0 0 0,0-1 0 0 0,0 1-1 0 0,0-1 1 0 0,0 0 0 0 0,0 1 0 0 0,0 0-1 0 0,-2 16 69 0 0,4 24 37 0 0,2 1-1 0 0,1-1 1 0 0,2 0 0 0 0,2-1 0 0 0,2 0 0 0 0,29 73 0 0 0,-38-109-67 0 0,0 1 0 0 0,0 0 0 0 0,0 0 0 0 0,1-1 0 0 0,0 0 0 0 0,0 1 0 0 0,0-1-1 0 0,0 0 1 0 0,6 5 0 0 0,-7-8 85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22:28.63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16184 0 0,'28'15'505'0'0,"14"10"824"0"0,-32-18-1122 0 0,-4-4-49 0 0,-1 0 1 0 0,1 0-1 0 0,0-1 1 0 0,0 0-1 0 0,0 0 1 0 0,0 0-1 0 0,0-1 1 0 0,1 0-1 0 0,10 1 1 0 0,3-2 630 0 0,36-5 0 0 0,-43 3-834 0 0,33-10 664 0 0,-37 8-450 0 0,0 1 0 0 0,1 1 0 0 0,17-3 0 0 0,3 2 48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22:32.77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0 547 14464 0 0,'0'0'3007'0'0,"4"0"-2935"0"0,-2 0-64 0 0,1-1 0 0 0,0 1 0 0 0,-1-1-1 0 0,0 0 1 0 0,1 0 0 0 0,-1 0-1 0 0,1 0 1 0 0,-1 0 0 0 0,0-1 0 0 0,0 1-1 0 0,0-1 1 0 0,0 1 0 0 0,0-1-1 0 0,0 0 1 0 0,3-3 0 0 0,32-42 43 0 0,-22 26-26 0 0,92-124 119 0 0,-22 40-146 0 0,-84 104-1 0 0,-1 0 0 0 0,1 0 1 0 0,0 0-1 0 0,-1 0 0 0 0,1 0 0 0 0,0 0 1 0 0,0 1-1 0 0,0-1 0 0 0,-1 0 1 0 0,1 0-1 0 0,0 1 0 0 0,0-1 0 0 0,0 0 1 0 0,0 1-1 0 0,2-1 0 0 0,-3 1 0 0 0,0 0 0 0 0,1 0 0 0 0,-1 0 0 0 0,0 0 1 0 0,0 1-1 0 0,1-1 0 0 0,-1 0 0 0 0,0 0 0 0 0,1 0 0 0 0,-1 1 0 0 0,0-1 0 0 0,0 0 0 0 0,0 0 0 0 0,1 0 0 0 0,-1 1 0 0 0,0-1 0 0 0,0 0 1 0 0,0 0-1 0 0,1 1 0 0 0,-1-1 0 0 0,0 0 0 0 0,0 1 0 0 0,0-1 0 0 0,0 0 0 0 0,0 1 0 0 0,0-1 0 0 0,0 0 0 0 0,0 1 0 0 0,0-1 1 0 0,0 0-1 0 0,0 1 0 0 0,1 3-18 0 0,-1 0 0 0 0,0 0 0 0 0,-1-1 1 0 0,1 1-1 0 0,-1 0 0 0 0,-1 7 0 0 0,-13 33-53 0 0,2 0 1 0 0,2 1-1 0 0,-5 51 0 0 0,15-91 70 0 0,1 0-1 0 0,0-1 0 0 0,0 1 0 0 0,0 0 0 0 0,0-1 0 0 0,1 1 0 0 0,0-1 1 0 0,0 1-1 0 0,0-1 0 0 0,0 1 0 0 0,1-1 0 0 0,-1 1 0 0 0,1-1 0 0 0,1 0 1 0 0,-1 0-1 0 0,4 5 0 0 0,-4-9 4 0 0,1 0 0 0 0,-1-1-1 0 0,0 1 1 0 0,1-1 0 0 0,-1 1 0 0 0,1-1 0 0 0,-1 1 0 0 0,0-1 0 0 0,0 0 0 0 0,1 0 0 0 0,-1-1-1 0 0,0 1 1 0 0,0 0 0 0 0,3-3 0 0 0,-1 2-1 0 0,18-14 2 0 0,0-1 0 0 0,-1 0 0 0 0,-1-2 0 0 0,-1 0 0 0 0,30-39-1 0 0,8-6 11 0 0,-44 49 3 0 0,-2 0 0 0 0,1-1 0 0 0,9-19 0 0 0,-8 14 6 0 0,-13 19-4 0 0,1 1 0 0 0,0-1 0 0 0,0 1-1 0 0,0-1 1 0 0,0 1 0 0 0,0 0 0 0 0,0-1 0 0 0,1 1 0 0 0,-1 0-1 0 0,0 0 1 0 0,1 0 0 0 0,-1 0 0 0 0,0 0 0 0 0,1 0 0 0 0,-1 0-1 0 0,1 0 1 0 0,0 1 0 0 0,-1-1 0 0 0,1 0 0 0 0,0 1-1 0 0,-1 0 1 0 0,1-1 0 0 0,0 1 0 0 0,2 0 0 0 0,-5 1-5 0 0,1 0 0 0 0,0 1 1 0 0,0-1-1 0 0,0 0 0 0 0,-1 1 1 0 0,1-1-1 0 0,0 0 0 0 0,-1 1 1 0 0,0-1-1 0 0,1 0 1 0 0,-1 0-1 0 0,0 0 0 0 0,1 0 1 0 0,-1 1-1 0 0,0-1 0 0 0,0 0 1 0 0,-1 1-1 0 0,-2 3 32 0 0,-10 26 194 0 0,-19 60 0 0 0,28-60-127 0 0,5-27-79 0 0,-1 0 1 0 0,1 0-1 0 0,-1 0 1 0 0,0 0-1 0 0,0-1 1 0 0,-2 7-1 0 0,0-4 2 0 0,1-1-1 0 0,-1 0 0 0 0,2 1 1 0 0,-1 0-1 0 0,0-1 0 0 0,1 1 1 0 0,0 0-1 0 0,1 0 0 0 0,-1 0 1 0 0,1 0-1 0 0,1 9 0 0 0,-1 5 88 0 0,0-19-109 0 0,-1 0-1 0 0,1 0 1 0 0,0 1 0 0 0,0-1-1 0 0,0 0 1 0 0,0 1 0 0 0,0-1 0 0 0,0 0-1 0 0,1 1 1 0 0,-1-1 0 0 0,0 0-1 0 0,1 0 1 0 0,-1 1 0 0 0,1-1-1 0 0,-1 0 1 0 0,1 0 0 0 0,-1 0-1 0 0,1 0 1 0 0,0 0 0 0 0,0 1-1 0 0,-1-1 1 0 0,1-1 0 0 0,0 1-1 0 0,0 0 1 0 0,0 0 0 0 0,0 0-1 0 0,0 0 1 0 0,0-1 0 0 0,0 1-1 0 0,1 0 1 0 0,-1-1 0 0 0,0 1-1 0 0,0-1 1 0 0,0 1 0 0 0,1-1-1 0 0,-1 0 1 0 0,0 1 0 0 0,3-1-1 0 0,1 2 8 0 0,0-1-1 0 0,1 0 1 0 0,0 0-1 0 0,-1 0 0 0 0,1-1 1 0 0,-1 0-1 0 0,1 0 1 0 0,0 0-1 0 0,-1 0 0 0 0,1-1 1 0 0,-1 0-1 0 0,1-1 0 0 0,-1 1 1 0 0,10-4-1 0 0,-7 1 7 0 0,0 0-1 0 0,-1-1 0 0 0,1 1 1 0 0,-1-1-1 0 0,0-1 1 0 0,0 1-1 0 0,-1-1 0 0 0,0-1 1 0 0,7-7-1 0 0,-7 6 20 0 0,0 0 0 0 0,0-1 0 0 0,0 1 0 0 0,-2-1 0 0 0,1 0 0 0 0,-1 0 1 0 0,0-1-1 0 0,-1 1 0 0 0,0-1 0 0 0,0 0 0 0 0,-1 0 0 0 0,0 0 0 0 0,-1 0 0 0 0,0 0 0 0 0,-1 0 0 0 0,0 0 0 0 0,-3-19 0 0 0,1 21 15 0 0,0 0 0 0 0,0 0 0 0 0,-1 1 0 0 0,0-1-1 0 0,-1 1 1 0 0,1 0 0 0 0,-2 0 0 0 0,1 0 0 0 0,-1 1 0 0 0,1-1 0 0 0,-11-8 0 0 0,15 14-44 0 0,-1 1 1 0 0,0-1 0 0 0,0 1-1 0 0,0-1 1 0 0,0 1 0 0 0,0 0 0 0 0,0-1-1 0 0,0 1 1 0 0,0 0 0 0 0,0 0-1 0 0,0 0 1 0 0,0 0 0 0 0,0 0-1 0 0,0 0 1 0 0,0 0 0 0 0,0 0-1 0 0,0 0 1 0 0,0 0 0 0 0,0 1 0 0 0,0-1-1 0 0,1 0 1 0 0,-1 1 0 0 0,0-1-1 0 0,0 0 1 0 0,0 1 0 0 0,0-1-1 0 0,0 1 1 0 0,1 0 0 0 0,-1-1-1 0 0,0 1 1 0 0,0 0 0 0 0,1-1 0 0 0,-1 1-1 0 0,0 0 1 0 0,1 0 0 0 0,-1-1-1 0 0,0 3 1 0 0,-1-1 14 0 0,-1 1 0 0 0,1 1-1 0 0,0-1 1 0 0,0 0 0 0 0,1 0 0 0 0,-1 1 0 0 0,1-1 0 0 0,-2 5-1 0 0,1-1 20 0 0,1 1-1 0 0,0 0 0 0 0,0-1 0 0 0,1 1 1 0 0,0 0-1 0 0,0-1 0 0 0,1 1 1 0 0,0 0-1 0 0,0-1 0 0 0,1 1 0 0 0,0-1 1 0 0,0 1-1 0 0,5 8 0 0 0,-6-15 26 0 0,9 2 65 0 0,-9-2-125 0 0,0-1 0 0 0,0 1 0 0 0,0-1 0 0 0,0 1 0 0 0,0-1 0 0 0,0 0 0 0 0,0 1-1 0 0,0-1 1 0 0,1 0 0 0 0,-1 0 0 0 0,0 0 0 0 0,0 0 0 0 0,0 0 0 0 0,0 0 0 0 0,0 0-1 0 0,0 0 1 0 0,0 0 0 0 0,0-1 0 0 0,2 1 0 0 0,3-5 24 0 0,1 1 1 0 0,-1-1-1 0 0,0 0 1 0 0,0 0-1 0 0,-1-1 1 0 0,0 0-1 0 0,9-12 1 0 0,-7 9 13 0 0,0 0 1 0 0,1 0 0 0 0,15-13 0 0 0,-17 17-17 0 0,-4 3-15 0 0,1 0-1 0 0,-1 0 1 0 0,0 0-1 0 0,0 1 1 0 0,1-1-1 0 0,-1 1 1 0 0,1-1 0 0 0,-1 1-1 0 0,1 0 1 0 0,0 0-1 0 0,4-1 1 0 0,-6 2-12 0 0,0 1 0 0 0,0-1 0 0 0,0 1-1 0 0,0 0 1 0 0,0 0 0 0 0,0 0 0 0 0,0-1 0 0 0,0 1 0 0 0,-1 0 0 0 0,1 0 0 0 0,0 0-1 0 0,-1 0 1 0 0,1 0 0 0 0,-1 0 0 0 0,1 0 0 0 0,-1 1 0 0 0,1-1 0 0 0,-1 0 0 0 0,0 0-1 0 0,0 0 1 0 0,1 2 0 0 0,4 27 109 0 0,-6-4-31 0 0,0 0 1 0 0,-2 1 0 0 0,-1-2 0 0 0,-13 45 0 0 0,8-55 126 0 0,9-15-209 0 0,0 0 0 0 0,0 0 0 0 0,-1-1 0 0 0,1 1 0 0 0,0 0 0 0 0,0 0-1 0 0,0 0 1 0 0,-1 0 0 0 0,1 0 0 0 0,0 0 0 0 0,0 0 0 0 0,-1 0-1 0 0,1 0 1 0 0,0-1 0 0 0,0 1 0 0 0,0 0 0 0 0,0 0 0 0 0,-1 0 0 0 0,1 0-1 0 0,0-1 1 0 0,0 1 0 0 0,0 0 0 0 0,0 0 0 0 0,0 0 0 0 0,-1-1 0 0 0,1 1-1 0 0,0 0 1 0 0,0 0 0 0 0,0 0 0 0 0,0-1 0 0 0,0 1 0 0 0,0 0-1 0 0,0 0 1 0 0,0-1 0 0 0,0 1 0 0 0,0 0 0 0 0,0 0 0 0 0,0-1 0 0 0,0 1-1 0 0,0 0 1 0 0,0 0 0 0 0,0 0 0 0 0,0-1 0 0 0,0 1 0 0 0,0 0 0 0 0,1 0-1 0 0,-1-1 1 0 0,0 1 0 0 0,0 0 0 0 0,0 0 0 0 0,0 0 0 0 0,0-1 0 0 0,1 1-1 0 0,-1 0 1 0 0,3-14 29 0 0,0 1 1 0 0,0-1-1 0 0,2 1 0 0 0,0 0 0 0 0,10-20 1 0 0,-13 30-23 0 0,-1-1 1 0 0,1 1 0 0 0,0 0-1 0 0,0 0 1 0 0,1 1 0 0 0,-1-1-1 0 0,0 0 1 0 0,1 1 0 0 0,0 0-1 0 0,0-1 1 0 0,-1 1 0 0 0,1 0-1 0 0,0 0 1 0 0,1 1 0 0 0,3-3-1 0 0,-6 4-5 0 0,1 0 0 0 0,-1 0 0 0 0,1 0 0 0 0,-1 1 0 0 0,1-1 0 0 0,-1 0 0 0 0,0 1 0 0 0,1-1 0 0 0,-1 0 0 0 0,0 1 0 0 0,1 0 0 0 0,-1-1 0 0 0,0 1 0 0 0,0 0 0 0 0,1 0 0 0 0,-1 0 0 0 0,0 0 0 0 0,0 0 0 0 0,0 0 0 0 0,1 1 0 0 0,15 21 42 0 0,-13-14-27 0 0,-1 0 0 0 0,1 0 0 0 0,-1 0 0 0 0,-1 0 1 0 0,3 13-1 0 0,4 14 70 0 0,-1-17-54 0 0,-7-17-25 0 0,0 0 0 0 0,0 0 0 0 0,0 1 0 0 0,0-1 0 0 0,0 0 0 0 0,-1 1 0 0 0,1-1-1 0 0,-1 1 1 0 0,1 4 0 0 0,-1-5 139 0 0,8-33-106 0 0,-6 17-27 0 0,1 1 0 0 0,1-1 0 0 0,0 1 0 0 0,1 0 1 0 0,1 0-1 0 0,0 0 0 0 0,0 1 0 0 0,1 0 0 0 0,15-19 1 0 0,-21 30-15 0 0,-1 0 0 0 0,1 0 1 0 0,0 0-1 0 0,0 0 1 0 0,0 0-1 0 0,0 0 1 0 0,0 0-1 0 0,0 1 1 0 0,0-1-1 0 0,0 0 1 0 0,0 1-1 0 0,0-1 1 0 0,0 1-1 0 0,1-1 1 0 0,-1 1-1 0 0,0-1 1 0 0,0 1-1 0 0,1 0 1 0 0,-1 0-1 0 0,0-1 0 0 0,3 1 1 0 0,-3 1-1 0 0,0-1 0 0 0,0 1 0 0 0,0-1 0 0 0,0 1-1 0 0,0 0 1 0 0,0-1 0 0 0,0 1 0 0 0,0 0 0 0 0,0 0 0 0 0,0 0 0 0 0,0 0 0 0 0,-1-1 0 0 0,1 1-1 0 0,0 0 1 0 0,-1 0 0 0 0,1 1 0 0 0,0-1 0 0 0,0 1 0 0 0,2 8 12 0 0,1 1 1 0 0,-1-1 0 0 0,-1 1-1 0 0,2 11 1 0 0,-2-9 9 0 0,10 28 37 0 0,-12-39-52 0 0,3 8 54 0 0,-2-4 23 0 0,1-15-62 0 0,0-2-4 0 0,0 0 0 0 0,1 0 0 0 0,0 0 1 0 0,0 1-1 0 0,1-1 0 0 0,1 1 0 0 0,0 0 0 0 0,0 0 0 0 0,1 1 0 0 0,8-11 0 0 0,-12 18 19 0 0,-1 1-30 0 0,1-1-1 0 0,-1 1 0 0 0,0 0 1 0 0,1 0-1 0 0,-1 0 0 0 0,1 0 1 0 0,0 0-1 0 0,-1 0 0 0 0,4 0 1 0 0,-3 1-7 0 0,-1 1 1 0 0,1 0-1 0 0,-1-1 1 0 0,1 1 0 0 0,-1 0-1 0 0,0 0 1 0 0,0 0 0 0 0,1 0-1 0 0,-1 0 1 0 0,0 1-1 0 0,0-1 1 0 0,0 0 0 0 0,0 0-1 0 0,0 1 1 0 0,0-1 0 0 0,-1 1-1 0 0,1-1 1 0 0,0 0 0 0 0,-1 1-1 0 0,2 3 1 0 0,9 37 41 0 0,-10-34-35 0 0,4 10 17 0 0,0 0 0 0 0,1 0-1 0 0,0-1 1 0 0,2 0 0 0 0,0 0 0 0 0,1-1-1 0 0,13 19 1 0 0,-21-34-20 0 0,1 1-1 0 0,-1-1 1 0 0,1 0 0 0 0,0 1 0 0 0,-1-1 0 0 0,1 0 0 0 0,0 0-1 0 0,0-1 1 0 0,0 1 0 0 0,0 0 0 0 0,-1 0 0 0 0,1-1 0 0 0,0 1-1 0 0,0-1 1 0 0,0 0 0 0 0,0 0 0 0 0,1 1 0 0 0,-1-1-1 0 0,0 0 1 0 0,0-1 0 0 0,2 1 0 0 0,4-1 11 0 0,-7 1 31 0 0,25 0 164 0 0,-21 1-201 0 0,-4-1-5 0 0,1 0 1 0 0,-1 0-1 0 0,1 0 0 0 0,-1 0 0 0 0,1 0 1 0 0,-1 0-1 0 0,1 0 0 0 0,-1 0 0 0 0,1 0 0 0 0,-1-1 1 0 0,1 1-1 0 0,-1-1 0 0 0,1 1 0 0 0,-1-1 1 0 0,0 1-1 0 0,1-1 0 0 0,-1 0 0 0 0,0 0 0 0 0,1 0 1 0 0,-1 1-1 0 0,2-3 0 0 0,-2 1 2 0 0,2-1-1 0 0,0 0-1 0 0,0 0 0 0 0,-1-1 0 0 0,1 1 0 0 0,-1-1 0 0 0,0 1 1 0 0,0-1-1 0 0,0 0 0 0 0,0 0 0 0 0,1-5 0 0 0,5-18 22 0 0,0 0 0 0 0,-2 0 0 0 0,-1 0-1 0 0,2-45 1 0 0,-8 68-21 0 0,-2-9 6 0 0,3 13-13 0 0,0-1 0 0 0,0 0-1 0 0,0 0 1 0 0,-1 1 0 0 0,1-1-1 0 0,0 0 1 0 0,0 0 0 0 0,-1 1 0 0 0,1-1-1 0 0,0 0 1 0 0,-1 1 0 0 0,1-1-1 0 0,-1 0 1 0 0,1 1 0 0 0,-1-1-1 0 0,1 1 1 0 0,-1-1 0 0 0,0 0 0 0 0,1 1-1 0 0,-1 0 1 0 0,0-1 0 0 0,1 1-1 0 0,-1-1 1 0 0,-1 1 0 0 0,-3-4 7 0 0,-2-1 0 0 0,6 5-7 0 0,1 0-1 0 0,-1-1 1 0 0,0 1 0 0 0,1 0-1 0 0,-1 0 1 0 0,1 0 0 0 0,-1-1-1 0 0,1 1 1 0 0,-1 0 0 0 0,0 0-1 0 0,1 0 1 0 0,-1 0-1 0 0,1 0 1 0 0,-1 0 0 0 0,1 0-1 0 0,-1 0 1 0 0,0 0 0 0 0,1 1-1 0 0,-1-1 1 0 0,1 0 0 0 0,-1 0-1 0 0,1 0 1 0 0,-1 1 0 0 0,1-1-1 0 0,-1 0 1 0 0,1 0-1 0 0,-1 1 1 0 0,0 0 0 0 0,-11 17 21 0 0,2 20 0 0 0,9-35-21 0 0,1 1-1 0 0,0-1 1 0 0,0 1 0 0 0,0-1 0 0 0,1 1 0 0 0,-1 0-1 0 0,1-1 1 0 0,-1 1 0 0 0,1-1 0 0 0,1 0 0 0 0,-1 1-1 0 0,0-1 1 0 0,1 0 0 0 0,-1 0 0 0 0,1 0 0 0 0,0 0-1 0 0,0 0 1 0 0,0 0 0 0 0,4 3 0 0 0,-5-4-1 0 0,0-1 0 0 0,0 0 1 0 0,0 1-1 0 0,0-1 1 0 0,0 0-1 0 0,0 1 0 0 0,0-1 1 0 0,1 0-1 0 0,-1 0 0 0 0,0 0 1 0 0,1 0-1 0 0,-1-1 0 0 0,1 1 1 0 0,-1 0-1 0 0,1 0 0 0 0,-1-1 1 0 0,1 1-1 0 0,-1-1 0 0 0,1 1 1 0 0,0-1-1 0 0,-1 0 0 0 0,1 0 1 0 0,0 0-1 0 0,-1 0 1 0 0,1 0-1 0 0,0 0 0 0 0,3-1 1 0 0,-2 1-1 0 0,1-1 1 0 0,0 1 0 0 0,0-1-1 0 0,0 0 1 0 0,0 0-1 0 0,0 0 1 0 0,-1 0-1 0 0,1-1 1 0 0,0 0-1 0 0,-1 1 1 0 0,1-1 0 0 0,-1-1-1 0 0,5-3 1 0 0,39-37-2 0 0,-23 20 2 0 0,16-17 19 0 0,-28 28-17 0 0,-1 3-3 0 0,-2 0 0 0 0,-6 2 0 0 0,-8 10 0 0 0,2 4 0 0 0,0 0 0 0 0,0 1 0 0 0,1-1 0 0 0,0 1 0 0 0,0 0 0 0 0,0 0 0 0 0,1 0 0 0 0,0 13 0 0 0,-1 3 0 0 0,-1-7 0 0 0,2-8 0 0 0,-1 1 0 0 0,2 0 0 0 0,-1-1 0 0 0,1 1 0 0 0,1 0 0 0 0,0 0 0 0 0,0-1 0 0 0,1 1 0 0 0,0-1 0 0 0,6 17 0 0 0,-1-11 0 0 0,0-2 0 0 0,-7-13 0 0 0,0 1 0 0 0,0-1 0 0 0,0 1 0 0 0,0-1 0 0 0,1 1 0 0 0,-1-1 0 0 0,0 0 0 0 0,0 1 0 0 0,0-1 0 0 0,1 0 0 0 0,-1 1 0 0 0,0-1 0 0 0,1 0 0 0 0,-1 1 0 0 0,0-1 0 0 0,1 0 0 0 0,-1 1 0 0 0,0-1 0 0 0,1 0 0 0 0,-1 0 0 0 0,1 1 0 0 0,-1-1 0 0 0,0 0 0 0 0,1 0 0 0 0,-1 0 0 0 0,1 0 0 0 0,9 4 0 0 0,-9-4 0 0 0,0 1 1 0 0,0-1-1 0 0,0 0 0 0 0,0 1 1 0 0,0-1-1 0 0,0 0 0 0 0,0 1 1 0 0,0-1-1 0 0,0 0 0 0 0,0 0 1 0 0,0 0-1 0 0,0 0 0 0 0,0 0 0 0 0,0 0 1 0 0,0 0-1 0 0,0 0 0 0 0,0-1 1 0 0,0 1-1 0 0,0 0 0 0 0,0-1 1 0 0,0 1-1 0 0,0 0 0 0 0,0-1 0 0 0,0 1 1 0 0,0-1-1 0 0,0 0 0 0 0,0 1 1 0 0,0-1-1 0 0,-1 0 0 0 0,1 1 1 0 0,0-1-1 0 0,-1 0 0 0 0,2-1 1 0 0,9-8 4 0 0,-6 6-5 0 0,-1 0 0 0 0,0 0 0 0 0,0 0 0 0 0,0-1 0 0 0,-1 1 0 0 0,0-1 0 0 0,1 0 0 0 0,-2 0 0 0 0,1 0 0 0 0,0 0 0 0 0,-1 0 0 0 0,0-1 0 0 0,-1 1 0 0 0,1-1 0 0 0,-1 1 0 0 0,0-1 0 0 0,0 1 0 0 0,0-10 0 0 0,0 8 0 0 0,5-41 0 0 0,-2-1 0 0 0,-2 0 0 0 0,-2 1 0 0 0,-7-51 0 0 0,4 69 0 0 0,3 20 0 0 0,-1 0 0 0 0,0-1 0 0 0,-1 1 0 0 0,-1 0 0 0 0,1 0 0 0 0,-1 1 0 0 0,-1-1 0 0 0,-5-11 0 0 0,4 12 1 0 0,4 8 6 0 0,1 2 0 0 0,0 2-7 0 0,0-1 1 0 0,0 1 0 0 0,0-1-1 0 0,0 1 1 0 0,0-1-1 0 0,0 1 1 0 0,1-1 0 0 0,0 1-1 0 0,-1-1 1 0 0,1 1-1 0 0,0-1 1 0 0,0 0 0 0 0,0 1-1 0 0,0-1 1 0 0,3 4-1 0 0,5 10 7 0 0,1 18 7 0 0,2 0-1 0 0,2-1 1 0 0,1-1 0 0 0,1 0-1 0 0,1-1 1 0 0,25 31 0 0 0,-12-25 34 0 0,-28-35-36 0 0,18 12 68 0 0,-17-15-71 0 0,-1-1 0 0 0,1 1 0 0 0,-1-1 0 0 0,1 1 1 0 0,-1-1-1 0 0,0 0 0 0 0,0 0 0 0 0,0 0 0 0 0,0 0 1 0 0,0 0-1 0 0,0-1 0 0 0,0 1 0 0 0,1-4 0 0 0,22-39 68 0 0,-24 44-74 0 0,4-12 26 0 0,0 0 0 0 0,0 0 0 0 0,2-15 0 0 0,6-19 59 0 0,-12 45-70 0 0,0-4 145 0 0,2 15-111 0 0,1 14-3 0 0,-4-21-35 0 0,1 9 43 0 0,4-1-22 0 0,-5-9-26 0 0,0 0 0 0 0,0 0-1 0 0,1-1 1 0 0,-1 1-1 0 0,0 0 1 0 0,1 0-1 0 0,-1 0 1 0 0,1 0 0 0 0,-1 0-1 0 0,1 0 1 0 0,-1 0-1 0 0,1-1 1 0 0,-1 1-1 0 0,1 0 1 0 0,0 0 0 0 0,-1-1-1 0 0,1 1 1 0 0,0-1-1 0 0,0 1 1 0 0,0 0 0 0 0,1 0-1 0 0,11 29 81 0 0,-12-29-86 0 0,1 0 0 0 0,-1 0 0 0 0,0 0 0 0 0,0 0 0 0 0,0-1-1 0 0,1 1 1 0 0,-1 0 0 0 0,0-1 0 0 0,1 1 0 0 0,-1-1 0 0 0,1 1-1 0 0,-1-1 1 0 0,0 1 0 0 0,1-1 0 0 0,-1 0 0 0 0,1 0 0 0 0,-1 0-1 0 0,1 0 1 0 0,-1 0 0 0 0,2 0 0 0 0,1-1 1 0 0,0 0 0 0 0,-1 0 0 0 0,0 0-1 0 0,1-1 1 0 0,-1 1 0 0 0,0-1 0 0 0,1 1 0 0 0,2-4 0 0 0,4-3 4 0 0,0 0 0 0 0,0 0 0 0 0,-1-1 0 0 0,9-11 0 0 0,-7 6 0 0 0,0 0 0 0 0,22-35 32 0 0,-32 48-32 0 0,-2 2-1 0 0,-2 6-5 0 0,0-3 1 0 0,0 0-1 0 0,1 1 1 0 0,-1-1-1 0 0,1 0 0 0 0,0 1 1 0 0,1 0-1 0 0,-1 0 1 0 0,1-1-1 0 0,-2 7 0 0 0,3-8-2 0 0,-1 9 7 0 0,0 1 0 0 0,1-1-1 0 0,0 1 1 0 0,1-1 0 0 0,0 1-1 0 0,1-1 1 0 0,4 14 0 0 0,-5-23-5 0 0,-1 0-1 0 0,1 0 1 0 0,-1 0 0 0 0,1-1 0 0 0,0 1-1 0 0,0 0 1 0 0,0 0 0 0 0,1-1 0 0 0,-1 1 0 0 0,1-1-1 0 0,-1 1 1 0 0,1-1 0 0 0,0 1 0 0 0,0-1-1 0 0,0 0 1 0 0,2 2 0 0 0,-1-3 2 0 0,0 0 0 0 0,-1 0 0 0 0,1 0 0 0 0,0 0 1 0 0,0-1-1 0 0,0 1 0 0 0,0-1 0 0 0,-1 0 0 0 0,1 0 0 0 0,0 0 0 0 0,4 0 0 0 0,7-1 5 0 0,-12 1-8 0 0,0-1 0 0 0,0 1 0 0 0,0-1 0 0 0,0 0 1 0 0,0 1-1 0 0,0-1 0 0 0,0 0 0 0 0,0-1 0 0 0,0 1 0 0 0,0 0 0 0 0,-1 0 1 0 0,1-1-1 0 0,0 1 0 0 0,-1-1 0 0 0,1 1 0 0 0,-1-1 0 0 0,0 0 0 0 0,1 0 1 0 0,-1 1-1 0 0,0-1 0 0 0,1-3 0 0 0,25-38-1 0 0,-15 18 1 0 0,-4 10 6 0 0,-7 11-7 0 0,4-17 7 0 0,-2 6-6 0 0,-2 9-1 0 0,-1 0 0 0 0,1-1 0 0 0,-1 1 0 0 0,-1 0 0 0 0,1-1 0 0 0,-1 1 0 0 0,0-1 0 0 0,0 1 0 0 0,-1 0 0 0 0,-2-6 0 0 0,0 1 0 0 0,-1-2 0 0 0,-2-1 0 0 0,0-7 0 0 0,-8-2 0 0 0,7 14 0 0 0,0 2 0 0 0,0 9 0 0 0,7-1 0 0 0,1-1 0 0 0,-1 0 0 0 0,1 0 0 0 0,-1 1 0 0 0,1-1 0 0 0,-1 0 0 0 0,1 1 0 0 0,-1-1 0 0 0,1 0 0 0 0,0 1 0 0 0,-1-1 0 0 0,1 1 0 0 0,0-1 0 0 0,-1 0 0 0 0,1 1 0 0 0,0-1 0 0 0,-1 1 0 0 0,1-1 0 0 0,0 1 0 0 0,0-1 0 0 0,0 1 0 0 0,0-1 0 0 0,-1 1 0 0 0,1 0 0 0 0,0-1 0 0 0,0 1 0 0 0,0-1 0 0 0,0 1 0 0 0,0-1 0 0 0,0 1 0 0 0,0-1 0 0 0,0 1 0 0 0,1-1 0 0 0,-1 1 0 0 0,0 0 0 0 0,0-1 0 0 0,0 1 0 0 0,1-1 0 0 0,-1 1 0 0 0,0 0 0 0 0,4 9 0 0 0,1 3 0 0 0,12 46 0 0 0,-13-46 0 0 0,1-5-1 0 0,-3-5-5 0 0,4 3 4 0 0,-4-3-4 0 0,6 3 2 0 0,2-7-6 0 0,0-2 4 0 0,31 5-8 0 0,-37-4 12 0 0,0 1 1 0 0,19 5-12 0 0,-22-4 12 0 0,0 1 1 0 0,0-1 0 0 0,0 1 0 0 0,-1-1-1 0 0,1 1 1 0 0,0 0 0 0 0,0-1-1 0 0,-1 1 1 0 0,1 0 0 0 0,0-1-1 0 0,-1 1 1 0 0,1 0 0 0 0,-1 0 0 0 0,1 0-1 0 0,-1 0 1 0 0,0 0 0 0 0,1-1-1 0 0,-1 1 1 0 0,0 0 0 0 0,1 0-1 0 0,-1 2 1 0 0,3 17 0 0 0,-2 45 0 0 0,0-58 0 0 0,4-18 0 0 0,4-11 0 0 0,0 6 0 0 0,2-2 0 0 0,0 8 0 0 0,0 4 0 0 0,-10 5 0 0 0,-1 1 1 0 0,1-1-1 0 0,0 1 0 0 0,0-1 0 0 0,0 1 1 0 0,0-1-1 0 0,0 1 0 0 0,0-1 1 0 0,-1 1-1 0 0,1 0 0 0 0,0 0 0 0 0,0-1 1 0 0,0 1-1 0 0,0 0 0 0 0,0 0 1 0 0,0 0-1 0 0,0 0 0 0 0,0 0 0 0 0,0 0 1 0 0,0 0-1 0 0,0 1 0 0 0,0-1 1 0 0,0 0-1 0 0,0 1 0 0 0,0-1 0 0 0,0 0 1 0 0,0 1-1 0 0,0-1 0 0 0,-1 1 1 0 0,1-1-1 0 0,0 1 0 0 0,0 0 0 0 0,0-1 1 0 0,-1 1-1 0 0,1 0 0 0 0,0-1 0 0 0,-1 1 1 0 0,1 0-1 0 0,-1 0 0 0 0,1 0 1 0 0,-1-1-1 0 0,1 1 0 0 0,-1 0 0 0 0,1 1 1 0 0,1 4-1 0 0,-1-1 1 0 0,0 1 0 0 0,1 0 0 0 0,-2-1-1 0 0,1 10 1 0 0,-1-10-1 0 0,2 11 6 0 0,0 0-1 0 0,1 0 0 0 0,8 22 1 0 0,-8-29-5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22:33.16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18591 0 0,'0'0'0'0'0,"28"0"560"0"0,-21 0 4888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22:33.50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14968 0 0,'0'0'0'0'0,"24"7"856"0"0,-17 2-440 0 0,2-2 359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22:34.66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1 957 10544 0 0,'0'0'1497'0'0,"4"0"-1404"0"0,0 0-74 0 0,1-1 0 0 0,0 0 0 0 0,-1 0 0 0 0,1 0 0 0 0,-1-1 0 0 0,1 0 1 0 0,-1 0-1 0 0,1 0 0 0 0,4-3 0 0 0,36-26 78 0 0,-31 21-61 0 0,20-12 32 0 0,1 2 0 0 0,1 1 0 0 0,1 2 0 0 0,0 2 0 0 0,1 1 0 0 0,56-13 0 0 0,59 2-43 0 0,-134 22-24 0 0,22-1 7 0 0,0-3 0 0 0,-1-2 0 0 0,0-1 0 0 0,0-2 0 0 0,-1-1 0 0 0,58-30 0 0 0,-85 35 16 0 0,0-1 1 0 0,0-1-1 0 0,-1 0 1 0 0,16-18-1 0 0,6-4 28 0 0,-15 12 35 0 0,0-1-1 0 0,-1-1 1 0 0,23-40-1 0 0,-31 48-61 0 0,17-27 98 0 0,61-107 547 0 0,-71 113-399 0 0,-9 18-132 0 0,1 0 0 0 0,0 0 0 0 0,1 1 0 0 0,13-16 0 0 0,26-36 662 0 0,-46 66-472 0 0,-2-7 908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22:35.03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0 135 12456 0 0,'27'-3'116'0'0,"0"1"161"0"0,7-2 191 0 0,15-6 145 0 0,-32 4-499 0 0,54-31 1823 0 0,-22 10-1430 0 0,-41 21-395 0 0,2 0-1 0 0,-1 0 1 0 0,1 2 0 0 0,0-1 0 0 0,0 1 0 0 0,0 0 0 0 0,0 1-1 0 0,1 0 1 0 0,20-2 0 0 0,-30 5-106 0 0,0 0-1 0 0,0 0 1 0 0,0 1-1 0 0,0-1 0 0 0,1 0 1 0 0,-1 1-1 0 0,0-1 1 0 0,0 0-1 0 0,0 1 1 0 0,0 0-1 0 0,0-1 1 0 0,0 1-1 0 0,0 0 1 0 0,0-1-1 0 0,0 1 1 0 0,-1 0-1 0 0,1 0 0 0 0,0 0 1 0 0,0-1-1 0 0,-1 1 1 0 0,1 0-1 0 0,0 0 1 0 0,-1 0-1 0 0,1 0 1 0 0,-1 0-1 0 0,1 1 1 0 0,-1-1-1 0 0,1 1 1 0 0,5 36-14 0 0,-5-28 21 0 0,2 19 0 0 0,-2-1 0 0 0,-4 55-1 0 0,0-40-3 0 0,3-11-3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21:15.61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11656 0 0,'28'7'27'0'0,"14"1"97"0"0,1 1 54 0 0,18 9 85 0 0,-57-17-220 0 0,0 1 1 0 0,0 0-1 0 0,0 0 1 0 0,0 0-1 0 0,-1 1 1 0 0,1-1-1 0 0,-1 1 1 0 0,0-1-1 0 0,1 1 1 0 0,-1 1-1 0 0,0-1 1 0 0,-1 0-1 0 0,1 0 1 0 0,-1 1-1 0 0,1 0 1 0 0,-1-1-1 0 0,3 9 1 0 0,-1 0 117 0 0,-1 0 1 0 0,0 1 0 0 0,-1-1 0 0 0,1 21 0 0 0,0 3 484 0 0,2 27 114 0 0,-5 100 0 0 0,-2-67-269 0 0,25 375 282 0 0,26-23-445 0 0,-1 0-111 0 0,19 420 89 0 0,-33 160-82 0 0,21-398-105 0 0,-27-353-77 0 0,-21-177-22 0 0,-4-43-8 0 0,12 60 0 0 0,21 238 27 0 0,-26-204-21 0 0,2 167 13 0 0,-6-70-4 0 0,-3-55-13 0 0,-4 52 3 0 0,-1-17 6 0 0,-8 59 5 0 0,6-226-22 0 0,4 72 13 0 0,1-16-1 0 0,-9 264 29 0 0,8-216-35 0 0,5 275 23 0 0,-2-235-14 0 0,46 491 38 0 0,-17-334-14 0 0,-1 504 51 0 0,-43-3-2 0 0,1-507-40 0 0,8 206 19 0 0,-1-413-60 0 0,9 337 45 0 0,5-340-48 0 0,-7-76-2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26:42.18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143 90 5720 0 0,'4'0'26'0'0,"6"0"-9"0"0,12 0 85 0 0,-22 0-86 0 0,1-1 1 0 0,-1 1-1 0 0,0 0 0 0 0,1 0 0 0 0,-1 0 0 0 0,0-1 1 0 0,1 1-1 0 0,-1 0 0 0 0,0 0 0 0 0,1-1 0 0 0,-1 1 0 0 0,0 0 1 0 0,0-1-1 0 0,1 1 0 0 0,-1 0 0 0 0,0-1 0 0 0,0 1 1 0 0,0 0-1 0 0,0-1 0 0 0,1 1 0 0 0,-1-1 0 0 0,0 1 1 0 0,0 0-1 0 0,0-1 0 0 0,0 1 0 0 0,0 0 0 0 0,0-1 1 0 0,0 1-1 0 0,0-1 0 0 0,0 1 0 0 0,0 0 0 0 0,0-1 1 0 0,0 1-1 0 0,0-1 0 0 0,-1 1 0 0 0,1 0 0 0 0,0-1 0 0 0,0 1 1 0 0,0 0-1 0 0,0-1 0 0 0,-1 1 0 0 0,1 0 0 0 0,0-1 1 0 0,-13-18 613 0 0,6 15-463 0 0,0 1 0 0 0,-1 0 0 0 0,0 0 1 0 0,-8-2-1 0 0,12 6-115 0 0,-1 0 0 0 0,1 0 0 0 0,-1 0 1 0 0,1 1-1 0 0,0 0 0 0 0,0-1 0 0 0,0 1 1 0 0,0 1-1 0 0,0-1 0 0 0,0 0 0 0 0,-4 5 0 0 0,2-2-2 0 0,0 0 0 0 0,1 0 0 0 0,0 1 0 0 0,1-1 0 0 0,-1 1 0 0 0,1 0 0 0 0,0 1 0 0 0,0-1 0 0 0,1 1 0 0 0,0-1 0 0 0,0 1 0 0 0,-4 13 0 0 0,4-7 28 0 0,0 0-1 0 0,1 1 1 0 0,1-1-1 0 0,0 0 0 0 0,0 0 1 0 0,3 16-1 0 0,-1-9 26 0 0,2 0-1 0 0,1-1 0 0 0,0 1 1 0 0,11 27-1 0 0,-11-37-15 0 0,0 0 1 0 0,1 0-1 0 0,0 0 0 0 0,1-1 0 0 0,0 0 0 0 0,1 0 1 0 0,-1 0-1 0 0,2-1 0 0 0,13 13 0 0 0,-20-20-53 0 0,1 0 0 0 0,-1 0 0 0 0,1 1 0 0 0,-1-1 0 0 0,1 0 0 0 0,0 0-1 0 0,-1-1 1 0 0,1 1 0 0 0,0 0 0 0 0,0-1 0 0 0,-1 1 0 0 0,1-1 0 0 0,0 1 0 0 0,0-1-1 0 0,0 0 1 0 0,0 0 0 0 0,0 0 0 0 0,-1 0 0 0 0,1 0 0 0 0,0 0 0 0 0,3-1 0 0 0,-2 0 2 0 0,0 0 1 0 0,-1-1-1 0 0,1 1 1 0 0,-1-1 0 0 0,1 1-1 0 0,-1-1 1 0 0,1 0 0 0 0,-1 0-1 0 0,0 0 1 0 0,0-1-1 0 0,0 1 1 0 0,2-4 0 0 0,4-6 116 0 0,-1-1-1 0 0,0-1 1 0 0,-1 1 0 0 0,5-18 0 0 0,-11 30-144 0 0,8-20 170 0 0,-2 0 0 0 0,0 0 1 0 0,-1-1-1 0 0,-2 0 0 0 0,0 0 0 0 0,-1-25 1 0 0,-2 28 59 0 0,-1 0 0 0 0,-1 0 0 0 0,-1 0 0 0 0,-1 1 0 0 0,-1-1 0 0 0,0 1 0 0 0,-15-33 0 0 0,19 49-203 0 0,0 0 1 0 0,0 0 0 0 0,-1 0-1 0 0,1-1 1 0 0,0 2 0 0 0,-1-1-1 0 0,1 0 1 0 0,-1 0 0 0 0,0 0 0 0 0,0 1-1 0 0,0-1 1 0 0,1 1 0 0 0,-1-1-1 0 0,-1 1 1 0 0,1 0 0 0 0,0 0 0 0 0,0 0-1 0 0,0 0 1 0 0,-1 0 0 0 0,1 0-1 0 0,0 1 1 0 0,-1-1 0 0 0,1 1 0 0 0,0 0-1 0 0,-1 0 1 0 0,1 0 0 0 0,-1 0-1 0 0,1 0 1 0 0,0 0 0 0 0,-1 0 0 0 0,1 1-1 0 0,-1-1 1 0 0,1 1 0 0 0,0 0-1 0 0,-1 0 1 0 0,1 0 0 0 0,0 0 0 0 0,0 0-1 0 0,0 0 1 0 0,-3 2 0 0 0,0 2 30 0 0,1 0 1 0 0,0 0-1 0 0,-1 0 1 0 0,2 0-1 0 0,-1 1 1 0 0,0-1-1 0 0,1 1 1 0 0,0 0-1 0 0,1 0 1 0 0,-1 1-1 0 0,1-1 1 0 0,0 0 0 0 0,1 1-1 0 0,0-1 1 0 0,-1 9-1 0 0,-8 26 339 0 0,10-39-381 0 0,-1-1-1 0 0,1 1 0 0 0,0-1 1 0 0,0 1-1 0 0,-1 0 0 0 0,1-1 1 0 0,0 1-1 0 0,1-1 0 0 0,-1 1 1 0 0,0 0-1 0 0,0-1 0 0 0,1 1 0 0 0,-1-1 1 0 0,1 1-1 0 0,-1-1 0 0 0,1 1 1 0 0,0-1-1 0 0,-1 1 0 0 0,1-1 1 0 0,0 0-1 0 0,0 1 0 0 0,0-1 1 0 0,0 0-1 0 0,0 0 0 0 0,0 0 0 0 0,0 0 1 0 0,2 1-1 0 0,0 1 32 0 0,0-1 0 0 0,0 0 0 0 0,1-1 0 0 0,-1 1 0 0 0,0 0 0 0 0,1-1 0 0 0,-1 0 0 0 0,1 0-1 0 0,6 1 1 0 0,-1-2 16 0 0,-1-1-1 0 0,1 0 0 0 0,-1 0 0 0 0,1-1 0 0 0,-1 0 0 0 0,0 0 0 0 0,13-6 0 0 0,-7 3 10 0 0,-6 2 6 0 0,0 1 0 0 0,0 0 0 0 0,0 0 1 0 0,1 1-1 0 0,-1 0 0 0 0,0 0 0 0 0,15 1 0 0 0,-20 1-66 0 0,-1-1-1 0 0,1 0 0 0 0,-1 1 0 0 0,1 0 0 0 0,-1-1 0 0 0,1 1 1 0 0,-1 0-1 0 0,0 0 0 0 0,1 0 0 0 0,-1 1 0 0 0,0-1 0 0 0,0 0 1 0 0,0 1-1 0 0,0 0 0 0 0,0-1 0 0 0,0 1 0 0 0,-1 0 0 0 0,1 0 1 0 0,0 0-1 0 0,-1 0 0 0 0,1 0 0 0 0,-1 0 0 0 0,0 1 0 0 0,0-1 0 0 0,0 0 1 0 0,0 1-1 0 0,0-1 0 0 0,-1 0 0 0 0,2 4 0 0 0,8 29 226 0 0,-8-31-215 0 0,0 0 0 0 0,0 1 0 0 0,-1-1 0 0 0,0 1 0 0 0,0-1 0 0 0,0 1 0 0 0,0 0 0 0 0,-1-1 0 0 0,1 1 0 0 0,-2 0 0 0 0,0 8 0 0 0,1-10 9 0 0,-1 0-1 0 0,1 0 1 0 0,0 0 0 0 0,0 0 0 0 0,0 0 0 0 0,0 0 0 0 0,0 0 0 0 0,0 0 0 0 0,1 0 0 0 0,0 0 0 0 0,-1 0-1 0 0,1 0 1 0 0,2 4 0 0 0,-2-6 203 0 0,4-30-36 0 0,-3 22-182 0 0,0 0 0 0 0,0 0 0 0 0,1 1 1 0 0,0-1-1 0 0,0 1 0 0 0,1-1 0 0 0,0 1 0 0 0,0 0 1 0 0,9-10-1 0 0,-10 13-6 0 0,0-1 0 0 0,1 1 0 0 0,-1 0 0 0 0,0-1 0 0 0,1 2 0 0 0,0-1 0 0 0,0 0 0 0 0,0 1 0 0 0,0-1 0 0 0,0 1 0 0 0,0 1 0 0 0,1-1 0 0 0,-1 0 0 0 0,0 1 0 0 0,1 0 1 0 0,5-1-1 0 0,-8 3-8 0 0,0-1 0 0 0,0 0 0 0 0,0 1 0 0 0,0 0 1 0 0,-1-1-1 0 0,1 1 0 0 0,0 0 0 0 0,0 0 0 0 0,0 0 1 0 0,-1 0-1 0 0,1 0 0 0 0,-1 1 0 0 0,1-1 0 0 0,-1 0 1 0 0,1 1-1 0 0,-1-1 0 0 0,1 1 0 0 0,-1-1 0 0 0,0 1 1 0 0,0 0-1 0 0,0 0 0 0 0,1 3 0 0 0,16 44 132 0 0,5-2 45 0 0,-22-45-167 0 0,-1-1-16 0 0,1-1 0 0 0,-1 1 0 0 0,0 0 0 0 0,1-1 0 0 0,-1 0 0 0 0,1 1 0 0 0,-1-1 0 0 0,0 1-1 0 0,1-1 1 0 0,-1 1 0 0 0,1-1 0 0 0,-1 0 0 0 0,1 1 0 0 0,0-1 0 0 0,-1 0 0 0 0,1 0 0 0 0,-1 1 0 0 0,1-1 0 0 0,-1 0 0 0 0,1 0 0 0 0,0 0 0 0 0,-1 0 0 0 0,1 0 0 0 0,0 0 0 0 0,-1 0 0 0 0,1 0 0 0 0,0 0 0 0 0,26 0 183 0 0,-21 0-142 0 0,33 0 232 0 0,-38 0 71 0 0,8 7-48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26:42.75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0 172 13672 0 0,'0'0'2069'0'0,"4"-4"-1834"0"0,64-50 1316 0 0,-60 44-449 0 0,-11 12-464 0 0,-13 17-522 0 0,10-5-133 0 0,0 0-1 0 0,2 1 1 0 0,-5 21-1 0 0,2-9-4 0 0,1-11-56 0 0,2 0 0 0 0,0 0-1 0 0,1 0 1 0 0,0 1 0 0 0,1-1-1 0 0,1 0 1 0 0,1 1 0 0 0,0 0-1 0 0,1-1 1 0 0,1 1-1 0 0,0-1 1 0 0,10 32 0 0 0,-9-39 28 0 0,0 0-5 0 0,0-1-1 0 0,0 1 0 0 0,1-1 1 0 0,6 11-1 0 0,-8-16 42 0 0,-1-1 0 0 0,1 0-1 0 0,0 0 1 0 0,0 0 0 0 0,1 0 0 0 0,-1 0-1 0 0,0 0 1 0 0,0 0 0 0 0,1-1 0 0 0,0 1-1 0 0,-1-1 1 0 0,1 1 0 0 0,-1-1 0 0 0,1 0 0 0 0,0 0-1 0 0,0-1 1 0 0,5 2 0 0 0,-4-1 1 0 0,-1-1-1 0 0,1 0 1 0 0,-1 1 0 0 0,1-2 0 0 0,0 1 0 0 0,-1 0-1 0 0,1-1 1 0 0,-1 1 0 0 0,1-1 0 0 0,-1 0 0 0 0,1 0 0 0 0,-1 0-1 0 0,0-1 1 0 0,1 1 0 0 0,-1-1 0 0 0,0 0 0 0 0,3-2-1 0 0,-2 1 4 0 0,0-1 0 0 0,0 0-1 0 0,-1 0 1 0 0,1 0-1 0 0,-1-1 1 0 0,0 1-1 0 0,0-1 1 0 0,0 0-1 0 0,-1 0 1 0 0,3-6 0 0 0,0-6-5 0 0,0-1 0 0 0,-1 1 0 0 0,-1-1 0 0 0,0 0 0 0 0,0-32 0 0 0,-2 19 13 0 0,0 0 0 0 0,-2-1 0 0 0,-2 1 0 0 0,-1 0 0 0 0,-1 0 0 0 0,-1 1 0 0 0,-12-33 0 0 0,15 56 5 0 0,0 1 0 0 0,-1-1-1 0 0,1 1 1 0 0,-1 0-1 0 0,0 0 1 0 0,-1 1-1 0 0,1-1 1 0 0,-1 1 0 0 0,-9-7-1 0 0,13 10-1 0 0,0 1 0 0 0,-1 0 0 0 0,0 0-1 0 0,1-1 1 0 0,-1 1 0 0 0,1 1 0 0 0,-1-1 0 0 0,0 0-1 0 0,0 0 1 0 0,0 1 0 0 0,1-1 0 0 0,-1 1 0 0 0,0-1 0 0 0,0 1-1 0 0,0 0 1 0 0,0 0 0 0 0,0 0 0 0 0,0 0 0 0 0,0 0-1 0 0,0 0 1 0 0,0 0 0 0 0,0 1 0 0 0,1-1 0 0 0,-1 1-1 0 0,0-1 1 0 0,0 1 0 0 0,0 0 0 0 0,1 0 0 0 0,-1 0 0 0 0,0 0-1 0 0,1 0 1 0 0,-1 0 0 0 0,1 0 0 0 0,-1 0 0 0 0,1 1-1 0 0,-1-1 1 0 0,1 0 0 0 0,-1 3 0 0 0,-6 7 13 0 0,0 1 0 0 0,1 1 0 0 0,1-1 0 0 0,0 1 0 0 0,1 0 1 0 0,0 0-1 0 0,1 1 0 0 0,-3 15 0 0 0,4-16 33 0 0,1-7-31 0 0,1-1 0 0 0,0 1-1 0 0,0 0 1 0 0,1-1-1 0 0,-1 1 1 0 0,1 0-1 0 0,0-1 1 0 0,1 1-1 0 0,0 0 1 0 0,1 6-1 0 0,6 21 70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26:43.78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0 152 12552 0 0,'0'0'3128'0'0,"12"0"-2512"0"0,2 0-519 0 0,1-1 0 0 0,-1-1 0 0 0,0 0 0 0 0,1-1 0 0 0,-1-1 1 0 0,-1 0-1 0 0,1-1 0 0 0,0 0 0 0 0,12-8 0 0 0,-16 6-47 0 0,0-1 0 0 0,-1 0-1 0 0,0-1 1 0 0,0 1 0 0 0,-1-2-1 0 0,-1 1 1 0 0,8-12 0 0 0,6-11 46 0 0,-20 32-88 0 0,0 4-7 0 0,0 1 0 0 0,0 0 0 0 0,-1-1 0 0 0,1 1 0 0 0,-1 0 1 0 0,0 0-1 0 0,0 0 0 0 0,-1-1 0 0 0,1 1 0 0 0,-1 0 0 0 0,-2 7 0 0 0,0 4 0 0 0,-54 334-42 0 0,33-213-3 0 0,72-341 88 0 0,-23 141 30 0 0,-13 36-4 0 0,-12 26-60 0 0,0 0 0 0 0,1 0-1 0 0,-1-1 1 0 0,0 1 0 0 0,1 0 0 0 0,-1 0 0 0 0,1 0-1 0 0,0 0 1 0 0,-1 0 0 0 0,1 0 0 0 0,0 0 0 0 0,-1 0-1 0 0,1 0 1 0 0,0 0 0 0 0,0 0 0 0 0,0 0 0 0 0,0 1-1 0 0,0-1 1 0 0,0 0 0 0 0,0 1 0 0 0,0-1 0 0 0,0 1-1 0 0,0-1 1 0 0,1 1 0 0 0,-1-1 0 0 0,0 1-1 0 0,0 0 1 0 0,0-1 0 0 0,0 1 0 0 0,1 0 0 0 0,1 0-1 0 0,9 20 155 0 0,-10-15-125 0 0,15 26 229 0 0,-12-20-139 0 0,1 0 0 0 0,0 0 0 0 0,12 13-1 0 0,-15-20-85 0 0,0-1-1 0 0,0 0 0 0 0,0 0 0 0 0,1 0 0 0 0,0 0 0 0 0,-1-1 0 0 0,1 1 1 0 0,0-1-1 0 0,0 0 0 0 0,0 0 0 0 0,1-1 0 0 0,-1 1 0 0 0,6 1 0 0 0,-7-3-14 0 0,0 0 0 0 0,0 0-1 0 0,-1 0 1 0 0,1 0-1 0 0,0 0 1 0 0,0 0-1 0 0,-1-1 1 0 0,1 1 0 0 0,0-1-1 0 0,0 0 1 0 0,-1 0-1 0 0,1 0 1 0 0,-1 0-1 0 0,1 0 1 0 0,-1-1 0 0 0,0 1-1 0 0,1-1 1 0 0,-1 0-1 0 0,0 1 1 0 0,0-1-1 0 0,0 0 1 0 0,0 0-1 0 0,0 0 1 0 0,1-3 0 0 0,4-4 73 0 0,0-1 0 0 0,-1 0 1 0 0,-1 0-1 0 0,7-14 0 0 0,-9 17-79 0 0,12-27 246 0 0,19-64-1 0 0,-31 89-214 0 0,-1 0 0 0 0,0 0 0 0 0,0 0-1 0 0,-1 0 1 0 0,-1 0 0 0 0,1-1 0 0 0,-2 1 0 0 0,1 0 0 0 0,-1-1 0 0 0,0 1 0 0 0,-1 0-1 0 0,-5-17 1 0 0,6 26-45 0 0,1-1-1 0 0,0 1 0 0 0,0 0 0 0 0,0-1 1 0 0,0 1-1 0 0,0-1 0 0 0,0 1 0 0 0,0-1 0 0 0,-1 1 1 0 0,1 0-1 0 0,0-1 0 0 0,0 1 0 0 0,-1-1 1 0 0,1 1-1 0 0,0 0 0 0 0,0-1 0 0 0,-1 1 1 0 0,1 0-1 0 0,0 0 0 0 0,-1-1 0 0 0,1 1 1 0 0,-1 0-1 0 0,1 0 0 0 0,0-1 0 0 0,-1 1 1 0 0,1 0-1 0 0,-1 0 0 0 0,1 0 0 0 0,0 0 0 0 0,-1 0 1 0 0,1-1-1 0 0,-1 1 0 0 0,1 0 0 0 0,-1 0 1 0 0,1 0-1 0 0,-1 0 0 0 0,1 0 0 0 0,0 1 1 0 0,-1-1-1 0 0,1 0 0 0 0,-1 0 0 0 0,1 0 1 0 0,-1 0-1 0 0,1 0 0 0 0,0 0 0 0 0,-1 1 1 0 0,1-1-1 0 0,-1 0 0 0 0,1 0 0 0 0,0 1 0 0 0,-1-1 1 0 0,1 0-1 0 0,0 1 0 0 0,-1-1 0 0 0,-18 27 143 0 0,11-13-50 0 0,2-7-72 0 0,0 1-1 0 0,1 0 0 0 0,0 0 1 0 0,1 1-1 0 0,0-1 0 0 0,0 1 1 0 0,-5 18-1 0 0,4-7 57 0 0,1 0 1 0 0,-2 35-1 0 0,12-1 151 0 0,-6-54-229 0 0,0 1 1 0 0,0-1-1 0 0,1 1 1 0 0,-1-1-1 0 0,0 0 1 0 0,0 1-1 0 0,1-1 1 0 0,-1 0-1 0 0,0 1 1 0 0,1-1-1 0 0,-1 0 1 0 0,1 1-1 0 0,-1-1 1 0 0,0 0-1 0 0,1 0 1 0 0,-1 0-1 0 0,1 0 1 0 0,-1 1-1 0 0,1-1 0 0 0,-1 0 1 0 0,1 0-1 0 0,-1 0 1 0 0,0 0-1 0 0,1 0 1 0 0,-1 0-1 0 0,1 0 1 0 0,0 0-1 0 0,24-23 144 0 0,43-53-1 0 0,-53 57-92 0 0,1 1 0 0 0,0 0 0 0 0,2 0 0 0 0,0 2 0 0 0,0 1 0 0 0,29-19 0 0 0,-45 33-49 0 0,-1 0 0 0 0,1 0 0 0 0,0 0 0 0 0,0 0 0 0 0,-1 0 0 0 0,1 1 0 0 0,0-1 0 0 0,0 0 0 0 0,0 1 0 0 0,0 0 0 0 0,0-1 0 0 0,0 1 0 0 0,0 0 0 0 0,0 0 0 0 0,-1 0 0 0 0,1 0 0 0 0,0 0 0 0 0,0 1 1 0 0,0-1-1 0 0,0 0 0 0 0,0 1 0 0 0,0 0 0 0 0,0-1 0 0 0,-1 1 0 0 0,1 0 0 0 0,0 0 0 0 0,0 0 0 0 0,-1 0 0 0 0,1 0 0 0 0,-1 0 0 0 0,1 1 0 0 0,-1-1 0 0 0,0 1 0 0 0,1-1 0 0 0,-1 1 0 0 0,0-1 0 0 0,0 1 1 0 0,0-1-1 0 0,0 1 0 0 0,0 0 0 0 0,0 0 0 0 0,-1-1 0 0 0,1 1 0 0 0,0 0 0 0 0,-1 2 0 0 0,5 12 48 0 0,-2 0-1 0 0,0 0 1 0 0,-1 1 0 0 0,1 22-1 0 0,-2-13 41 0 0,-1-26-92 0 0,0 0 1 0 0,0 1-1 0 0,0-1 1 0 0,0 0-1 0 0,0 0 1 0 0,0 0-1 0 0,0 1 1 0 0,0-1 0 0 0,0 0-1 0 0,0 0 1 0 0,0 0-1 0 0,0 1 1 0 0,0-1-1 0 0,0 0 1 0 0,0 0-1 0 0,0 0 1 0 0,1 1-1 0 0,-1-1 1 0 0,0 0 0 0 0,0 0-1 0 0,0 0 1 0 0,0 1-1 0 0,0-1 1 0 0,0 0-1 0 0,1 0 1 0 0,-1 0-1 0 0,0 0 1 0 0,0 1-1 0 0,0-1 1 0 0,0 0 0 0 0,1 0-1 0 0,-1 0 1 0 0,0 0-1 0 0,0 0 1 0 0,0 0-1 0 0,0 0 1 0 0,1 0-1 0 0,-1 0 1 0 0,0 0 0 0 0,0 1-1 0 0,1-1 1 0 0,-1 0-1 0 0,0 0 1 0 0,0 0-1 0 0,0 0 1 0 0,1 0-1 0 0,-1 0 1 0 0,0-1-1 0 0,0 1 1 0 0,0 0 0 0 0,1 0-1 0 0,-1 0 1 0 0,0 0-1 0 0,0 0 1 0 0,0 0-1 0 0,1 0 1 0 0,-1 0-1 0 0,0 0 1 0 0,0-1-1 0 0,0 1 1 0 0,0 0 0 0 0,1 0-1 0 0,-1 0 1 0 0,0 0-1 0 0,0 0 1 0 0,0-1-1 0 0,16-17 85 0 0,-2 2-37 0 0,-11 14-38 0 0,0-1 0 0 0,0 1 0 0 0,0 0 0 0 0,1 1 0 0 0,-1-1 1 0 0,1 1-1 0 0,-1-1 0 0 0,1 1 0 0 0,0 0 0 0 0,5-1 0 0 0,-8 2-8 0 0,1 0 0 0 0,-1 0-1 0 0,1 0 1 0 0,-1 1 0 0 0,0-1 0 0 0,1 0 0 0 0,-1 1-1 0 0,0-1 1 0 0,1 0 0 0 0,-1 1 0 0 0,0 0 0 0 0,1-1-1 0 0,-1 1 1 0 0,0 0 0 0 0,0-1 0 0 0,0 1 0 0 0,1 0-1 0 0,-1 0 1 0 0,0 0 0 0 0,0 0 0 0 0,0 0 0 0 0,-1 0-1 0 0,1 1 1 0 0,0-1 0 0 0,0 0 0 0 0,-1 0 0 0 0,1 1 0 0 0,0-1-1 0 0,-1 0 1 0 0,0 1 0 0 0,1-1 0 0 0,0 2 0 0 0,3 17 55 0 0,-4-11-36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26:44.43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19 13968 0 0,'15'-2'137'0'0,"9"-1"439"0"0,30-9 935 0 0,-54 12-1438 0 0,1 0 1 0 0,-1 0 0 0 0,0 0-1 0 0,0 0 1 0 0,0 0 0 0 0,0 0-1 0 0,1-1 1 0 0,-1 1 0 0 0,0 0-1 0 0,0 0 1 0 0,0 0 0 0 0,1 0-1 0 0,-1 0 1 0 0,0 0 0 0 0,0 0-1 0 0,1 0 1 0 0,-1 0 0 0 0,0 0-1 0 0,0 0 1 0 0,0 0 0 0 0,1 0 0 0 0,-1 0-1 0 0,0 0 1 0 0,0 0 0 0 0,0 0-1 0 0,1 0 1 0 0,-1 0 0 0 0,0 0-1 0 0,0 0 1 0 0,0 1 0 0 0,1-1-1 0 0,-1 0 1 0 0,0 0 0 0 0,0 0-1 0 0,0 0 1 0 0,0 0 0 0 0,1 1-1 0 0,-1-1 1 0 0,0 0 0 0 0,0 0-1 0 0,0 0 1 0 0,0 0 0 0 0,0 1-1 0 0,0-1 1 0 0,1 0 0 0 0,-1 0 0 0 0,0 0-1 0 0,0 1 1 0 0,0-1 0 0 0,-6 15 577 0 0,-16 16-923 0 0,-12 22-1054 0 0,38-49 1227 0 0,-1-1 1 0 0,1 1-1 0 0,0-1 1 0 0,1 0-1 0 0,-1-1 1 0 0,0 1-1 0 0,1-1 1 0 0,0 0-1 0 0,-1 0 1 0 0,1 0-1 0 0,0 0 1 0 0,9 1 0 0 0,-4 0-158 0 0,126 27-1575 0 0,-116-25 1421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26:45.57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1 147 7528 0 0,'0'0'249'0'0,"3"-3"-212"0"0,33-32 815 0 0,-28 26-822 0 0,0 0-1 0 0,1 1 1 0 0,0 0-1 0 0,0 1 1 0 0,0 0 0 0 0,17-10-1 0 0,0 4 47 0 0,28-13 21 0 0,-51 25-86 0 0,-1 1 0 0 0,1-1 0 0 0,-1 0 0 0 0,1 0 0 0 0,0 1-1 0 0,0 0 1 0 0,-1 0 0 0 0,1-1 0 0 0,0 1 0 0 0,0 1-1 0 0,-1-1 1 0 0,1 0 0 0 0,0 1 0 0 0,0-1 0 0 0,-1 1 0 0 0,6 2-1 0 0,-3 1 17 0 0,0 0-1 0 0,-1 1 0 0 0,1-1 0 0 0,-1 1 0 0 0,0 0 0 0 0,0 0 0 0 0,0 1 1 0 0,-1-1-1 0 0,0 1 0 0 0,0-1 0 0 0,0 1 0 0 0,2 8 0 0 0,-2-6 36 0 0,0 1 0 0 0,-1 0 0 0 0,0 0 0 0 0,0 0 0 0 0,1 18 0 0 0,-5-17 44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26:47.16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87 7736 0 0,'22'0'75'0'0,"-9"-1"19"0"0,6 1 83 0 0,-14 0-134 0 0,0 1 1 0 0,0-1-1 0 0,0 1 1 0 0,-1 0-1 0 0,1 0 0 0 0,-1 0 1 0 0,9 3-1 0 0,-12-3 221 0 0,-2 8 1604 0 0,-3-8-1855 0 0,0-1 1 0 0,0 1-1 0 0,0 0 0 0 0,0 0 1 0 0,0 1-1 0 0,0-1 0 0 0,1 1 1 0 0,-1 0-1 0 0,-4 3 0 0 0,4-4-11 0 0,1 1 0 0 0,0 0 0 0 0,0-1-1 0 0,0 1 1 0 0,0 1 0 0 0,1-1 0 0 0,-1 0-1 0 0,1 1 1 0 0,-1-1 0 0 0,1 1-1 0 0,0 0 1 0 0,0 0 0 0 0,0 0 0 0 0,0 0-1 0 0,1 0 1 0 0,-1 0 0 0 0,1 0 0 0 0,-1 1-1 0 0,1-1 1 0 0,1 0 0 0 0,-1 1 0 0 0,0-1-1 0 0,0 6 1 0 0,0 1-2 0 0,-2 6 2 0 0,1 1 1 0 0,1 0 0 0 0,0-1-1 0 0,1 1 1 0 0,1 0 0 0 0,6 30-1 0 0,-4-35 2 0 0,0 0 0 0 0,0-1 0 0 0,1 0-1 0 0,0 0 1 0 0,1 0 0 0 0,1 0 0 0 0,-1-1-1 0 0,2 0 1 0 0,-1 0 0 0 0,12 12 0 0 0,-16-20 2 0 0,-1 0 0 0 0,1-1-1 0 0,0 1 1 0 0,0-1 0 0 0,0 1 0 0 0,0-1 0 0 0,0 0 0 0 0,0 0 0 0 0,0 0 0 0 0,0 0 0 0 0,1 0 0 0 0,-1 0 0 0 0,0 0 0 0 0,1-1 0 0 0,-1 0-1 0 0,0 1 1 0 0,1-1 0 0 0,3 0 0 0 0,-1 0 5 0 0,-1-1-1 0 0,0 0 0 0 0,0 0 1 0 0,0 0-1 0 0,0-1 0 0 0,0 1 1 0 0,0-1-1 0 0,-1 0 1 0 0,1 0-1 0 0,3-2 0 0 0,4-4 37 0 0,-1-1-1 0 0,0 0 0 0 0,0 0 0 0 0,-1-1 0 0 0,14-19 1 0 0,-10 11 35 0 0,0 0 0 0 0,-1-1 0 0 0,-2 0 0 0 0,0 0 0 0 0,14-41 0 0 0,-12 26-5 0 0,-5 13 127 0 0,7-36 0 0 0,-12 50-150 0 0,-1 0-1 0 0,-1 0 1 0 0,0 0-1 0 0,0 0 1 0 0,0 0-1 0 0,-1 0 0 0 0,0 0 1 0 0,0 0-1 0 0,-3-8 1 0 0,3 12-23 0 0,0 0 1 0 0,0 1 0 0 0,0-1 0 0 0,-1 0-1 0 0,1 1 1 0 0,-1-1 0 0 0,0 1 0 0 0,0 0 0 0 0,0-1-1 0 0,0 1 1 0 0,0 0 0 0 0,0 0 0 0 0,0 1-1 0 0,-1-1 1 0 0,-4-2 0 0 0,-40-14 356 0 0,33 14-279 0 0,12 3-93 0 0,0 1 0 0 0,0-1 0 0 0,-1 1 0 0 0,1 0 0 0 0,0 0 1 0 0,0 0-1 0 0,-1 0 0 0 0,1 0 0 0 0,0 0 0 0 0,0 0 0 0 0,0 1 0 0 0,-1-1 0 0 0,1 1 0 0 0,0 0 1 0 0,0-1-1 0 0,0 1 0 0 0,0 0 0 0 0,0 0 0 0 0,0 1 0 0 0,0-1 0 0 0,0 0 0 0 0,1 1 1 0 0,-1-1-1 0 0,0 1 0 0 0,1-1 0 0 0,-1 1 0 0 0,1 0 0 0 0,-1-1 0 0 0,1 1 0 0 0,0 0 0 0 0,0 0 1 0 0,0 0-1 0 0,0 0 0 0 0,0 0 0 0 0,0 0 0 0 0,1 1 0 0 0,-1 1 0 0 0,-1 3 43 0 0,0 0 1 0 0,0 0-1 0 0,1 0 0 0 0,0 0 0 0 0,0 0 1 0 0,1 0-1 0 0,0 0 0 0 0,0 0 0 0 0,1 0 1 0 0,1 9-1 0 0,-1-15-39 0 0,-1 0-1 0 0,1 1 1 0 0,-1-1-1 0 0,1 0 1 0 0,0 0 0 0 0,0 0-1 0 0,-1 0 1 0 0,1 0 0 0 0,0 0-1 0 0,0 0 1 0 0,0 0 0 0 0,0 0-1 0 0,0 0 1 0 0,1 0 0 0 0,-1-1-1 0 0,0 1 1 0 0,0 0 0 0 0,0-1-1 0 0,1 1 1 0 0,-1-1 0 0 0,0 0-1 0 0,1 1 1 0 0,-1-1 0 0 0,0 0-1 0 0,1 0 1 0 0,-1 0 0 0 0,0 1-1 0 0,1-2 1 0 0,1 1 0 0 0,50-7 216 0 0,-29 3-83 0 0,-6 2-86 0 0,3-1 152 0 0,-1 1 1 0 0,43 2-1 0 0,-61 0-203 0 0,0 0 0 0 0,0 1 0 0 0,0-1 0 0 0,0 1 0 0 0,0 0 0 0 0,0 0 0 0 0,0-1 0 0 0,-1 1 0 0 0,1 0 0 0 0,0 1 1 0 0,-1-1-1 0 0,1 0 0 0 0,-1 0 0 0 0,1 1 0 0 0,-1-1 0 0 0,1 1 0 0 0,-1-1 0 0 0,0 1 0 0 0,0-1 0 0 0,0 1 0 0 0,0 0 0 0 0,0 0 0 0 0,0-1 0 0 0,0 1 0 0 0,-1 0 0 0 0,1 0 0 0 0,-1 0 1 0 0,1 0-1 0 0,-1 3 0 0 0,2 7 115 0 0,-2 0 0 0 0,1 0 0 0 0,-4 24 0 0 0,2-9 465 0 0,1-31-562 0 0,1 0 0 0 0,0 0 0 0 0,0 0-1 0 0,0-1 1 0 0,0 1 0 0 0,1 0 0 0 0,-1 0 0 0 0,1 1-1 0 0,0-1 1 0 0,1 0 0 0 0,2-3 0 0 0,31-36 152 0 0,-34 41-162 0 0,1-1 0 0 0,-1 0-1 0 0,1 1 1 0 0,0 0-1 0 0,0-1 1 0 0,0 1-1 0 0,0 0 1 0 0,0 1-1 0 0,0-1 1 0 0,0 1 0 0 0,1-1-1 0 0,-1 1 1 0 0,1 0-1 0 0,-1 0 1 0 0,1 0-1 0 0,-1 1 1 0 0,1-1-1 0 0,-1 1 1 0 0,1 0 0 0 0,0 0-1 0 0,-1 0 1 0 0,1 0-1 0 0,0 1 1 0 0,-1-1-1 0 0,1 1 1 0 0,-1 0-1 0 0,1 0 1 0 0,-1 1 0 0 0,0-1-1 0 0,1 1 1 0 0,-1-1-1 0 0,0 1 1 0 0,0 0-1 0 0,0 0 1 0 0,0 0-1 0 0,0 1 1 0 0,-1-1 0 0 0,1 1-1 0 0,-1 0 1 0 0,0-1-1 0 0,3 4 1 0 0,8 19 157 0 0,0 1 0 0 0,-2 0 1 0 0,-1 1-1 0 0,13 51 0 0 0,-15-49 27 0 0,-8-27 26 0 0,1-3-227 0 0,1 0 1 0 0,-1 0-1 0 0,0 0 1 0 0,1 0-1 0 0,-1 0 1 0 0,0 0-1 0 0,0 0 1 0 0,0 0-1 0 0,0 0 1 0 0,0-1-1 0 0,-1 1 1 0 0,1 0-1 0 0,0-1 1 0 0,0 1-1 0 0,-1-1 1 0 0,1 1-1 0 0,-1-1 1 0 0,1 1-1 0 0,-1-3 1 0 0,4-6 40 0 0,-4 8-14 0 0,4-1 0 0 0,-1-1 0 0 0,0 0 0 0 0,0 0 0 0 0,-1 0 0 0 0,1 0 0 0 0,-1 0 0 0 0,4-8 0 0 0,-6 11 80 0 0,4-2-92 0 0,0 0 13 0 0,10 8-13 0 0,-13-4-31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26:48.76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60 91 11552 0 0,'22'0'229'0'0,"-6"0"303"0"0,-15 0 771 0 0,-25 14-521 0 0,15-1-704 0 0,0 1-1 0 0,0 0 0 0 0,2 0 1 0 0,0 0-1 0 0,0 1 1 0 0,2 0-1 0 0,0 0 0 0 0,0 1 1 0 0,1 0-1 0 0,1-1 1 0 0,1 1-1 0 0,0 0 0 0 0,1 0 1 0 0,1 0-1 0 0,1 1 1 0 0,0-1-1 0 0,0 0 0 0 0,6 19 1 0 0,-6-31-73 0 0,0-1 1 0 0,0 0 0 0 0,0 0-1 0 0,0 0 1 0 0,0 0-1 0 0,1 0 1 0 0,-1 0 0 0 0,1 0-1 0 0,0 0 1 0 0,0-1-1 0 0,0 1 1 0 0,0 0 0 0 0,1-1-1 0 0,-1 0 1 0 0,1 0-1 0 0,-1 0 1 0 0,1 0-1 0 0,0 0 1 0 0,-1 0 0 0 0,5 1-1 0 0,-2-1 6 0 0,0-1-1 0 0,0 0 1 0 0,0 0-1 0 0,0 0 1 0 0,0-1-1 0 0,0 0 1 0 0,0 0-1 0 0,0 0 1 0 0,0 0-1 0 0,0-1 1 0 0,0 0-1 0 0,6-2 1 0 0,5-2 18 0 0,-1-1 0 0 0,1 0 0 0 0,-1-1 0 0 0,0-1 0 0 0,-1 0 0 0 0,1-1 0 0 0,13-12 0 0 0,9-8 92 0 0,-25 21-81 0 0,-1 0 0 0 0,0 0-1 0 0,-1-1 1 0 0,0 0 0 0 0,-1-1 0 0 0,1 0 0 0 0,-2-1 0 0 0,0 0-1 0 0,0 0 1 0 0,11-22 0 0 0,-8 7 53 0 0,-2 0-1 0 0,10-41 0 0 0,-17 59-63 0 0,-1 1 0 0 0,0-1-1 0 0,0 0 1 0 0,-1 1 0 0 0,0-1-1 0 0,0 0 1 0 0,-1 0 0 0 0,0 1-1 0 0,0-1 1 0 0,-1 1 0 0 0,0-1-1 0 0,0 1 1 0 0,-6-13 0 0 0,7 19-26 0 0,1 1 1 0 0,-1-1 0 0 0,1 1-1 0 0,-1-1 1 0 0,1 1 0 0 0,-1 0-1 0 0,0-1 1 0 0,1 1 0 0 0,-1 0-1 0 0,0-1 1 0 0,1 1 0 0 0,-1 0-1 0 0,0 0 1 0 0,0 0 0 0 0,1-1-1 0 0,-1 1 1 0 0,0 0 0 0 0,1 0-1 0 0,-1 0 1 0 0,0 0 0 0 0,0 0-1 0 0,1 1 1 0 0,-1-1 0 0 0,0 0-1 0 0,1 0 1 0 0,-1 0 0 0 0,-1 1-1 0 0,-14 5 48 0 0,11-1-33 0 0,0 0-1 0 0,0 1 1 0 0,0-1-1 0 0,1 1 1 0 0,0 0-1 0 0,-6 9 1 0 0,1 0 11 0 0,-3 4 17 0 0,1 1 1 0 0,1 0-1 0 0,1 0 0 0 0,1 1 1 0 0,0 1-1 0 0,-5 29 0 0 0,10-36 5 0 0,1 0 0 0 0,1 0 1 0 0,1 0-1 0 0,0 0 0 0 0,1 0 0 0 0,1 0 0 0 0,5 27 0 0 0,-6-35 1 0 0,0 0-1 0 0,1-1 0 0 0,0 1 0 0 0,0 0 0 0 0,0-1 1 0 0,1 1-1 0 0,-1-1 0 0 0,2 0 0 0 0,-1 0 0 0 0,1 0 1 0 0,-1 0-1 0 0,2-1 0 0 0,-1 0 0 0 0,10 10 0 0 0,-12-15-34 0 0,0 1 0 0 0,-1-1-1 0 0,1 1 1 0 0,0-1-1 0 0,0 1 1 0 0,-1-1 0 0 0,1 0-1 0 0,0 0 1 0 0,0 0-1 0 0,-1 0 1 0 0,1 0 0 0 0,0-1-1 0 0,0 1 1 0 0,0-1-1 0 0,-1 1 1 0 0,1-1 0 0 0,0 1-1 0 0,-1-1 1 0 0,1 0-1 0 0,2-1 1 0 0,31-20 250 0 0,-2-11 61 0 0,42-53 0 0 0,-40 45-22 0 0,-23 29-9 0 0,-11 12-291 0 0,-1 0-1 0 0,0 0 0 0 0,0 0 0 0 0,0 0 0 0 0,0 0 0 0 0,0 0 0 0 0,0-1 1 0 0,0 1-1 0 0,0 0 0 0 0,1 0 0 0 0,-1 1 0 0 0,0-1 0 0 0,0 0 0 0 0,0 0 1 0 0,0 0-1 0 0,0 0 0 0 0,0 0 0 0 0,0 0 0 0 0,0 0 0 0 0,0 0 1 0 0,1 0-1 0 0,-1 0 0 0 0,0 0 0 0 0,0 0 0 0 0,0 0 0 0 0,0 0 0 0 0,0 0 1 0 0,0 0-1 0 0,0 0 0 0 0,0 0 0 0 0,0 0 0 0 0,0 1 0 0 0,0-1 0 0 0,0 0 1 0 0,0 0-1 0 0,0 0 0 0 0,0 0 0 0 0,1 0 0 0 0,-1 0 0 0 0,0 0 0 0 0,0 0 1 0 0,0 0-1 0 0,0 1 0 0 0,0-1 0 0 0,0 0 0 0 0,0 0 0 0 0,0 0 0 0 0,0 0 1 0 0,0 0-1 0 0,0 0 0 0 0,0 0 0 0 0,-1 0 0 0 0,1 1 0 0 0,0-1 0 0 0,0 0 1 0 0,0 0-1 0 0,0 0 0 0 0,0 0 0 0 0,0 0 0 0 0,0 0 0 0 0,0 0 0 0 0,0 0 1 0 0,-11 31 470 0 0,4-13-484 0 0,-2 12 87 0 0,2-1-1 0 0,-4 37 1 0 0,9-56-54 0 0,2-1 0 0 0,-1 1 0 0 0,1 0 0 0 0,1 0 0 0 0,0-1 1 0 0,0 1-1 0 0,1 0 0 0 0,0-1 0 0 0,0 1 0 0 0,8 16 0 0 0,-9-24-19 0 0,0 0 0 0 0,-1 0 0 0 0,1 0-1 0 0,0-1 1 0 0,0 1 0 0 0,1 0 0 0 0,-1-1-1 0 0,0 1 1 0 0,0-1 0 0 0,1 1 0 0 0,-1-1 0 0 0,1 0-1 0 0,-1 0 1 0 0,1 0 0 0 0,0 0 0 0 0,-1 0-1 0 0,1 0 1 0 0,0 0 0 0 0,0 0 0 0 0,0 0 0 0 0,0-1-1 0 0,0 1 1 0 0,-1-1 0 0 0,1 0 0 0 0,0 1-1 0 0,0-1 1 0 0,0 0 0 0 0,0 0 0 0 0,0 0-1 0 0,0-1 1 0 0,0 1 0 0 0,0 0 0 0 0,0-1 0 0 0,0 1-1 0 0,0-1 1 0 0,0 1 0 0 0,0-1 0 0 0,-1 0-1 0 0,1 0 1 0 0,3-2 0 0 0,1-1 4 0 0,0 0 0 0 0,0-1-1 0 0,0 0 1 0 0,-1 0 0 0 0,1 0 0 0 0,-1 0 0 0 0,-1-1-1 0 0,1 0 1 0 0,7-13 0 0 0,-5 5 8 0 0,-1-1 0 0 0,0 0 0 0 0,-1 0 0 0 0,-1 0 0 0 0,0-1 0 0 0,-1 1 0 0 0,-1-1-1 0 0,0 0 1 0 0,-2 0 0 0 0,0-19 0 0 0,-1 34-16 0 0,0 1-1 0 0,1-1 0 0 0,-1 0 0 0 0,0 1 0 0 0,0-1 1 0 0,0 0-1 0 0,0 1 0 0 0,0-1 0 0 0,0 1 1 0 0,0 0-1 0 0,0-1 0 0 0,0 1 0 0 0,0 0 1 0 0,0-1-1 0 0,0 1 0 0 0,-2 0 0 0 0,-8-4 25 0 0,10 4-26 0 0,0-1 1 0 0,0 1-1 0 0,-1-1 1 0 0,1 1-1 0 0,0 0 1 0 0,0-1-1 0 0,0 1 1 0 0,-1 0-1 0 0,1 0 1 0 0,0 0-1 0 0,0 0 0 0 0,-1 0 1 0 0,1 0-1 0 0,0 0 1 0 0,0 0-1 0 0,-1 1 1 0 0,1-1-1 0 0,0 0 1 0 0,0 1-1 0 0,-2 0 1 0 0,0 1-1 0 0,0-1 1 0 0,1 1 0 0 0,-1 0 0 0 0,1 0-1 0 0,-1 0 1 0 0,1 0 0 0 0,0 1 0 0 0,0-1 0 0 0,-3 5-1 0 0,4-6 1 0 0,0-1-1 0 0,0 1 1 0 0,1 0-1 0 0,-1 0 0 0 0,0-1 1 0 0,1 1-1 0 0,-1 0 0 0 0,1 0 1 0 0,-1-1-1 0 0,1 1 1 0 0,-1 0-1 0 0,1 0 0 0 0,0 0 1 0 0,-1 0-1 0 0,1 0 0 0 0,0 0 1 0 0,0 0-1 0 0,0 0 1 0 0,0 0-1 0 0,0 0 0 0 0,0 0 1 0 0,0 0-1 0 0,0 0 1 0 0,0-1-1 0 0,0 1 0 0 0,0 0 1 0 0,1 0-1 0 0,-1 0 0 0 0,0 0 1 0 0,1 0-1 0 0,-1 0 1 0 0,0 0-1 0 0,1 0 0 0 0,0-1 1 0 0,-1 1-1 0 0,1 0 0 0 0,-1 0 1 0 0,1-1-1 0 0,0 1 1 0 0,-1 0-1 0 0,2 0 0 0 0,-1 0 0 0 0,1 0 0 0 0,-1 1 0 0 0,0-1 0 0 0,1 0 0 0 0,-1 0 0 0 0,1 0 0 0 0,-1 0 0 0 0,1-1 0 0 0,0 1 0 0 0,-1 0 0 0 0,1-1 0 0 0,0 1 0 0 0,-1-1 0 0 0,1 0 0 0 0,0 1 0 0 0,0-1 0 0 0,-1 0 0 0 0,1 0 0 0 0,0 0 0 0 0,0 0 0 0 0,2-1 0 0 0,7 1 0 0 0,6 2 0 0 0,-1 0 0 0 0,0 2-1 0 0,30 9 1 0 0,-39-10 2 0 0,-1 0-1 0 0,1 1 0 0 0,-1-1 0 0 0,0 1 1 0 0,0 1-1 0 0,0-1 0 0 0,0 1 1 0 0,-1 0-1 0 0,0 0 0 0 0,0 0 1 0 0,5 8-1 0 0,-7-10 1 0 0,-1-1 0 0 0,0 2 0 0 0,0-1 0 0 0,0 0 1 0 0,0 0-1 0 0,0 1 0 0 0,-1-1 0 0 0,1 1 0 0 0,-1-1 0 0 0,0 1 0 0 0,0-1 1 0 0,0 1-1 0 0,-1 0 0 0 0,1 0 0 0 0,-1-1 0 0 0,0 1 0 0 0,0 0 0 0 0,0 0 0 0 0,-1 0 1 0 0,1-1-1 0 0,-1 1 0 0 0,0 0 0 0 0,0-1 0 0 0,0 1 0 0 0,-1-1 0 0 0,1 1 1 0 0,-1-1-1 0 0,0 1 0 0 0,-3 4 0 0 0,3-6 9 0 0,-10 7 30 0 0,12-8-36 0 0,-2 1 1 0 0,1-1-1 0 0,0 0 0 0 0,0 0 0 0 0,0 0 1 0 0,0 0-1 0 0,-1 0 0 0 0,1 0 0 0 0,-1 0 0 0 0,1-1 1 0 0,0 1-1 0 0,-3 0 0 0 0,4-1-4 0 0,-1 1 1 0 0,1-1-1 0 0,0 0 1 0 0,0 0-1 0 0,0 0 1 0 0,0 0-1 0 0,0 0 1 0 0,-1 0-1 0 0,1 0 1 0 0,0 0-1 0 0,0 0 1 0 0,0 0-1 0 0,0 0 1 0 0,-1 0-1 0 0,1 0 1 0 0,0 0-1 0 0,0 0 1 0 0,0 0-1 0 0,0 0 1 0 0,-1 0-1 0 0,1 0 1 0 0,0 0-1 0 0,0 0 1 0 0,0 0-1 0 0,0 0 1 0 0,0 0-1 0 0,-1-1 0 0 0,1 1 1 0 0,0 0-1 0 0,0 0 1 0 0,0 0-1 0 0,0 0 1 0 0,0 0-1 0 0,0 0 1 0 0,-1 0-1 0 0,1-1 1 0 0,0 1-1 0 0,0 0 1 0 0,0 0-1 0 0,0 0 1 0 0,0 0-1 0 0,0 0 1 0 0,0-1-1 0 0,0 1 1 0 0,0 0-1 0 0,0 0 1 0 0,0 0-1 0 0,0 0 1 0 0,0-1-1 0 0,0 1 1 0 0,0 0-1 0 0,0 0 1 0 0,0 0-1 0 0,0 0 0 0 0,0-1 1 0 0,0 1-1 0 0,0 0 1 0 0,0 0-1 0 0,12-12 43 0 0,36-19-17 0 0,-26 17-5 0 0,2-4 7 0 0,-1-1 0 0 0,-1-1 0 0 0,-1-1-1 0 0,-1-1 1 0 0,31-42 0 0 0,-46 58-24 0 0,-1 0 0 0 0,1 0-1 0 0,-1-1 1 0 0,0 1-1 0 0,0-1 1 0 0,-1 0 0 0 0,0 0-1 0 0,0 0 1 0 0,-1-1 0 0 0,0 1-1 0 0,0-1 1 0 0,-1 1-1 0 0,0-1 1 0 0,1-12 0 0 0,-3 19-5 0 0,1 1 1 0 0,-1-1 0 0 0,1 1-1 0 0,-1-1 1 0 0,0 1 0 0 0,1 0-1 0 0,-1-1 1 0 0,0 1 0 0 0,1 0-1 0 0,-1-1 1 0 0,0 1 0 0 0,1 0-1 0 0,-1 0 1 0 0,0-1 0 0 0,1 1-1 0 0,-1 0 1 0 0,0 0-1 0 0,0 0 1 0 0,1 0 0 0 0,-1 0-1 0 0,0 0 1 0 0,1 0 0 0 0,-1 0-1 0 0,0 0 1 0 0,0 1 0 0 0,1-1-1 0 0,-1 0 1 0 0,0 1 0 0 0,-24 5 8 0 0,20-2-8 0 0,0 0 0 0 0,0 0 1 0 0,0 0-1 0 0,0 1 1 0 0,1 0-1 0 0,-1 0 0 0 0,1 0 1 0 0,0 0-1 0 0,1 1 0 0 0,-1 0 1 0 0,1-1-1 0 0,1 1 1 0 0,-1 0-1 0 0,1 1 0 0 0,0-1 1 0 0,0 0-1 0 0,0 1 0 0 0,1-1 1 0 0,0 1-1 0 0,0 6 1 0 0,0-1-1 0 0,1 0-1 0 0,0-1 1 0 0,0 1 0 0 0,1-1 0 0 0,1 1 0 0 0,0-1 0 0 0,0 0 0 0 0,1 0 0 0 0,1 0-1 0 0,8 18 1 0 0,14 14-1 0 0,-18-34 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4T15:27:20.6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598 0 5016 0 0,'11'2'1'0'0,"5"2"4"0"0,5 4 5 0 0,-20-7-9 0 0,1 0 0 0 0,-1 0-1 0 0,0 0 1 0 0,0 0 0 0 0,0 0-1 0 0,0 0 1 0 0,0 0 0 0 0,0 0-1 0 0,0 1 1 0 0,0-1 0 0 0,0 0-1 0 0,-1 1 1 0 0,1-1-1 0 0,0 1 1 0 0,-1-1 0 0 0,1 1-1 0 0,-1-1 1 0 0,0 1 0 0 0,1-1-1 0 0,-1 1 1 0 0,0-1 0 0 0,0 1-1 0 0,0 1 1 0 0,2 36 71 0 0,13 69 0 0 0,-2-19 9 0 0,15 120 85 0 0,-17-121-118 0 0,5 48 19 0 0,-13-45-22 0 0,3 144 42 0 0,-6-109-54 0 0,-11 221 81 0 0,-11-28-30 0 0,15-196-63 0 0,3-55-2 0 0,-32 360 56 0 0,8-173-26 0 0,9-74-15 0 0,-4 17-7 0 0,-5 38 9 0 0,-3 8-5 0 0,-50 540 79 0 0,71-656-87 0 0,-27 618 130 0 0,11-181-31 0 0,9-263-23 0 0,-20 296 123 0 0,14-185-9 0 0,8-114-84 0 0,11-237-100 0 0,-23 293 224 0 0,-25 145-77 0 0,-15 303 110 0 0,54-604-155 0 0,-9-1 0 0 0,-64 260 0 0 0,72-410-94 0 0,-3-8-3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46810" y="2146363"/>
            <a:ext cx="5850379" cy="1366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8952" y="462343"/>
            <a:ext cx="7106284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607312"/>
            <a:ext cx="7850505" cy="1976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8" Type="http://schemas.openxmlformats.org/officeDocument/2006/relationships/customXml" Target="../ink/ink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customXml" Target="../ink/ink1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2.xml"/><Relationship Id="rId13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12" Type="http://schemas.openxmlformats.org/officeDocument/2006/relationships/customXml" Target="../ink/ink24.xml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.xml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0" Type="http://schemas.openxmlformats.org/officeDocument/2006/relationships/customXml" Target="../ink/ink23.xml"/><Relationship Id="rId4" Type="http://schemas.openxmlformats.org/officeDocument/2006/relationships/customXml" Target="../ink/ink20.xml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2.png"/><Relationship Id="rId21" Type="http://schemas.openxmlformats.org/officeDocument/2006/relationships/image" Target="../media/image34.png"/><Relationship Id="rId42" Type="http://schemas.openxmlformats.org/officeDocument/2006/relationships/customXml" Target="../ink/ink45.xml"/><Relationship Id="rId63" Type="http://schemas.openxmlformats.org/officeDocument/2006/relationships/image" Target="../media/image55.png"/><Relationship Id="rId84" Type="http://schemas.openxmlformats.org/officeDocument/2006/relationships/customXml" Target="../ink/ink66.xml"/><Relationship Id="rId138" Type="http://schemas.openxmlformats.org/officeDocument/2006/relationships/customXml" Target="../ink/ink93.xml"/><Relationship Id="rId159" Type="http://schemas.openxmlformats.org/officeDocument/2006/relationships/image" Target="../media/image103.png"/><Relationship Id="rId170" Type="http://schemas.openxmlformats.org/officeDocument/2006/relationships/customXml" Target="../ink/ink109.xml"/><Relationship Id="rId107" Type="http://schemas.openxmlformats.org/officeDocument/2006/relationships/image" Target="../media/image77.png"/><Relationship Id="rId11" Type="http://schemas.openxmlformats.org/officeDocument/2006/relationships/image" Target="../media/image29.png"/><Relationship Id="rId32" Type="http://schemas.openxmlformats.org/officeDocument/2006/relationships/customXml" Target="../ink/ink40.xml"/><Relationship Id="rId53" Type="http://schemas.openxmlformats.org/officeDocument/2006/relationships/image" Target="../media/image50.png"/><Relationship Id="rId74" Type="http://schemas.openxmlformats.org/officeDocument/2006/relationships/customXml" Target="../ink/ink61.xml"/><Relationship Id="rId128" Type="http://schemas.openxmlformats.org/officeDocument/2006/relationships/customXml" Target="../ink/ink88.xml"/><Relationship Id="rId149" Type="http://schemas.openxmlformats.org/officeDocument/2006/relationships/image" Target="../media/image98.png"/><Relationship Id="rId5" Type="http://schemas.openxmlformats.org/officeDocument/2006/relationships/image" Target="../media/image26.png"/><Relationship Id="rId95" Type="http://schemas.openxmlformats.org/officeDocument/2006/relationships/image" Target="../media/image71.png"/><Relationship Id="rId160" Type="http://schemas.openxmlformats.org/officeDocument/2006/relationships/customXml" Target="../ink/ink104.xml"/><Relationship Id="rId181" Type="http://schemas.openxmlformats.org/officeDocument/2006/relationships/image" Target="../media/image114.png"/><Relationship Id="rId22" Type="http://schemas.openxmlformats.org/officeDocument/2006/relationships/customXml" Target="../ink/ink35.xml"/><Relationship Id="rId43" Type="http://schemas.openxmlformats.org/officeDocument/2006/relationships/image" Target="../media/image45.png"/><Relationship Id="rId64" Type="http://schemas.openxmlformats.org/officeDocument/2006/relationships/customXml" Target="../ink/ink56.xml"/><Relationship Id="rId118" Type="http://schemas.openxmlformats.org/officeDocument/2006/relationships/customXml" Target="../ink/ink83.xml"/><Relationship Id="rId139" Type="http://schemas.openxmlformats.org/officeDocument/2006/relationships/image" Target="../media/image93.png"/><Relationship Id="rId85" Type="http://schemas.openxmlformats.org/officeDocument/2006/relationships/image" Target="../media/image66.png"/><Relationship Id="rId150" Type="http://schemas.openxmlformats.org/officeDocument/2006/relationships/customXml" Target="../ink/ink99.xml"/><Relationship Id="rId171" Type="http://schemas.openxmlformats.org/officeDocument/2006/relationships/image" Target="../media/image109.png"/><Relationship Id="rId12" Type="http://schemas.openxmlformats.org/officeDocument/2006/relationships/customXml" Target="../ink/ink30.xml"/><Relationship Id="rId33" Type="http://schemas.openxmlformats.org/officeDocument/2006/relationships/image" Target="../media/image40.png"/><Relationship Id="rId108" Type="http://schemas.openxmlformats.org/officeDocument/2006/relationships/customXml" Target="../ink/ink78.xml"/><Relationship Id="rId129" Type="http://schemas.openxmlformats.org/officeDocument/2006/relationships/image" Target="../media/image88.png"/><Relationship Id="rId54" Type="http://schemas.openxmlformats.org/officeDocument/2006/relationships/customXml" Target="../ink/ink51.xml"/><Relationship Id="rId75" Type="http://schemas.openxmlformats.org/officeDocument/2006/relationships/image" Target="../media/image61.png"/><Relationship Id="rId96" Type="http://schemas.openxmlformats.org/officeDocument/2006/relationships/customXml" Target="../ink/ink72.xml"/><Relationship Id="rId140" Type="http://schemas.openxmlformats.org/officeDocument/2006/relationships/customXml" Target="../ink/ink94.xml"/><Relationship Id="rId161" Type="http://schemas.openxmlformats.org/officeDocument/2006/relationships/image" Target="../media/image104.png"/><Relationship Id="rId182" Type="http://schemas.openxmlformats.org/officeDocument/2006/relationships/customXml" Target="../ink/ink115.xml"/><Relationship Id="rId6" Type="http://schemas.openxmlformats.org/officeDocument/2006/relationships/customXml" Target="../ink/ink27.xml"/><Relationship Id="rId23" Type="http://schemas.openxmlformats.org/officeDocument/2006/relationships/image" Target="../media/image35.png"/><Relationship Id="rId119" Type="http://schemas.openxmlformats.org/officeDocument/2006/relationships/image" Target="../media/image83.png"/><Relationship Id="rId44" Type="http://schemas.openxmlformats.org/officeDocument/2006/relationships/customXml" Target="../ink/ink46.xml"/><Relationship Id="rId60" Type="http://schemas.openxmlformats.org/officeDocument/2006/relationships/customXml" Target="../ink/ink54.xml"/><Relationship Id="rId65" Type="http://schemas.openxmlformats.org/officeDocument/2006/relationships/image" Target="../media/image56.png"/><Relationship Id="rId81" Type="http://schemas.openxmlformats.org/officeDocument/2006/relationships/image" Target="../media/image64.png"/><Relationship Id="rId86" Type="http://schemas.openxmlformats.org/officeDocument/2006/relationships/customXml" Target="../ink/ink67.xml"/><Relationship Id="rId130" Type="http://schemas.openxmlformats.org/officeDocument/2006/relationships/customXml" Target="../ink/ink89.xml"/><Relationship Id="rId135" Type="http://schemas.openxmlformats.org/officeDocument/2006/relationships/image" Target="../media/image91.png"/><Relationship Id="rId151" Type="http://schemas.openxmlformats.org/officeDocument/2006/relationships/image" Target="../media/image99.png"/><Relationship Id="rId156" Type="http://schemas.openxmlformats.org/officeDocument/2006/relationships/customXml" Target="../ink/ink102.xml"/><Relationship Id="rId177" Type="http://schemas.openxmlformats.org/officeDocument/2006/relationships/image" Target="../media/image112.png"/><Relationship Id="rId172" Type="http://schemas.openxmlformats.org/officeDocument/2006/relationships/customXml" Target="../ink/ink110.xml"/><Relationship Id="rId13" Type="http://schemas.openxmlformats.org/officeDocument/2006/relationships/image" Target="../media/image30.png"/><Relationship Id="rId18" Type="http://schemas.openxmlformats.org/officeDocument/2006/relationships/customXml" Target="../ink/ink33.xml"/><Relationship Id="rId39" Type="http://schemas.openxmlformats.org/officeDocument/2006/relationships/image" Target="../media/image43.png"/><Relationship Id="rId109" Type="http://schemas.openxmlformats.org/officeDocument/2006/relationships/image" Target="../media/image78.png"/><Relationship Id="rId34" Type="http://schemas.openxmlformats.org/officeDocument/2006/relationships/customXml" Target="../ink/ink41.xml"/><Relationship Id="rId50" Type="http://schemas.openxmlformats.org/officeDocument/2006/relationships/customXml" Target="../ink/ink49.xml"/><Relationship Id="rId55" Type="http://schemas.openxmlformats.org/officeDocument/2006/relationships/image" Target="../media/image51.png"/><Relationship Id="rId76" Type="http://schemas.openxmlformats.org/officeDocument/2006/relationships/customXml" Target="../ink/ink62.xml"/><Relationship Id="rId97" Type="http://schemas.openxmlformats.org/officeDocument/2006/relationships/image" Target="../media/image72.png"/><Relationship Id="rId104" Type="http://schemas.openxmlformats.org/officeDocument/2006/relationships/customXml" Target="../ink/ink76.xml"/><Relationship Id="rId120" Type="http://schemas.openxmlformats.org/officeDocument/2006/relationships/customXml" Target="../ink/ink84.xml"/><Relationship Id="rId125" Type="http://schemas.openxmlformats.org/officeDocument/2006/relationships/image" Target="../media/image86.png"/><Relationship Id="rId141" Type="http://schemas.openxmlformats.org/officeDocument/2006/relationships/image" Target="../media/image94.png"/><Relationship Id="rId146" Type="http://schemas.openxmlformats.org/officeDocument/2006/relationships/customXml" Target="../ink/ink97.xml"/><Relationship Id="rId167" Type="http://schemas.openxmlformats.org/officeDocument/2006/relationships/image" Target="../media/image107.png"/><Relationship Id="rId7" Type="http://schemas.openxmlformats.org/officeDocument/2006/relationships/image" Target="../media/image27.png"/><Relationship Id="rId71" Type="http://schemas.openxmlformats.org/officeDocument/2006/relationships/image" Target="../media/image59.png"/><Relationship Id="rId92" Type="http://schemas.openxmlformats.org/officeDocument/2006/relationships/customXml" Target="../ink/ink70.xml"/><Relationship Id="rId162" Type="http://schemas.openxmlformats.org/officeDocument/2006/relationships/customXml" Target="../ink/ink105.xml"/><Relationship Id="rId183" Type="http://schemas.openxmlformats.org/officeDocument/2006/relationships/image" Target="../media/image115.png"/><Relationship Id="rId2" Type="http://schemas.openxmlformats.org/officeDocument/2006/relationships/customXml" Target="../ink/ink25.xml"/><Relationship Id="rId29" Type="http://schemas.openxmlformats.org/officeDocument/2006/relationships/image" Target="../media/image38.png"/><Relationship Id="rId24" Type="http://schemas.openxmlformats.org/officeDocument/2006/relationships/customXml" Target="../ink/ink36.xml"/><Relationship Id="rId40" Type="http://schemas.openxmlformats.org/officeDocument/2006/relationships/customXml" Target="../ink/ink44.xml"/><Relationship Id="rId45" Type="http://schemas.openxmlformats.org/officeDocument/2006/relationships/image" Target="../media/image46.png"/><Relationship Id="rId66" Type="http://schemas.openxmlformats.org/officeDocument/2006/relationships/customXml" Target="../ink/ink57.xml"/><Relationship Id="rId87" Type="http://schemas.openxmlformats.org/officeDocument/2006/relationships/image" Target="../media/image67.png"/><Relationship Id="rId110" Type="http://schemas.openxmlformats.org/officeDocument/2006/relationships/customXml" Target="../ink/ink79.xml"/><Relationship Id="rId115" Type="http://schemas.openxmlformats.org/officeDocument/2006/relationships/image" Target="../media/image81.png"/><Relationship Id="rId131" Type="http://schemas.openxmlformats.org/officeDocument/2006/relationships/image" Target="../media/image89.png"/><Relationship Id="rId136" Type="http://schemas.openxmlformats.org/officeDocument/2006/relationships/customXml" Target="../ink/ink92.xml"/><Relationship Id="rId157" Type="http://schemas.openxmlformats.org/officeDocument/2006/relationships/image" Target="../media/image102.png"/><Relationship Id="rId178" Type="http://schemas.openxmlformats.org/officeDocument/2006/relationships/customXml" Target="../ink/ink113.xml"/><Relationship Id="rId61" Type="http://schemas.openxmlformats.org/officeDocument/2006/relationships/image" Target="../media/image54.png"/><Relationship Id="rId82" Type="http://schemas.openxmlformats.org/officeDocument/2006/relationships/customXml" Target="../ink/ink65.xml"/><Relationship Id="rId152" Type="http://schemas.openxmlformats.org/officeDocument/2006/relationships/customXml" Target="../ink/ink100.xml"/><Relationship Id="rId173" Type="http://schemas.openxmlformats.org/officeDocument/2006/relationships/image" Target="../media/image110.png"/><Relationship Id="rId19" Type="http://schemas.openxmlformats.org/officeDocument/2006/relationships/image" Target="../media/image33.png"/><Relationship Id="rId14" Type="http://schemas.openxmlformats.org/officeDocument/2006/relationships/customXml" Target="../ink/ink31.xml"/><Relationship Id="rId30" Type="http://schemas.openxmlformats.org/officeDocument/2006/relationships/customXml" Target="../ink/ink39.xml"/><Relationship Id="rId35" Type="http://schemas.openxmlformats.org/officeDocument/2006/relationships/image" Target="../media/image41.png"/><Relationship Id="rId56" Type="http://schemas.openxmlformats.org/officeDocument/2006/relationships/customXml" Target="../ink/ink52.xml"/><Relationship Id="rId77" Type="http://schemas.openxmlformats.org/officeDocument/2006/relationships/image" Target="../media/image62.png"/><Relationship Id="rId100" Type="http://schemas.openxmlformats.org/officeDocument/2006/relationships/customXml" Target="../ink/ink74.xml"/><Relationship Id="rId105" Type="http://schemas.openxmlformats.org/officeDocument/2006/relationships/image" Target="../media/image76.png"/><Relationship Id="rId126" Type="http://schemas.openxmlformats.org/officeDocument/2006/relationships/customXml" Target="../ink/ink87.xml"/><Relationship Id="rId147" Type="http://schemas.openxmlformats.org/officeDocument/2006/relationships/image" Target="../media/image97.png"/><Relationship Id="rId168" Type="http://schemas.openxmlformats.org/officeDocument/2006/relationships/customXml" Target="../ink/ink108.xml"/><Relationship Id="rId8" Type="http://schemas.openxmlformats.org/officeDocument/2006/relationships/customXml" Target="../ink/ink28.xml"/><Relationship Id="rId51" Type="http://schemas.openxmlformats.org/officeDocument/2006/relationships/image" Target="../media/image49.png"/><Relationship Id="rId72" Type="http://schemas.openxmlformats.org/officeDocument/2006/relationships/customXml" Target="../ink/ink60.xml"/><Relationship Id="rId93" Type="http://schemas.openxmlformats.org/officeDocument/2006/relationships/image" Target="../media/image70.png"/><Relationship Id="rId98" Type="http://schemas.openxmlformats.org/officeDocument/2006/relationships/customXml" Target="../ink/ink73.xml"/><Relationship Id="rId121" Type="http://schemas.openxmlformats.org/officeDocument/2006/relationships/image" Target="../media/image84.png"/><Relationship Id="rId142" Type="http://schemas.openxmlformats.org/officeDocument/2006/relationships/customXml" Target="../ink/ink95.xml"/><Relationship Id="rId163" Type="http://schemas.openxmlformats.org/officeDocument/2006/relationships/image" Target="../media/image105.png"/><Relationship Id="rId3" Type="http://schemas.openxmlformats.org/officeDocument/2006/relationships/image" Target="../media/image25.png"/><Relationship Id="rId25" Type="http://schemas.openxmlformats.org/officeDocument/2006/relationships/image" Target="../media/image36.png"/><Relationship Id="rId46" Type="http://schemas.openxmlformats.org/officeDocument/2006/relationships/customXml" Target="../ink/ink47.xml"/><Relationship Id="rId67" Type="http://schemas.openxmlformats.org/officeDocument/2006/relationships/image" Target="../media/image57.png"/><Relationship Id="rId116" Type="http://schemas.openxmlformats.org/officeDocument/2006/relationships/customXml" Target="../ink/ink82.xml"/><Relationship Id="rId137" Type="http://schemas.openxmlformats.org/officeDocument/2006/relationships/image" Target="../media/image92.png"/><Relationship Id="rId158" Type="http://schemas.openxmlformats.org/officeDocument/2006/relationships/customXml" Target="../ink/ink103.xml"/><Relationship Id="rId20" Type="http://schemas.openxmlformats.org/officeDocument/2006/relationships/customXml" Target="../ink/ink34.xml"/><Relationship Id="rId41" Type="http://schemas.openxmlformats.org/officeDocument/2006/relationships/image" Target="../media/image44.png"/><Relationship Id="rId62" Type="http://schemas.openxmlformats.org/officeDocument/2006/relationships/customXml" Target="../ink/ink55.xml"/><Relationship Id="rId83" Type="http://schemas.openxmlformats.org/officeDocument/2006/relationships/image" Target="../media/image65.png"/><Relationship Id="rId88" Type="http://schemas.openxmlformats.org/officeDocument/2006/relationships/customXml" Target="../ink/ink68.xml"/><Relationship Id="rId111" Type="http://schemas.openxmlformats.org/officeDocument/2006/relationships/image" Target="../media/image79.png"/><Relationship Id="rId132" Type="http://schemas.openxmlformats.org/officeDocument/2006/relationships/customXml" Target="../ink/ink90.xml"/><Relationship Id="rId153" Type="http://schemas.openxmlformats.org/officeDocument/2006/relationships/image" Target="../media/image100.png"/><Relationship Id="rId174" Type="http://schemas.openxmlformats.org/officeDocument/2006/relationships/customXml" Target="../ink/ink111.xml"/><Relationship Id="rId179" Type="http://schemas.openxmlformats.org/officeDocument/2006/relationships/image" Target="../media/image113.png"/><Relationship Id="rId15" Type="http://schemas.openxmlformats.org/officeDocument/2006/relationships/image" Target="../media/image31.png"/><Relationship Id="rId36" Type="http://schemas.openxmlformats.org/officeDocument/2006/relationships/customXml" Target="../ink/ink42.xml"/><Relationship Id="rId57" Type="http://schemas.openxmlformats.org/officeDocument/2006/relationships/image" Target="../media/image52.png"/><Relationship Id="rId106" Type="http://schemas.openxmlformats.org/officeDocument/2006/relationships/customXml" Target="../ink/ink77.xml"/><Relationship Id="rId127" Type="http://schemas.openxmlformats.org/officeDocument/2006/relationships/image" Target="../media/image87.png"/><Relationship Id="rId10" Type="http://schemas.openxmlformats.org/officeDocument/2006/relationships/customXml" Target="../ink/ink29.xml"/><Relationship Id="rId31" Type="http://schemas.openxmlformats.org/officeDocument/2006/relationships/image" Target="../media/image39.png"/><Relationship Id="rId52" Type="http://schemas.openxmlformats.org/officeDocument/2006/relationships/customXml" Target="../ink/ink50.xml"/><Relationship Id="rId73" Type="http://schemas.openxmlformats.org/officeDocument/2006/relationships/image" Target="../media/image60.png"/><Relationship Id="rId78" Type="http://schemas.openxmlformats.org/officeDocument/2006/relationships/customXml" Target="../ink/ink63.xml"/><Relationship Id="rId94" Type="http://schemas.openxmlformats.org/officeDocument/2006/relationships/customXml" Target="../ink/ink71.xml"/><Relationship Id="rId99" Type="http://schemas.openxmlformats.org/officeDocument/2006/relationships/image" Target="../media/image73.png"/><Relationship Id="rId101" Type="http://schemas.openxmlformats.org/officeDocument/2006/relationships/image" Target="../media/image74.png"/><Relationship Id="rId122" Type="http://schemas.openxmlformats.org/officeDocument/2006/relationships/customXml" Target="../ink/ink85.xml"/><Relationship Id="rId143" Type="http://schemas.openxmlformats.org/officeDocument/2006/relationships/image" Target="../media/image95.png"/><Relationship Id="rId148" Type="http://schemas.openxmlformats.org/officeDocument/2006/relationships/customXml" Target="../ink/ink98.xml"/><Relationship Id="rId164" Type="http://schemas.openxmlformats.org/officeDocument/2006/relationships/customXml" Target="../ink/ink106.xml"/><Relationship Id="rId169" Type="http://schemas.openxmlformats.org/officeDocument/2006/relationships/image" Target="../media/image108.png"/><Relationship Id="rId4" Type="http://schemas.openxmlformats.org/officeDocument/2006/relationships/customXml" Target="../ink/ink26.xml"/><Relationship Id="rId9" Type="http://schemas.openxmlformats.org/officeDocument/2006/relationships/image" Target="../media/image28.png"/><Relationship Id="rId180" Type="http://schemas.openxmlformats.org/officeDocument/2006/relationships/customXml" Target="../ink/ink114.xml"/><Relationship Id="rId26" Type="http://schemas.openxmlformats.org/officeDocument/2006/relationships/customXml" Target="../ink/ink37.xml"/><Relationship Id="rId47" Type="http://schemas.openxmlformats.org/officeDocument/2006/relationships/image" Target="../media/image47.png"/><Relationship Id="rId68" Type="http://schemas.openxmlformats.org/officeDocument/2006/relationships/customXml" Target="../ink/ink58.xml"/><Relationship Id="rId89" Type="http://schemas.openxmlformats.org/officeDocument/2006/relationships/image" Target="../media/image68.png"/><Relationship Id="rId112" Type="http://schemas.openxmlformats.org/officeDocument/2006/relationships/customXml" Target="../ink/ink80.xml"/><Relationship Id="rId133" Type="http://schemas.openxmlformats.org/officeDocument/2006/relationships/image" Target="../media/image90.png"/><Relationship Id="rId154" Type="http://schemas.openxmlformats.org/officeDocument/2006/relationships/customXml" Target="../ink/ink101.xml"/><Relationship Id="rId175" Type="http://schemas.openxmlformats.org/officeDocument/2006/relationships/image" Target="../media/image111.png"/><Relationship Id="rId16" Type="http://schemas.openxmlformats.org/officeDocument/2006/relationships/customXml" Target="../ink/ink32.xml"/><Relationship Id="rId37" Type="http://schemas.openxmlformats.org/officeDocument/2006/relationships/image" Target="../media/image42.png"/><Relationship Id="rId58" Type="http://schemas.openxmlformats.org/officeDocument/2006/relationships/customXml" Target="../ink/ink53.xml"/><Relationship Id="rId79" Type="http://schemas.openxmlformats.org/officeDocument/2006/relationships/image" Target="../media/image63.png"/><Relationship Id="rId102" Type="http://schemas.openxmlformats.org/officeDocument/2006/relationships/customXml" Target="../ink/ink75.xml"/><Relationship Id="rId123" Type="http://schemas.openxmlformats.org/officeDocument/2006/relationships/image" Target="../media/image85.png"/><Relationship Id="rId144" Type="http://schemas.openxmlformats.org/officeDocument/2006/relationships/customXml" Target="../ink/ink96.xml"/><Relationship Id="rId90" Type="http://schemas.openxmlformats.org/officeDocument/2006/relationships/customXml" Target="../ink/ink69.xml"/><Relationship Id="rId165" Type="http://schemas.openxmlformats.org/officeDocument/2006/relationships/image" Target="../media/image106.png"/><Relationship Id="rId27" Type="http://schemas.openxmlformats.org/officeDocument/2006/relationships/image" Target="../media/image37.png"/><Relationship Id="rId48" Type="http://schemas.openxmlformats.org/officeDocument/2006/relationships/customXml" Target="../ink/ink48.xml"/><Relationship Id="rId69" Type="http://schemas.openxmlformats.org/officeDocument/2006/relationships/image" Target="../media/image58.png"/><Relationship Id="rId113" Type="http://schemas.openxmlformats.org/officeDocument/2006/relationships/image" Target="../media/image80.png"/><Relationship Id="rId134" Type="http://schemas.openxmlformats.org/officeDocument/2006/relationships/customXml" Target="../ink/ink91.xml"/><Relationship Id="rId80" Type="http://schemas.openxmlformats.org/officeDocument/2006/relationships/customXml" Target="../ink/ink64.xml"/><Relationship Id="rId155" Type="http://schemas.openxmlformats.org/officeDocument/2006/relationships/image" Target="../media/image101.png"/><Relationship Id="rId176" Type="http://schemas.openxmlformats.org/officeDocument/2006/relationships/customXml" Target="../ink/ink112.xml"/><Relationship Id="rId17" Type="http://schemas.openxmlformats.org/officeDocument/2006/relationships/image" Target="../media/image32.png"/><Relationship Id="rId38" Type="http://schemas.openxmlformats.org/officeDocument/2006/relationships/customXml" Target="../ink/ink43.xml"/><Relationship Id="rId59" Type="http://schemas.openxmlformats.org/officeDocument/2006/relationships/image" Target="../media/image53.png"/><Relationship Id="rId103" Type="http://schemas.openxmlformats.org/officeDocument/2006/relationships/image" Target="../media/image75.png"/><Relationship Id="rId124" Type="http://schemas.openxmlformats.org/officeDocument/2006/relationships/customXml" Target="../ink/ink86.xml"/><Relationship Id="rId70" Type="http://schemas.openxmlformats.org/officeDocument/2006/relationships/customXml" Target="../ink/ink59.xml"/><Relationship Id="rId91" Type="http://schemas.openxmlformats.org/officeDocument/2006/relationships/image" Target="../media/image69.png"/><Relationship Id="rId145" Type="http://schemas.openxmlformats.org/officeDocument/2006/relationships/image" Target="../media/image96.png"/><Relationship Id="rId166" Type="http://schemas.openxmlformats.org/officeDocument/2006/relationships/customXml" Target="../ink/ink107.xml"/><Relationship Id="rId1" Type="http://schemas.openxmlformats.org/officeDocument/2006/relationships/slideLayout" Target="../slideLayouts/slideLayout5.xml"/><Relationship Id="rId28" Type="http://schemas.openxmlformats.org/officeDocument/2006/relationships/customXml" Target="../ink/ink38.xml"/><Relationship Id="rId49" Type="http://schemas.openxmlformats.org/officeDocument/2006/relationships/image" Target="../media/image48.png"/><Relationship Id="rId114" Type="http://schemas.openxmlformats.org/officeDocument/2006/relationships/customXml" Target="../ink/ink8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9.xml"/><Relationship Id="rId13" Type="http://schemas.openxmlformats.org/officeDocument/2006/relationships/image" Target="../media/image121.png"/><Relationship Id="rId18" Type="http://schemas.openxmlformats.org/officeDocument/2006/relationships/customXml" Target="../ink/ink124.xml"/><Relationship Id="rId3" Type="http://schemas.openxmlformats.org/officeDocument/2006/relationships/image" Target="../media/image116.png"/><Relationship Id="rId7" Type="http://schemas.openxmlformats.org/officeDocument/2006/relationships/image" Target="../media/image118.png"/><Relationship Id="rId12" Type="http://schemas.openxmlformats.org/officeDocument/2006/relationships/customXml" Target="../ink/ink121.xml"/><Relationship Id="rId17" Type="http://schemas.openxmlformats.org/officeDocument/2006/relationships/image" Target="../media/image123.png"/><Relationship Id="rId2" Type="http://schemas.openxmlformats.org/officeDocument/2006/relationships/customXml" Target="../ink/ink116.xml"/><Relationship Id="rId16" Type="http://schemas.openxmlformats.org/officeDocument/2006/relationships/customXml" Target="../ink/ink12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8.xml"/><Relationship Id="rId11" Type="http://schemas.openxmlformats.org/officeDocument/2006/relationships/image" Target="../media/image120.png"/><Relationship Id="rId5" Type="http://schemas.openxmlformats.org/officeDocument/2006/relationships/image" Target="../media/image117.png"/><Relationship Id="rId15" Type="http://schemas.openxmlformats.org/officeDocument/2006/relationships/image" Target="../media/image122.png"/><Relationship Id="rId10" Type="http://schemas.openxmlformats.org/officeDocument/2006/relationships/customXml" Target="../ink/ink120.xml"/><Relationship Id="rId19" Type="http://schemas.openxmlformats.org/officeDocument/2006/relationships/image" Target="../media/image124.png"/><Relationship Id="rId4" Type="http://schemas.openxmlformats.org/officeDocument/2006/relationships/customXml" Target="../ink/ink117.xml"/><Relationship Id="rId9" Type="http://schemas.openxmlformats.org/officeDocument/2006/relationships/image" Target="../media/image119.png"/><Relationship Id="rId14" Type="http://schemas.openxmlformats.org/officeDocument/2006/relationships/customXml" Target="../ink/ink12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8.xml"/><Relationship Id="rId3" Type="http://schemas.openxmlformats.org/officeDocument/2006/relationships/image" Target="../media/image125.png"/><Relationship Id="rId7" Type="http://schemas.openxmlformats.org/officeDocument/2006/relationships/image" Target="../media/image127.png"/><Relationship Id="rId2" Type="http://schemas.openxmlformats.org/officeDocument/2006/relationships/customXml" Target="../ink/ink12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7.xml"/><Relationship Id="rId11" Type="http://schemas.openxmlformats.org/officeDocument/2006/relationships/image" Target="../media/image129.png"/><Relationship Id="rId5" Type="http://schemas.openxmlformats.org/officeDocument/2006/relationships/image" Target="../media/image126.png"/><Relationship Id="rId10" Type="http://schemas.openxmlformats.org/officeDocument/2006/relationships/customXml" Target="../ink/ink129.xml"/><Relationship Id="rId4" Type="http://schemas.openxmlformats.org/officeDocument/2006/relationships/customXml" Target="../ink/ink126.xml"/><Relationship Id="rId9" Type="http://schemas.openxmlformats.org/officeDocument/2006/relationships/image" Target="../media/image12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3.xml"/><Relationship Id="rId13" Type="http://schemas.openxmlformats.org/officeDocument/2006/relationships/image" Target="../media/image135.png"/><Relationship Id="rId3" Type="http://schemas.openxmlformats.org/officeDocument/2006/relationships/image" Target="../media/image130.png"/><Relationship Id="rId7" Type="http://schemas.openxmlformats.org/officeDocument/2006/relationships/image" Target="../media/image132.png"/><Relationship Id="rId12" Type="http://schemas.openxmlformats.org/officeDocument/2006/relationships/customXml" Target="../ink/ink135.xml"/><Relationship Id="rId2" Type="http://schemas.openxmlformats.org/officeDocument/2006/relationships/customXml" Target="../ink/ink13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2.xml"/><Relationship Id="rId11" Type="http://schemas.openxmlformats.org/officeDocument/2006/relationships/image" Target="../media/image134.png"/><Relationship Id="rId5" Type="http://schemas.openxmlformats.org/officeDocument/2006/relationships/image" Target="../media/image131.png"/><Relationship Id="rId15" Type="http://schemas.openxmlformats.org/officeDocument/2006/relationships/image" Target="../media/image136.png"/><Relationship Id="rId10" Type="http://schemas.openxmlformats.org/officeDocument/2006/relationships/customXml" Target="../ink/ink134.xml"/><Relationship Id="rId4" Type="http://schemas.openxmlformats.org/officeDocument/2006/relationships/customXml" Target="../ink/ink131.xml"/><Relationship Id="rId9" Type="http://schemas.openxmlformats.org/officeDocument/2006/relationships/image" Target="../media/image133.png"/><Relationship Id="rId14" Type="http://schemas.openxmlformats.org/officeDocument/2006/relationships/customXml" Target="../ink/ink13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0.xml"/><Relationship Id="rId13" Type="http://schemas.openxmlformats.org/officeDocument/2006/relationships/image" Target="../media/image142.png"/><Relationship Id="rId18" Type="http://schemas.openxmlformats.org/officeDocument/2006/relationships/customXml" Target="../ink/ink145.xml"/><Relationship Id="rId3" Type="http://schemas.openxmlformats.org/officeDocument/2006/relationships/image" Target="../media/image137.png"/><Relationship Id="rId21" Type="http://schemas.openxmlformats.org/officeDocument/2006/relationships/image" Target="../media/image146.png"/><Relationship Id="rId7" Type="http://schemas.openxmlformats.org/officeDocument/2006/relationships/image" Target="../media/image139.png"/><Relationship Id="rId12" Type="http://schemas.openxmlformats.org/officeDocument/2006/relationships/customXml" Target="../ink/ink142.xml"/><Relationship Id="rId17" Type="http://schemas.openxmlformats.org/officeDocument/2006/relationships/image" Target="../media/image144.png"/><Relationship Id="rId2" Type="http://schemas.openxmlformats.org/officeDocument/2006/relationships/customXml" Target="../ink/ink137.xml"/><Relationship Id="rId16" Type="http://schemas.openxmlformats.org/officeDocument/2006/relationships/customXml" Target="../ink/ink144.xml"/><Relationship Id="rId20" Type="http://schemas.openxmlformats.org/officeDocument/2006/relationships/customXml" Target="../ink/ink14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9.xml"/><Relationship Id="rId11" Type="http://schemas.openxmlformats.org/officeDocument/2006/relationships/image" Target="../media/image141.png"/><Relationship Id="rId5" Type="http://schemas.openxmlformats.org/officeDocument/2006/relationships/image" Target="../media/image138.png"/><Relationship Id="rId15" Type="http://schemas.openxmlformats.org/officeDocument/2006/relationships/image" Target="../media/image143.png"/><Relationship Id="rId23" Type="http://schemas.openxmlformats.org/officeDocument/2006/relationships/image" Target="../media/image147.png"/><Relationship Id="rId10" Type="http://schemas.openxmlformats.org/officeDocument/2006/relationships/customXml" Target="../ink/ink141.xml"/><Relationship Id="rId19" Type="http://schemas.openxmlformats.org/officeDocument/2006/relationships/image" Target="../media/image145.png"/><Relationship Id="rId4" Type="http://schemas.openxmlformats.org/officeDocument/2006/relationships/customXml" Target="../ink/ink138.xml"/><Relationship Id="rId9" Type="http://schemas.openxmlformats.org/officeDocument/2006/relationships/image" Target="../media/image140.png"/><Relationship Id="rId14" Type="http://schemas.openxmlformats.org/officeDocument/2006/relationships/customXml" Target="../ink/ink143.xml"/><Relationship Id="rId22" Type="http://schemas.openxmlformats.org/officeDocument/2006/relationships/customXml" Target="../ink/ink14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1.xml"/><Relationship Id="rId13" Type="http://schemas.openxmlformats.org/officeDocument/2006/relationships/image" Target="../media/image153.png"/><Relationship Id="rId3" Type="http://schemas.openxmlformats.org/officeDocument/2006/relationships/image" Target="../media/image148.png"/><Relationship Id="rId7" Type="http://schemas.openxmlformats.org/officeDocument/2006/relationships/image" Target="../media/image150.png"/><Relationship Id="rId12" Type="http://schemas.openxmlformats.org/officeDocument/2006/relationships/customXml" Target="../ink/ink153.xml"/><Relationship Id="rId17" Type="http://schemas.openxmlformats.org/officeDocument/2006/relationships/image" Target="../media/image155.png"/><Relationship Id="rId2" Type="http://schemas.openxmlformats.org/officeDocument/2006/relationships/customXml" Target="../ink/ink148.xml"/><Relationship Id="rId16" Type="http://schemas.openxmlformats.org/officeDocument/2006/relationships/customXml" Target="../ink/ink15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0.xml"/><Relationship Id="rId11" Type="http://schemas.openxmlformats.org/officeDocument/2006/relationships/image" Target="../media/image152.png"/><Relationship Id="rId5" Type="http://schemas.openxmlformats.org/officeDocument/2006/relationships/image" Target="../media/image149.png"/><Relationship Id="rId15" Type="http://schemas.openxmlformats.org/officeDocument/2006/relationships/image" Target="../media/image154.png"/><Relationship Id="rId10" Type="http://schemas.openxmlformats.org/officeDocument/2006/relationships/customXml" Target="../ink/ink152.xml"/><Relationship Id="rId4" Type="http://schemas.openxmlformats.org/officeDocument/2006/relationships/customXml" Target="../ink/ink149.xml"/><Relationship Id="rId9" Type="http://schemas.openxmlformats.org/officeDocument/2006/relationships/image" Target="../media/image151.png"/><Relationship Id="rId14" Type="http://schemas.openxmlformats.org/officeDocument/2006/relationships/customXml" Target="../ink/ink15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customXml" Target="../ink/ink15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48765" marR="5080" indent="-1536065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RESTful</a:t>
            </a:r>
            <a:r>
              <a:rPr spc="5" dirty="0"/>
              <a:t> </a:t>
            </a:r>
            <a:r>
              <a:rPr spc="-60" dirty="0"/>
              <a:t>Web</a:t>
            </a:r>
            <a:r>
              <a:rPr spc="-5" dirty="0"/>
              <a:t> </a:t>
            </a:r>
            <a:r>
              <a:rPr dirty="0"/>
              <a:t>Services</a:t>
            </a:r>
            <a:r>
              <a:rPr spc="10" dirty="0"/>
              <a:t> </a:t>
            </a:r>
            <a:r>
              <a:rPr spc="-5" dirty="0"/>
              <a:t>and </a:t>
            </a:r>
            <a:r>
              <a:rPr spc="-980" dirty="0"/>
              <a:t> </a:t>
            </a:r>
            <a:r>
              <a:rPr spc="-35" dirty="0"/>
              <a:t>WebSockets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158" y="3893311"/>
            <a:ext cx="30467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888888"/>
                </a:solidFill>
                <a:latin typeface="Calibri"/>
                <a:cs typeface="Calibri"/>
              </a:rPr>
              <a:t>Juan Luis </a:t>
            </a:r>
            <a:r>
              <a:rPr sz="3200" spc="-10" dirty="0">
                <a:solidFill>
                  <a:srgbClr val="888888"/>
                </a:solidFill>
                <a:latin typeface="Calibri"/>
                <a:cs typeface="Calibri"/>
              </a:rPr>
              <a:t>Gorricho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8528" y="462343"/>
            <a:ext cx="47466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RESTful</a:t>
            </a:r>
            <a:r>
              <a:rPr spc="-20" dirty="0"/>
              <a:t> </a:t>
            </a:r>
            <a:r>
              <a:rPr spc="-15" dirty="0"/>
              <a:t>web</a:t>
            </a:r>
            <a:r>
              <a:rPr spc="-20" dirty="0"/>
              <a:t> </a:t>
            </a:r>
            <a:r>
              <a:rPr dirty="0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9973"/>
            <a:ext cx="7920355" cy="43053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363220" indent="-342900">
              <a:lnSpc>
                <a:spcPts val="2920"/>
              </a:lnSpc>
              <a:spcBef>
                <a:spcPts val="45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20" dirty="0">
                <a:latin typeface="Calibri"/>
                <a:cs typeface="Calibri"/>
              </a:rPr>
              <a:t>Representational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State </a:t>
            </a:r>
            <a:r>
              <a:rPr sz="2700" spc="-45" dirty="0">
                <a:latin typeface="Calibri"/>
                <a:cs typeface="Calibri"/>
              </a:rPr>
              <a:t>Transfer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(REST)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has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gained </a:t>
            </a:r>
            <a:r>
              <a:rPr sz="2700" spc="-10" dirty="0">
                <a:latin typeface="Calibri"/>
                <a:cs typeface="Calibri"/>
              </a:rPr>
              <a:t> widespread </a:t>
            </a:r>
            <a:r>
              <a:rPr sz="2700" spc="-15" dirty="0">
                <a:latin typeface="Calibri"/>
                <a:cs typeface="Calibri"/>
              </a:rPr>
              <a:t>acceptance </a:t>
            </a:r>
            <a:r>
              <a:rPr sz="2700" spc="-10" dirty="0">
                <a:latin typeface="Calibri"/>
                <a:cs typeface="Calibri"/>
              </a:rPr>
              <a:t>across </a:t>
            </a:r>
            <a:r>
              <a:rPr sz="2700" spc="-5" dirty="0">
                <a:latin typeface="Calibri"/>
                <a:cs typeface="Calibri"/>
              </a:rPr>
              <a:t>the </a:t>
            </a:r>
            <a:r>
              <a:rPr sz="2700" spc="-35" dirty="0">
                <a:latin typeface="Calibri"/>
                <a:cs typeface="Calibri"/>
              </a:rPr>
              <a:t>Web </a:t>
            </a:r>
            <a:r>
              <a:rPr sz="2700" dirty="0">
                <a:latin typeface="Calibri"/>
                <a:cs typeface="Calibri"/>
              </a:rPr>
              <a:t>as a </a:t>
            </a:r>
            <a:r>
              <a:rPr sz="2700" spc="-5" dirty="0">
                <a:latin typeface="Calibri"/>
                <a:cs typeface="Calibri"/>
              </a:rPr>
              <a:t>simpler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alternative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to</a:t>
            </a:r>
            <a:r>
              <a:rPr sz="2700" spc="-10" dirty="0">
                <a:latin typeface="Calibri"/>
                <a:cs typeface="Calibri"/>
              </a:rPr>
              <a:t> SOAP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and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WSDL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based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35" dirty="0">
                <a:latin typeface="Calibri"/>
                <a:cs typeface="Calibri"/>
              </a:rPr>
              <a:t>Web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services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deploying </a:t>
            </a:r>
            <a:r>
              <a:rPr sz="2700" dirty="0">
                <a:latin typeface="Calibri"/>
                <a:cs typeface="Calibri"/>
              </a:rPr>
              <a:t>services </a:t>
            </a:r>
            <a:r>
              <a:rPr sz="2700" spc="-5" dirty="0">
                <a:latin typeface="Calibri"/>
                <a:cs typeface="Calibri"/>
              </a:rPr>
              <a:t>on the </a:t>
            </a:r>
            <a:r>
              <a:rPr sz="2700" spc="-15" dirty="0">
                <a:latin typeface="Calibri"/>
                <a:cs typeface="Calibri"/>
              </a:rPr>
              <a:t>Internet, </a:t>
            </a:r>
            <a:r>
              <a:rPr sz="2700" spc="-5" dirty="0">
                <a:latin typeface="Calibri"/>
                <a:cs typeface="Calibri"/>
              </a:rPr>
              <a:t>due </a:t>
            </a:r>
            <a:r>
              <a:rPr sz="2700" spc="-15" dirty="0">
                <a:latin typeface="Calibri"/>
                <a:cs typeface="Calibri"/>
              </a:rPr>
              <a:t>to </a:t>
            </a:r>
            <a:r>
              <a:rPr sz="2700" spc="-5" dirty="0">
                <a:latin typeface="Calibri"/>
                <a:cs typeface="Calibri"/>
              </a:rPr>
              <a:t>its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lightweight </a:t>
            </a:r>
            <a:r>
              <a:rPr sz="2700" spc="-15" dirty="0">
                <a:latin typeface="Calibri"/>
                <a:cs typeface="Calibri"/>
              </a:rPr>
              <a:t>nature </a:t>
            </a:r>
            <a:r>
              <a:rPr sz="2700" spc="-5" dirty="0">
                <a:latin typeface="Calibri"/>
                <a:cs typeface="Calibri"/>
              </a:rPr>
              <a:t>and the ability </a:t>
            </a:r>
            <a:r>
              <a:rPr sz="2700" spc="-15" dirty="0">
                <a:latin typeface="Calibri"/>
                <a:cs typeface="Calibri"/>
              </a:rPr>
              <a:t>to </a:t>
            </a:r>
            <a:r>
              <a:rPr sz="2700" spc="-10" dirty="0">
                <a:latin typeface="Calibri"/>
                <a:cs typeface="Calibri"/>
              </a:rPr>
              <a:t>transmit </a:t>
            </a:r>
            <a:r>
              <a:rPr sz="2700" spc="-20" dirty="0">
                <a:latin typeface="Calibri"/>
                <a:cs typeface="Calibri"/>
              </a:rPr>
              <a:t>data 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directly </a:t>
            </a:r>
            <a:r>
              <a:rPr sz="2700" spc="-15" dirty="0">
                <a:latin typeface="Calibri"/>
                <a:cs typeface="Calibri"/>
              </a:rPr>
              <a:t>over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65" dirty="0">
                <a:latin typeface="Calibri"/>
                <a:cs typeface="Calibri"/>
              </a:rPr>
              <a:t>HTTP.</a:t>
            </a:r>
            <a:endParaRPr sz="2700">
              <a:latin typeface="Calibri"/>
              <a:cs typeface="Calibri"/>
            </a:endParaRPr>
          </a:p>
          <a:p>
            <a:pPr marL="355600" marR="395605" indent="-342900">
              <a:lnSpc>
                <a:spcPts val="2920"/>
              </a:lnSpc>
              <a:spcBef>
                <a:spcPts val="6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The </a:t>
            </a:r>
            <a:r>
              <a:rPr sz="2700" spc="-10" dirty="0">
                <a:latin typeface="Calibri"/>
                <a:cs typeface="Calibri"/>
              </a:rPr>
              <a:t>RESTful </a:t>
            </a:r>
            <a:r>
              <a:rPr sz="2700" spc="-15" dirty="0">
                <a:latin typeface="Calibri"/>
                <a:cs typeface="Calibri"/>
              </a:rPr>
              <a:t>architecture </a:t>
            </a:r>
            <a:r>
              <a:rPr sz="2700" spc="-5" dirty="0">
                <a:latin typeface="Calibri"/>
                <a:cs typeface="Calibri"/>
              </a:rPr>
              <a:t>is </a:t>
            </a:r>
            <a:r>
              <a:rPr sz="2700" spc="-15" dirty="0">
                <a:latin typeface="Calibri"/>
                <a:cs typeface="Calibri"/>
              </a:rPr>
              <a:t>focused </a:t>
            </a:r>
            <a:r>
              <a:rPr sz="2700" spc="-5" dirty="0">
                <a:latin typeface="Calibri"/>
                <a:cs typeface="Calibri"/>
              </a:rPr>
              <a:t>on managing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resources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instead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of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the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usual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RPC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implementation.</a:t>
            </a:r>
            <a:endParaRPr sz="2700">
              <a:latin typeface="Calibri"/>
              <a:cs typeface="Calibri"/>
            </a:endParaRPr>
          </a:p>
          <a:p>
            <a:pPr marL="355600" marR="5080" indent="-342900">
              <a:lnSpc>
                <a:spcPts val="2920"/>
              </a:lnSpc>
              <a:spcBef>
                <a:spcPts val="64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The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5" dirty="0">
                <a:latin typeface="Calibri"/>
                <a:cs typeface="Calibri"/>
              </a:rPr>
              <a:t>HTTP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commands commonly</a:t>
            </a:r>
            <a:r>
              <a:rPr sz="2700" spc="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used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are: </a:t>
            </a:r>
            <a:r>
              <a:rPr sz="2700" spc="-70" dirty="0">
                <a:latin typeface="Calibri"/>
                <a:cs typeface="Calibri"/>
              </a:rPr>
              <a:t>GET,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65" dirty="0">
                <a:latin typeface="Calibri"/>
                <a:cs typeface="Calibri"/>
              </a:rPr>
              <a:t>POST, 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PUT and DELETE </a:t>
            </a:r>
            <a:r>
              <a:rPr sz="2700" spc="-15" dirty="0">
                <a:latin typeface="Calibri"/>
                <a:cs typeface="Calibri"/>
              </a:rPr>
              <a:t>to materialize </a:t>
            </a:r>
            <a:r>
              <a:rPr sz="2700" spc="-5" dirty="0">
                <a:latin typeface="Calibri"/>
                <a:cs typeface="Calibri"/>
              </a:rPr>
              <a:t>the usual CRUD actions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on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resources.</a:t>
            </a:r>
            <a:endParaRPr sz="27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BF61E345-1B34-A8C5-41A2-35706E4AC5B8}"/>
                  </a:ext>
                </a:extLst>
              </p14:cNvPr>
              <p14:cNvContentPartPr/>
              <p14:nvPr/>
            </p14:nvContentPartPr>
            <p14:xfrm>
              <a:off x="960734" y="1750343"/>
              <a:ext cx="5117040" cy="10548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BF61E345-1B34-A8C5-41A2-35706E4AC5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6734" y="1642343"/>
                <a:ext cx="522468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DCC46165-504B-28E7-1DCB-3D938173C450}"/>
                  </a:ext>
                </a:extLst>
              </p14:cNvPr>
              <p14:cNvContentPartPr/>
              <p14:nvPr/>
            </p14:nvContentPartPr>
            <p14:xfrm>
              <a:off x="613334" y="1937183"/>
              <a:ext cx="245880" cy="136728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DCC46165-504B-28E7-1DCB-3D938173C4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9334" y="1829183"/>
                <a:ext cx="353520" cy="158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B8C9BCB4-2297-FB77-C7FE-2B05AD87426C}"/>
                  </a:ext>
                </a:extLst>
              </p14:cNvPr>
              <p14:cNvContentPartPr/>
              <p14:nvPr/>
            </p14:nvContentPartPr>
            <p14:xfrm>
              <a:off x="918254" y="4048583"/>
              <a:ext cx="6712920" cy="29700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B8C9BCB4-2297-FB77-C7FE-2B05AD87426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64254" y="3940943"/>
                <a:ext cx="6820560" cy="51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EDB9D9DB-0366-AF60-C087-4D3C3AB47A7A}"/>
                  </a:ext>
                </a:extLst>
              </p14:cNvPr>
              <p14:cNvContentPartPr/>
              <p14:nvPr/>
            </p14:nvContentPartPr>
            <p14:xfrm>
              <a:off x="879014" y="4318583"/>
              <a:ext cx="6823800" cy="26496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EDB9D9DB-0366-AF60-C087-4D3C3AB47A7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5014" y="4210943"/>
                <a:ext cx="6931440" cy="48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F9E10549-D127-5A5C-BB5F-7FDE18F55BC6}"/>
                  </a:ext>
                </a:extLst>
              </p14:cNvPr>
              <p14:cNvContentPartPr/>
              <p14:nvPr/>
            </p14:nvContentPartPr>
            <p14:xfrm>
              <a:off x="1920494" y="4046063"/>
              <a:ext cx="2822040" cy="18720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F9E10549-D127-5A5C-BB5F-7FDE18F55BC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66854" y="3938063"/>
                <a:ext cx="2929680" cy="40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upo 22">
            <a:extLst>
              <a:ext uri="{FF2B5EF4-FFF2-40B4-BE49-F238E27FC236}">
                <a16:creationId xmlns:a16="http://schemas.microsoft.com/office/drawing/2014/main" id="{A9C549BC-184A-9B2F-7179-5F75D651BE4D}"/>
              </a:ext>
            </a:extLst>
          </p:cNvPr>
          <p:cNvGrpSpPr/>
          <p:nvPr/>
        </p:nvGrpSpPr>
        <p:grpSpPr>
          <a:xfrm>
            <a:off x="3724814" y="3569063"/>
            <a:ext cx="2067480" cy="295920"/>
            <a:chOff x="3724814" y="3569063"/>
            <a:chExt cx="2067480" cy="29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ACC791EA-D6ED-F33A-5C24-9C07AE5FD3E5}"/>
                    </a:ext>
                  </a:extLst>
                </p14:cNvPr>
                <p14:cNvContentPartPr/>
                <p14:nvPr/>
              </p14:nvContentPartPr>
              <p14:xfrm>
                <a:off x="3724814" y="3608663"/>
                <a:ext cx="92160" cy="220320"/>
              </p14:xfrm>
            </p:contentPart>
          </mc:Choice>
          <mc:Fallback xmlns=""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ACC791EA-D6ED-F33A-5C24-9C07AE5FD3E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20494" y="3604343"/>
                  <a:ext cx="1008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2A6FBE84-5110-4E6B-9D33-185AD60E4F2A}"/>
                    </a:ext>
                  </a:extLst>
                </p14:cNvPr>
                <p14:cNvContentPartPr/>
                <p14:nvPr/>
              </p14:nvContentPartPr>
              <p14:xfrm>
                <a:off x="3839654" y="3632423"/>
                <a:ext cx="116280" cy="184680"/>
              </p14:xfrm>
            </p:contentPart>
          </mc:Choice>
          <mc:Fallback xmlns=""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2A6FBE84-5110-4E6B-9D33-185AD60E4F2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35334" y="3628103"/>
                  <a:ext cx="1249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DF17CE06-EB01-7E21-3812-DC49A9A677F2}"/>
                    </a:ext>
                  </a:extLst>
                </p14:cNvPr>
                <p14:cNvContentPartPr/>
                <p14:nvPr/>
              </p14:nvContentPartPr>
              <p14:xfrm>
                <a:off x="3972854" y="3667703"/>
                <a:ext cx="105120" cy="18144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DF17CE06-EB01-7E21-3812-DC49A9A677F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68534" y="3663383"/>
                  <a:ext cx="1137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Entrada de lápiz 12">
                  <a:extLst>
                    <a:ext uri="{FF2B5EF4-FFF2-40B4-BE49-F238E27FC236}">
                      <a16:creationId xmlns:a16="http://schemas.microsoft.com/office/drawing/2014/main" id="{A8795389-95DE-1A1F-09D9-47047CB9C212}"/>
                    </a:ext>
                  </a:extLst>
                </p14:cNvPr>
                <p14:cNvContentPartPr/>
                <p14:nvPr/>
              </p14:nvContentPartPr>
              <p14:xfrm>
                <a:off x="4134494" y="3666983"/>
                <a:ext cx="14040" cy="22680"/>
              </p14:xfrm>
            </p:contentPart>
          </mc:Choice>
          <mc:Fallback xmlns="">
            <p:pic>
              <p:nvPicPr>
                <p:cNvPr id="13" name="Entrada de lápiz 12">
                  <a:extLst>
                    <a:ext uri="{FF2B5EF4-FFF2-40B4-BE49-F238E27FC236}">
                      <a16:creationId xmlns:a16="http://schemas.microsoft.com/office/drawing/2014/main" id="{A8795389-95DE-1A1F-09D9-47047CB9C21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30174" y="3662663"/>
                  <a:ext cx="226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867B5739-3627-1E2D-344B-842D8A23C374}"/>
                    </a:ext>
                  </a:extLst>
                </p14:cNvPr>
                <p14:cNvContentPartPr/>
                <p14:nvPr/>
              </p14:nvContentPartPr>
              <p14:xfrm>
                <a:off x="4146374" y="3726743"/>
                <a:ext cx="3600" cy="1332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867B5739-3627-1E2D-344B-842D8A23C37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142054" y="3722423"/>
                  <a:ext cx="122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Entrada de lápiz 15">
                  <a:extLst>
                    <a:ext uri="{FF2B5EF4-FFF2-40B4-BE49-F238E27FC236}">
                      <a16:creationId xmlns:a16="http://schemas.microsoft.com/office/drawing/2014/main" id="{4C055780-EEEC-5D70-05BF-01C0F3EC4AD4}"/>
                    </a:ext>
                  </a:extLst>
                </p14:cNvPr>
                <p14:cNvContentPartPr/>
                <p14:nvPr/>
              </p14:nvContentPartPr>
              <p14:xfrm>
                <a:off x="4224494" y="3608303"/>
                <a:ext cx="72720" cy="216720"/>
              </p14:xfrm>
            </p:contentPart>
          </mc:Choice>
          <mc:Fallback xmlns="">
            <p:pic>
              <p:nvPicPr>
                <p:cNvPr id="16" name="Entrada de lápiz 15">
                  <a:extLst>
                    <a:ext uri="{FF2B5EF4-FFF2-40B4-BE49-F238E27FC236}">
                      <a16:creationId xmlns:a16="http://schemas.microsoft.com/office/drawing/2014/main" id="{4C055780-EEEC-5D70-05BF-01C0F3EC4AD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220174" y="3603983"/>
                  <a:ext cx="813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3AE04F8F-8C00-2D6E-DFED-6A634CC07E03}"/>
                    </a:ext>
                  </a:extLst>
                </p14:cNvPr>
                <p14:cNvContentPartPr/>
                <p14:nvPr/>
              </p14:nvContentPartPr>
              <p14:xfrm>
                <a:off x="4235294" y="3615503"/>
                <a:ext cx="596520" cy="24948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3AE04F8F-8C00-2D6E-DFED-6A634CC07E0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30974" y="3611183"/>
                  <a:ext cx="6051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187F8A57-D775-9E46-D4CB-B20F44CA8D37}"/>
                    </a:ext>
                  </a:extLst>
                </p14:cNvPr>
                <p14:cNvContentPartPr/>
                <p14:nvPr/>
              </p14:nvContentPartPr>
              <p14:xfrm>
                <a:off x="4660454" y="3689663"/>
                <a:ext cx="73080" cy="3708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187F8A57-D775-9E46-D4CB-B20F44CA8D3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656134" y="3685343"/>
                  <a:ext cx="817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E39B2E49-0AA8-1D44-0BD9-8236B8835ED1}"/>
                    </a:ext>
                  </a:extLst>
                </p14:cNvPr>
                <p14:cNvContentPartPr/>
                <p14:nvPr/>
              </p14:nvContentPartPr>
              <p14:xfrm>
                <a:off x="4958174" y="3569063"/>
                <a:ext cx="101880" cy="24480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E39B2E49-0AA8-1D44-0BD9-8236B8835ED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53854" y="3564743"/>
                  <a:ext cx="1105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67B5006B-D2EC-9BDA-EDF9-24CDFCA457EC}"/>
                    </a:ext>
                  </a:extLst>
                </p14:cNvPr>
                <p14:cNvContentPartPr/>
                <p14:nvPr/>
              </p14:nvContentPartPr>
              <p14:xfrm>
                <a:off x="4977614" y="3611543"/>
                <a:ext cx="814680" cy="20808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67B5006B-D2EC-9BDA-EDF9-24CDFCA457E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973294" y="3607223"/>
                  <a:ext cx="823320" cy="21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2FF290F1-FF0D-DF28-5FC6-7FE0618BFCED}"/>
                  </a:ext>
                </a:extLst>
              </p14:cNvPr>
              <p14:cNvContentPartPr/>
              <p14:nvPr/>
            </p14:nvContentPartPr>
            <p14:xfrm>
              <a:off x="5918654" y="3560063"/>
              <a:ext cx="384480" cy="231480"/>
            </p14:xfrm>
          </p:contentPart>
        </mc:Choice>
        <mc:Fallback xmlns=""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2FF290F1-FF0D-DF28-5FC6-7FE0618BFCE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914334" y="3555743"/>
                <a:ext cx="393120" cy="240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8528" y="462343"/>
            <a:ext cx="47466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RESTful</a:t>
            </a:r>
            <a:r>
              <a:rPr spc="-20" dirty="0"/>
              <a:t> </a:t>
            </a:r>
            <a:r>
              <a:rPr spc="-15" dirty="0"/>
              <a:t>web</a:t>
            </a:r>
            <a:r>
              <a:rPr spc="-20" dirty="0"/>
              <a:t> </a:t>
            </a:r>
            <a:r>
              <a:rPr dirty="0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8544"/>
            <a:ext cx="7911465" cy="412242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marR="287655" indent="-343535">
              <a:lnSpc>
                <a:spcPts val="3460"/>
              </a:lnSpc>
              <a:spcBef>
                <a:spcPts val="5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20" dirty="0">
                <a:latin typeface="Calibri"/>
                <a:cs typeface="Calibri"/>
              </a:rPr>
              <a:t>Representational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State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5" dirty="0">
                <a:latin typeface="Calibri"/>
                <a:cs typeface="Calibri"/>
              </a:rPr>
              <a:t>Transfer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means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that 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35" dirty="0">
                <a:latin typeface="Calibri"/>
                <a:cs typeface="Calibri"/>
              </a:rPr>
              <a:t>state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the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user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is </a:t>
            </a:r>
            <a:r>
              <a:rPr sz="3200" spc="-25" dirty="0">
                <a:latin typeface="Calibri"/>
                <a:cs typeface="Calibri"/>
              </a:rPr>
              <a:t>transferred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along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same</a:t>
            </a:r>
            <a:r>
              <a:rPr sz="3200" spc="5" dirty="0">
                <a:latin typeface="Calibri"/>
                <a:cs typeface="Calibri"/>
              </a:rPr>
              <a:t> HTTP </a:t>
            </a:r>
            <a:r>
              <a:rPr sz="3200" spc="-20" dirty="0">
                <a:latin typeface="Calibri"/>
                <a:cs typeface="Calibri"/>
              </a:rPr>
              <a:t>request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representational 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form.</a:t>
            </a:r>
            <a:endParaRPr sz="3200">
              <a:latin typeface="Calibri"/>
              <a:cs typeface="Calibri"/>
            </a:endParaRPr>
          </a:p>
          <a:p>
            <a:pPr marL="354965" marR="5080" indent="-342900">
              <a:lnSpc>
                <a:spcPts val="3460"/>
              </a:lnSpc>
              <a:spcBef>
                <a:spcPts val="75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25" dirty="0">
                <a:latin typeface="Calibri"/>
                <a:cs typeface="Calibri"/>
              </a:rPr>
              <a:t>Consequently,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statelessness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means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that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every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HTTP </a:t>
            </a:r>
            <a:r>
              <a:rPr sz="3200" spc="-20" dirty="0">
                <a:latin typeface="Calibri"/>
                <a:cs typeface="Calibri"/>
              </a:rPr>
              <a:t>request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happens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complete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isolation. </a:t>
            </a:r>
            <a:r>
              <a:rPr sz="3200" spc="-5" dirty="0">
                <a:latin typeface="Calibri"/>
                <a:cs typeface="Calibri"/>
              </a:rPr>
              <a:t> When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client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makes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HTTP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request,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it </a:t>
            </a:r>
            <a:r>
              <a:rPr sz="3200" spc="-5" dirty="0">
                <a:latin typeface="Calibri"/>
                <a:cs typeface="Calibri"/>
              </a:rPr>
              <a:t> includes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all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information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necessary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for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server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fulfill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that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request.</a:t>
            </a:r>
            <a:endParaRPr sz="32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EA428065-E64F-22DF-800B-62412AAB54E0}"/>
                  </a:ext>
                </a:extLst>
              </p14:cNvPr>
              <p14:cNvContentPartPr/>
              <p14:nvPr/>
            </p14:nvContentPartPr>
            <p14:xfrm>
              <a:off x="743294" y="1907663"/>
              <a:ext cx="83520" cy="125820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EA428065-E64F-22DF-800B-62412AAB54E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9654" y="1799663"/>
                <a:ext cx="191160" cy="147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0C780539-6720-EA85-AC7B-290F144BBA97}"/>
                  </a:ext>
                </a:extLst>
              </p14:cNvPr>
              <p14:cNvContentPartPr/>
              <p14:nvPr/>
            </p14:nvContentPartPr>
            <p14:xfrm>
              <a:off x="752294" y="3609023"/>
              <a:ext cx="78840" cy="199044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0C780539-6720-EA85-AC7B-290F144BBA9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8294" y="3501383"/>
                <a:ext cx="186480" cy="2206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8528" y="462343"/>
            <a:ext cx="474662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RESTful</a:t>
            </a:r>
            <a:r>
              <a:rPr spc="-20" dirty="0"/>
              <a:t> </a:t>
            </a:r>
            <a:r>
              <a:rPr spc="-15" dirty="0"/>
              <a:t>web</a:t>
            </a:r>
            <a:r>
              <a:rPr spc="-20" dirty="0"/>
              <a:t> </a:t>
            </a:r>
            <a:r>
              <a:rPr dirty="0"/>
              <a:t>services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6540"/>
            <a:ext cx="8017509" cy="432308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4965" marR="463550" indent="-342900">
              <a:lnSpc>
                <a:spcPct val="80000"/>
              </a:lnSpc>
              <a:spcBef>
                <a:spcPts val="8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15" dirty="0">
                <a:latin typeface="Calibri"/>
                <a:cs typeface="Calibri"/>
              </a:rPr>
              <a:t>By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stateless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it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means</a:t>
            </a:r>
            <a:r>
              <a:rPr sz="3000" spc="-10" dirty="0">
                <a:latin typeface="Calibri"/>
                <a:cs typeface="Calibri"/>
              </a:rPr>
              <a:t> that </a:t>
            </a:r>
            <a:r>
              <a:rPr sz="3000" spc="-5" dirty="0">
                <a:latin typeface="Calibri"/>
                <a:cs typeface="Calibri"/>
              </a:rPr>
              <a:t>the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web</a:t>
            </a:r>
            <a:r>
              <a:rPr sz="3000" b="1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server</a:t>
            </a:r>
            <a:r>
              <a:rPr sz="3000" b="1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does </a:t>
            </a:r>
            <a:r>
              <a:rPr sz="3000" spc="-6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not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store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any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30" dirty="0">
                <a:latin typeface="Calibri"/>
                <a:cs typeface="Calibri"/>
              </a:rPr>
              <a:t>state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about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client.</a:t>
            </a:r>
            <a:endParaRPr sz="3000">
              <a:latin typeface="Calibri"/>
              <a:cs typeface="Calibri"/>
            </a:endParaRPr>
          </a:p>
          <a:p>
            <a:pPr marL="354965" marR="5080" indent="-342900">
              <a:lnSpc>
                <a:spcPct val="8000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libri"/>
                <a:cs typeface="Calibri"/>
              </a:rPr>
              <a:t>That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where</a:t>
            </a:r>
            <a:r>
              <a:rPr sz="3000" spc="-5" dirty="0">
                <a:latin typeface="Calibri"/>
                <a:cs typeface="Calibri"/>
              </a:rPr>
              <a:t> the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i="1" spc="-10" dirty="0">
                <a:latin typeface="Calibri"/>
                <a:cs typeface="Calibri"/>
              </a:rPr>
              <a:t>ST</a:t>
            </a:r>
            <a:r>
              <a:rPr sz="3000" i="1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i="1" spc="-15" dirty="0">
                <a:latin typeface="Calibri"/>
                <a:cs typeface="Calibri"/>
              </a:rPr>
              <a:t>REST</a:t>
            </a:r>
            <a:r>
              <a:rPr sz="3000" i="1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comes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from,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i="1" spc="-20" dirty="0">
                <a:latin typeface="Calibri"/>
                <a:cs typeface="Calibri"/>
              </a:rPr>
              <a:t>State </a:t>
            </a:r>
            <a:r>
              <a:rPr sz="3000" i="1" spc="-15" dirty="0">
                <a:latin typeface="Calibri"/>
                <a:cs typeface="Calibri"/>
              </a:rPr>
              <a:t> </a:t>
            </a:r>
            <a:r>
              <a:rPr sz="3000" i="1" spc="-25" dirty="0">
                <a:latin typeface="Calibri"/>
                <a:cs typeface="Calibri"/>
              </a:rPr>
              <a:t>Transfer</a:t>
            </a:r>
            <a:r>
              <a:rPr sz="3000" spc="-25" dirty="0">
                <a:latin typeface="Calibri"/>
                <a:cs typeface="Calibri"/>
              </a:rPr>
              <a:t>.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75" dirty="0">
                <a:latin typeface="Calibri"/>
                <a:cs typeface="Calibri"/>
              </a:rPr>
              <a:t>You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transfer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30" dirty="0">
                <a:latin typeface="Calibri"/>
                <a:cs typeface="Calibri"/>
              </a:rPr>
              <a:t>state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around, instead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having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the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server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store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it.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This</a:t>
            </a:r>
            <a:r>
              <a:rPr sz="3000" b="1" dirty="0">
                <a:latin typeface="Calibri"/>
                <a:cs typeface="Calibri"/>
              </a:rPr>
              <a:t> is</a:t>
            </a:r>
            <a:r>
              <a:rPr sz="3000" b="1" spc="-5" dirty="0">
                <a:latin typeface="Calibri"/>
                <a:cs typeface="Calibri"/>
              </a:rPr>
              <a:t> the</a:t>
            </a:r>
            <a:r>
              <a:rPr sz="3000" b="1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only</a:t>
            </a:r>
            <a:r>
              <a:rPr sz="3000" b="1" spc="5" dirty="0">
                <a:latin typeface="Calibri"/>
                <a:cs typeface="Calibri"/>
              </a:rPr>
              <a:t> </a:t>
            </a:r>
            <a:r>
              <a:rPr sz="3000" b="1" spc="-30" dirty="0">
                <a:latin typeface="Calibri"/>
                <a:cs typeface="Calibri"/>
              </a:rPr>
              <a:t>way</a:t>
            </a:r>
            <a:r>
              <a:rPr sz="3000" b="1" spc="-10" dirty="0">
                <a:latin typeface="Calibri"/>
                <a:cs typeface="Calibri"/>
              </a:rPr>
              <a:t> </a:t>
            </a:r>
            <a:r>
              <a:rPr sz="3000" b="1" spc="-20" dirty="0">
                <a:latin typeface="Calibri"/>
                <a:cs typeface="Calibri"/>
              </a:rPr>
              <a:t>to </a:t>
            </a:r>
            <a:r>
              <a:rPr sz="3000" b="1" spc="-15" dirty="0">
                <a:latin typeface="Calibri"/>
                <a:cs typeface="Calibri"/>
              </a:rPr>
              <a:t> </a:t>
            </a:r>
            <a:r>
              <a:rPr sz="3000" b="1" spc="-5" dirty="0">
                <a:latin typeface="Calibri"/>
                <a:cs typeface="Calibri"/>
              </a:rPr>
              <a:t>scale</a:t>
            </a:r>
            <a:r>
              <a:rPr sz="3000" b="1" spc="-10" dirty="0">
                <a:latin typeface="Calibri"/>
                <a:cs typeface="Calibri"/>
              </a:rPr>
              <a:t> </a:t>
            </a:r>
            <a:r>
              <a:rPr sz="3000" b="1" spc="-20" dirty="0">
                <a:latin typeface="Calibri"/>
                <a:cs typeface="Calibri"/>
              </a:rPr>
              <a:t>to</a:t>
            </a:r>
            <a:r>
              <a:rPr sz="3000" b="1" spc="-5" dirty="0">
                <a:latin typeface="Calibri"/>
                <a:cs typeface="Calibri"/>
              </a:rPr>
              <a:t> millions </a:t>
            </a:r>
            <a:r>
              <a:rPr sz="3000" b="1" dirty="0">
                <a:latin typeface="Calibri"/>
                <a:cs typeface="Calibri"/>
              </a:rPr>
              <a:t>of </a:t>
            </a:r>
            <a:r>
              <a:rPr sz="3000" b="1" spc="-10" dirty="0">
                <a:latin typeface="Calibri"/>
                <a:cs typeface="Calibri"/>
              </a:rPr>
              <a:t>users.</a:t>
            </a:r>
            <a:endParaRPr sz="3000">
              <a:latin typeface="Calibri"/>
              <a:cs typeface="Calibri"/>
            </a:endParaRPr>
          </a:p>
          <a:p>
            <a:pPr marL="355600" marR="28575" indent="-342900">
              <a:lnSpc>
                <a:spcPts val="2880"/>
              </a:lnSpc>
              <a:spcBef>
                <a:spcPts val="6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The load of </a:t>
            </a:r>
            <a:r>
              <a:rPr sz="3000" spc="-5" dirty="0">
                <a:latin typeface="Calibri"/>
                <a:cs typeface="Calibri"/>
              </a:rPr>
              <a:t>session </a:t>
            </a:r>
            <a:r>
              <a:rPr sz="3000" spc="-10" dirty="0">
                <a:latin typeface="Calibri"/>
                <a:cs typeface="Calibri"/>
              </a:rPr>
              <a:t>management </a:t>
            </a:r>
            <a:r>
              <a:rPr sz="3000" dirty="0">
                <a:latin typeface="Calibri"/>
                <a:cs typeface="Calibri"/>
              </a:rPr>
              <a:t>is </a:t>
            </a:r>
            <a:r>
              <a:rPr sz="3000" spc="-10" dirty="0">
                <a:latin typeface="Calibri"/>
                <a:cs typeface="Calibri"/>
              </a:rPr>
              <a:t>amortized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across </a:t>
            </a:r>
            <a:r>
              <a:rPr sz="3000" dirty="0">
                <a:latin typeface="Calibri"/>
                <a:cs typeface="Calibri"/>
              </a:rPr>
              <a:t>all </a:t>
            </a:r>
            <a:r>
              <a:rPr sz="3000" spc="-5" dirty="0">
                <a:latin typeface="Calibri"/>
                <a:cs typeface="Calibri"/>
              </a:rPr>
              <a:t>the </a:t>
            </a:r>
            <a:r>
              <a:rPr sz="3000" spc="-10" dirty="0">
                <a:latin typeface="Calibri"/>
                <a:cs typeface="Calibri"/>
              </a:rPr>
              <a:t>clients, </a:t>
            </a:r>
            <a:r>
              <a:rPr sz="3000" spc="-5" dirty="0">
                <a:latin typeface="Calibri"/>
                <a:cs typeface="Calibri"/>
              </a:rPr>
              <a:t>the </a:t>
            </a:r>
            <a:r>
              <a:rPr sz="3000" spc="-10" dirty="0">
                <a:latin typeface="Calibri"/>
                <a:cs typeface="Calibri"/>
              </a:rPr>
              <a:t>clients </a:t>
            </a:r>
            <a:r>
              <a:rPr sz="3000" spc="-25" dirty="0">
                <a:latin typeface="Calibri"/>
                <a:cs typeface="Calibri"/>
              </a:rPr>
              <a:t>store </a:t>
            </a:r>
            <a:r>
              <a:rPr sz="3000" spc="-5" dirty="0">
                <a:latin typeface="Calibri"/>
                <a:cs typeface="Calibri"/>
              </a:rPr>
              <a:t>their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session </a:t>
            </a:r>
            <a:r>
              <a:rPr sz="3000" spc="-30" dirty="0">
                <a:latin typeface="Calibri"/>
                <a:cs typeface="Calibri"/>
              </a:rPr>
              <a:t>state </a:t>
            </a:r>
            <a:r>
              <a:rPr sz="3000" dirty="0">
                <a:latin typeface="Calibri"/>
                <a:cs typeface="Calibri"/>
              </a:rPr>
              <a:t>and </a:t>
            </a:r>
            <a:r>
              <a:rPr sz="3000" spc="-5" dirty="0">
                <a:latin typeface="Calibri"/>
                <a:cs typeface="Calibri"/>
              </a:rPr>
              <a:t>the </a:t>
            </a:r>
            <a:r>
              <a:rPr sz="3000" spc="-10" dirty="0">
                <a:latin typeface="Calibri"/>
                <a:cs typeface="Calibri"/>
              </a:rPr>
              <a:t>servers can </a:t>
            </a:r>
            <a:r>
              <a:rPr sz="3000" dirty="0">
                <a:latin typeface="Calibri"/>
                <a:cs typeface="Calibri"/>
              </a:rPr>
              <a:t>service </a:t>
            </a:r>
            <a:r>
              <a:rPr sz="3000" spc="-15" dirty="0">
                <a:latin typeface="Calibri"/>
                <a:cs typeface="Calibri"/>
              </a:rPr>
              <a:t>many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orders </a:t>
            </a:r>
            <a:r>
              <a:rPr sz="3000" dirty="0">
                <a:latin typeface="Calibri"/>
                <a:cs typeface="Calibri"/>
              </a:rPr>
              <a:t>of </a:t>
            </a:r>
            <a:r>
              <a:rPr sz="3000" spc="-5" dirty="0">
                <a:latin typeface="Calibri"/>
                <a:cs typeface="Calibri"/>
              </a:rPr>
              <a:t>magnitude </a:t>
            </a:r>
            <a:r>
              <a:rPr sz="3000" dirty="0">
                <a:latin typeface="Calibri"/>
                <a:cs typeface="Calibri"/>
              </a:rPr>
              <a:t>or </a:t>
            </a:r>
            <a:r>
              <a:rPr sz="3000" spc="-15" dirty="0">
                <a:latin typeface="Calibri"/>
                <a:cs typeface="Calibri"/>
              </a:rPr>
              <a:t>more </a:t>
            </a:r>
            <a:r>
              <a:rPr sz="3000" spc="-10" dirty="0">
                <a:latin typeface="Calibri"/>
                <a:cs typeface="Calibri"/>
              </a:rPr>
              <a:t>clients </a:t>
            </a:r>
            <a:r>
              <a:rPr sz="3000" dirty="0">
                <a:latin typeface="Calibri"/>
                <a:cs typeface="Calibri"/>
              </a:rPr>
              <a:t>in a </a:t>
            </a:r>
            <a:r>
              <a:rPr sz="3000" spc="-20" dirty="0">
                <a:latin typeface="Calibri"/>
                <a:cs typeface="Calibri"/>
              </a:rPr>
              <a:t>stateless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fashion.</a:t>
            </a:r>
            <a:endParaRPr sz="30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CEAF9D8C-AAD6-4137-FF17-2350A71004B4}"/>
                  </a:ext>
                </a:extLst>
              </p14:cNvPr>
              <p14:cNvContentPartPr/>
              <p14:nvPr/>
            </p14:nvContentPartPr>
            <p14:xfrm>
              <a:off x="861374" y="1711823"/>
              <a:ext cx="7265160" cy="20556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CEAF9D8C-AAD6-4137-FF17-2350A71004B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7374" y="1604183"/>
                <a:ext cx="7372800" cy="4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09DC2698-A336-674E-46DC-C6BD5B216E07}"/>
                  </a:ext>
                </a:extLst>
              </p14:cNvPr>
              <p14:cNvContentPartPr/>
              <p14:nvPr/>
            </p14:nvContentPartPr>
            <p14:xfrm>
              <a:off x="915374" y="2102423"/>
              <a:ext cx="5461200" cy="13608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09DC2698-A336-674E-46DC-C6BD5B216E0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1374" y="1994783"/>
                <a:ext cx="556884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99AB0C51-6571-3015-C635-4CD1E354A912}"/>
                  </a:ext>
                </a:extLst>
              </p14:cNvPr>
              <p14:cNvContentPartPr/>
              <p14:nvPr/>
            </p14:nvContentPartPr>
            <p14:xfrm>
              <a:off x="857414" y="2465303"/>
              <a:ext cx="7492320" cy="96300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99AB0C51-6571-3015-C635-4CD1E354A91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3774" y="2357303"/>
                <a:ext cx="7599960" cy="11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AAB9DED7-BAF3-F3CD-922D-326E60B3793B}"/>
                  </a:ext>
                </a:extLst>
              </p14:cNvPr>
              <p14:cNvContentPartPr/>
              <p14:nvPr/>
            </p14:nvContentPartPr>
            <p14:xfrm>
              <a:off x="848774" y="3067583"/>
              <a:ext cx="3813840" cy="75528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AAB9DED7-BAF3-F3CD-922D-326E60B3793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4774" y="2959583"/>
                <a:ext cx="3921480" cy="9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52B428AE-FD6D-3A7A-1A7E-1B151D151CA1}"/>
                  </a:ext>
                </a:extLst>
              </p14:cNvPr>
              <p14:cNvContentPartPr/>
              <p14:nvPr/>
            </p14:nvContentPartPr>
            <p14:xfrm>
              <a:off x="850214" y="2633783"/>
              <a:ext cx="7125120" cy="23112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52B428AE-FD6D-3A7A-1A7E-1B151D151CA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96574" y="2525783"/>
                <a:ext cx="7232760" cy="44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7C216752-01EA-4A5C-1993-6ABC4C2167A7}"/>
                  </a:ext>
                </a:extLst>
              </p14:cNvPr>
              <p14:cNvContentPartPr/>
              <p14:nvPr/>
            </p14:nvContentPartPr>
            <p14:xfrm>
              <a:off x="8059214" y="2877863"/>
              <a:ext cx="60840" cy="210600"/>
            </p14:xfrm>
          </p:contentPart>
        </mc:Choice>
        <mc:Fallback xmlns=""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7C216752-01EA-4A5C-1993-6ABC4C2167A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005214" y="2770223"/>
                <a:ext cx="168480" cy="426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18A514F7-50A2-47E8-C84A-87A516FCE141}"/>
                  </a:ext>
                </a:extLst>
              </p14:cNvPr>
              <p14:cNvContentPartPr/>
              <p14:nvPr/>
            </p14:nvContentPartPr>
            <p14:xfrm>
              <a:off x="2742374" y="3279154"/>
              <a:ext cx="539280" cy="299160"/>
            </p14:xfrm>
          </p:contentPart>
        </mc:Choice>
        <mc:Fallback xmlns=""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18A514F7-50A2-47E8-C84A-87A516FCE14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8054" y="3274834"/>
                <a:ext cx="54792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BE95FDDB-88B3-197C-0968-4006A9139E14}"/>
                  </a:ext>
                </a:extLst>
              </p14:cNvPr>
              <p14:cNvContentPartPr/>
              <p14:nvPr/>
            </p14:nvContentPartPr>
            <p14:xfrm>
              <a:off x="3621134" y="2973874"/>
              <a:ext cx="11160" cy="9720"/>
            </p14:xfrm>
          </p:contentPart>
        </mc:Choice>
        <mc:Fallback xmlns=""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BE95FDDB-88B3-197C-0968-4006A9139E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16814" y="2969554"/>
                <a:ext cx="19800" cy="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04F6547C-CE6B-13EC-BDEF-BC4E4AFDEB72}"/>
                  </a:ext>
                </a:extLst>
              </p14:cNvPr>
              <p14:cNvContentPartPr/>
              <p14:nvPr/>
            </p14:nvContentPartPr>
            <p14:xfrm>
              <a:off x="718814" y="2354314"/>
              <a:ext cx="49320" cy="28548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04F6547C-CE6B-13EC-BDEF-BC4E4AFDEB7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4494" y="2349994"/>
                <a:ext cx="5796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481D0756-840C-E1FE-DE94-DC5978BE81DD}"/>
                  </a:ext>
                </a:extLst>
              </p14:cNvPr>
              <p14:cNvContentPartPr/>
              <p14:nvPr/>
            </p14:nvContentPartPr>
            <p14:xfrm>
              <a:off x="686054" y="2371234"/>
              <a:ext cx="158040" cy="7020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481D0756-840C-E1FE-DE94-DC5978BE81D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1734" y="2366914"/>
                <a:ext cx="16668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8EC8B00F-8364-36B8-4862-FFFF4E2F3565}"/>
                  </a:ext>
                </a:extLst>
              </p14:cNvPr>
              <p14:cNvContentPartPr/>
              <p14:nvPr/>
            </p14:nvContentPartPr>
            <p14:xfrm>
              <a:off x="704054" y="2366194"/>
              <a:ext cx="802440" cy="32040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8EC8B00F-8364-36B8-4862-FFFF4E2F356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99734" y="2361874"/>
                <a:ext cx="81108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7439AFB1-D817-3AB2-8783-16C7F545ADC4}"/>
                  </a:ext>
                </a:extLst>
              </p14:cNvPr>
              <p14:cNvContentPartPr/>
              <p14:nvPr/>
            </p14:nvContentPartPr>
            <p14:xfrm>
              <a:off x="1432334" y="2434234"/>
              <a:ext cx="120240" cy="1188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7439AFB1-D817-3AB2-8783-16C7F545ADC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28014" y="2429914"/>
                <a:ext cx="12888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923B7DAA-6357-1C60-31AF-38F46943070D}"/>
                  </a:ext>
                </a:extLst>
              </p14:cNvPr>
              <p14:cNvContentPartPr/>
              <p14:nvPr/>
            </p14:nvContentPartPr>
            <p14:xfrm>
              <a:off x="974054" y="2452954"/>
              <a:ext cx="146160" cy="4284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923B7DAA-6357-1C60-31AF-38F46943070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69734" y="2448634"/>
                <a:ext cx="15480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327D5A7A-0976-5977-A74B-82A76C80887E}"/>
                  </a:ext>
                </a:extLst>
              </p14:cNvPr>
              <p14:cNvContentPartPr/>
              <p14:nvPr/>
            </p14:nvContentPartPr>
            <p14:xfrm>
              <a:off x="363494" y="1846354"/>
              <a:ext cx="1975680" cy="184680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327D5A7A-0976-5977-A74B-82A76C80887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59174" y="1842034"/>
                <a:ext cx="1984320" cy="18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6623422D-6322-04E1-4B7A-CF3E1195BB9A}"/>
                  </a:ext>
                </a:extLst>
              </p14:cNvPr>
              <p14:cNvContentPartPr/>
              <p14:nvPr/>
            </p14:nvContentPartPr>
            <p14:xfrm>
              <a:off x="2256734" y="2841754"/>
              <a:ext cx="937440" cy="37800"/>
            </p14:xfrm>
          </p:contentPart>
        </mc:Choice>
        <mc:Fallback xmlns=""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6623422D-6322-04E1-4B7A-CF3E1195BB9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252414" y="2837434"/>
                <a:ext cx="94608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5B196456-6FDD-EECF-0D7F-57EC0B27FA9E}"/>
                  </a:ext>
                </a:extLst>
              </p14:cNvPr>
              <p14:cNvContentPartPr/>
              <p14:nvPr/>
            </p14:nvContentPartPr>
            <p14:xfrm>
              <a:off x="3371294" y="2670034"/>
              <a:ext cx="134640" cy="261360"/>
            </p14:xfrm>
          </p:contentPart>
        </mc:Choice>
        <mc:Fallback xmlns=""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5B196456-6FDD-EECF-0D7F-57EC0B27FA9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66974" y="2665714"/>
                <a:ext cx="14328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D0FFB29B-A754-CE5B-2E84-71E91801E3D2}"/>
                  </a:ext>
                </a:extLst>
              </p14:cNvPr>
              <p14:cNvContentPartPr/>
              <p14:nvPr/>
            </p14:nvContentPartPr>
            <p14:xfrm>
              <a:off x="3551654" y="2670394"/>
              <a:ext cx="152640" cy="377640"/>
            </p14:xfrm>
          </p:contentPart>
        </mc:Choice>
        <mc:Fallback xmlns=""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D0FFB29B-A754-CE5B-2E84-71E91801E3D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547334" y="2666074"/>
                <a:ext cx="16128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B9A022FD-D6B4-2DAD-C8B8-02F41DC58019}"/>
                  </a:ext>
                </a:extLst>
              </p14:cNvPr>
              <p14:cNvContentPartPr/>
              <p14:nvPr/>
            </p14:nvContentPartPr>
            <p14:xfrm>
              <a:off x="3117494" y="2496154"/>
              <a:ext cx="792720" cy="667440"/>
            </p14:xfrm>
          </p:contentPart>
        </mc:Choice>
        <mc:Fallback xmlns=""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B9A022FD-D6B4-2DAD-C8B8-02F41DC5801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113174" y="2491834"/>
                <a:ext cx="801360" cy="67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A1A5276C-2C98-34A9-5BE5-8847DE74DB79}"/>
                  </a:ext>
                </a:extLst>
              </p14:cNvPr>
              <p14:cNvContentPartPr/>
              <p14:nvPr/>
            </p14:nvContentPartPr>
            <p14:xfrm>
              <a:off x="2860814" y="3648154"/>
              <a:ext cx="116280" cy="257040"/>
            </p14:xfrm>
          </p:contentPart>
        </mc:Choice>
        <mc:Fallback xmlns=""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A1A5276C-2C98-34A9-5BE5-8847DE74DB7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856494" y="3643834"/>
                <a:ext cx="12492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029F6F90-7E43-44DC-6291-8A3D81FA208A}"/>
                  </a:ext>
                </a:extLst>
              </p14:cNvPr>
              <p14:cNvContentPartPr/>
              <p14:nvPr/>
            </p14:nvContentPartPr>
            <p14:xfrm>
              <a:off x="2969174" y="3681634"/>
              <a:ext cx="650160" cy="313560"/>
            </p14:xfrm>
          </p:contentPart>
        </mc:Choice>
        <mc:Fallback xmlns=""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029F6F90-7E43-44DC-6291-8A3D81FA208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964854" y="3677314"/>
                <a:ext cx="65880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3AFC348C-6B8C-0D8B-BE13-9EEAB294D20E}"/>
                  </a:ext>
                </a:extLst>
              </p14:cNvPr>
              <p14:cNvContentPartPr/>
              <p14:nvPr/>
            </p14:nvContentPartPr>
            <p14:xfrm>
              <a:off x="3861254" y="2868754"/>
              <a:ext cx="587160" cy="47880"/>
            </p14:xfrm>
          </p:contentPart>
        </mc:Choice>
        <mc:Fallback xmlns=""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3AFC348C-6B8C-0D8B-BE13-9EEAB294D20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856934" y="2864434"/>
                <a:ext cx="59580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2B7EA380-90C1-CC74-4422-2DF2E59BCCA5}"/>
                  </a:ext>
                </a:extLst>
              </p14:cNvPr>
              <p14:cNvContentPartPr/>
              <p14:nvPr/>
            </p14:nvContentPartPr>
            <p14:xfrm>
              <a:off x="4353374" y="1798834"/>
              <a:ext cx="582480" cy="1169640"/>
            </p14:xfrm>
          </p:contentPart>
        </mc:Choice>
        <mc:Fallback xmlns=""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2B7EA380-90C1-CC74-4422-2DF2E59BCCA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349054" y="1794514"/>
                <a:ext cx="591120" cy="11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890A5DA1-87B9-7692-F9AF-899097E98767}"/>
                  </a:ext>
                </a:extLst>
              </p14:cNvPr>
              <p14:cNvContentPartPr/>
              <p14:nvPr/>
            </p14:nvContentPartPr>
            <p14:xfrm>
              <a:off x="5006774" y="1577074"/>
              <a:ext cx="379080" cy="382320"/>
            </p14:xfrm>
          </p:contentPart>
        </mc:Choice>
        <mc:Fallback xmlns=""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890A5DA1-87B9-7692-F9AF-899097E9876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002454" y="1572754"/>
                <a:ext cx="387720" cy="3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5A76E0F4-ECE2-FA10-733B-A3593AC037C0}"/>
                  </a:ext>
                </a:extLst>
              </p14:cNvPr>
              <p14:cNvContentPartPr/>
              <p14:nvPr/>
            </p14:nvContentPartPr>
            <p14:xfrm>
              <a:off x="4988774" y="1401754"/>
              <a:ext cx="242640" cy="206280"/>
            </p14:xfrm>
          </p:contentPart>
        </mc:Choice>
        <mc:Fallback xmlns=""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5A76E0F4-ECE2-FA10-733B-A3593AC037C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984454" y="1397434"/>
                <a:ext cx="25128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4C6F5A1B-8E8C-3FED-B5AE-C747E73857D7}"/>
                  </a:ext>
                </a:extLst>
              </p14:cNvPr>
              <p14:cNvContentPartPr/>
              <p14:nvPr/>
            </p14:nvContentPartPr>
            <p14:xfrm>
              <a:off x="5188934" y="1406074"/>
              <a:ext cx="357480" cy="51480"/>
            </p14:xfrm>
          </p:contentPart>
        </mc:Choice>
        <mc:Fallback xmlns=""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4C6F5A1B-8E8C-3FED-B5AE-C747E73857D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184614" y="1401754"/>
                <a:ext cx="36612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83D52BCE-BF4A-7227-1859-9FCAE9D92556}"/>
                  </a:ext>
                </a:extLst>
              </p14:cNvPr>
              <p14:cNvContentPartPr/>
              <p14:nvPr/>
            </p14:nvContentPartPr>
            <p14:xfrm>
              <a:off x="5399534" y="1443154"/>
              <a:ext cx="160920" cy="222480"/>
            </p14:xfrm>
          </p:contentPart>
        </mc:Choice>
        <mc:Fallback xmlns=""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83D52BCE-BF4A-7227-1859-9FCAE9D9255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395214" y="1438834"/>
                <a:ext cx="16956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E87871B0-77EC-1A52-5022-676D52534B26}"/>
                  </a:ext>
                </a:extLst>
              </p14:cNvPr>
              <p14:cNvContentPartPr/>
              <p14:nvPr/>
            </p14:nvContentPartPr>
            <p14:xfrm>
              <a:off x="5487014" y="1481314"/>
              <a:ext cx="32760" cy="397080"/>
            </p14:xfrm>
          </p:contentPart>
        </mc:Choice>
        <mc:Fallback xmlns=""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E87871B0-77EC-1A52-5022-676D52534B2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482694" y="1476994"/>
                <a:ext cx="4140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6097DCA1-279F-98E9-AF6C-24283BD69917}"/>
                  </a:ext>
                </a:extLst>
              </p14:cNvPr>
              <p14:cNvContentPartPr/>
              <p14:nvPr/>
            </p14:nvContentPartPr>
            <p14:xfrm>
              <a:off x="5341214" y="1786594"/>
              <a:ext cx="160200" cy="126000"/>
            </p14:xfrm>
          </p:contentPart>
        </mc:Choice>
        <mc:Fallback xmlns=""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6097DCA1-279F-98E9-AF6C-24283BD6991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336894" y="1782274"/>
                <a:ext cx="16884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7" name="Entrada de lápiz 46">
                <a:extLst>
                  <a:ext uri="{FF2B5EF4-FFF2-40B4-BE49-F238E27FC236}">
                    <a16:creationId xmlns:a16="http://schemas.microsoft.com/office/drawing/2014/main" id="{99ED18B5-D0C9-6E76-9150-9137045ACE68}"/>
                  </a:ext>
                </a:extLst>
              </p14:cNvPr>
              <p14:cNvContentPartPr/>
              <p14:nvPr/>
            </p14:nvContentPartPr>
            <p14:xfrm>
              <a:off x="4966094" y="2963074"/>
              <a:ext cx="7920" cy="264240"/>
            </p14:xfrm>
          </p:contentPart>
        </mc:Choice>
        <mc:Fallback xmlns="">
          <p:pic>
            <p:nvPicPr>
              <p:cNvPr id="47" name="Entrada de lápiz 46">
                <a:extLst>
                  <a:ext uri="{FF2B5EF4-FFF2-40B4-BE49-F238E27FC236}">
                    <a16:creationId xmlns:a16="http://schemas.microsoft.com/office/drawing/2014/main" id="{99ED18B5-D0C9-6E76-9150-9137045ACE6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961774" y="2958754"/>
                <a:ext cx="1656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8" name="Entrada de lápiz 47">
                <a:extLst>
                  <a:ext uri="{FF2B5EF4-FFF2-40B4-BE49-F238E27FC236}">
                    <a16:creationId xmlns:a16="http://schemas.microsoft.com/office/drawing/2014/main" id="{EBF599FF-23FA-E755-F595-2F1A52FCF69D}"/>
                  </a:ext>
                </a:extLst>
              </p14:cNvPr>
              <p14:cNvContentPartPr/>
              <p14:nvPr/>
            </p14:nvContentPartPr>
            <p14:xfrm>
              <a:off x="4952414" y="2974594"/>
              <a:ext cx="351360" cy="32760"/>
            </p14:xfrm>
          </p:contentPart>
        </mc:Choice>
        <mc:Fallback xmlns="">
          <p:pic>
            <p:nvPicPr>
              <p:cNvPr id="48" name="Entrada de lápiz 47">
                <a:extLst>
                  <a:ext uri="{FF2B5EF4-FFF2-40B4-BE49-F238E27FC236}">
                    <a16:creationId xmlns:a16="http://schemas.microsoft.com/office/drawing/2014/main" id="{EBF599FF-23FA-E755-F595-2F1A52FCF69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948094" y="2970274"/>
                <a:ext cx="36000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9" name="Entrada de lápiz 48">
                <a:extLst>
                  <a:ext uri="{FF2B5EF4-FFF2-40B4-BE49-F238E27FC236}">
                    <a16:creationId xmlns:a16="http://schemas.microsoft.com/office/drawing/2014/main" id="{FB2FD2F0-8737-C88F-9444-9852A34C647B}"/>
                  </a:ext>
                </a:extLst>
              </p14:cNvPr>
              <p14:cNvContentPartPr/>
              <p14:nvPr/>
            </p14:nvContentPartPr>
            <p14:xfrm>
              <a:off x="5234294" y="2987554"/>
              <a:ext cx="45000" cy="279720"/>
            </p14:xfrm>
          </p:contentPart>
        </mc:Choice>
        <mc:Fallback xmlns="">
          <p:pic>
            <p:nvPicPr>
              <p:cNvPr id="49" name="Entrada de lápiz 48">
                <a:extLst>
                  <a:ext uri="{FF2B5EF4-FFF2-40B4-BE49-F238E27FC236}">
                    <a16:creationId xmlns:a16="http://schemas.microsoft.com/office/drawing/2014/main" id="{FB2FD2F0-8737-C88F-9444-9852A34C647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229974" y="2983234"/>
                <a:ext cx="5364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0" name="Entrada de lápiz 49">
                <a:extLst>
                  <a:ext uri="{FF2B5EF4-FFF2-40B4-BE49-F238E27FC236}">
                    <a16:creationId xmlns:a16="http://schemas.microsoft.com/office/drawing/2014/main" id="{E834586F-C800-74D0-320A-84DC2635F4AB}"/>
                  </a:ext>
                </a:extLst>
              </p14:cNvPr>
              <p14:cNvContentPartPr/>
              <p14:nvPr/>
            </p14:nvContentPartPr>
            <p14:xfrm>
              <a:off x="4933694" y="3234514"/>
              <a:ext cx="308520" cy="39960"/>
            </p14:xfrm>
          </p:contentPart>
        </mc:Choice>
        <mc:Fallback xmlns="">
          <p:pic>
            <p:nvPicPr>
              <p:cNvPr id="50" name="Entrada de lápiz 49">
                <a:extLst>
                  <a:ext uri="{FF2B5EF4-FFF2-40B4-BE49-F238E27FC236}">
                    <a16:creationId xmlns:a16="http://schemas.microsoft.com/office/drawing/2014/main" id="{E834586F-C800-74D0-320A-84DC2635F4A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929374" y="3230194"/>
                <a:ext cx="31716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32BB3DA4-A5E8-C1D9-A5C8-7B7071F72CA7}"/>
                  </a:ext>
                </a:extLst>
              </p14:cNvPr>
              <p14:cNvContentPartPr/>
              <p14:nvPr/>
            </p14:nvContentPartPr>
            <p14:xfrm>
              <a:off x="4955654" y="2829874"/>
              <a:ext cx="316800" cy="160200"/>
            </p14:xfrm>
          </p:contentPart>
        </mc:Choice>
        <mc:Fallback xmlns=""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32BB3DA4-A5E8-C1D9-A5C8-7B7071F72CA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951334" y="2825554"/>
                <a:ext cx="32544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2" name="Entrada de lápiz 51">
                <a:extLst>
                  <a:ext uri="{FF2B5EF4-FFF2-40B4-BE49-F238E27FC236}">
                    <a16:creationId xmlns:a16="http://schemas.microsoft.com/office/drawing/2014/main" id="{DF63A5FA-65FD-7451-9BB2-896161C05585}"/>
                  </a:ext>
                </a:extLst>
              </p14:cNvPr>
              <p14:cNvContentPartPr/>
              <p14:nvPr/>
            </p14:nvContentPartPr>
            <p14:xfrm>
              <a:off x="5231774" y="2844274"/>
              <a:ext cx="200520" cy="59400"/>
            </p14:xfrm>
          </p:contentPart>
        </mc:Choice>
        <mc:Fallback xmlns="">
          <p:pic>
            <p:nvPicPr>
              <p:cNvPr id="52" name="Entrada de lápiz 51">
                <a:extLst>
                  <a:ext uri="{FF2B5EF4-FFF2-40B4-BE49-F238E27FC236}">
                    <a16:creationId xmlns:a16="http://schemas.microsoft.com/office/drawing/2014/main" id="{DF63A5FA-65FD-7451-9BB2-896161C0558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227454" y="2839954"/>
                <a:ext cx="20916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3" name="Entrada de lápiz 52">
                <a:extLst>
                  <a:ext uri="{FF2B5EF4-FFF2-40B4-BE49-F238E27FC236}">
                    <a16:creationId xmlns:a16="http://schemas.microsoft.com/office/drawing/2014/main" id="{A513F1CE-F89C-6017-F1B9-7F9F49FA3805}"/>
                  </a:ext>
                </a:extLst>
              </p14:cNvPr>
              <p14:cNvContentPartPr/>
              <p14:nvPr/>
            </p14:nvContentPartPr>
            <p14:xfrm>
              <a:off x="5256254" y="2858314"/>
              <a:ext cx="205560" cy="161280"/>
            </p14:xfrm>
          </p:contentPart>
        </mc:Choice>
        <mc:Fallback xmlns="">
          <p:pic>
            <p:nvPicPr>
              <p:cNvPr id="53" name="Entrada de lápiz 52">
                <a:extLst>
                  <a:ext uri="{FF2B5EF4-FFF2-40B4-BE49-F238E27FC236}">
                    <a16:creationId xmlns:a16="http://schemas.microsoft.com/office/drawing/2014/main" id="{A513F1CE-F89C-6017-F1B9-7F9F49FA380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251934" y="2853994"/>
                <a:ext cx="21420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4" name="Entrada de lápiz 53">
                <a:extLst>
                  <a:ext uri="{FF2B5EF4-FFF2-40B4-BE49-F238E27FC236}">
                    <a16:creationId xmlns:a16="http://schemas.microsoft.com/office/drawing/2014/main" id="{DC94D4D6-A637-64A7-8872-B8E0872C175D}"/>
                  </a:ext>
                </a:extLst>
              </p14:cNvPr>
              <p14:cNvContentPartPr/>
              <p14:nvPr/>
            </p14:nvContentPartPr>
            <p14:xfrm>
              <a:off x="5397014" y="2897914"/>
              <a:ext cx="37080" cy="277920"/>
            </p14:xfrm>
          </p:contentPart>
        </mc:Choice>
        <mc:Fallback xmlns="">
          <p:pic>
            <p:nvPicPr>
              <p:cNvPr id="54" name="Entrada de lápiz 53">
                <a:extLst>
                  <a:ext uri="{FF2B5EF4-FFF2-40B4-BE49-F238E27FC236}">
                    <a16:creationId xmlns:a16="http://schemas.microsoft.com/office/drawing/2014/main" id="{DC94D4D6-A637-64A7-8872-B8E0872C175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392694" y="2893594"/>
                <a:ext cx="4572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6" name="Entrada de lápiz 55">
                <a:extLst>
                  <a:ext uri="{FF2B5EF4-FFF2-40B4-BE49-F238E27FC236}">
                    <a16:creationId xmlns:a16="http://schemas.microsoft.com/office/drawing/2014/main" id="{5A314E12-3143-4285-1EFD-1CDE93CF94FB}"/>
                  </a:ext>
                </a:extLst>
              </p14:cNvPr>
              <p14:cNvContentPartPr/>
              <p14:nvPr/>
            </p14:nvContentPartPr>
            <p14:xfrm>
              <a:off x="5217014" y="3119314"/>
              <a:ext cx="211680" cy="125280"/>
            </p14:xfrm>
          </p:contentPart>
        </mc:Choice>
        <mc:Fallback xmlns="">
          <p:pic>
            <p:nvPicPr>
              <p:cNvPr id="56" name="Entrada de lápiz 55">
                <a:extLst>
                  <a:ext uri="{FF2B5EF4-FFF2-40B4-BE49-F238E27FC236}">
                    <a16:creationId xmlns:a16="http://schemas.microsoft.com/office/drawing/2014/main" id="{5A314E12-3143-4285-1EFD-1CDE93CF94F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212694" y="3114994"/>
                <a:ext cx="22032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8" name="Entrada de lápiz 57">
                <a:extLst>
                  <a:ext uri="{FF2B5EF4-FFF2-40B4-BE49-F238E27FC236}">
                    <a16:creationId xmlns:a16="http://schemas.microsoft.com/office/drawing/2014/main" id="{884802E6-9CF0-1A97-93C6-5C4103FA90B6}"/>
                  </a:ext>
                </a:extLst>
              </p14:cNvPr>
              <p14:cNvContentPartPr/>
              <p14:nvPr/>
            </p14:nvContentPartPr>
            <p14:xfrm>
              <a:off x="5186774" y="3397234"/>
              <a:ext cx="27000" cy="15840"/>
            </p14:xfrm>
          </p:contentPart>
        </mc:Choice>
        <mc:Fallback xmlns="">
          <p:pic>
            <p:nvPicPr>
              <p:cNvPr id="58" name="Entrada de lápiz 57">
                <a:extLst>
                  <a:ext uri="{FF2B5EF4-FFF2-40B4-BE49-F238E27FC236}">
                    <a16:creationId xmlns:a16="http://schemas.microsoft.com/office/drawing/2014/main" id="{884802E6-9CF0-1A97-93C6-5C4103FA90B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182454" y="3392914"/>
                <a:ext cx="3564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9" name="Entrada de lápiz 58">
                <a:extLst>
                  <a:ext uri="{FF2B5EF4-FFF2-40B4-BE49-F238E27FC236}">
                    <a16:creationId xmlns:a16="http://schemas.microsoft.com/office/drawing/2014/main" id="{3001E9D6-6194-B6AC-E325-904B9593C4A7}"/>
                  </a:ext>
                </a:extLst>
              </p14:cNvPr>
              <p14:cNvContentPartPr/>
              <p14:nvPr/>
            </p14:nvContentPartPr>
            <p14:xfrm>
              <a:off x="5163374" y="3535114"/>
              <a:ext cx="24120" cy="123480"/>
            </p14:xfrm>
          </p:contentPart>
        </mc:Choice>
        <mc:Fallback xmlns="">
          <p:pic>
            <p:nvPicPr>
              <p:cNvPr id="59" name="Entrada de lápiz 58">
                <a:extLst>
                  <a:ext uri="{FF2B5EF4-FFF2-40B4-BE49-F238E27FC236}">
                    <a16:creationId xmlns:a16="http://schemas.microsoft.com/office/drawing/2014/main" id="{3001E9D6-6194-B6AC-E325-904B9593C4A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159054" y="3530794"/>
                <a:ext cx="3276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7AA14D2B-BF54-D39D-EF05-85ED9120B0FE}"/>
                  </a:ext>
                </a:extLst>
              </p14:cNvPr>
              <p14:cNvContentPartPr/>
              <p14:nvPr/>
            </p14:nvContentPartPr>
            <p14:xfrm>
              <a:off x="5157614" y="3892594"/>
              <a:ext cx="360" cy="360"/>
            </p14:xfrm>
          </p:contentPart>
        </mc:Choice>
        <mc:Fallback xmlns=""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7AA14D2B-BF54-D39D-EF05-85ED9120B0F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153294" y="3888274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6CFBF5BD-725F-57DE-288D-DF59807D5671}"/>
                  </a:ext>
                </a:extLst>
              </p14:cNvPr>
              <p14:cNvContentPartPr/>
              <p14:nvPr/>
            </p14:nvContentPartPr>
            <p14:xfrm>
              <a:off x="4981214" y="3981154"/>
              <a:ext cx="378720" cy="354600"/>
            </p14:xfrm>
          </p:contentPart>
        </mc:Choice>
        <mc:Fallback xmlns=""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6CFBF5BD-725F-57DE-288D-DF59807D567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976894" y="3976834"/>
                <a:ext cx="38736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62" name="Entrada de lápiz 61">
                <a:extLst>
                  <a:ext uri="{FF2B5EF4-FFF2-40B4-BE49-F238E27FC236}">
                    <a16:creationId xmlns:a16="http://schemas.microsoft.com/office/drawing/2014/main" id="{6FE55814-7C3F-A61D-02F3-6325A43062C7}"/>
                  </a:ext>
                </a:extLst>
              </p14:cNvPr>
              <p14:cNvContentPartPr/>
              <p14:nvPr/>
            </p14:nvContentPartPr>
            <p14:xfrm>
              <a:off x="4969694" y="3806194"/>
              <a:ext cx="682920" cy="206280"/>
            </p14:xfrm>
          </p:contentPart>
        </mc:Choice>
        <mc:Fallback xmlns="">
          <p:pic>
            <p:nvPicPr>
              <p:cNvPr id="62" name="Entrada de lápiz 61">
                <a:extLst>
                  <a:ext uri="{FF2B5EF4-FFF2-40B4-BE49-F238E27FC236}">
                    <a16:creationId xmlns:a16="http://schemas.microsoft.com/office/drawing/2014/main" id="{6FE55814-7C3F-A61D-02F3-6325A43062C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965374" y="3801874"/>
                <a:ext cx="69156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64" name="Entrada de lápiz 63">
                <a:extLst>
                  <a:ext uri="{FF2B5EF4-FFF2-40B4-BE49-F238E27FC236}">
                    <a16:creationId xmlns:a16="http://schemas.microsoft.com/office/drawing/2014/main" id="{8857F352-90FE-00EF-64B1-ED32FD9DF325}"/>
                  </a:ext>
                </a:extLst>
              </p14:cNvPr>
              <p14:cNvContentPartPr/>
              <p14:nvPr/>
            </p14:nvContentPartPr>
            <p14:xfrm>
              <a:off x="5299814" y="3833914"/>
              <a:ext cx="336600" cy="198720"/>
            </p14:xfrm>
          </p:contentPart>
        </mc:Choice>
        <mc:Fallback xmlns="">
          <p:pic>
            <p:nvPicPr>
              <p:cNvPr id="64" name="Entrada de lápiz 63">
                <a:extLst>
                  <a:ext uri="{FF2B5EF4-FFF2-40B4-BE49-F238E27FC236}">
                    <a16:creationId xmlns:a16="http://schemas.microsoft.com/office/drawing/2014/main" id="{8857F352-90FE-00EF-64B1-ED32FD9DF32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295494" y="3829594"/>
                <a:ext cx="34524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65" name="Entrada de lápiz 64">
                <a:extLst>
                  <a:ext uri="{FF2B5EF4-FFF2-40B4-BE49-F238E27FC236}">
                    <a16:creationId xmlns:a16="http://schemas.microsoft.com/office/drawing/2014/main" id="{1BAA940F-7155-C00C-BA5D-7B934B9F535C}"/>
                  </a:ext>
                </a:extLst>
              </p14:cNvPr>
              <p14:cNvContentPartPr/>
              <p14:nvPr/>
            </p14:nvContentPartPr>
            <p14:xfrm>
              <a:off x="5625974" y="3840754"/>
              <a:ext cx="26280" cy="358200"/>
            </p14:xfrm>
          </p:contentPart>
        </mc:Choice>
        <mc:Fallback xmlns="">
          <p:pic>
            <p:nvPicPr>
              <p:cNvPr id="65" name="Entrada de lápiz 64">
                <a:extLst>
                  <a:ext uri="{FF2B5EF4-FFF2-40B4-BE49-F238E27FC236}">
                    <a16:creationId xmlns:a16="http://schemas.microsoft.com/office/drawing/2014/main" id="{1BAA940F-7155-C00C-BA5D-7B934B9F535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621654" y="3836434"/>
                <a:ext cx="3492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66" name="Entrada de lápiz 65">
                <a:extLst>
                  <a:ext uri="{FF2B5EF4-FFF2-40B4-BE49-F238E27FC236}">
                    <a16:creationId xmlns:a16="http://schemas.microsoft.com/office/drawing/2014/main" id="{3831BC83-5C19-73B0-057A-1CAB75F6466B}"/>
                  </a:ext>
                </a:extLst>
              </p14:cNvPr>
              <p14:cNvContentPartPr/>
              <p14:nvPr/>
            </p14:nvContentPartPr>
            <p14:xfrm>
              <a:off x="5332574" y="4103914"/>
              <a:ext cx="299160" cy="216360"/>
            </p14:xfrm>
          </p:contentPart>
        </mc:Choice>
        <mc:Fallback xmlns="">
          <p:pic>
            <p:nvPicPr>
              <p:cNvPr id="66" name="Entrada de lápiz 65">
                <a:extLst>
                  <a:ext uri="{FF2B5EF4-FFF2-40B4-BE49-F238E27FC236}">
                    <a16:creationId xmlns:a16="http://schemas.microsoft.com/office/drawing/2014/main" id="{3831BC83-5C19-73B0-057A-1CAB75F6466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328254" y="4099594"/>
                <a:ext cx="30780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68" name="Entrada de lápiz 67">
                <a:extLst>
                  <a:ext uri="{FF2B5EF4-FFF2-40B4-BE49-F238E27FC236}">
                    <a16:creationId xmlns:a16="http://schemas.microsoft.com/office/drawing/2014/main" id="{210EF353-EC21-398D-5D41-113B98D4DBCB}"/>
                  </a:ext>
                </a:extLst>
              </p14:cNvPr>
              <p14:cNvContentPartPr/>
              <p14:nvPr/>
            </p14:nvContentPartPr>
            <p14:xfrm>
              <a:off x="5519774" y="1656994"/>
              <a:ext cx="830880" cy="2409480"/>
            </p14:xfrm>
          </p:contentPart>
        </mc:Choice>
        <mc:Fallback xmlns="">
          <p:pic>
            <p:nvPicPr>
              <p:cNvPr id="68" name="Entrada de lápiz 67">
                <a:extLst>
                  <a:ext uri="{FF2B5EF4-FFF2-40B4-BE49-F238E27FC236}">
                    <a16:creationId xmlns:a16="http://schemas.microsoft.com/office/drawing/2014/main" id="{210EF353-EC21-398D-5D41-113B98D4DBC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515454" y="1652674"/>
                <a:ext cx="839520" cy="241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70" name="Entrada de lápiz 69">
                <a:extLst>
                  <a:ext uri="{FF2B5EF4-FFF2-40B4-BE49-F238E27FC236}">
                    <a16:creationId xmlns:a16="http://schemas.microsoft.com/office/drawing/2014/main" id="{22E286B0-F743-87AD-410E-AB0B5B63F484}"/>
                  </a:ext>
                </a:extLst>
              </p14:cNvPr>
              <p14:cNvContentPartPr/>
              <p14:nvPr/>
            </p14:nvContentPartPr>
            <p14:xfrm>
              <a:off x="4444454" y="2911954"/>
              <a:ext cx="560520" cy="1229760"/>
            </p14:xfrm>
          </p:contentPart>
        </mc:Choice>
        <mc:Fallback xmlns="">
          <p:pic>
            <p:nvPicPr>
              <p:cNvPr id="70" name="Entrada de lápiz 69">
                <a:extLst>
                  <a:ext uri="{FF2B5EF4-FFF2-40B4-BE49-F238E27FC236}">
                    <a16:creationId xmlns:a16="http://schemas.microsoft.com/office/drawing/2014/main" id="{22E286B0-F743-87AD-410E-AB0B5B63F484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440134" y="2907634"/>
                <a:ext cx="569160" cy="12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71" name="Entrada de lápiz 70">
                <a:extLst>
                  <a:ext uri="{FF2B5EF4-FFF2-40B4-BE49-F238E27FC236}">
                    <a16:creationId xmlns:a16="http://schemas.microsoft.com/office/drawing/2014/main" id="{CE1C6DE3-C7E9-8F44-A857-78B7A0880D6D}"/>
                  </a:ext>
                </a:extLst>
              </p14:cNvPr>
              <p14:cNvContentPartPr/>
              <p14:nvPr/>
            </p14:nvContentPartPr>
            <p14:xfrm>
              <a:off x="4420334" y="3067834"/>
              <a:ext cx="500400" cy="66600"/>
            </p14:xfrm>
          </p:contentPart>
        </mc:Choice>
        <mc:Fallback xmlns="">
          <p:pic>
            <p:nvPicPr>
              <p:cNvPr id="71" name="Entrada de lápiz 70">
                <a:extLst>
                  <a:ext uri="{FF2B5EF4-FFF2-40B4-BE49-F238E27FC236}">
                    <a16:creationId xmlns:a16="http://schemas.microsoft.com/office/drawing/2014/main" id="{CE1C6DE3-C7E9-8F44-A857-78B7A0880D6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416014" y="3063514"/>
                <a:ext cx="50904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8EEB1344-BD27-2612-CB91-931175347828}"/>
                  </a:ext>
                </a:extLst>
              </p14:cNvPr>
              <p14:cNvContentPartPr/>
              <p14:nvPr/>
            </p14:nvContentPartPr>
            <p14:xfrm>
              <a:off x="5003534" y="2263234"/>
              <a:ext cx="38880" cy="297000"/>
            </p14:xfrm>
          </p:contentPart>
        </mc:Choice>
        <mc:Fallback xmlns=""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8EEB1344-BD27-2612-CB91-93117534782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999214" y="2258914"/>
                <a:ext cx="4752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3F4879C8-5207-C944-D61B-4B8964EF2D55}"/>
                  </a:ext>
                </a:extLst>
              </p14:cNvPr>
              <p14:cNvContentPartPr/>
              <p14:nvPr/>
            </p14:nvContentPartPr>
            <p14:xfrm>
              <a:off x="4999214" y="2314714"/>
              <a:ext cx="311400" cy="48240"/>
            </p14:xfrm>
          </p:contentPart>
        </mc:Choice>
        <mc:Fallback xmlns=""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3F4879C8-5207-C944-D61B-4B8964EF2D5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994894" y="2310394"/>
                <a:ext cx="32004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FC43E6F0-6387-B8F5-5294-7B47941E2503}"/>
                  </a:ext>
                </a:extLst>
              </p14:cNvPr>
              <p14:cNvContentPartPr/>
              <p14:nvPr/>
            </p14:nvContentPartPr>
            <p14:xfrm>
              <a:off x="4999214" y="2128954"/>
              <a:ext cx="367200" cy="184320"/>
            </p14:xfrm>
          </p:contentPart>
        </mc:Choice>
        <mc:Fallback xmlns=""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FC43E6F0-6387-B8F5-5294-7B47941E2503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994894" y="2124634"/>
                <a:ext cx="37584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34" name="Entrada de lápiz 33">
                <a:extLst>
                  <a:ext uri="{FF2B5EF4-FFF2-40B4-BE49-F238E27FC236}">
                    <a16:creationId xmlns:a16="http://schemas.microsoft.com/office/drawing/2014/main" id="{468695A4-8855-096D-425B-36DC3FAAB93C}"/>
                  </a:ext>
                </a:extLst>
              </p14:cNvPr>
              <p14:cNvContentPartPr/>
              <p14:nvPr/>
            </p14:nvContentPartPr>
            <p14:xfrm>
              <a:off x="5360654" y="2133994"/>
              <a:ext cx="298080" cy="67680"/>
            </p14:xfrm>
          </p:contentPart>
        </mc:Choice>
        <mc:Fallback xmlns="">
          <p:pic>
            <p:nvPicPr>
              <p:cNvPr id="34" name="Entrada de lápiz 33">
                <a:extLst>
                  <a:ext uri="{FF2B5EF4-FFF2-40B4-BE49-F238E27FC236}">
                    <a16:creationId xmlns:a16="http://schemas.microsoft.com/office/drawing/2014/main" id="{468695A4-8855-096D-425B-36DC3FAAB93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356334" y="2129674"/>
                <a:ext cx="30672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92AC6608-DFDE-F44C-3169-F42F89223A59}"/>
                  </a:ext>
                </a:extLst>
              </p14:cNvPr>
              <p14:cNvContentPartPr/>
              <p14:nvPr/>
            </p14:nvContentPartPr>
            <p14:xfrm>
              <a:off x="5462894" y="2133994"/>
              <a:ext cx="190440" cy="205560"/>
            </p14:xfrm>
          </p:contentPart>
        </mc:Choice>
        <mc:Fallback xmlns=""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92AC6608-DFDE-F44C-3169-F42F89223A5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458574" y="2129674"/>
                <a:ext cx="19908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D047F745-9F78-1EA9-8499-703CA41382A1}"/>
                  </a:ext>
                </a:extLst>
              </p14:cNvPr>
              <p14:cNvContentPartPr/>
              <p14:nvPr/>
            </p14:nvContentPartPr>
            <p14:xfrm>
              <a:off x="5281454" y="2317234"/>
              <a:ext cx="200160" cy="46440"/>
            </p14:xfrm>
          </p:contentPart>
        </mc:Choice>
        <mc:Fallback xmlns=""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D047F745-9F78-1EA9-8499-703CA41382A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277134" y="2312914"/>
                <a:ext cx="20880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38" name="Entrada de lápiz 37">
                <a:extLst>
                  <a:ext uri="{FF2B5EF4-FFF2-40B4-BE49-F238E27FC236}">
                    <a16:creationId xmlns:a16="http://schemas.microsoft.com/office/drawing/2014/main" id="{04CC2831-C5E1-442D-5B02-F69B6356B132}"/>
                  </a:ext>
                </a:extLst>
              </p14:cNvPr>
              <p14:cNvContentPartPr/>
              <p14:nvPr/>
            </p14:nvContentPartPr>
            <p14:xfrm>
              <a:off x="5020094" y="2317594"/>
              <a:ext cx="457560" cy="48960"/>
            </p14:xfrm>
          </p:contentPart>
        </mc:Choice>
        <mc:Fallback xmlns="">
          <p:pic>
            <p:nvPicPr>
              <p:cNvPr id="38" name="Entrada de lápiz 37">
                <a:extLst>
                  <a:ext uri="{FF2B5EF4-FFF2-40B4-BE49-F238E27FC236}">
                    <a16:creationId xmlns:a16="http://schemas.microsoft.com/office/drawing/2014/main" id="{04CC2831-C5E1-442D-5B02-F69B6356B132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015774" y="2313274"/>
                <a:ext cx="46620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56E5FCA5-D4A3-269E-E18D-68FDF189B0E6}"/>
                  </a:ext>
                </a:extLst>
              </p14:cNvPr>
              <p14:cNvContentPartPr/>
              <p14:nvPr/>
            </p14:nvContentPartPr>
            <p14:xfrm>
              <a:off x="5449574" y="2167834"/>
              <a:ext cx="200520" cy="199440"/>
            </p14:xfrm>
          </p:contentPart>
        </mc:Choice>
        <mc:Fallback xmlns=""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56E5FCA5-D4A3-269E-E18D-68FDF189B0E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445254" y="2163514"/>
                <a:ext cx="20916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7D572C17-61F5-8B12-B558-1743317EDC9D}"/>
                  </a:ext>
                </a:extLst>
              </p14:cNvPr>
              <p14:cNvContentPartPr/>
              <p14:nvPr/>
            </p14:nvContentPartPr>
            <p14:xfrm>
              <a:off x="5364614" y="2128234"/>
              <a:ext cx="293760" cy="33120"/>
            </p14:xfrm>
          </p:contentPart>
        </mc:Choice>
        <mc:Fallback xmlns=""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7D572C17-61F5-8B12-B558-1743317EDC9D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360294" y="2123914"/>
                <a:ext cx="30240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F89C9DE8-9BC2-9D39-5090-429221A7BF50}"/>
                  </a:ext>
                </a:extLst>
              </p14:cNvPr>
              <p14:cNvContentPartPr/>
              <p14:nvPr/>
            </p14:nvContentPartPr>
            <p14:xfrm>
              <a:off x="5402774" y="2329834"/>
              <a:ext cx="38520" cy="303480"/>
            </p14:xfrm>
          </p:contentPart>
        </mc:Choice>
        <mc:Fallback xmlns=""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F89C9DE8-9BC2-9D39-5090-429221A7BF50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398454" y="2325514"/>
                <a:ext cx="4716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C8607073-D787-C93A-6D84-E67F41A085DD}"/>
                  </a:ext>
                </a:extLst>
              </p14:cNvPr>
              <p14:cNvContentPartPr/>
              <p14:nvPr/>
            </p14:nvContentPartPr>
            <p14:xfrm>
              <a:off x="4980134" y="2560594"/>
              <a:ext cx="455040" cy="102960"/>
            </p14:xfrm>
          </p:contentPart>
        </mc:Choice>
        <mc:Fallback xmlns=""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C8607073-D787-C93A-6D84-E67F41A085DD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975814" y="2556274"/>
                <a:ext cx="46368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44" name="Entrada de lápiz 43">
                <a:extLst>
                  <a:ext uri="{FF2B5EF4-FFF2-40B4-BE49-F238E27FC236}">
                    <a16:creationId xmlns:a16="http://schemas.microsoft.com/office/drawing/2014/main" id="{BD546204-E085-D8CC-3BCD-1409EA020384}"/>
                  </a:ext>
                </a:extLst>
              </p14:cNvPr>
              <p14:cNvContentPartPr/>
              <p14:nvPr/>
            </p14:nvContentPartPr>
            <p14:xfrm>
              <a:off x="5415374" y="2429194"/>
              <a:ext cx="286560" cy="195120"/>
            </p14:xfrm>
          </p:contentPart>
        </mc:Choice>
        <mc:Fallback xmlns="">
          <p:pic>
            <p:nvPicPr>
              <p:cNvPr id="44" name="Entrada de lápiz 43">
                <a:extLst>
                  <a:ext uri="{FF2B5EF4-FFF2-40B4-BE49-F238E27FC236}">
                    <a16:creationId xmlns:a16="http://schemas.microsoft.com/office/drawing/2014/main" id="{BD546204-E085-D8CC-3BCD-1409EA020384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411054" y="2424874"/>
                <a:ext cx="29520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D892792E-3CA5-5A98-5E36-ABC3B358DBF1}"/>
                  </a:ext>
                </a:extLst>
              </p14:cNvPr>
              <p14:cNvContentPartPr/>
              <p14:nvPr/>
            </p14:nvContentPartPr>
            <p14:xfrm>
              <a:off x="5609414" y="2209954"/>
              <a:ext cx="39960" cy="342360"/>
            </p14:xfrm>
          </p:contentPart>
        </mc:Choice>
        <mc:Fallback xmlns=""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D892792E-3CA5-5A98-5E36-ABC3B358DBF1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605094" y="2205634"/>
                <a:ext cx="4860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2" name="Entrada de lápiz 71">
                <a:extLst>
                  <a:ext uri="{FF2B5EF4-FFF2-40B4-BE49-F238E27FC236}">
                    <a16:creationId xmlns:a16="http://schemas.microsoft.com/office/drawing/2014/main" id="{D30C067B-0DD3-6183-3FFF-AFA8795E876D}"/>
                  </a:ext>
                </a:extLst>
              </p14:cNvPr>
              <p14:cNvContentPartPr/>
              <p14:nvPr/>
            </p14:nvContentPartPr>
            <p14:xfrm>
              <a:off x="4417454" y="2510194"/>
              <a:ext cx="528480" cy="25200"/>
            </p14:xfrm>
          </p:contentPart>
        </mc:Choice>
        <mc:Fallback xmlns="">
          <p:pic>
            <p:nvPicPr>
              <p:cNvPr id="72" name="Entrada de lápiz 71">
                <a:extLst>
                  <a:ext uri="{FF2B5EF4-FFF2-40B4-BE49-F238E27FC236}">
                    <a16:creationId xmlns:a16="http://schemas.microsoft.com/office/drawing/2014/main" id="{D30C067B-0DD3-6183-3FFF-AFA8795E876D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413134" y="2505874"/>
                <a:ext cx="53712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5" name="Entrada de lápiz 74">
                <a:extLst>
                  <a:ext uri="{FF2B5EF4-FFF2-40B4-BE49-F238E27FC236}">
                    <a16:creationId xmlns:a16="http://schemas.microsoft.com/office/drawing/2014/main" id="{69C59D1A-1E44-AEB4-2D33-79DC55597340}"/>
                  </a:ext>
                </a:extLst>
              </p14:cNvPr>
              <p14:cNvContentPartPr/>
              <p14:nvPr/>
            </p14:nvContentPartPr>
            <p14:xfrm>
              <a:off x="5630654" y="2428834"/>
              <a:ext cx="601560" cy="58320"/>
            </p14:xfrm>
          </p:contentPart>
        </mc:Choice>
        <mc:Fallback xmlns="">
          <p:pic>
            <p:nvPicPr>
              <p:cNvPr id="75" name="Entrada de lápiz 74">
                <a:extLst>
                  <a:ext uri="{FF2B5EF4-FFF2-40B4-BE49-F238E27FC236}">
                    <a16:creationId xmlns:a16="http://schemas.microsoft.com/office/drawing/2014/main" id="{69C59D1A-1E44-AEB4-2D33-79DC5559734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626334" y="2424514"/>
                <a:ext cx="61020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6" name="Entrada de lápiz 75">
                <a:extLst>
                  <a:ext uri="{FF2B5EF4-FFF2-40B4-BE49-F238E27FC236}">
                    <a16:creationId xmlns:a16="http://schemas.microsoft.com/office/drawing/2014/main" id="{3CF43677-2C69-5A42-D1B0-FF649E1B696A}"/>
                  </a:ext>
                </a:extLst>
              </p14:cNvPr>
              <p14:cNvContentPartPr/>
              <p14:nvPr/>
            </p14:nvContentPartPr>
            <p14:xfrm>
              <a:off x="5434454" y="2988274"/>
              <a:ext cx="745560" cy="62280"/>
            </p14:xfrm>
          </p:contentPart>
        </mc:Choice>
        <mc:Fallback xmlns="">
          <p:pic>
            <p:nvPicPr>
              <p:cNvPr id="76" name="Entrada de lápiz 75">
                <a:extLst>
                  <a:ext uri="{FF2B5EF4-FFF2-40B4-BE49-F238E27FC236}">
                    <a16:creationId xmlns:a16="http://schemas.microsoft.com/office/drawing/2014/main" id="{3CF43677-2C69-5A42-D1B0-FF649E1B696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430134" y="2983954"/>
                <a:ext cx="75420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8" name="Entrada de lápiz 77">
                <a:extLst>
                  <a:ext uri="{FF2B5EF4-FFF2-40B4-BE49-F238E27FC236}">
                    <a16:creationId xmlns:a16="http://schemas.microsoft.com/office/drawing/2014/main" id="{5FC74800-8A1B-5162-D403-C2F8D297152C}"/>
                  </a:ext>
                </a:extLst>
              </p14:cNvPr>
              <p14:cNvContentPartPr/>
              <p14:nvPr/>
            </p14:nvContentPartPr>
            <p14:xfrm>
              <a:off x="6284414" y="2661754"/>
              <a:ext cx="666360" cy="123480"/>
            </p14:xfrm>
          </p:contentPart>
        </mc:Choice>
        <mc:Fallback xmlns="">
          <p:pic>
            <p:nvPicPr>
              <p:cNvPr id="78" name="Entrada de lápiz 77">
                <a:extLst>
                  <a:ext uri="{FF2B5EF4-FFF2-40B4-BE49-F238E27FC236}">
                    <a16:creationId xmlns:a16="http://schemas.microsoft.com/office/drawing/2014/main" id="{5FC74800-8A1B-5162-D403-C2F8D297152C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280094" y="2657434"/>
                <a:ext cx="675000" cy="13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upo 108">
            <a:extLst>
              <a:ext uri="{FF2B5EF4-FFF2-40B4-BE49-F238E27FC236}">
                <a16:creationId xmlns:a16="http://schemas.microsoft.com/office/drawing/2014/main" id="{24F27B9D-734B-2288-4401-138490FE80D0}"/>
              </a:ext>
            </a:extLst>
          </p:cNvPr>
          <p:cNvGrpSpPr/>
          <p:nvPr/>
        </p:nvGrpSpPr>
        <p:grpSpPr>
          <a:xfrm>
            <a:off x="7094774" y="2432074"/>
            <a:ext cx="745200" cy="1588680"/>
            <a:chOff x="7094774" y="2432074"/>
            <a:chExt cx="745200" cy="158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6" name="Entrada de lápiz 85">
                  <a:extLst>
                    <a:ext uri="{FF2B5EF4-FFF2-40B4-BE49-F238E27FC236}">
                      <a16:creationId xmlns:a16="http://schemas.microsoft.com/office/drawing/2014/main" id="{24D4DCAC-ED67-8BB3-8EF5-10F800D2DB0A}"/>
                    </a:ext>
                  </a:extLst>
                </p14:cNvPr>
                <p14:cNvContentPartPr/>
                <p14:nvPr/>
              </p14:nvContentPartPr>
              <p14:xfrm>
                <a:off x="7625774" y="2558794"/>
                <a:ext cx="197280" cy="195120"/>
              </p14:xfrm>
            </p:contentPart>
          </mc:Choice>
          <mc:Fallback xmlns="">
            <p:pic>
              <p:nvPicPr>
                <p:cNvPr id="86" name="Entrada de lápiz 85">
                  <a:extLst>
                    <a:ext uri="{FF2B5EF4-FFF2-40B4-BE49-F238E27FC236}">
                      <a16:creationId xmlns:a16="http://schemas.microsoft.com/office/drawing/2014/main" id="{24D4DCAC-ED67-8BB3-8EF5-10F800D2DB0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621454" y="2554474"/>
                  <a:ext cx="2059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7" name="Entrada de lápiz 86">
                  <a:extLst>
                    <a:ext uri="{FF2B5EF4-FFF2-40B4-BE49-F238E27FC236}">
                      <a16:creationId xmlns:a16="http://schemas.microsoft.com/office/drawing/2014/main" id="{7D77A9C3-3EB9-A0AF-952B-77C9E7D1CDF6}"/>
                    </a:ext>
                  </a:extLst>
                </p14:cNvPr>
                <p14:cNvContentPartPr/>
                <p14:nvPr/>
              </p14:nvContentPartPr>
              <p14:xfrm>
                <a:off x="7586174" y="2681554"/>
                <a:ext cx="46080" cy="309960"/>
              </p14:xfrm>
            </p:contentPart>
          </mc:Choice>
          <mc:Fallback xmlns="">
            <p:pic>
              <p:nvPicPr>
                <p:cNvPr id="87" name="Entrada de lápiz 86">
                  <a:extLst>
                    <a:ext uri="{FF2B5EF4-FFF2-40B4-BE49-F238E27FC236}">
                      <a16:creationId xmlns:a16="http://schemas.microsoft.com/office/drawing/2014/main" id="{7D77A9C3-3EB9-A0AF-952B-77C9E7D1CDF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581854" y="2677234"/>
                  <a:ext cx="5472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8" name="Entrada de lápiz 87">
                  <a:extLst>
                    <a:ext uri="{FF2B5EF4-FFF2-40B4-BE49-F238E27FC236}">
                      <a16:creationId xmlns:a16="http://schemas.microsoft.com/office/drawing/2014/main" id="{7B1919BE-6CA3-6832-EB9E-CA055BEB3245}"/>
                    </a:ext>
                  </a:extLst>
                </p14:cNvPr>
                <p14:cNvContentPartPr/>
                <p14:nvPr/>
              </p14:nvContentPartPr>
              <p14:xfrm>
                <a:off x="7549814" y="2992954"/>
                <a:ext cx="290160" cy="37440"/>
              </p14:xfrm>
            </p:contentPart>
          </mc:Choice>
          <mc:Fallback xmlns="">
            <p:pic>
              <p:nvPicPr>
                <p:cNvPr id="88" name="Entrada de lápiz 87">
                  <a:extLst>
                    <a:ext uri="{FF2B5EF4-FFF2-40B4-BE49-F238E27FC236}">
                      <a16:creationId xmlns:a16="http://schemas.microsoft.com/office/drawing/2014/main" id="{7B1919BE-6CA3-6832-EB9E-CA055BEB324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545494" y="2988634"/>
                  <a:ext cx="2988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9" name="Entrada de lápiz 88">
                  <a:extLst>
                    <a:ext uri="{FF2B5EF4-FFF2-40B4-BE49-F238E27FC236}">
                      <a16:creationId xmlns:a16="http://schemas.microsoft.com/office/drawing/2014/main" id="{B604B144-322A-4BDB-0614-F3BD25F5BC90}"/>
                    </a:ext>
                  </a:extLst>
                </p14:cNvPr>
                <p14:cNvContentPartPr/>
                <p14:nvPr/>
              </p14:nvContentPartPr>
              <p14:xfrm>
                <a:off x="7734134" y="2678314"/>
                <a:ext cx="88920" cy="384480"/>
              </p14:xfrm>
            </p:contentPart>
          </mc:Choice>
          <mc:Fallback xmlns="">
            <p:pic>
              <p:nvPicPr>
                <p:cNvPr id="89" name="Entrada de lápiz 88">
                  <a:extLst>
                    <a:ext uri="{FF2B5EF4-FFF2-40B4-BE49-F238E27FC236}">
                      <a16:creationId xmlns:a16="http://schemas.microsoft.com/office/drawing/2014/main" id="{B604B144-322A-4BDB-0614-F3BD25F5BC9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729814" y="2673994"/>
                  <a:ext cx="9756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0" name="Entrada de lápiz 89">
                  <a:extLst>
                    <a:ext uri="{FF2B5EF4-FFF2-40B4-BE49-F238E27FC236}">
                      <a16:creationId xmlns:a16="http://schemas.microsoft.com/office/drawing/2014/main" id="{0864C4F8-BCD5-0153-69A9-D2D2282BDC45}"/>
                    </a:ext>
                  </a:extLst>
                </p14:cNvPr>
                <p14:cNvContentPartPr/>
                <p14:nvPr/>
              </p14:nvContentPartPr>
              <p14:xfrm>
                <a:off x="7760054" y="2725474"/>
                <a:ext cx="39600" cy="350640"/>
              </p14:xfrm>
            </p:contentPart>
          </mc:Choice>
          <mc:Fallback xmlns="">
            <p:pic>
              <p:nvPicPr>
                <p:cNvPr id="90" name="Entrada de lápiz 89">
                  <a:extLst>
                    <a:ext uri="{FF2B5EF4-FFF2-40B4-BE49-F238E27FC236}">
                      <a16:creationId xmlns:a16="http://schemas.microsoft.com/office/drawing/2014/main" id="{0864C4F8-BCD5-0153-69A9-D2D2282BDC4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755734" y="2721154"/>
                  <a:ext cx="4824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2" name="Entrada de lápiz 91">
                  <a:extLst>
                    <a:ext uri="{FF2B5EF4-FFF2-40B4-BE49-F238E27FC236}">
                      <a16:creationId xmlns:a16="http://schemas.microsoft.com/office/drawing/2014/main" id="{5C9CDB14-6BE6-B370-B93C-DD1B0F2B1F89}"/>
                    </a:ext>
                  </a:extLst>
                </p14:cNvPr>
                <p14:cNvContentPartPr/>
                <p14:nvPr/>
              </p14:nvContentPartPr>
              <p14:xfrm>
                <a:off x="7148774" y="2432074"/>
                <a:ext cx="191160" cy="171720"/>
              </p14:xfrm>
            </p:contentPart>
          </mc:Choice>
          <mc:Fallback xmlns="">
            <p:pic>
              <p:nvPicPr>
                <p:cNvPr id="92" name="Entrada de lápiz 91">
                  <a:extLst>
                    <a:ext uri="{FF2B5EF4-FFF2-40B4-BE49-F238E27FC236}">
                      <a16:creationId xmlns:a16="http://schemas.microsoft.com/office/drawing/2014/main" id="{5C9CDB14-6BE6-B370-B93C-DD1B0F2B1F8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144454" y="2427754"/>
                  <a:ext cx="1998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3" name="Entrada de lápiz 92">
                  <a:extLst>
                    <a:ext uri="{FF2B5EF4-FFF2-40B4-BE49-F238E27FC236}">
                      <a16:creationId xmlns:a16="http://schemas.microsoft.com/office/drawing/2014/main" id="{EECC7CCE-1B6F-8733-FE11-D3D0214FB933}"/>
                    </a:ext>
                  </a:extLst>
                </p14:cNvPr>
                <p14:cNvContentPartPr/>
                <p14:nvPr/>
              </p14:nvContentPartPr>
              <p14:xfrm>
                <a:off x="7118174" y="2549074"/>
                <a:ext cx="16560" cy="397440"/>
              </p14:xfrm>
            </p:contentPart>
          </mc:Choice>
          <mc:Fallback xmlns="">
            <p:pic>
              <p:nvPicPr>
                <p:cNvPr id="93" name="Entrada de lápiz 92">
                  <a:extLst>
                    <a:ext uri="{FF2B5EF4-FFF2-40B4-BE49-F238E27FC236}">
                      <a16:creationId xmlns:a16="http://schemas.microsoft.com/office/drawing/2014/main" id="{EECC7CCE-1B6F-8733-FE11-D3D0214FB93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113854" y="2544754"/>
                  <a:ext cx="2520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4" name="Entrada de lápiz 93">
                  <a:extLst>
                    <a:ext uri="{FF2B5EF4-FFF2-40B4-BE49-F238E27FC236}">
                      <a16:creationId xmlns:a16="http://schemas.microsoft.com/office/drawing/2014/main" id="{D763B007-CCC8-8D58-0853-4DE52BB96075}"/>
                    </a:ext>
                  </a:extLst>
                </p14:cNvPr>
                <p14:cNvContentPartPr/>
                <p14:nvPr/>
              </p14:nvContentPartPr>
              <p14:xfrm>
                <a:off x="7094774" y="2882434"/>
                <a:ext cx="187920" cy="89640"/>
              </p14:xfrm>
            </p:contentPart>
          </mc:Choice>
          <mc:Fallback xmlns="">
            <p:pic>
              <p:nvPicPr>
                <p:cNvPr id="94" name="Entrada de lápiz 93">
                  <a:extLst>
                    <a:ext uri="{FF2B5EF4-FFF2-40B4-BE49-F238E27FC236}">
                      <a16:creationId xmlns:a16="http://schemas.microsoft.com/office/drawing/2014/main" id="{D763B007-CCC8-8D58-0853-4DE52BB9607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090454" y="2878114"/>
                  <a:ext cx="1965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5" name="Entrada de lápiz 94">
                  <a:extLst>
                    <a:ext uri="{FF2B5EF4-FFF2-40B4-BE49-F238E27FC236}">
                      <a16:creationId xmlns:a16="http://schemas.microsoft.com/office/drawing/2014/main" id="{EBD0F56C-18C3-3E9B-1018-2871533BEC81}"/>
                    </a:ext>
                  </a:extLst>
                </p14:cNvPr>
                <p14:cNvContentPartPr/>
                <p14:nvPr/>
              </p14:nvContentPartPr>
              <p14:xfrm>
                <a:off x="7290974" y="2566354"/>
                <a:ext cx="30240" cy="423000"/>
              </p14:xfrm>
            </p:contentPart>
          </mc:Choice>
          <mc:Fallback xmlns="">
            <p:pic>
              <p:nvPicPr>
                <p:cNvPr id="95" name="Entrada de lápiz 94">
                  <a:extLst>
                    <a:ext uri="{FF2B5EF4-FFF2-40B4-BE49-F238E27FC236}">
                      <a16:creationId xmlns:a16="http://schemas.microsoft.com/office/drawing/2014/main" id="{EBD0F56C-18C3-3E9B-1018-2871533BEC8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286654" y="2562034"/>
                  <a:ext cx="3888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7" name="Entrada de lápiz 96">
                  <a:extLst>
                    <a:ext uri="{FF2B5EF4-FFF2-40B4-BE49-F238E27FC236}">
                      <a16:creationId xmlns:a16="http://schemas.microsoft.com/office/drawing/2014/main" id="{65E84085-27FF-22C9-B0E1-A93C70413A42}"/>
                    </a:ext>
                  </a:extLst>
                </p14:cNvPr>
                <p14:cNvContentPartPr/>
                <p14:nvPr/>
              </p14:nvContentPartPr>
              <p14:xfrm>
                <a:off x="7396814" y="2511634"/>
                <a:ext cx="189000" cy="246600"/>
              </p14:xfrm>
            </p:contentPart>
          </mc:Choice>
          <mc:Fallback xmlns="">
            <p:pic>
              <p:nvPicPr>
                <p:cNvPr id="97" name="Entrada de lápiz 96">
                  <a:extLst>
                    <a:ext uri="{FF2B5EF4-FFF2-40B4-BE49-F238E27FC236}">
                      <a16:creationId xmlns:a16="http://schemas.microsoft.com/office/drawing/2014/main" id="{65E84085-27FF-22C9-B0E1-A93C70413A4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392494" y="2507314"/>
                  <a:ext cx="1976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8" name="Entrada de lápiz 97">
                  <a:extLst>
                    <a:ext uri="{FF2B5EF4-FFF2-40B4-BE49-F238E27FC236}">
                      <a16:creationId xmlns:a16="http://schemas.microsoft.com/office/drawing/2014/main" id="{32DCF391-7279-1B27-9E7F-A3879B5E660B}"/>
                    </a:ext>
                  </a:extLst>
                </p14:cNvPr>
                <p14:cNvContentPartPr/>
                <p14:nvPr/>
              </p14:nvContentPartPr>
              <p14:xfrm>
                <a:off x="7355054" y="2652754"/>
                <a:ext cx="68400" cy="329760"/>
              </p14:xfrm>
            </p:contentPart>
          </mc:Choice>
          <mc:Fallback xmlns="">
            <p:pic>
              <p:nvPicPr>
                <p:cNvPr id="98" name="Entrada de lápiz 97">
                  <a:extLst>
                    <a:ext uri="{FF2B5EF4-FFF2-40B4-BE49-F238E27FC236}">
                      <a16:creationId xmlns:a16="http://schemas.microsoft.com/office/drawing/2014/main" id="{32DCF391-7279-1B27-9E7F-A3879B5E660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350734" y="2648434"/>
                  <a:ext cx="7704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9" name="Entrada de lápiz 98">
                  <a:extLst>
                    <a:ext uri="{FF2B5EF4-FFF2-40B4-BE49-F238E27FC236}">
                      <a16:creationId xmlns:a16="http://schemas.microsoft.com/office/drawing/2014/main" id="{525D590B-C805-8F51-E68F-FC9D1F4212FA}"/>
                    </a:ext>
                  </a:extLst>
                </p14:cNvPr>
                <p14:cNvContentPartPr/>
                <p14:nvPr/>
              </p14:nvContentPartPr>
              <p14:xfrm>
                <a:off x="7313654" y="3008794"/>
                <a:ext cx="159480" cy="22320"/>
              </p14:xfrm>
            </p:contentPart>
          </mc:Choice>
          <mc:Fallback xmlns="">
            <p:pic>
              <p:nvPicPr>
                <p:cNvPr id="99" name="Entrada de lápiz 98">
                  <a:extLst>
                    <a:ext uri="{FF2B5EF4-FFF2-40B4-BE49-F238E27FC236}">
                      <a16:creationId xmlns:a16="http://schemas.microsoft.com/office/drawing/2014/main" id="{525D590B-C805-8F51-E68F-FC9D1F4212F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309334" y="3004474"/>
                  <a:ext cx="1681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0" name="Entrada de lápiz 99">
                  <a:extLst>
                    <a:ext uri="{FF2B5EF4-FFF2-40B4-BE49-F238E27FC236}">
                      <a16:creationId xmlns:a16="http://schemas.microsoft.com/office/drawing/2014/main" id="{40CC6067-DA22-F1DF-4454-950BFF00DD90}"/>
                    </a:ext>
                  </a:extLst>
                </p14:cNvPr>
                <p14:cNvContentPartPr/>
                <p14:nvPr/>
              </p14:nvContentPartPr>
              <p14:xfrm>
                <a:off x="7493294" y="2707834"/>
                <a:ext cx="45720" cy="335520"/>
              </p14:xfrm>
            </p:contentPart>
          </mc:Choice>
          <mc:Fallback xmlns="">
            <p:pic>
              <p:nvPicPr>
                <p:cNvPr id="100" name="Entrada de lápiz 99">
                  <a:extLst>
                    <a:ext uri="{FF2B5EF4-FFF2-40B4-BE49-F238E27FC236}">
                      <a16:creationId xmlns:a16="http://schemas.microsoft.com/office/drawing/2014/main" id="{40CC6067-DA22-F1DF-4454-950BFF00DD9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488974" y="2703514"/>
                  <a:ext cx="5436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2" name="Entrada de lápiz 101">
                  <a:extLst>
                    <a:ext uri="{FF2B5EF4-FFF2-40B4-BE49-F238E27FC236}">
                      <a16:creationId xmlns:a16="http://schemas.microsoft.com/office/drawing/2014/main" id="{9B72F282-C1FC-B17A-C40B-CBF47059F412}"/>
                    </a:ext>
                  </a:extLst>
                </p14:cNvPr>
                <p14:cNvContentPartPr/>
                <p14:nvPr/>
              </p14:nvContentPartPr>
              <p14:xfrm>
                <a:off x="7141214" y="3124354"/>
                <a:ext cx="108720" cy="374040"/>
              </p14:xfrm>
            </p:contentPart>
          </mc:Choice>
          <mc:Fallback xmlns="">
            <p:pic>
              <p:nvPicPr>
                <p:cNvPr id="102" name="Entrada de lápiz 101">
                  <a:extLst>
                    <a:ext uri="{FF2B5EF4-FFF2-40B4-BE49-F238E27FC236}">
                      <a16:creationId xmlns:a16="http://schemas.microsoft.com/office/drawing/2014/main" id="{9B72F282-C1FC-B17A-C40B-CBF47059F41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136894" y="3120034"/>
                  <a:ext cx="11736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3" name="Entrada de lápiz 102">
                  <a:extLst>
                    <a:ext uri="{FF2B5EF4-FFF2-40B4-BE49-F238E27FC236}">
                      <a16:creationId xmlns:a16="http://schemas.microsoft.com/office/drawing/2014/main" id="{D9C3E52A-37AB-0E3D-1851-AC40439B2D05}"/>
                    </a:ext>
                  </a:extLst>
                </p14:cNvPr>
                <p14:cNvContentPartPr/>
                <p14:nvPr/>
              </p14:nvContentPartPr>
              <p14:xfrm>
                <a:off x="7204214" y="3324514"/>
                <a:ext cx="417600" cy="265320"/>
              </p14:xfrm>
            </p:contentPart>
          </mc:Choice>
          <mc:Fallback xmlns="">
            <p:pic>
              <p:nvPicPr>
                <p:cNvPr id="103" name="Entrada de lápiz 102">
                  <a:extLst>
                    <a:ext uri="{FF2B5EF4-FFF2-40B4-BE49-F238E27FC236}">
                      <a16:creationId xmlns:a16="http://schemas.microsoft.com/office/drawing/2014/main" id="{D9C3E52A-37AB-0E3D-1851-AC40439B2D0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199894" y="3320194"/>
                  <a:ext cx="4262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4" name="Entrada de lápiz 103">
                  <a:extLst>
                    <a:ext uri="{FF2B5EF4-FFF2-40B4-BE49-F238E27FC236}">
                      <a16:creationId xmlns:a16="http://schemas.microsoft.com/office/drawing/2014/main" id="{A6527C1A-B038-42DA-444F-573E392BC279}"/>
                    </a:ext>
                  </a:extLst>
                </p14:cNvPr>
                <p14:cNvContentPartPr/>
                <p14:nvPr/>
              </p14:nvContentPartPr>
              <p14:xfrm>
                <a:off x="7307534" y="3287434"/>
                <a:ext cx="109440" cy="30960"/>
              </p14:xfrm>
            </p:contentPart>
          </mc:Choice>
          <mc:Fallback xmlns="">
            <p:pic>
              <p:nvPicPr>
                <p:cNvPr id="104" name="Entrada de lápiz 103">
                  <a:extLst>
                    <a:ext uri="{FF2B5EF4-FFF2-40B4-BE49-F238E27FC236}">
                      <a16:creationId xmlns:a16="http://schemas.microsoft.com/office/drawing/2014/main" id="{A6527C1A-B038-42DA-444F-573E392BC27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303214" y="3283114"/>
                  <a:ext cx="118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5" name="Entrada de lápiz 104">
                  <a:extLst>
                    <a:ext uri="{FF2B5EF4-FFF2-40B4-BE49-F238E27FC236}">
                      <a16:creationId xmlns:a16="http://schemas.microsoft.com/office/drawing/2014/main" id="{298CC863-6272-200C-155C-86578C70603F}"/>
                    </a:ext>
                  </a:extLst>
                </p14:cNvPr>
                <p14:cNvContentPartPr/>
                <p14:nvPr/>
              </p14:nvContentPartPr>
              <p14:xfrm>
                <a:off x="7354694" y="3251434"/>
                <a:ext cx="68040" cy="181800"/>
              </p14:xfrm>
            </p:contentPart>
          </mc:Choice>
          <mc:Fallback xmlns="">
            <p:pic>
              <p:nvPicPr>
                <p:cNvPr id="105" name="Entrada de lápiz 104">
                  <a:extLst>
                    <a:ext uri="{FF2B5EF4-FFF2-40B4-BE49-F238E27FC236}">
                      <a16:creationId xmlns:a16="http://schemas.microsoft.com/office/drawing/2014/main" id="{298CC863-6272-200C-155C-86578C70603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350374" y="3247114"/>
                  <a:ext cx="766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6" name="Entrada de lápiz 105">
                  <a:extLst>
                    <a:ext uri="{FF2B5EF4-FFF2-40B4-BE49-F238E27FC236}">
                      <a16:creationId xmlns:a16="http://schemas.microsoft.com/office/drawing/2014/main" id="{E31FB3E3-8345-CAFC-E2A5-F47AE051B310}"/>
                    </a:ext>
                  </a:extLst>
                </p14:cNvPr>
                <p14:cNvContentPartPr/>
                <p14:nvPr/>
              </p14:nvContentPartPr>
              <p14:xfrm>
                <a:off x="7540814" y="3410554"/>
                <a:ext cx="40320" cy="122400"/>
              </p14:xfrm>
            </p:contentPart>
          </mc:Choice>
          <mc:Fallback xmlns="">
            <p:pic>
              <p:nvPicPr>
                <p:cNvPr id="106" name="Entrada de lápiz 105">
                  <a:extLst>
                    <a:ext uri="{FF2B5EF4-FFF2-40B4-BE49-F238E27FC236}">
                      <a16:creationId xmlns:a16="http://schemas.microsoft.com/office/drawing/2014/main" id="{E31FB3E3-8345-CAFC-E2A5-F47AE051B31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536494" y="3406234"/>
                  <a:ext cx="489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7" name="Entrada de lápiz 106">
                  <a:extLst>
                    <a:ext uri="{FF2B5EF4-FFF2-40B4-BE49-F238E27FC236}">
                      <a16:creationId xmlns:a16="http://schemas.microsoft.com/office/drawing/2014/main" id="{25CE6883-781B-4228-4B05-FF50E0B864A3}"/>
                    </a:ext>
                  </a:extLst>
                </p14:cNvPr>
                <p14:cNvContentPartPr/>
                <p14:nvPr/>
              </p14:nvContentPartPr>
              <p14:xfrm>
                <a:off x="7129334" y="3676594"/>
                <a:ext cx="112680" cy="283320"/>
              </p14:xfrm>
            </p:contentPart>
          </mc:Choice>
          <mc:Fallback xmlns="">
            <p:pic>
              <p:nvPicPr>
                <p:cNvPr id="107" name="Entrada de lápiz 106">
                  <a:extLst>
                    <a:ext uri="{FF2B5EF4-FFF2-40B4-BE49-F238E27FC236}">
                      <a16:creationId xmlns:a16="http://schemas.microsoft.com/office/drawing/2014/main" id="{25CE6883-781B-4228-4B05-FF50E0B864A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125014" y="3672274"/>
                  <a:ext cx="1213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8" name="Entrada de lápiz 107">
                  <a:extLst>
                    <a:ext uri="{FF2B5EF4-FFF2-40B4-BE49-F238E27FC236}">
                      <a16:creationId xmlns:a16="http://schemas.microsoft.com/office/drawing/2014/main" id="{18EDC238-18A5-0831-2321-B16E3D31DBC0}"/>
                    </a:ext>
                  </a:extLst>
                </p14:cNvPr>
                <p14:cNvContentPartPr/>
                <p14:nvPr/>
              </p14:nvContentPartPr>
              <p14:xfrm>
                <a:off x="7230854" y="3824914"/>
                <a:ext cx="400680" cy="195840"/>
              </p14:xfrm>
            </p:contentPart>
          </mc:Choice>
          <mc:Fallback xmlns="">
            <p:pic>
              <p:nvPicPr>
                <p:cNvPr id="108" name="Entrada de lápiz 107">
                  <a:extLst>
                    <a:ext uri="{FF2B5EF4-FFF2-40B4-BE49-F238E27FC236}">
                      <a16:creationId xmlns:a16="http://schemas.microsoft.com/office/drawing/2014/main" id="{18EDC238-18A5-0831-2321-B16E3D31DBC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226534" y="3820594"/>
                  <a:ext cx="40932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upo 115">
            <a:extLst>
              <a:ext uri="{FF2B5EF4-FFF2-40B4-BE49-F238E27FC236}">
                <a16:creationId xmlns:a16="http://schemas.microsoft.com/office/drawing/2014/main" id="{4C9ABCB0-C5FE-B902-E8D0-CF46D457C5AB}"/>
              </a:ext>
            </a:extLst>
          </p:cNvPr>
          <p:cNvGrpSpPr/>
          <p:nvPr/>
        </p:nvGrpSpPr>
        <p:grpSpPr>
          <a:xfrm>
            <a:off x="5262374" y="913234"/>
            <a:ext cx="869040" cy="646920"/>
            <a:chOff x="5262374" y="913234"/>
            <a:chExt cx="869040" cy="64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0" name="Entrada de lápiz 109">
                  <a:extLst>
                    <a:ext uri="{FF2B5EF4-FFF2-40B4-BE49-F238E27FC236}">
                      <a16:creationId xmlns:a16="http://schemas.microsoft.com/office/drawing/2014/main" id="{2360E61D-A44F-55D5-F83D-6E66ACDDDD63}"/>
                    </a:ext>
                  </a:extLst>
                </p14:cNvPr>
                <p14:cNvContentPartPr/>
                <p14:nvPr/>
              </p14:nvContentPartPr>
              <p14:xfrm>
                <a:off x="5300894" y="1195834"/>
                <a:ext cx="210960" cy="325080"/>
              </p14:xfrm>
            </p:contentPart>
          </mc:Choice>
          <mc:Fallback xmlns="">
            <p:pic>
              <p:nvPicPr>
                <p:cNvPr id="110" name="Entrada de lápiz 109">
                  <a:extLst>
                    <a:ext uri="{FF2B5EF4-FFF2-40B4-BE49-F238E27FC236}">
                      <a16:creationId xmlns:a16="http://schemas.microsoft.com/office/drawing/2014/main" id="{2360E61D-A44F-55D5-F83D-6E66ACDDDD6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296574" y="1191514"/>
                  <a:ext cx="21960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1" name="Entrada de lápiz 110">
                  <a:extLst>
                    <a:ext uri="{FF2B5EF4-FFF2-40B4-BE49-F238E27FC236}">
                      <a16:creationId xmlns:a16="http://schemas.microsoft.com/office/drawing/2014/main" id="{65869C0B-0152-A425-3ACF-798B643AC962}"/>
                    </a:ext>
                  </a:extLst>
                </p14:cNvPr>
                <p14:cNvContentPartPr/>
                <p14:nvPr/>
              </p14:nvContentPartPr>
              <p14:xfrm>
                <a:off x="5262374" y="1427314"/>
                <a:ext cx="135000" cy="132840"/>
              </p14:xfrm>
            </p:contentPart>
          </mc:Choice>
          <mc:Fallback xmlns="">
            <p:pic>
              <p:nvPicPr>
                <p:cNvPr id="111" name="Entrada de lápiz 110">
                  <a:extLst>
                    <a:ext uri="{FF2B5EF4-FFF2-40B4-BE49-F238E27FC236}">
                      <a16:creationId xmlns:a16="http://schemas.microsoft.com/office/drawing/2014/main" id="{65869C0B-0152-A425-3ACF-798B643AC96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258054" y="1422994"/>
                  <a:ext cx="1436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2" name="Entrada de lápiz 111">
                  <a:extLst>
                    <a:ext uri="{FF2B5EF4-FFF2-40B4-BE49-F238E27FC236}">
                      <a16:creationId xmlns:a16="http://schemas.microsoft.com/office/drawing/2014/main" id="{5228D8FD-32CC-1C36-C9EB-1EA40BF27D6B}"/>
                    </a:ext>
                  </a:extLst>
                </p14:cNvPr>
                <p14:cNvContentPartPr/>
                <p14:nvPr/>
              </p14:nvContentPartPr>
              <p14:xfrm>
                <a:off x="5668814" y="913234"/>
                <a:ext cx="132120" cy="356760"/>
              </p14:xfrm>
            </p:contentPart>
          </mc:Choice>
          <mc:Fallback xmlns="">
            <p:pic>
              <p:nvPicPr>
                <p:cNvPr id="112" name="Entrada de lápiz 111">
                  <a:extLst>
                    <a:ext uri="{FF2B5EF4-FFF2-40B4-BE49-F238E27FC236}">
                      <a16:creationId xmlns:a16="http://schemas.microsoft.com/office/drawing/2014/main" id="{5228D8FD-32CC-1C36-C9EB-1EA40BF27D6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664494" y="908914"/>
                  <a:ext cx="1407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3" name="Entrada de lápiz 112">
                  <a:extLst>
                    <a:ext uri="{FF2B5EF4-FFF2-40B4-BE49-F238E27FC236}">
                      <a16:creationId xmlns:a16="http://schemas.microsoft.com/office/drawing/2014/main" id="{4AC35C7A-4636-3E27-E245-AC77A774FDF6}"/>
                    </a:ext>
                  </a:extLst>
                </p14:cNvPr>
                <p14:cNvContentPartPr/>
                <p14:nvPr/>
              </p14:nvContentPartPr>
              <p14:xfrm>
                <a:off x="5804174" y="922954"/>
                <a:ext cx="153000" cy="296640"/>
              </p14:xfrm>
            </p:contentPart>
          </mc:Choice>
          <mc:Fallback xmlns="">
            <p:pic>
              <p:nvPicPr>
                <p:cNvPr id="113" name="Entrada de lápiz 112">
                  <a:extLst>
                    <a:ext uri="{FF2B5EF4-FFF2-40B4-BE49-F238E27FC236}">
                      <a16:creationId xmlns:a16="http://schemas.microsoft.com/office/drawing/2014/main" id="{4AC35C7A-4636-3E27-E245-AC77A774FDF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799854" y="918634"/>
                  <a:ext cx="16164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4" name="Entrada de lápiz 113">
                  <a:extLst>
                    <a:ext uri="{FF2B5EF4-FFF2-40B4-BE49-F238E27FC236}">
                      <a16:creationId xmlns:a16="http://schemas.microsoft.com/office/drawing/2014/main" id="{12FBCBD7-2FC0-426B-C6FC-28729B5BAA3D}"/>
                    </a:ext>
                  </a:extLst>
                </p14:cNvPr>
                <p14:cNvContentPartPr/>
                <p14:nvPr/>
              </p14:nvContentPartPr>
              <p14:xfrm>
                <a:off x="5813534" y="1049674"/>
                <a:ext cx="178200" cy="10440"/>
              </p14:xfrm>
            </p:contentPart>
          </mc:Choice>
          <mc:Fallback xmlns="">
            <p:pic>
              <p:nvPicPr>
                <p:cNvPr id="114" name="Entrada de lápiz 113">
                  <a:extLst>
                    <a:ext uri="{FF2B5EF4-FFF2-40B4-BE49-F238E27FC236}">
                      <a16:creationId xmlns:a16="http://schemas.microsoft.com/office/drawing/2014/main" id="{12FBCBD7-2FC0-426B-C6FC-28729B5BAA3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809214" y="1045354"/>
                  <a:ext cx="1868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5" name="Entrada de lápiz 114">
                  <a:extLst>
                    <a:ext uri="{FF2B5EF4-FFF2-40B4-BE49-F238E27FC236}">
                      <a16:creationId xmlns:a16="http://schemas.microsoft.com/office/drawing/2014/main" id="{C71B053D-4DBE-A88D-BA10-D46C10556313}"/>
                    </a:ext>
                  </a:extLst>
                </p14:cNvPr>
                <p14:cNvContentPartPr/>
                <p14:nvPr/>
              </p14:nvContentPartPr>
              <p14:xfrm>
                <a:off x="6002174" y="943474"/>
                <a:ext cx="129240" cy="347400"/>
              </p14:xfrm>
            </p:contentPart>
          </mc:Choice>
          <mc:Fallback xmlns="">
            <p:pic>
              <p:nvPicPr>
                <p:cNvPr id="115" name="Entrada de lápiz 114">
                  <a:extLst>
                    <a:ext uri="{FF2B5EF4-FFF2-40B4-BE49-F238E27FC236}">
                      <a16:creationId xmlns:a16="http://schemas.microsoft.com/office/drawing/2014/main" id="{C71B053D-4DBE-A88D-BA10-D46C1055631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997854" y="939154"/>
                  <a:ext cx="137880" cy="35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D0DF7852-1822-9738-06FD-0382D9ECB7E9}"/>
              </a:ext>
            </a:extLst>
          </p:cNvPr>
          <p:cNvGrpSpPr/>
          <p:nvPr/>
        </p:nvGrpSpPr>
        <p:grpSpPr>
          <a:xfrm>
            <a:off x="4441574" y="4543834"/>
            <a:ext cx="1336680" cy="326880"/>
            <a:chOff x="4441574" y="4543834"/>
            <a:chExt cx="1336680" cy="32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7" name="Entrada de lápiz 116">
                  <a:extLst>
                    <a:ext uri="{FF2B5EF4-FFF2-40B4-BE49-F238E27FC236}">
                      <a16:creationId xmlns:a16="http://schemas.microsoft.com/office/drawing/2014/main" id="{14003C6B-823A-5F83-51C4-7F441072D66F}"/>
                    </a:ext>
                  </a:extLst>
                </p14:cNvPr>
                <p14:cNvContentPartPr/>
                <p14:nvPr/>
              </p14:nvContentPartPr>
              <p14:xfrm>
                <a:off x="4441574" y="4543834"/>
                <a:ext cx="169200" cy="259200"/>
              </p14:xfrm>
            </p:contentPart>
          </mc:Choice>
          <mc:Fallback xmlns="">
            <p:pic>
              <p:nvPicPr>
                <p:cNvPr id="117" name="Entrada de lápiz 116">
                  <a:extLst>
                    <a:ext uri="{FF2B5EF4-FFF2-40B4-BE49-F238E27FC236}">
                      <a16:creationId xmlns:a16="http://schemas.microsoft.com/office/drawing/2014/main" id="{14003C6B-823A-5F83-51C4-7F441072D66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437254" y="4539514"/>
                  <a:ext cx="1778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8" name="Entrada de lápiz 117">
                  <a:extLst>
                    <a:ext uri="{FF2B5EF4-FFF2-40B4-BE49-F238E27FC236}">
                      <a16:creationId xmlns:a16="http://schemas.microsoft.com/office/drawing/2014/main" id="{621D0509-C3D3-E9D5-ED90-DD693DE13F1F}"/>
                    </a:ext>
                  </a:extLst>
                </p14:cNvPr>
                <p14:cNvContentPartPr/>
                <p14:nvPr/>
              </p14:nvContentPartPr>
              <p14:xfrm>
                <a:off x="4463534" y="4678834"/>
                <a:ext cx="184680" cy="14400"/>
              </p14:xfrm>
            </p:contentPart>
          </mc:Choice>
          <mc:Fallback xmlns="">
            <p:pic>
              <p:nvPicPr>
                <p:cNvPr id="118" name="Entrada de lápiz 117">
                  <a:extLst>
                    <a:ext uri="{FF2B5EF4-FFF2-40B4-BE49-F238E27FC236}">
                      <a16:creationId xmlns:a16="http://schemas.microsoft.com/office/drawing/2014/main" id="{621D0509-C3D3-E9D5-ED90-DD693DE13F1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459214" y="4674514"/>
                  <a:ext cx="1933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9" name="Entrada de lápiz 118">
                  <a:extLst>
                    <a:ext uri="{FF2B5EF4-FFF2-40B4-BE49-F238E27FC236}">
                      <a16:creationId xmlns:a16="http://schemas.microsoft.com/office/drawing/2014/main" id="{5AA6CAF9-D7CD-84C4-2A8F-471655418546}"/>
                    </a:ext>
                  </a:extLst>
                </p14:cNvPr>
                <p14:cNvContentPartPr/>
                <p14:nvPr/>
              </p14:nvContentPartPr>
              <p14:xfrm>
                <a:off x="4667294" y="4571914"/>
                <a:ext cx="82440" cy="246960"/>
              </p14:xfrm>
            </p:contentPart>
          </mc:Choice>
          <mc:Fallback xmlns="">
            <p:pic>
              <p:nvPicPr>
                <p:cNvPr id="119" name="Entrada de lápiz 118">
                  <a:extLst>
                    <a:ext uri="{FF2B5EF4-FFF2-40B4-BE49-F238E27FC236}">
                      <a16:creationId xmlns:a16="http://schemas.microsoft.com/office/drawing/2014/main" id="{5AA6CAF9-D7CD-84C4-2A8F-47165541854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662974" y="4567594"/>
                  <a:ext cx="910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0" name="Entrada de lápiz 119">
                  <a:extLst>
                    <a:ext uri="{FF2B5EF4-FFF2-40B4-BE49-F238E27FC236}">
                      <a16:creationId xmlns:a16="http://schemas.microsoft.com/office/drawing/2014/main" id="{82385FA3-FB87-8A7C-A77B-DD9BF8120F26}"/>
                    </a:ext>
                  </a:extLst>
                </p14:cNvPr>
                <p14:cNvContentPartPr/>
                <p14:nvPr/>
              </p14:nvContentPartPr>
              <p14:xfrm>
                <a:off x="4778534" y="4580914"/>
                <a:ext cx="138600" cy="222120"/>
              </p14:xfrm>
            </p:contentPart>
          </mc:Choice>
          <mc:Fallback xmlns="">
            <p:pic>
              <p:nvPicPr>
                <p:cNvPr id="120" name="Entrada de lápiz 119">
                  <a:extLst>
                    <a:ext uri="{FF2B5EF4-FFF2-40B4-BE49-F238E27FC236}">
                      <a16:creationId xmlns:a16="http://schemas.microsoft.com/office/drawing/2014/main" id="{82385FA3-FB87-8A7C-A77B-DD9BF8120F2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774214" y="4576594"/>
                  <a:ext cx="1472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1" name="Entrada de lápiz 120">
                  <a:extLst>
                    <a:ext uri="{FF2B5EF4-FFF2-40B4-BE49-F238E27FC236}">
                      <a16:creationId xmlns:a16="http://schemas.microsoft.com/office/drawing/2014/main" id="{4AFEF5D3-5F69-F012-DC1F-BCE44648D280}"/>
                    </a:ext>
                  </a:extLst>
                </p14:cNvPr>
                <p14:cNvContentPartPr/>
                <p14:nvPr/>
              </p14:nvContentPartPr>
              <p14:xfrm>
                <a:off x="5039174" y="4588474"/>
                <a:ext cx="125280" cy="281160"/>
              </p14:xfrm>
            </p:contentPart>
          </mc:Choice>
          <mc:Fallback xmlns="">
            <p:pic>
              <p:nvPicPr>
                <p:cNvPr id="121" name="Entrada de lápiz 120">
                  <a:extLst>
                    <a:ext uri="{FF2B5EF4-FFF2-40B4-BE49-F238E27FC236}">
                      <a16:creationId xmlns:a16="http://schemas.microsoft.com/office/drawing/2014/main" id="{4AFEF5D3-5F69-F012-DC1F-BCE44648D28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034854" y="4584154"/>
                  <a:ext cx="1339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2" name="Entrada de lápiz 121">
                  <a:extLst>
                    <a:ext uri="{FF2B5EF4-FFF2-40B4-BE49-F238E27FC236}">
                      <a16:creationId xmlns:a16="http://schemas.microsoft.com/office/drawing/2014/main" id="{292C979B-A60E-CB95-D6E9-8D2E3BAEA9A0}"/>
                    </a:ext>
                  </a:extLst>
                </p14:cNvPr>
                <p14:cNvContentPartPr/>
                <p14:nvPr/>
              </p14:nvContentPartPr>
              <p14:xfrm>
                <a:off x="5164814" y="4714834"/>
                <a:ext cx="613440" cy="155880"/>
              </p14:xfrm>
            </p:contentPart>
          </mc:Choice>
          <mc:Fallback xmlns="">
            <p:pic>
              <p:nvPicPr>
                <p:cNvPr id="122" name="Entrada de lápiz 121">
                  <a:extLst>
                    <a:ext uri="{FF2B5EF4-FFF2-40B4-BE49-F238E27FC236}">
                      <a16:creationId xmlns:a16="http://schemas.microsoft.com/office/drawing/2014/main" id="{292C979B-A60E-CB95-D6E9-8D2E3BAEA9A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160494" y="4710514"/>
                  <a:ext cx="622080" cy="164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3335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6242" y="462343"/>
            <a:ext cx="119126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JS</a:t>
            </a:r>
            <a:r>
              <a:rPr spc="-10" dirty="0"/>
              <a:t>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9973"/>
            <a:ext cx="7862570" cy="438721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marR="518159" indent="-342900">
              <a:lnSpc>
                <a:spcPts val="2920"/>
              </a:lnSpc>
              <a:spcBef>
                <a:spcPts val="45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JSON or </a:t>
            </a:r>
            <a:r>
              <a:rPr sz="2700" spc="-15" dirty="0">
                <a:latin typeface="Calibri"/>
                <a:cs typeface="Calibri"/>
              </a:rPr>
              <a:t>JavaScript </a:t>
            </a:r>
            <a:r>
              <a:rPr sz="2700" spc="-5" dirty="0">
                <a:latin typeface="Calibri"/>
                <a:cs typeface="Calibri"/>
              </a:rPr>
              <a:t>Object </a:t>
            </a:r>
            <a:r>
              <a:rPr sz="2700" spc="-10" dirty="0">
                <a:latin typeface="Calibri"/>
                <a:cs typeface="Calibri"/>
              </a:rPr>
              <a:t>Notation, </a:t>
            </a:r>
            <a:r>
              <a:rPr sz="2700" spc="-5" dirty="0">
                <a:latin typeface="Calibri"/>
                <a:cs typeface="Calibri"/>
              </a:rPr>
              <a:t>is </a:t>
            </a:r>
            <a:r>
              <a:rPr sz="2700" dirty="0">
                <a:latin typeface="Calibri"/>
                <a:cs typeface="Calibri"/>
              </a:rPr>
              <a:t>an </a:t>
            </a:r>
            <a:r>
              <a:rPr sz="2700" spc="-5" dirty="0">
                <a:latin typeface="Calibri"/>
                <a:cs typeface="Calibri"/>
              </a:rPr>
              <a:t>open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standard format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that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uses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human-readable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text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to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transmit </a:t>
            </a:r>
            <a:r>
              <a:rPr sz="2700" spc="-20" dirty="0">
                <a:latin typeface="Calibri"/>
                <a:cs typeface="Calibri"/>
              </a:rPr>
              <a:t>data </a:t>
            </a:r>
            <a:r>
              <a:rPr sz="2700" spc="-5" dirty="0">
                <a:latin typeface="Calibri"/>
                <a:cs typeface="Calibri"/>
              </a:rPr>
              <a:t>objects </a:t>
            </a:r>
            <a:r>
              <a:rPr sz="2700" spc="-10" dirty="0">
                <a:latin typeface="Calibri"/>
                <a:cs typeface="Calibri"/>
              </a:rPr>
              <a:t>consisting </a:t>
            </a:r>
            <a:r>
              <a:rPr sz="2700" spc="-5" dirty="0">
                <a:latin typeface="Calibri"/>
                <a:cs typeface="Calibri"/>
              </a:rPr>
              <a:t>of </a:t>
            </a:r>
            <a:r>
              <a:rPr sz="2700" spc="-15" dirty="0">
                <a:latin typeface="Calibri"/>
                <a:cs typeface="Calibri"/>
              </a:rPr>
              <a:t>attribute–value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pairs.</a:t>
            </a:r>
            <a:endParaRPr sz="2700">
              <a:latin typeface="Calibri"/>
              <a:cs typeface="Calibri"/>
            </a:endParaRPr>
          </a:p>
          <a:p>
            <a:pPr marL="355600" marR="5080" indent="-342900">
              <a:lnSpc>
                <a:spcPts val="2920"/>
              </a:lnSpc>
              <a:spcBef>
                <a:spcPts val="63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It is used primarily </a:t>
            </a:r>
            <a:r>
              <a:rPr sz="2700" spc="-15" dirty="0">
                <a:latin typeface="Calibri"/>
                <a:cs typeface="Calibri"/>
              </a:rPr>
              <a:t>to </a:t>
            </a:r>
            <a:r>
              <a:rPr sz="2700" spc="-10" dirty="0">
                <a:latin typeface="Calibri"/>
                <a:cs typeface="Calibri"/>
              </a:rPr>
              <a:t>transmit </a:t>
            </a:r>
            <a:r>
              <a:rPr sz="2700" spc="-20" dirty="0">
                <a:latin typeface="Calibri"/>
                <a:cs typeface="Calibri"/>
              </a:rPr>
              <a:t>data </a:t>
            </a:r>
            <a:r>
              <a:rPr sz="2700" spc="-10" dirty="0">
                <a:latin typeface="Calibri"/>
                <a:cs typeface="Calibri"/>
              </a:rPr>
              <a:t>between </a:t>
            </a:r>
            <a:r>
              <a:rPr sz="2700" dirty="0">
                <a:latin typeface="Calibri"/>
                <a:cs typeface="Calibri"/>
              </a:rPr>
              <a:t>a </a:t>
            </a:r>
            <a:r>
              <a:rPr sz="2700" spc="-5" dirty="0">
                <a:latin typeface="Calibri"/>
                <a:cs typeface="Calibri"/>
              </a:rPr>
              <a:t>server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and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web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client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application,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as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</a:t>
            </a:r>
            <a:r>
              <a:rPr sz="2700" spc="-15" dirty="0">
                <a:latin typeface="Calibri"/>
                <a:cs typeface="Calibri"/>
              </a:rPr>
              <a:t> alternative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to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XML.</a:t>
            </a:r>
            <a:endParaRPr sz="2700">
              <a:latin typeface="Calibri"/>
              <a:cs typeface="Calibri"/>
            </a:endParaRPr>
          </a:p>
          <a:p>
            <a:pPr marL="355600" marR="347345" indent="-342900">
              <a:lnSpc>
                <a:spcPts val="2920"/>
              </a:lnSpc>
              <a:spcBef>
                <a:spcPts val="64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Although originally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derived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from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the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JavaScript 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scripting language, JSON is </a:t>
            </a:r>
            <a:r>
              <a:rPr sz="2700" dirty="0">
                <a:latin typeface="Calibri"/>
                <a:cs typeface="Calibri"/>
              </a:rPr>
              <a:t>a </a:t>
            </a:r>
            <a:r>
              <a:rPr sz="2700" spc="-10" dirty="0">
                <a:latin typeface="Calibri"/>
                <a:cs typeface="Calibri"/>
              </a:rPr>
              <a:t>language-independent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data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format.</a:t>
            </a:r>
            <a:endParaRPr sz="2700">
              <a:latin typeface="Calibri"/>
              <a:cs typeface="Calibri"/>
            </a:endParaRPr>
          </a:p>
          <a:p>
            <a:pPr marL="355600" marR="267970" indent="-342900">
              <a:lnSpc>
                <a:spcPts val="2920"/>
              </a:lnSpc>
              <a:spcBef>
                <a:spcPts val="63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Code </a:t>
            </a:r>
            <a:r>
              <a:rPr sz="2700" spc="-25" dirty="0">
                <a:latin typeface="Calibri"/>
                <a:cs typeface="Calibri"/>
              </a:rPr>
              <a:t>for </a:t>
            </a:r>
            <a:r>
              <a:rPr sz="2700" spc="-10" dirty="0">
                <a:latin typeface="Calibri"/>
                <a:cs typeface="Calibri"/>
              </a:rPr>
              <a:t>parsing </a:t>
            </a:r>
            <a:r>
              <a:rPr sz="2700" spc="-5" dirty="0">
                <a:latin typeface="Calibri"/>
                <a:cs typeface="Calibri"/>
              </a:rPr>
              <a:t>and </a:t>
            </a:r>
            <a:r>
              <a:rPr sz="2700" spc="-15" dirty="0">
                <a:latin typeface="Calibri"/>
                <a:cs typeface="Calibri"/>
              </a:rPr>
              <a:t>generating </a:t>
            </a:r>
            <a:r>
              <a:rPr sz="2700" spc="-5" dirty="0">
                <a:latin typeface="Calibri"/>
                <a:cs typeface="Calibri"/>
              </a:rPr>
              <a:t>JSON </a:t>
            </a:r>
            <a:r>
              <a:rPr sz="2700" spc="-20" dirty="0">
                <a:latin typeface="Calibri"/>
                <a:cs typeface="Calibri"/>
              </a:rPr>
              <a:t>data </a:t>
            </a:r>
            <a:r>
              <a:rPr sz="2700" spc="-5" dirty="0">
                <a:latin typeface="Calibri"/>
                <a:cs typeface="Calibri"/>
              </a:rPr>
              <a:t>is </a:t>
            </a:r>
            <a:r>
              <a:rPr sz="2700" spc="-10" dirty="0">
                <a:latin typeface="Calibri"/>
                <a:cs typeface="Calibri"/>
              </a:rPr>
              <a:t>readily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available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in </a:t>
            </a:r>
            <a:r>
              <a:rPr sz="2700" spc="-15" dirty="0">
                <a:latin typeface="Calibri"/>
                <a:cs typeface="Calibri"/>
              </a:rPr>
              <a:t>many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programming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languages.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56E8E294-CE17-6770-B511-27E4D52CCFCD}"/>
              </a:ext>
            </a:extLst>
          </p:cNvPr>
          <p:cNvGrpSpPr/>
          <p:nvPr/>
        </p:nvGrpSpPr>
        <p:grpSpPr>
          <a:xfrm>
            <a:off x="1613774" y="1507234"/>
            <a:ext cx="439560" cy="181800"/>
            <a:chOff x="1613774" y="1507234"/>
            <a:chExt cx="439560" cy="18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Entrada de lápiz 3">
                  <a:extLst>
                    <a:ext uri="{FF2B5EF4-FFF2-40B4-BE49-F238E27FC236}">
                      <a16:creationId xmlns:a16="http://schemas.microsoft.com/office/drawing/2014/main" id="{4B248084-D731-17F4-1361-C1991984A6C7}"/>
                    </a:ext>
                  </a:extLst>
                </p14:cNvPr>
                <p14:cNvContentPartPr/>
                <p14:nvPr/>
              </p14:nvContentPartPr>
              <p14:xfrm>
                <a:off x="1629254" y="1575274"/>
                <a:ext cx="389520" cy="113760"/>
              </p14:xfrm>
            </p:contentPart>
          </mc:Choice>
          <mc:Fallback xmlns="">
            <p:pic>
              <p:nvPicPr>
                <p:cNvPr id="4" name="Entrada de lápiz 3">
                  <a:extLst>
                    <a:ext uri="{FF2B5EF4-FFF2-40B4-BE49-F238E27FC236}">
                      <a16:creationId xmlns:a16="http://schemas.microsoft.com/office/drawing/2014/main" id="{4B248084-D731-17F4-1361-C1991984A6C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24934" y="1570954"/>
                  <a:ext cx="3981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EBBFA0B2-04B3-9344-2154-6F8FE98B303A}"/>
                    </a:ext>
                  </a:extLst>
                </p14:cNvPr>
                <p14:cNvContentPartPr/>
                <p14:nvPr/>
              </p14:nvContentPartPr>
              <p14:xfrm>
                <a:off x="1613774" y="1507234"/>
                <a:ext cx="439560" cy="134640"/>
              </p14:xfrm>
            </p:contentPart>
          </mc:Choice>
          <mc:Fallback xmlns=""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EBBFA0B2-04B3-9344-2154-6F8FE98B303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09454" y="1502914"/>
                  <a:ext cx="448200" cy="14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D52E5352-2F6E-899B-00D5-5C263F65D8FD}"/>
                  </a:ext>
                </a:extLst>
              </p14:cNvPr>
              <p14:cNvContentPartPr/>
              <p14:nvPr/>
            </p14:nvContentPartPr>
            <p14:xfrm>
              <a:off x="4435454" y="2119954"/>
              <a:ext cx="2236320" cy="14220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D52E5352-2F6E-899B-00D5-5C263F65D8F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81454" y="2011954"/>
                <a:ext cx="234396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9E2120A6-75D3-26E0-CF7D-93C9DEDDDEFB}"/>
                  </a:ext>
                </a:extLst>
              </p14:cNvPr>
              <p14:cNvContentPartPr/>
              <p14:nvPr/>
            </p14:nvContentPartPr>
            <p14:xfrm>
              <a:off x="921854" y="1790194"/>
              <a:ext cx="731520" cy="7992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9E2120A6-75D3-26E0-CF7D-93C9DEDDDEF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68214" y="1682554"/>
                <a:ext cx="83916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6F2F0A99-3DC2-099A-8ABD-7373668A2393}"/>
                  </a:ext>
                </a:extLst>
              </p14:cNvPr>
              <p14:cNvContentPartPr/>
              <p14:nvPr/>
            </p14:nvContentPartPr>
            <p14:xfrm>
              <a:off x="6792734" y="2182594"/>
              <a:ext cx="519840" cy="48960"/>
            </p14:xfrm>
          </p:contentPart>
        </mc:Choice>
        <mc:Fallback xmlns=""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6F2F0A99-3DC2-099A-8ABD-7373668A239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38734" y="2074954"/>
                <a:ext cx="62748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FD3E7E19-FACD-D38C-1CFF-921D4642A4E7}"/>
                  </a:ext>
                </a:extLst>
              </p14:cNvPr>
              <p14:cNvContentPartPr/>
              <p14:nvPr/>
            </p14:nvContentPartPr>
            <p14:xfrm>
              <a:off x="886574" y="4158274"/>
              <a:ext cx="6438240" cy="86760"/>
            </p14:xfrm>
          </p:contentPart>
        </mc:Choice>
        <mc:Fallback xmlns=""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FD3E7E19-FACD-D38C-1CFF-921D4642A4E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32574" y="4050634"/>
                <a:ext cx="654588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97BFCC7F-2D31-9FF6-91E6-F6D3D02961A7}"/>
                  </a:ext>
                </a:extLst>
              </p14:cNvPr>
              <p14:cNvContentPartPr/>
              <p14:nvPr/>
            </p14:nvContentPartPr>
            <p14:xfrm>
              <a:off x="936254" y="4460314"/>
              <a:ext cx="6975360" cy="185400"/>
            </p14:xfrm>
          </p:contentPart>
        </mc:Choice>
        <mc:Fallback xmlns=""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97BFCC7F-2D31-9FF6-91E6-F6D3D02961A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82614" y="4352674"/>
                <a:ext cx="7083000" cy="4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9F3B647E-D038-3B48-18D6-1229DCDCEA5C}"/>
                  </a:ext>
                </a:extLst>
              </p14:cNvPr>
              <p14:cNvContentPartPr/>
              <p14:nvPr/>
            </p14:nvContentPartPr>
            <p14:xfrm>
              <a:off x="929414" y="4790074"/>
              <a:ext cx="1442160" cy="137880"/>
            </p14:xfrm>
          </p:contentPart>
        </mc:Choice>
        <mc:Fallback xmlns=""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9F3B647E-D038-3B48-18D6-1229DCDCEA5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75414" y="4682074"/>
                <a:ext cx="154980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3AAE7A64-5B99-61C2-76C5-2A64CFBCE142}"/>
                  </a:ext>
                </a:extLst>
              </p14:cNvPr>
              <p14:cNvContentPartPr/>
              <p14:nvPr/>
            </p14:nvContentPartPr>
            <p14:xfrm>
              <a:off x="758054" y="3351514"/>
              <a:ext cx="7482600" cy="506520"/>
            </p14:xfrm>
          </p:contentPart>
        </mc:Choice>
        <mc:Fallback xmlns=""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3AAE7A64-5B99-61C2-76C5-2A64CFBCE14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04054" y="3243514"/>
                <a:ext cx="7590240" cy="722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9375" y="462343"/>
            <a:ext cx="136461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G</a:t>
            </a:r>
            <a:r>
              <a:rPr spc="-5" dirty="0"/>
              <a:t>S</a:t>
            </a:r>
            <a:r>
              <a:rPr spc="-10" dirty="0"/>
              <a:t>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Gson</a:t>
            </a:r>
            <a:r>
              <a:rPr spc="10" dirty="0"/>
              <a:t> </a:t>
            </a:r>
            <a:r>
              <a:rPr spc="-5" dirty="0"/>
              <a:t>(also</a:t>
            </a:r>
            <a:r>
              <a:rPr spc="10" dirty="0"/>
              <a:t> </a:t>
            </a:r>
            <a:r>
              <a:rPr spc="-10" dirty="0"/>
              <a:t>known</a:t>
            </a:r>
            <a:r>
              <a:rPr spc="15" dirty="0"/>
              <a:t> </a:t>
            </a:r>
            <a:r>
              <a:rPr spc="-5" dirty="0"/>
              <a:t>as</a:t>
            </a:r>
            <a:r>
              <a:rPr dirty="0"/>
              <a:t> </a:t>
            </a:r>
            <a:r>
              <a:rPr spc="-10" dirty="0"/>
              <a:t>Google</a:t>
            </a:r>
            <a:r>
              <a:rPr spc="15" dirty="0"/>
              <a:t> </a:t>
            </a:r>
            <a:r>
              <a:rPr spc="-5" dirty="0"/>
              <a:t>Gson)</a:t>
            </a:r>
            <a:r>
              <a:rPr spc="20" dirty="0"/>
              <a:t> </a:t>
            </a:r>
            <a:r>
              <a:rPr spc="-5" dirty="0"/>
              <a:t>is an</a:t>
            </a:r>
            <a:r>
              <a:rPr spc="10" dirty="0"/>
              <a:t> </a:t>
            </a:r>
            <a:r>
              <a:rPr spc="-5" dirty="0"/>
              <a:t>open </a:t>
            </a:r>
            <a:r>
              <a:rPr spc="-710" dirty="0"/>
              <a:t> </a:t>
            </a:r>
            <a:r>
              <a:rPr spc="-15" dirty="0"/>
              <a:t>source</a:t>
            </a:r>
            <a:r>
              <a:rPr spc="5" dirty="0"/>
              <a:t> </a:t>
            </a:r>
            <a:r>
              <a:rPr spc="-30" dirty="0"/>
              <a:t>Java</a:t>
            </a:r>
            <a:r>
              <a:rPr spc="20" dirty="0"/>
              <a:t> </a:t>
            </a:r>
            <a:r>
              <a:rPr spc="-10" dirty="0"/>
              <a:t>library</a:t>
            </a:r>
            <a:r>
              <a:rPr spc="25" dirty="0"/>
              <a:t> </a:t>
            </a:r>
            <a:r>
              <a:rPr spc="-20" dirty="0"/>
              <a:t>to</a:t>
            </a:r>
            <a:r>
              <a:rPr dirty="0"/>
              <a:t> </a:t>
            </a:r>
            <a:r>
              <a:rPr spc="-15" dirty="0"/>
              <a:t>serialize</a:t>
            </a:r>
            <a:r>
              <a:rPr spc="20" dirty="0"/>
              <a:t> </a:t>
            </a:r>
            <a:r>
              <a:rPr spc="-5" dirty="0"/>
              <a:t>and</a:t>
            </a:r>
            <a:r>
              <a:rPr spc="25" dirty="0"/>
              <a:t> </a:t>
            </a:r>
            <a:r>
              <a:rPr spc="-15" dirty="0"/>
              <a:t>deserialize </a:t>
            </a:r>
            <a:r>
              <a:rPr spc="-710" dirty="0"/>
              <a:t> </a:t>
            </a:r>
            <a:r>
              <a:rPr spc="-30" dirty="0"/>
              <a:t>Java</a:t>
            </a:r>
            <a:r>
              <a:rPr spc="15" dirty="0"/>
              <a:t> </a:t>
            </a:r>
            <a:r>
              <a:rPr spc="-5" dirty="0"/>
              <a:t>objects</a:t>
            </a:r>
            <a:r>
              <a:rPr spc="5" dirty="0"/>
              <a:t> </a:t>
            </a:r>
            <a:r>
              <a:rPr spc="-20" dirty="0"/>
              <a:t>to</a:t>
            </a:r>
            <a:r>
              <a:rPr spc="-5" dirty="0"/>
              <a:t> (and</a:t>
            </a:r>
            <a:r>
              <a:rPr spc="25" dirty="0"/>
              <a:t> </a:t>
            </a:r>
            <a:r>
              <a:rPr spc="-15" dirty="0"/>
              <a:t>from)</a:t>
            </a:r>
            <a:r>
              <a:rPr spc="20" dirty="0"/>
              <a:t> </a:t>
            </a:r>
            <a:r>
              <a:rPr spc="-5" dirty="0"/>
              <a:t>JSON</a:t>
            </a:r>
            <a:r>
              <a:rPr spc="5" dirty="0"/>
              <a:t> </a:t>
            </a:r>
            <a:r>
              <a:rPr spc="-25" dirty="0"/>
              <a:t>data </a:t>
            </a:r>
            <a:r>
              <a:rPr spc="-20" dirty="0"/>
              <a:t> </a:t>
            </a:r>
            <a:r>
              <a:rPr spc="-15" dirty="0"/>
              <a:t>structures.</a:t>
            </a:r>
            <a:r>
              <a:rPr spc="10" dirty="0"/>
              <a:t> </a:t>
            </a:r>
            <a:r>
              <a:rPr spc="-5" dirty="0"/>
              <a:t>Code</a:t>
            </a:r>
            <a:r>
              <a:rPr spc="15" dirty="0"/>
              <a:t> </a:t>
            </a:r>
            <a:r>
              <a:rPr spc="-5" dirty="0"/>
              <a:t>samples: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50408" y="3565870"/>
            <a:ext cx="1221105" cy="830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20000"/>
              </a:lnSpc>
              <a:spcBef>
                <a:spcPts val="100"/>
              </a:spcBef>
            </a:pPr>
            <a:r>
              <a:rPr sz="2200" dirty="0">
                <a:latin typeface="Calibri"/>
                <a:cs typeface="Calibri"/>
              </a:rPr>
              <a:t>Gson gson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String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json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8975" y="3565870"/>
            <a:ext cx="2949575" cy="83058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200" dirty="0">
                <a:latin typeface="Calibri"/>
                <a:cs typeface="Calibri"/>
              </a:rPr>
              <a:t>=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new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Gson();</a:t>
            </a:r>
            <a:endParaRPr sz="2200">
              <a:latin typeface="Calibri"/>
              <a:cs typeface="Calibri"/>
            </a:endParaRPr>
          </a:p>
          <a:p>
            <a:pPr marL="27940">
              <a:lnSpc>
                <a:spcPct val="100000"/>
              </a:lnSpc>
              <a:spcBef>
                <a:spcPts val="530"/>
              </a:spcBef>
            </a:pPr>
            <a:r>
              <a:rPr sz="2200" dirty="0">
                <a:latin typeface="Calibri"/>
                <a:cs typeface="Calibri"/>
              </a:rPr>
              <a:t>=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gson.toJson(an_object);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0688" y="4370714"/>
            <a:ext cx="6229985" cy="830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200" spc="-10" dirty="0">
                <a:latin typeface="Calibri"/>
                <a:cs typeface="Calibri"/>
              </a:rPr>
              <a:t>Myclass </a:t>
            </a:r>
            <a:r>
              <a:rPr sz="2200" dirty="0">
                <a:latin typeface="Calibri"/>
                <a:cs typeface="Calibri"/>
              </a:rPr>
              <a:t>obj = </a:t>
            </a:r>
            <a:r>
              <a:rPr sz="2200" spc="-5" dirty="0">
                <a:latin typeface="Calibri"/>
                <a:cs typeface="Calibri"/>
              </a:rPr>
              <a:t>gson.fromJson(json, </a:t>
            </a:r>
            <a:r>
              <a:rPr sz="2200" spc="-10" dirty="0">
                <a:latin typeface="Calibri"/>
                <a:cs typeface="Calibri"/>
              </a:rPr>
              <a:t>Myclass.class); </a:t>
            </a:r>
            <a:r>
              <a:rPr sz="2200" spc="-5" dirty="0">
                <a:latin typeface="Calibri"/>
                <a:cs typeface="Calibri"/>
              </a:rPr>
              <a:t> Myclass[]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array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gson.fromJson(json,</a:t>
            </a:r>
            <a:r>
              <a:rPr sz="2200" spc="-10" dirty="0">
                <a:latin typeface="Calibri"/>
                <a:cs typeface="Calibri"/>
              </a:rPr>
              <a:t> Myclass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[].class);</a:t>
            </a:r>
            <a:endParaRPr sz="22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415C555B-F67C-C1DE-5ABF-07A7D2E0C90F}"/>
                  </a:ext>
                </a:extLst>
              </p14:cNvPr>
              <p14:cNvContentPartPr/>
              <p14:nvPr/>
            </p14:nvContentPartPr>
            <p14:xfrm>
              <a:off x="881534" y="1696594"/>
              <a:ext cx="50400" cy="31212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415C555B-F67C-C1DE-5ABF-07A7D2E0C9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7894" y="1588594"/>
                <a:ext cx="158040" cy="52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E286000A-23D9-BE79-A26F-0F3B39888A24}"/>
                  </a:ext>
                </a:extLst>
              </p14:cNvPr>
              <p14:cNvContentPartPr/>
              <p14:nvPr/>
            </p14:nvContentPartPr>
            <p14:xfrm>
              <a:off x="692174" y="2329834"/>
              <a:ext cx="27360" cy="32004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E286000A-23D9-BE79-A26F-0F3B39888A2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8534" y="2222194"/>
                <a:ext cx="135000" cy="53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8BF92BCC-79CD-2F83-7F56-8F8D252868BC}"/>
                  </a:ext>
                </a:extLst>
              </p14:cNvPr>
              <p14:cNvContentPartPr/>
              <p14:nvPr/>
            </p14:nvContentPartPr>
            <p14:xfrm>
              <a:off x="620174" y="2957314"/>
              <a:ext cx="40680" cy="423720"/>
            </p14:xfrm>
          </p:contentPart>
        </mc:Choice>
        <mc:Fallback xmlns=""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8BF92BCC-79CD-2F83-7F56-8F8D252868B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6534" y="2849314"/>
                <a:ext cx="148320" cy="63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EAC595AA-03E4-83BD-90B9-0E5719C92562}"/>
                  </a:ext>
                </a:extLst>
              </p14:cNvPr>
              <p14:cNvContentPartPr/>
              <p14:nvPr/>
            </p14:nvContentPartPr>
            <p14:xfrm>
              <a:off x="650774" y="3933634"/>
              <a:ext cx="179640" cy="1082160"/>
            </p14:xfrm>
          </p:contentPart>
        </mc:Choice>
        <mc:Fallback xmlns=""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EAC595AA-03E4-83BD-90B9-0E5719C9256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6774" y="3825634"/>
                <a:ext cx="287280" cy="12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14A3C9CE-48E4-10BA-A501-8C5C4ECA7DE0}"/>
                  </a:ext>
                </a:extLst>
              </p14:cNvPr>
              <p14:cNvContentPartPr/>
              <p14:nvPr/>
            </p14:nvContentPartPr>
            <p14:xfrm>
              <a:off x="555014" y="1820794"/>
              <a:ext cx="290160" cy="2898360"/>
            </p14:xfrm>
          </p:contentPart>
        </mc:Choice>
        <mc:Fallback xmlns=""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14A3C9CE-48E4-10BA-A501-8C5C4ECA7DE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01374" y="1713154"/>
                <a:ext cx="397800" cy="3114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1084" y="462343"/>
            <a:ext cx="804227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RESTful</a:t>
            </a:r>
            <a:r>
              <a:rPr dirty="0"/>
              <a:t> </a:t>
            </a:r>
            <a:r>
              <a:rPr spc="-15" dirty="0"/>
              <a:t>web</a:t>
            </a:r>
            <a:r>
              <a:rPr dirty="0"/>
              <a:t> services</a:t>
            </a:r>
            <a:r>
              <a:rPr spc="5"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NetBeans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3115"/>
            <a:ext cx="7814945" cy="446024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marR="728345" indent="-342900" algn="just">
              <a:lnSpc>
                <a:spcPts val="3240"/>
              </a:lnSpc>
              <a:spcBef>
                <a:spcPts val="505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In </a:t>
            </a:r>
            <a:r>
              <a:rPr sz="3000" spc="-15" dirty="0">
                <a:latin typeface="Calibri"/>
                <a:cs typeface="Calibri"/>
              </a:rPr>
              <a:t>order </a:t>
            </a:r>
            <a:r>
              <a:rPr sz="3000" spc="-20" dirty="0">
                <a:latin typeface="Calibri"/>
                <a:cs typeface="Calibri"/>
              </a:rPr>
              <a:t>to </a:t>
            </a:r>
            <a:r>
              <a:rPr sz="3000" spc="-15" dirty="0">
                <a:latin typeface="Calibri"/>
                <a:cs typeface="Calibri"/>
              </a:rPr>
              <a:t>understand </a:t>
            </a:r>
            <a:r>
              <a:rPr sz="3000" spc="-5" dirty="0">
                <a:latin typeface="Calibri"/>
                <a:cs typeface="Calibri"/>
              </a:rPr>
              <a:t>the </a:t>
            </a:r>
            <a:r>
              <a:rPr sz="3000" spc="-15" dirty="0">
                <a:latin typeface="Calibri"/>
                <a:cs typeface="Calibri"/>
              </a:rPr>
              <a:t>programming </a:t>
            </a:r>
            <a:r>
              <a:rPr sz="3000" dirty="0">
                <a:latin typeface="Calibri"/>
                <a:cs typeface="Calibri"/>
              </a:rPr>
              <a:t>of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RESTful web </a:t>
            </a:r>
            <a:r>
              <a:rPr sz="3000" dirty="0">
                <a:latin typeface="Calibri"/>
                <a:cs typeface="Calibri"/>
              </a:rPr>
              <a:t>services </a:t>
            </a:r>
            <a:r>
              <a:rPr sz="3000" spc="-5" dirty="0">
                <a:latin typeface="Calibri"/>
                <a:cs typeface="Calibri"/>
              </a:rPr>
              <a:t>with NetBeans </a:t>
            </a:r>
            <a:r>
              <a:rPr sz="3000" spc="-15" dirty="0">
                <a:latin typeface="Calibri"/>
                <a:cs typeface="Calibri"/>
              </a:rPr>
              <a:t>we </a:t>
            </a:r>
            <a:r>
              <a:rPr sz="3000" spc="-5" dirty="0">
                <a:latin typeface="Calibri"/>
                <a:cs typeface="Calibri"/>
              </a:rPr>
              <a:t>will </a:t>
            </a:r>
            <a:r>
              <a:rPr sz="3000" spc="-67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create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5" dirty="0">
                <a:latin typeface="Calibri"/>
                <a:cs typeface="Calibri"/>
              </a:rPr>
              <a:t>new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web </a:t>
            </a:r>
            <a:r>
              <a:rPr sz="3000" dirty="0">
                <a:latin typeface="Calibri"/>
                <a:cs typeface="Calibri"/>
              </a:rPr>
              <a:t>app.</a:t>
            </a:r>
            <a:endParaRPr sz="3000">
              <a:latin typeface="Calibri"/>
              <a:cs typeface="Calibri"/>
            </a:endParaRPr>
          </a:p>
          <a:p>
            <a:pPr marL="355600" indent="-342900" algn="just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Define,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as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usual,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"entity"</a:t>
            </a:r>
            <a:r>
              <a:rPr sz="3000" spc="-15" dirty="0">
                <a:latin typeface="Calibri"/>
                <a:cs typeface="Calibri"/>
              </a:rPr>
              <a:t> package.</a:t>
            </a:r>
            <a:endParaRPr sz="3000">
              <a:latin typeface="Calibri"/>
              <a:cs typeface="Calibri"/>
            </a:endParaRPr>
          </a:p>
          <a:p>
            <a:pPr marL="354965" marR="5080" indent="-342900">
              <a:lnSpc>
                <a:spcPts val="324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15" dirty="0">
                <a:latin typeface="Calibri"/>
                <a:cs typeface="Calibri"/>
              </a:rPr>
              <a:t>From </a:t>
            </a:r>
            <a:r>
              <a:rPr sz="3000" spc="-10" dirty="0">
                <a:latin typeface="Calibri"/>
                <a:cs typeface="Calibri"/>
              </a:rPr>
              <a:t>that </a:t>
            </a:r>
            <a:r>
              <a:rPr sz="3000" spc="-15" dirty="0">
                <a:latin typeface="Calibri"/>
                <a:cs typeface="Calibri"/>
              </a:rPr>
              <a:t>package, </a:t>
            </a:r>
            <a:r>
              <a:rPr sz="3000" spc="-5" dirty="0">
                <a:latin typeface="Calibri"/>
                <a:cs typeface="Calibri"/>
              </a:rPr>
              <a:t>right-click </a:t>
            </a:r>
            <a:r>
              <a:rPr sz="3000" dirty="0">
                <a:latin typeface="Calibri"/>
                <a:cs typeface="Calibri"/>
              </a:rPr>
              <a:t>on </a:t>
            </a:r>
            <a:r>
              <a:rPr sz="3000" spc="-5" dirty="0">
                <a:latin typeface="Calibri"/>
                <a:cs typeface="Calibri"/>
              </a:rPr>
              <a:t>the mouse </a:t>
            </a:r>
            <a:r>
              <a:rPr sz="3000" dirty="0">
                <a:latin typeface="Calibri"/>
                <a:cs typeface="Calibri"/>
              </a:rPr>
              <a:t>and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select the entry: </a:t>
            </a:r>
            <a:r>
              <a:rPr sz="3000" spc="-15" dirty="0">
                <a:latin typeface="Calibri"/>
                <a:cs typeface="Calibri"/>
              </a:rPr>
              <a:t>"Restful </a:t>
            </a:r>
            <a:r>
              <a:rPr sz="3000" spc="-40" dirty="0">
                <a:latin typeface="Calibri"/>
                <a:cs typeface="Calibri"/>
              </a:rPr>
              <a:t>Web </a:t>
            </a:r>
            <a:r>
              <a:rPr sz="3000" dirty="0">
                <a:latin typeface="Calibri"/>
                <a:cs typeface="Calibri"/>
              </a:rPr>
              <a:t>Services </a:t>
            </a:r>
            <a:r>
              <a:rPr sz="3000" spc="-15" dirty="0">
                <a:latin typeface="Calibri"/>
                <a:cs typeface="Calibri"/>
              </a:rPr>
              <a:t>from </a:t>
            </a:r>
            <a:r>
              <a:rPr sz="3000" spc="-10" dirty="0">
                <a:latin typeface="Calibri"/>
                <a:cs typeface="Calibri"/>
              </a:rPr>
              <a:t> Database". </a:t>
            </a:r>
            <a:r>
              <a:rPr sz="3000" spc="-20" dirty="0">
                <a:latin typeface="Calibri"/>
                <a:cs typeface="Calibri"/>
              </a:rPr>
              <a:t>Create </a:t>
            </a:r>
            <a:r>
              <a:rPr sz="3000" dirty="0">
                <a:latin typeface="Calibri"/>
                <a:cs typeface="Calibri"/>
              </a:rPr>
              <a:t>a </a:t>
            </a:r>
            <a:r>
              <a:rPr sz="3000" spc="-5" dirty="0">
                <a:latin typeface="Calibri"/>
                <a:cs typeface="Calibri"/>
              </a:rPr>
              <a:t>new </a:t>
            </a:r>
            <a:r>
              <a:rPr sz="3000" spc="-20" dirty="0">
                <a:latin typeface="Calibri"/>
                <a:cs typeface="Calibri"/>
              </a:rPr>
              <a:t>Data </a:t>
            </a:r>
            <a:r>
              <a:rPr sz="3000" spc="-10" dirty="0">
                <a:latin typeface="Calibri"/>
                <a:cs typeface="Calibri"/>
              </a:rPr>
              <a:t>Source </a:t>
            </a:r>
            <a:r>
              <a:rPr sz="3000" dirty="0">
                <a:latin typeface="Calibri"/>
                <a:cs typeface="Calibri"/>
              </a:rPr>
              <a:t>using </a:t>
            </a:r>
            <a:r>
              <a:rPr sz="3000" spc="-5" dirty="0">
                <a:latin typeface="Calibri"/>
                <a:cs typeface="Calibri"/>
              </a:rPr>
              <a:t>the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"ecommerce"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ddbb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connection.</a:t>
            </a:r>
            <a:endParaRPr sz="3000">
              <a:latin typeface="Calibri"/>
              <a:cs typeface="Calibri"/>
            </a:endParaRPr>
          </a:p>
          <a:p>
            <a:pPr marL="355600" marR="639445" indent="-342900">
              <a:lnSpc>
                <a:spcPts val="324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60" dirty="0">
                <a:latin typeface="Calibri"/>
                <a:cs typeface="Calibri"/>
              </a:rPr>
              <a:t>Try </a:t>
            </a:r>
            <a:r>
              <a:rPr sz="3000" spc="-20" dirty="0">
                <a:latin typeface="Calibri"/>
                <a:cs typeface="Calibri"/>
              </a:rPr>
              <a:t>to </a:t>
            </a:r>
            <a:r>
              <a:rPr sz="3000" spc="-15" dirty="0">
                <a:latin typeface="Calibri"/>
                <a:cs typeface="Calibri"/>
              </a:rPr>
              <a:t>understand </a:t>
            </a:r>
            <a:r>
              <a:rPr sz="3000" dirty="0">
                <a:latin typeface="Calibri"/>
                <a:cs typeface="Calibri"/>
              </a:rPr>
              <a:t>all </a:t>
            </a:r>
            <a:r>
              <a:rPr sz="3000" spc="-5" dirty="0">
                <a:latin typeface="Calibri"/>
                <a:cs typeface="Calibri"/>
              </a:rPr>
              <a:t>the </a:t>
            </a:r>
            <a:r>
              <a:rPr sz="3000" spc="-10" dirty="0">
                <a:latin typeface="Calibri"/>
                <a:cs typeface="Calibri"/>
              </a:rPr>
              <a:t>code that </a:t>
            </a:r>
            <a:r>
              <a:rPr sz="3000" dirty="0">
                <a:latin typeface="Calibri"/>
                <a:cs typeface="Calibri"/>
              </a:rPr>
              <a:t>has </a:t>
            </a:r>
            <a:r>
              <a:rPr sz="3000" spc="-5" dirty="0">
                <a:latin typeface="Calibri"/>
                <a:cs typeface="Calibri"/>
              </a:rPr>
              <a:t>been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generated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by </a:t>
            </a:r>
            <a:r>
              <a:rPr sz="3000" spc="-5" dirty="0">
                <a:latin typeface="Calibri"/>
                <a:cs typeface="Calibri"/>
              </a:rPr>
              <a:t>the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NetBeans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assistant.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1420" y="462343"/>
            <a:ext cx="114046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U</a:t>
            </a:r>
            <a:r>
              <a:rPr spc="-5" dirty="0"/>
              <a:t>RLs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0256"/>
            <a:ext cx="7234555" cy="22199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spc="-15" dirty="0">
                <a:latin typeface="Calibri"/>
                <a:cs typeface="Calibri"/>
              </a:rPr>
              <a:t>Interface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Comms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{</a:t>
            </a:r>
            <a:endParaRPr sz="2400">
              <a:latin typeface="Calibri"/>
              <a:cs typeface="Calibri"/>
            </a:endParaRPr>
          </a:p>
          <a:p>
            <a:pPr marL="285115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Calibri"/>
                <a:cs typeface="Calibri"/>
              </a:rPr>
              <a:t>String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95" dirty="0">
                <a:latin typeface="Calibri"/>
                <a:cs typeface="Calibri"/>
              </a:rPr>
              <a:t>PATH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"localhost:8080/uppercaseServer";</a:t>
            </a:r>
            <a:endParaRPr sz="2400">
              <a:latin typeface="Calibri"/>
              <a:cs typeface="Calibri"/>
            </a:endParaRPr>
          </a:p>
          <a:p>
            <a:pPr marL="285115" marR="5080">
              <a:lnSpc>
                <a:spcPct val="120000"/>
              </a:lnSpc>
            </a:pPr>
            <a:r>
              <a:rPr sz="2400" spc="-5" dirty="0">
                <a:latin typeface="Calibri"/>
                <a:cs typeface="Calibri"/>
              </a:rPr>
              <a:t>String </a:t>
            </a:r>
            <a:r>
              <a:rPr sz="2400" spc="-15" dirty="0">
                <a:latin typeface="Calibri"/>
                <a:cs typeface="Calibri"/>
              </a:rPr>
              <a:t>SERVER_REST </a:t>
            </a:r>
            <a:r>
              <a:rPr sz="2400" dirty="0">
                <a:latin typeface="Calibri"/>
                <a:cs typeface="Calibri"/>
              </a:rPr>
              <a:t>= </a:t>
            </a:r>
            <a:r>
              <a:rPr sz="2400" spc="-20" dirty="0">
                <a:latin typeface="Calibri"/>
                <a:cs typeface="Calibri"/>
              </a:rPr>
              <a:t>"http://"+PATH+"/webresources";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String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SERVER_WEBSOCKET</a:t>
            </a:r>
            <a:r>
              <a:rPr sz="2400" dirty="0">
                <a:latin typeface="Calibri"/>
                <a:cs typeface="Calibri"/>
              </a:rPr>
              <a:t> =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"ws://"+PATH+"/ws";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Calibri"/>
                <a:cs typeface="Calibri"/>
              </a:rPr>
              <a:t>}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7985" y="47402"/>
            <a:ext cx="164846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a</a:t>
            </a:r>
            <a:r>
              <a:rPr sz="4000" spc="-5" dirty="0"/>
              <a:t>piR</a:t>
            </a:r>
            <a:r>
              <a:rPr sz="4000" spc="-45" dirty="0"/>
              <a:t>E</a:t>
            </a:r>
            <a:r>
              <a:rPr sz="4000" spc="-35" dirty="0"/>
              <a:t>S</a:t>
            </a:r>
            <a:r>
              <a:rPr sz="4000" dirty="0"/>
              <a:t>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34316" y="808355"/>
            <a:ext cx="7600315" cy="587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74495">
              <a:lnSpc>
                <a:spcPct val="120000"/>
              </a:lnSpc>
              <a:spcBef>
                <a:spcPts val="100"/>
              </a:spcBef>
            </a:pPr>
            <a:r>
              <a:rPr sz="1600" spc="-5" dirty="0">
                <a:latin typeface="Calibri"/>
                <a:cs typeface="Calibri"/>
              </a:rPr>
              <a:t>URL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url </a:t>
            </a:r>
            <a:r>
              <a:rPr sz="1600" dirty="0">
                <a:latin typeface="Calibri"/>
                <a:cs typeface="Calibri"/>
              </a:rPr>
              <a:t>= </a:t>
            </a:r>
            <a:r>
              <a:rPr sz="1600" spc="-5" dirty="0">
                <a:latin typeface="Calibri"/>
                <a:cs typeface="Calibri"/>
              </a:rPr>
              <a:t>new URL(Comms.SERVER_REST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 </a:t>
            </a:r>
            <a:r>
              <a:rPr sz="1600" spc="-15" dirty="0">
                <a:latin typeface="Calibri"/>
                <a:cs typeface="Calibri"/>
              </a:rPr>
              <a:t>"/entity.myentity/"); 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HttpURLConnection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ucon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(HttpURLConnection)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url.openConnection();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Calibri"/>
              <a:cs typeface="Calibri"/>
            </a:endParaRPr>
          </a:p>
          <a:p>
            <a:pPr marL="12700" marR="4773295">
              <a:lnSpc>
                <a:spcPct val="120000"/>
              </a:lnSpc>
              <a:spcBef>
                <a:spcPts val="5"/>
              </a:spcBef>
            </a:pPr>
            <a:r>
              <a:rPr sz="1600" spc="-10" dirty="0">
                <a:latin typeface="Calibri"/>
                <a:cs typeface="Calibri"/>
              </a:rPr>
              <a:t>ucon.setRequestMethod("POST");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ucon.setDoInput(true);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ucon.setDoOutput(true);</a:t>
            </a:r>
            <a:endParaRPr sz="1600">
              <a:latin typeface="Calibri"/>
              <a:cs typeface="Calibri"/>
            </a:endParaRPr>
          </a:p>
          <a:p>
            <a:pPr marL="12700" marR="1236980" indent="-635">
              <a:lnSpc>
                <a:spcPct val="120000"/>
              </a:lnSpc>
            </a:pPr>
            <a:r>
              <a:rPr sz="1600" spc="-10" dirty="0">
                <a:latin typeface="Calibri"/>
                <a:cs typeface="Calibri"/>
              </a:rPr>
              <a:t>ucon.setRequestProperty("Content-Type",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"application/json;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charset=utf-8");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ucon.setRequestProperty("Accept", "application/json;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charset=utf-8");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Calibri"/>
              <a:cs typeface="Calibri"/>
            </a:endParaRPr>
          </a:p>
          <a:p>
            <a:pPr marL="12700" marR="2158365">
              <a:lnSpc>
                <a:spcPct val="120000"/>
              </a:lnSpc>
              <a:spcBef>
                <a:spcPts val="5"/>
              </a:spcBef>
            </a:pPr>
            <a:r>
              <a:rPr sz="1600" spc="-15" dirty="0">
                <a:latin typeface="Calibri"/>
                <a:cs typeface="Calibri"/>
              </a:rPr>
              <a:t>PrintWriter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out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new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PrintWriter(ucon.getOutputStream(),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true);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String json</a:t>
            </a:r>
            <a:r>
              <a:rPr sz="1600" dirty="0">
                <a:latin typeface="Calibri"/>
                <a:cs typeface="Calibri"/>
              </a:rPr>
              <a:t> = </a:t>
            </a:r>
            <a:r>
              <a:rPr sz="1600" spc="-5" dirty="0">
                <a:latin typeface="Calibri"/>
                <a:cs typeface="Calibri"/>
              </a:rPr>
              <a:t>new Gson().toJson(sentence);</a:t>
            </a:r>
            <a:endParaRPr sz="1600">
              <a:latin typeface="Calibri"/>
              <a:cs typeface="Calibri"/>
            </a:endParaRPr>
          </a:p>
          <a:p>
            <a:pPr marL="12700" marR="6171565">
              <a:lnSpc>
                <a:spcPct val="120000"/>
              </a:lnSpc>
            </a:pPr>
            <a:r>
              <a:rPr sz="1600" spc="-5" dirty="0">
                <a:latin typeface="Calibri"/>
                <a:cs typeface="Calibri"/>
              </a:rPr>
              <a:t>out.println(json);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out.flush(); </a:t>
            </a:r>
            <a:r>
              <a:rPr sz="1600" spc="-5" dirty="0">
                <a:latin typeface="Calibri"/>
                <a:cs typeface="Calibri"/>
              </a:rPr>
              <a:t> ucon.connect();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Calibri"/>
              <a:cs typeface="Calibri"/>
            </a:endParaRPr>
          </a:p>
          <a:p>
            <a:pPr marL="12700" marR="5080">
              <a:lnSpc>
                <a:spcPct val="120000"/>
              </a:lnSpc>
            </a:pPr>
            <a:r>
              <a:rPr sz="1600" spc="-15" dirty="0">
                <a:latin typeface="Calibri"/>
                <a:cs typeface="Calibri"/>
              </a:rPr>
              <a:t>BufferedReader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in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new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BufferedReader(new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InputStreamReader(ucon.getInputStream()));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String line;</a:t>
            </a:r>
            <a:endParaRPr sz="1600">
              <a:latin typeface="Calibri"/>
              <a:cs typeface="Calibri"/>
            </a:endParaRPr>
          </a:p>
          <a:p>
            <a:pPr marL="243204" marR="4632325" indent="-230504">
              <a:lnSpc>
                <a:spcPct val="120000"/>
              </a:lnSpc>
            </a:pPr>
            <a:r>
              <a:rPr sz="1600" spc="-5" dirty="0">
                <a:latin typeface="Calibri"/>
                <a:cs typeface="Calibri"/>
              </a:rPr>
              <a:t>while ((line </a:t>
            </a:r>
            <a:r>
              <a:rPr sz="1600" dirty="0">
                <a:latin typeface="Calibri"/>
                <a:cs typeface="Calibri"/>
              </a:rPr>
              <a:t>= </a:t>
            </a:r>
            <a:r>
              <a:rPr sz="1600" spc="-5" dirty="0">
                <a:latin typeface="Calibri"/>
                <a:cs typeface="Calibri"/>
              </a:rPr>
              <a:t>in.readLine()) </a:t>
            </a:r>
            <a:r>
              <a:rPr sz="1600" dirty="0">
                <a:latin typeface="Calibri"/>
                <a:cs typeface="Calibri"/>
              </a:rPr>
              <a:t>!= </a:t>
            </a:r>
            <a:r>
              <a:rPr sz="1600" spc="-5" dirty="0">
                <a:latin typeface="Calibri"/>
                <a:cs typeface="Calibri"/>
              </a:rPr>
              <a:t>null) </a:t>
            </a:r>
            <a:r>
              <a:rPr sz="1600" dirty="0">
                <a:latin typeface="Calibri"/>
                <a:cs typeface="Calibri"/>
              </a:rPr>
              <a:t>{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System.out.println(line);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dirty="0">
                <a:latin typeface="Calibri"/>
                <a:cs typeface="Calibri"/>
              </a:rPr>
              <a:t>}</a:t>
            </a:r>
            <a:endParaRPr sz="16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6639836A-99AC-C83A-B132-0372EC2D3C47}"/>
                  </a:ext>
                </a:extLst>
              </p14:cNvPr>
              <p14:cNvContentPartPr/>
              <p14:nvPr/>
            </p14:nvContentPartPr>
            <p14:xfrm>
              <a:off x="729614" y="2680725"/>
              <a:ext cx="55800" cy="56052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6639836A-99AC-C83A-B132-0372EC2D3C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5614" y="2573085"/>
                <a:ext cx="163440" cy="77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9BEA44B2-20AB-1CD7-D8EB-1DED9B8E5750}"/>
                  </a:ext>
                </a:extLst>
              </p14:cNvPr>
              <p14:cNvContentPartPr/>
              <p14:nvPr/>
            </p14:nvContentPartPr>
            <p14:xfrm>
              <a:off x="2912654" y="2645445"/>
              <a:ext cx="4191480" cy="12096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9BEA44B2-20AB-1CD7-D8EB-1DED9B8E57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58654" y="2537445"/>
                <a:ext cx="429912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12B7B623-7186-F05C-E856-5CA0688ACEDE}"/>
                  </a:ext>
                </a:extLst>
              </p14:cNvPr>
              <p14:cNvContentPartPr/>
              <p14:nvPr/>
            </p14:nvContentPartPr>
            <p14:xfrm>
              <a:off x="2937134" y="2957565"/>
              <a:ext cx="3508920" cy="16848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12B7B623-7186-F05C-E856-5CA0688ACED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83494" y="2849925"/>
                <a:ext cx="3616560" cy="3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6303256D-F2EA-E696-ECBC-9166516BDDBE}"/>
                  </a:ext>
                </a:extLst>
              </p14:cNvPr>
              <p14:cNvContentPartPr/>
              <p14:nvPr/>
            </p14:nvContentPartPr>
            <p14:xfrm>
              <a:off x="2866214" y="2945685"/>
              <a:ext cx="1646640" cy="15012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6303256D-F2EA-E696-ECBC-9166516BDDB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12574" y="2838045"/>
                <a:ext cx="175428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DB8D721F-F8B7-500F-ABFE-E84677926FAA}"/>
                  </a:ext>
                </a:extLst>
              </p14:cNvPr>
              <p14:cNvContentPartPr/>
              <p14:nvPr/>
            </p14:nvContentPartPr>
            <p14:xfrm>
              <a:off x="866774" y="2709525"/>
              <a:ext cx="2282760" cy="12888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DB8D721F-F8B7-500F-ABFE-E84677926FA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13134" y="2601525"/>
                <a:ext cx="239040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80046874-F20A-A1A7-27EB-A5550DC3559A}"/>
                  </a:ext>
                </a:extLst>
              </p14:cNvPr>
              <p14:cNvContentPartPr/>
              <p14:nvPr/>
            </p14:nvContentPartPr>
            <p14:xfrm>
              <a:off x="664814" y="3001845"/>
              <a:ext cx="2390040" cy="96840"/>
            </p14:xfrm>
          </p:contentPart>
        </mc:Choice>
        <mc:Fallback xmlns=""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80046874-F20A-A1A7-27EB-A5550DC3559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0814" y="2894205"/>
                <a:ext cx="249768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3BC09663-30A7-68F3-1B38-1CF69FD9E2E9}"/>
                  </a:ext>
                </a:extLst>
              </p14:cNvPr>
              <p14:cNvContentPartPr/>
              <p14:nvPr/>
            </p14:nvContentPartPr>
            <p14:xfrm>
              <a:off x="400574" y="1114365"/>
              <a:ext cx="71280" cy="4678920"/>
            </p14:xfrm>
          </p:contentPart>
        </mc:Choice>
        <mc:Fallback xmlns=""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3BC09663-30A7-68F3-1B38-1CF69FD9E2E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6934" y="1006725"/>
                <a:ext cx="178920" cy="4894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Programming</a:t>
            </a:r>
            <a:r>
              <a:rPr spc="15" dirty="0"/>
              <a:t> </a:t>
            </a:r>
            <a:r>
              <a:rPr spc="-5" dirty="0"/>
              <a:t>with </a:t>
            </a:r>
            <a:r>
              <a:rPr spc="-35" dirty="0"/>
              <a:t>WebSockets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0259" y="1273963"/>
            <a:ext cx="6758940" cy="496951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Snippet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code</a:t>
            </a:r>
            <a:r>
              <a:rPr sz="3000" spc="-25" dirty="0">
                <a:latin typeface="Calibri"/>
                <a:cs typeface="Calibri"/>
              </a:rPr>
              <a:t> for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servers:</a:t>
            </a:r>
            <a:endParaRPr sz="3000" dirty="0">
              <a:latin typeface="Calibri"/>
              <a:cs typeface="Calibri"/>
            </a:endParaRPr>
          </a:p>
          <a:p>
            <a:pPr marL="469900" marR="3419475">
              <a:lnSpc>
                <a:spcPct val="100000"/>
              </a:lnSpc>
              <a:spcBef>
                <a:spcPts val="645"/>
              </a:spcBef>
            </a:pPr>
            <a:r>
              <a:rPr sz="1800" spc="-5" dirty="0">
                <a:latin typeface="Calibri"/>
                <a:cs typeface="Calibri"/>
              </a:rPr>
              <a:t>@ServerEndpoint("/ws") </a:t>
            </a:r>
            <a:r>
              <a:rPr sz="1800" dirty="0">
                <a:latin typeface="Calibri"/>
                <a:cs typeface="Calibri"/>
              </a:rPr>
              <a:t> public</a:t>
            </a:r>
            <a:r>
              <a:rPr sz="1800" spc="-5" dirty="0">
                <a:latin typeface="Calibri"/>
                <a:cs typeface="Calibri"/>
              </a:rPr>
              <a:t> class</a:t>
            </a:r>
            <a:r>
              <a:rPr sz="1800" spc="-15" dirty="0">
                <a:latin typeface="Calibri"/>
                <a:cs typeface="Calibri"/>
              </a:rPr>
              <a:t> WebSocketServer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{</a:t>
            </a:r>
          </a:p>
          <a:p>
            <a:pPr marL="927100" marR="5080">
              <a:lnSpc>
                <a:spcPts val="288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private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static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Set&lt;Session&gt;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sessions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new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HashSet&lt;Session&gt;();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@OnOpen</a:t>
            </a:r>
            <a:endParaRPr sz="1800" dirty="0">
              <a:latin typeface="Calibri"/>
              <a:cs typeface="Calibri"/>
            </a:endParaRPr>
          </a:p>
          <a:p>
            <a:pPr marL="927100">
              <a:lnSpc>
                <a:spcPts val="1945"/>
              </a:lnSpc>
            </a:pPr>
            <a:r>
              <a:rPr sz="1800" dirty="0">
                <a:latin typeface="Calibri"/>
                <a:cs typeface="Calibri"/>
              </a:rPr>
              <a:t>public </a:t>
            </a:r>
            <a:r>
              <a:rPr sz="1800" spc="-5" dirty="0">
                <a:latin typeface="Calibri"/>
                <a:cs typeface="Calibri"/>
              </a:rPr>
              <a:t>void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onOpen(Session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session)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{...}</a:t>
            </a:r>
            <a:endParaRPr sz="18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840"/>
              </a:spcBef>
            </a:pPr>
            <a:r>
              <a:rPr sz="1800" spc="-5" dirty="0">
                <a:latin typeface="Calibri"/>
                <a:cs typeface="Calibri"/>
              </a:rPr>
              <a:t>@OnClose</a:t>
            </a:r>
            <a:endParaRPr sz="18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lang="es-ES" sz="1800" dirty="0" err="1">
                <a:latin typeface="Calibri"/>
                <a:cs typeface="Calibri"/>
              </a:rPr>
              <a:t>public</a:t>
            </a:r>
            <a:r>
              <a:rPr lang="es-ES" sz="1800" spc="-5" dirty="0">
                <a:latin typeface="Calibri"/>
                <a:cs typeface="Calibri"/>
              </a:rPr>
              <a:t> </a:t>
            </a:r>
            <a:r>
              <a:rPr lang="es-ES" sz="1800" spc="-5" dirty="0" err="1">
                <a:latin typeface="Calibri"/>
                <a:cs typeface="Calibri"/>
              </a:rPr>
              <a:t>void</a:t>
            </a:r>
            <a:r>
              <a:rPr lang="es-ES" sz="1800" dirty="0">
                <a:latin typeface="Calibri"/>
                <a:cs typeface="Calibri"/>
              </a:rPr>
              <a:t> </a:t>
            </a:r>
            <a:r>
              <a:rPr lang="es-ES" sz="1800" spc="-5" dirty="0" err="1">
                <a:latin typeface="Calibri"/>
                <a:cs typeface="Calibri"/>
              </a:rPr>
              <a:t>onClose</a:t>
            </a:r>
            <a:r>
              <a:rPr lang="es-ES" sz="1800" spc="-5" dirty="0">
                <a:latin typeface="Calibri"/>
                <a:cs typeface="Calibri"/>
              </a:rPr>
              <a:t>(</a:t>
            </a:r>
            <a:r>
              <a:rPr lang="es-ES" sz="1800" spc="-5" dirty="0" err="1">
                <a:latin typeface="Calibri"/>
                <a:cs typeface="Calibri"/>
              </a:rPr>
              <a:t>Session</a:t>
            </a:r>
            <a:r>
              <a:rPr lang="es-ES" sz="1800" spc="20" dirty="0">
                <a:latin typeface="Calibri"/>
                <a:cs typeface="Calibri"/>
              </a:rPr>
              <a:t> </a:t>
            </a:r>
            <a:r>
              <a:rPr lang="es-ES" sz="1800" spc="-5" dirty="0" err="1">
                <a:latin typeface="Calibri"/>
                <a:cs typeface="Calibri"/>
              </a:rPr>
              <a:t>session</a:t>
            </a:r>
            <a:r>
              <a:rPr lang="es-ES" sz="1800" spc="-5" dirty="0">
                <a:latin typeface="Calibri"/>
                <a:cs typeface="Calibri"/>
              </a:rPr>
              <a:t>)</a:t>
            </a:r>
            <a:r>
              <a:rPr lang="es-ES" sz="1800" dirty="0">
                <a:latin typeface="Calibri"/>
                <a:cs typeface="Calibri"/>
              </a:rPr>
              <a:t> </a:t>
            </a:r>
            <a:r>
              <a:rPr lang="es-ES" sz="1800" spc="-5" dirty="0">
                <a:latin typeface="Calibri"/>
                <a:cs typeface="Calibri"/>
              </a:rPr>
              <a:t>{...}</a:t>
            </a:r>
            <a:endParaRPr lang="es-ES" sz="18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1800" spc="-5" dirty="0">
                <a:latin typeface="Calibri"/>
                <a:cs typeface="Calibri"/>
              </a:rPr>
              <a:t>@OnMessage</a:t>
            </a:r>
            <a:endParaRPr sz="18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public </a:t>
            </a:r>
            <a:r>
              <a:rPr sz="1800" spc="-5" dirty="0">
                <a:latin typeface="Calibri"/>
                <a:cs typeface="Calibri"/>
              </a:rPr>
              <a:t>void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onMessage(String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message,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Session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session)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{...}</a:t>
            </a:r>
            <a:endParaRPr sz="18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1800" spc="-15" dirty="0">
                <a:latin typeface="Calibri"/>
                <a:cs typeface="Calibri"/>
              </a:rPr>
              <a:t>//any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method</a:t>
            </a:r>
            <a:endParaRPr sz="1800" dirty="0">
              <a:latin typeface="Calibri"/>
              <a:cs typeface="Calibri"/>
            </a:endParaRPr>
          </a:p>
          <a:p>
            <a:pPr marL="1841500" marR="896619" indent="-90043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public</a:t>
            </a:r>
            <a:r>
              <a:rPr sz="1800" spc="-5" dirty="0">
                <a:latin typeface="Calibri"/>
                <a:cs typeface="Calibri"/>
              </a:rPr>
              <a:t> void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myMethod(String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json </a:t>
            </a:r>
            <a:r>
              <a:rPr sz="1800" dirty="0">
                <a:latin typeface="Calibri"/>
                <a:cs typeface="Calibri"/>
              </a:rPr>
              <a:t>, </a:t>
            </a:r>
            <a:r>
              <a:rPr sz="1800" spc="-5" dirty="0">
                <a:latin typeface="Calibri"/>
                <a:cs typeface="Calibri"/>
              </a:rPr>
              <a:t>Session session)</a:t>
            </a:r>
            <a:r>
              <a:rPr sz="1800" dirty="0">
                <a:latin typeface="Calibri"/>
                <a:cs typeface="Calibri"/>
              </a:rPr>
              <a:t> {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session.getBasicRemote().sendText(json);</a:t>
            </a:r>
            <a:endParaRPr sz="18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}</a:t>
            </a:r>
          </a:p>
          <a:p>
            <a:pPr marL="4699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}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53C33F72-A0F7-2AFB-980B-F81474990ABB}"/>
                  </a:ext>
                </a:extLst>
              </p14:cNvPr>
              <p14:cNvContentPartPr/>
              <p14:nvPr/>
            </p14:nvContentPartPr>
            <p14:xfrm>
              <a:off x="589934" y="1421663"/>
              <a:ext cx="360" cy="3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53C33F72-A0F7-2AFB-980B-F81474990A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5614" y="1417343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1A3FF49F-688D-E881-02F1-767883CB162F}"/>
                  </a:ext>
                </a:extLst>
              </p14:cNvPr>
              <p14:cNvContentPartPr/>
              <p14:nvPr/>
            </p14:nvContentPartPr>
            <p14:xfrm>
              <a:off x="671294" y="1662503"/>
              <a:ext cx="56520" cy="458784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1A3FF49F-688D-E881-02F1-767883CB162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7294" y="1554863"/>
                <a:ext cx="164160" cy="480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upo 15">
            <a:extLst>
              <a:ext uri="{FF2B5EF4-FFF2-40B4-BE49-F238E27FC236}">
                <a16:creationId xmlns:a16="http://schemas.microsoft.com/office/drawing/2014/main" id="{282C54B8-2665-8F8B-FE8A-88A407145514}"/>
              </a:ext>
            </a:extLst>
          </p:cNvPr>
          <p:cNvGrpSpPr/>
          <p:nvPr/>
        </p:nvGrpSpPr>
        <p:grpSpPr>
          <a:xfrm>
            <a:off x="3424574" y="2022143"/>
            <a:ext cx="2203920" cy="656280"/>
            <a:chOff x="3424574" y="2022143"/>
            <a:chExt cx="2203920" cy="65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D2F9D7E0-4158-4DCF-3EFE-FBE0B4C78D61}"/>
                    </a:ext>
                  </a:extLst>
                </p14:cNvPr>
                <p14:cNvContentPartPr/>
                <p14:nvPr/>
              </p14:nvContentPartPr>
              <p14:xfrm>
                <a:off x="3700694" y="2111783"/>
                <a:ext cx="187560" cy="16668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D2F9D7E0-4158-4DCF-3EFE-FBE0B4C78D6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696374" y="2107463"/>
                  <a:ext cx="1962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EA419B97-739C-F4AC-A0A6-A0AD758F8D44}"/>
                    </a:ext>
                  </a:extLst>
                </p14:cNvPr>
                <p14:cNvContentPartPr/>
                <p14:nvPr/>
              </p14:nvContentPartPr>
              <p14:xfrm>
                <a:off x="3843614" y="2078303"/>
                <a:ext cx="529920" cy="21564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EA419B97-739C-F4AC-A0A6-A0AD758F8D4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839294" y="2073983"/>
                  <a:ext cx="5385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9D43E112-EC62-33D9-FB3B-FD4C4AE816A9}"/>
                    </a:ext>
                  </a:extLst>
                </p14:cNvPr>
                <p14:cNvContentPartPr/>
                <p14:nvPr/>
              </p14:nvContentPartPr>
              <p14:xfrm>
                <a:off x="4382174" y="2075063"/>
                <a:ext cx="212760" cy="18792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9D43E112-EC62-33D9-FB3B-FD4C4AE816A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77854" y="2070743"/>
                  <a:ext cx="2214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Entrada de lápiz 8">
                  <a:extLst>
                    <a:ext uri="{FF2B5EF4-FFF2-40B4-BE49-F238E27FC236}">
                      <a16:creationId xmlns:a16="http://schemas.microsoft.com/office/drawing/2014/main" id="{645A9A51-7D5F-E973-48D8-72E1A117CACF}"/>
                    </a:ext>
                  </a:extLst>
                </p14:cNvPr>
                <p14:cNvContentPartPr/>
                <p14:nvPr/>
              </p14:nvContentPartPr>
              <p14:xfrm>
                <a:off x="4507454" y="2135903"/>
                <a:ext cx="133920" cy="24840"/>
              </p14:xfrm>
            </p:contentPart>
          </mc:Choice>
          <mc:Fallback>
            <p:pic>
              <p:nvPicPr>
                <p:cNvPr id="9" name="Entrada de lápiz 8">
                  <a:extLst>
                    <a:ext uri="{FF2B5EF4-FFF2-40B4-BE49-F238E27FC236}">
                      <a16:creationId xmlns:a16="http://schemas.microsoft.com/office/drawing/2014/main" id="{645A9A51-7D5F-E973-48D8-72E1A117CAC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03134" y="2131583"/>
                  <a:ext cx="1425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9CD6BA53-711E-C3B2-2690-7428DE3DD927}"/>
                    </a:ext>
                  </a:extLst>
                </p14:cNvPr>
                <p14:cNvContentPartPr/>
                <p14:nvPr/>
              </p14:nvContentPartPr>
              <p14:xfrm>
                <a:off x="4665134" y="2050583"/>
                <a:ext cx="963360" cy="20592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9CD6BA53-711E-C3B2-2690-7428DE3DD92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60814" y="2046263"/>
                  <a:ext cx="9720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7364C930-90B4-7608-B7BF-CE12ABC7D2A3}"/>
                    </a:ext>
                  </a:extLst>
                </p14:cNvPr>
                <p14:cNvContentPartPr/>
                <p14:nvPr/>
              </p14:nvContentPartPr>
              <p14:xfrm>
                <a:off x="5445254" y="2022143"/>
                <a:ext cx="12960" cy="36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7364C930-90B4-7608-B7BF-CE12ABC7D2A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40934" y="2017823"/>
                  <a:ext cx="216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B7787E95-9C78-781D-5656-A6451E1DBC47}"/>
                    </a:ext>
                  </a:extLst>
                </p14:cNvPr>
                <p14:cNvContentPartPr/>
                <p14:nvPr/>
              </p14:nvContentPartPr>
              <p14:xfrm>
                <a:off x="5341214" y="2059223"/>
                <a:ext cx="14760" cy="864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B7787E95-9C78-781D-5656-A6451E1DBC4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336894" y="2054903"/>
                  <a:ext cx="2340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41B6D4AF-A2E0-7312-DBB6-AF7995214C2A}"/>
                    </a:ext>
                  </a:extLst>
                </p14:cNvPr>
                <p14:cNvContentPartPr/>
                <p14:nvPr/>
              </p14:nvContentPartPr>
              <p14:xfrm>
                <a:off x="3424574" y="2333543"/>
                <a:ext cx="495720" cy="344880"/>
              </p14:xfrm>
            </p:contentPart>
          </mc:Choice>
          <mc:Fallback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41B6D4AF-A2E0-7312-DBB6-AF7995214C2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20254" y="2329223"/>
                  <a:ext cx="50436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Entrada de lápiz 14">
                  <a:extLst>
                    <a:ext uri="{FF2B5EF4-FFF2-40B4-BE49-F238E27FC236}">
                      <a16:creationId xmlns:a16="http://schemas.microsoft.com/office/drawing/2014/main" id="{3167B8D5-A7EE-A70C-D743-FDC348E08E18}"/>
                    </a:ext>
                  </a:extLst>
                </p14:cNvPr>
                <p14:cNvContentPartPr/>
                <p14:nvPr/>
              </p14:nvContentPartPr>
              <p14:xfrm>
                <a:off x="3796454" y="2329583"/>
                <a:ext cx="154800" cy="102600"/>
              </p14:xfrm>
            </p:contentPart>
          </mc:Choice>
          <mc:Fallback>
            <p:pic>
              <p:nvPicPr>
                <p:cNvPr id="15" name="Entrada de lápiz 14">
                  <a:extLst>
                    <a:ext uri="{FF2B5EF4-FFF2-40B4-BE49-F238E27FC236}">
                      <a16:creationId xmlns:a16="http://schemas.microsoft.com/office/drawing/2014/main" id="{3167B8D5-A7EE-A70C-D743-FDC348E08E1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92134" y="2325263"/>
                  <a:ext cx="163440" cy="111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05447A9-263C-A1D6-F343-20FE2D24AE1F}"/>
              </a:ext>
            </a:extLst>
          </p:cNvPr>
          <p:cNvSpPr txBox="1"/>
          <p:nvPr/>
        </p:nvSpPr>
        <p:spPr>
          <a:xfrm>
            <a:off x="5105400" y="3175559"/>
            <a:ext cx="3829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/>
                </a:solidFill>
              </a:rPr>
              <a:t>Add the session to the set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2796962-0D10-2DA9-A65B-A948843815D2}"/>
              </a:ext>
            </a:extLst>
          </p:cNvPr>
          <p:cNvSpPr txBox="1"/>
          <p:nvPr/>
        </p:nvSpPr>
        <p:spPr>
          <a:xfrm>
            <a:off x="5068349" y="377175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2"/>
                </a:solidFill>
              </a:rPr>
              <a:t>Remove the session from the set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14FD028D-3782-A3E8-237A-4DB1502892E0}"/>
              </a:ext>
            </a:extLst>
          </p:cNvPr>
          <p:cNvSpPr txBox="1"/>
          <p:nvPr/>
        </p:nvSpPr>
        <p:spPr>
          <a:xfrm>
            <a:off x="5181600" y="464737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2"/>
                </a:solidFill>
              </a:rPr>
              <a:t>Add the received message to it’s session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Programming</a:t>
            </a:r>
            <a:r>
              <a:rPr spc="15" dirty="0"/>
              <a:t> </a:t>
            </a:r>
            <a:r>
              <a:rPr spc="-5" dirty="0"/>
              <a:t>with </a:t>
            </a:r>
            <a:r>
              <a:rPr spc="-35" dirty="0"/>
              <a:t>WebSockets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251" y="1152613"/>
            <a:ext cx="8543290" cy="5102225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81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Snippet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</a:t>
            </a:r>
            <a:r>
              <a:rPr sz="3200" spc="-15" dirty="0">
                <a:latin typeface="Calibri"/>
                <a:cs typeface="Calibri"/>
              </a:rPr>
              <a:t>code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for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clients:</a:t>
            </a:r>
            <a:endParaRPr sz="3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969"/>
              </a:spcBef>
            </a:pPr>
            <a:r>
              <a:rPr sz="1800" spc="-5" dirty="0">
                <a:latin typeface="Calibri"/>
                <a:cs typeface="Calibri"/>
              </a:rPr>
              <a:t>@ClientEndpoint</a:t>
            </a:r>
            <a:endParaRPr sz="1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15"/>
              </a:spcBef>
            </a:pPr>
            <a:r>
              <a:rPr sz="1800" dirty="0">
                <a:latin typeface="Calibri"/>
                <a:cs typeface="Calibri"/>
              </a:rPr>
              <a:t>public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class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WebSocketClient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679450">
              <a:lnSpc>
                <a:spcPct val="100000"/>
              </a:lnSpc>
              <a:spcBef>
                <a:spcPts val="1010"/>
              </a:spcBef>
            </a:pPr>
            <a:r>
              <a:rPr sz="1800" spc="-15" dirty="0">
                <a:latin typeface="Calibri"/>
                <a:cs typeface="Calibri"/>
              </a:rPr>
              <a:t>static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Session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session;</a:t>
            </a:r>
            <a:endParaRPr sz="1800">
              <a:latin typeface="Calibri"/>
              <a:cs typeface="Calibri"/>
            </a:endParaRPr>
          </a:p>
          <a:p>
            <a:pPr marL="679450">
              <a:lnSpc>
                <a:spcPct val="100000"/>
              </a:lnSpc>
              <a:spcBef>
                <a:spcPts val="875"/>
              </a:spcBef>
            </a:pPr>
            <a:r>
              <a:rPr sz="1800" dirty="0">
                <a:latin typeface="Calibri"/>
                <a:cs typeface="Calibri"/>
              </a:rPr>
              <a:t>public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static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void </a:t>
            </a:r>
            <a:r>
              <a:rPr sz="1800" spc="-10" dirty="0">
                <a:latin typeface="Calibri"/>
                <a:cs typeface="Calibri"/>
              </a:rPr>
              <a:t>newInstance()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993775" marR="5080">
              <a:lnSpc>
                <a:spcPct val="110000"/>
              </a:lnSpc>
            </a:pPr>
            <a:r>
              <a:rPr sz="1800" spc="-15" dirty="0">
                <a:latin typeface="Calibri"/>
                <a:cs typeface="Calibri"/>
              </a:rPr>
              <a:t>WebSocketContainer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container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ContainerProvider.getWebSocketContainer(); 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session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container.connectToServer(</a:t>
            </a:r>
            <a:r>
              <a:rPr sz="1200" spc="-15" dirty="0">
                <a:latin typeface="Calibri"/>
                <a:cs typeface="Calibri"/>
              </a:rPr>
              <a:t>WebSocketClient.class,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URI.create(Cons.SERVER_WEBSOCKET)</a:t>
            </a:r>
            <a:r>
              <a:rPr sz="1800" spc="-5" dirty="0">
                <a:latin typeface="Calibri"/>
                <a:cs typeface="Calibri"/>
              </a:rPr>
              <a:t>);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679450">
              <a:lnSpc>
                <a:spcPct val="100000"/>
              </a:lnSpc>
              <a:spcBef>
                <a:spcPts val="875"/>
              </a:spcBef>
            </a:pPr>
            <a:r>
              <a:rPr sz="1800" spc="-5" dirty="0">
                <a:latin typeface="Calibri"/>
                <a:cs typeface="Calibri"/>
              </a:rPr>
              <a:t>@OnMessage</a:t>
            </a:r>
            <a:endParaRPr sz="1800">
              <a:latin typeface="Calibri"/>
              <a:cs typeface="Calibri"/>
            </a:endParaRPr>
          </a:p>
          <a:p>
            <a:pPr marL="679450">
              <a:lnSpc>
                <a:spcPct val="100000"/>
              </a:lnSpc>
              <a:spcBef>
                <a:spcPts val="215"/>
              </a:spcBef>
            </a:pPr>
            <a:r>
              <a:rPr sz="1800" dirty="0">
                <a:latin typeface="Calibri"/>
                <a:cs typeface="Calibri"/>
              </a:rPr>
              <a:t>public</a:t>
            </a:r>
            <a:r>
              <a:rPr sz="1800" spc="-5" dirty="0">
                <a:latin typeface="Calibri"/>
                <a:cs typeface="Calibri"/>
              </a:rPr>
              <a:t> void onMessage(String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message)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{...}</a:t>
            </a:r>
            <a:endParaRPr sz="1800">
              <a:latin typeface="Calibri"/>
              <a:cs typeface="Calibri"/>
            </a:endParaRPr>
          </a:p>
          <a:p>
            <a:pPr marL="679450">
              <a:lnSpc>
                <a:spcPct val="100000"/>
              </a:lnSpc>
              <a:spcBef>
                <a:spcPts val="880"/>
              </a:spcBef>
            </a:pPr>
            <a:r>
              <a:rPr sz="1800" spc="-15" dirty="0">
                <a:latin typeface="Calibri"/>
                <a:cs typeface="Calibri"/>
              </a:rPr>
              <a:t>//any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method</a:t>
            </a:r>
            <a:endParaRPr sz="1800">
              <a:latin typeface="Calibri"/>
              <a:cs typeface="Calibri"/>
            </a:endParaRPr>
          </a:p>
          <a:p>
            <a:pPr marL="993775" marR="3705860" indent="-314960">
              <a:lnSpc>
                <a:spcPct val="110000"/>
              </a:lnSpc>
            </a:pPr>
            <a:r>
              <a:rPr sz="1800" dirty="0">
                <a:latin typeface="Calibri"/>
                <a:cs typeface="Calibri"/>
              </a:rPr>
              <a:t>public </a:t>
            </a:r>
            <a:r>
              <a:rPr sz="1800" spc="-5" dirty="0">
                <a:latin typeface="Calibri"/>
                <a:cs typeface="Calibri"/>
              </a:rPr>
              <a:t>void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myMethod(String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json)</a:t>
            </a:r>
            <a:r>
              <a:rPr sz="1800" dirty="0">
                <a:latin typeface="Calibri"/>
                <a:cs typeface="Calibri"/>
              </a:rPr>
              <a:t> {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session.getBasicRemote().sendText(json);</a:t>
            </a:r>
            <a:endParaRPr sz="1800">
              <a:latin typeface="Calibri"/>
              <a:cs typeface="Calibri"/>
            </a:endParaRPr>
          </a:p>
          <a:p>
            <a:pPr marL="679450">
              <a:lnSpc>
                <a:spcPct val="100000"/>
              </a:lnSpc>
              <a:spcBef>
                <a:spcPts val="215"/>
              </a:spcBef>
            </a:pPr>
            <a:r>
              <a:rPr sz="180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15"/>
              </a:spcBef>
            </a:pPr>
            <a:r>
              <a:rPr sz="180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86E35393-A00F-9CD0-2AB8-38F435D08DAF}"/>
                  </a:ext>
                </a:extLst>
              </p14:cNvPr>
              <p14:cNvContentPartPr/>
              <p14:nvPr/>
            </p14:nvContentPartPr>
            <p14:xfrm>
              <a:off x="542774" y="1561343"/>
              <a:ext cx="269640" cy="470448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86E35393-A00F-9CD0-2AB8-38F435D08DA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9134" y="1453703"/>
                <a:ext cx="377280" cy="492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upo 12">
            <a:extLst>
              <a:ext uri="{FF2B5EF4-FFF2-40B4-BE49-F238E27FC236}">
                <a16:creationId xmlns:a16="http://schemas.microsoft.com/office/drawing/2014/main" id="{C29C44EE-ED5C-FCCE-B4BE-4277D2A16FF7}"/>
              </a:ext>
            </a:extLst>
          </p:cNvPr>
          <p:cNvGrpSpPr/>
          <p:nvPr/>
        </p:nvGrpSpPr>
        <p:grpSpPr>
          <a:xfrm>
            <a:off x="5672774" y="4266023"/>
            <a:ext cx="822240" cy="547560"/>
            <a:chOff x="5672774" y="4266023"/>
            <a:chExt cx="822240" cy="54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Entrada de lápiz 4">
                  <a:extLst>
                    <a:ext uri="{FF2B5EF4-FFF2-40B4-BE49-F238E27FC236}">
                      <a16:creationId xmlns:a16="http://schemas.microsoft.com/office/drawing/2014/main" id="{012937E7-11AB-384D-5603-82057530A4F1}"/>
                    </a:ext>
                  </a:extLst>
                </p14:cNvPr>
                <p14:cNvContentPartPr/>
                <p14:nvPr/>
              </p14:nvContentPartPr>
              <p14:xfrm>
                <a:off x="5672774" y="4355303"/>
                <a:ext cx="239760" cy="182160"/>
              </p14:xfrm>
            </p:contentPart>
          </mc:Choice>
          <mc:Fallback>
            <p:pic>
              <p:nvPicPr>
                <p:cNvPr id="5" name="Entrada de lápiz 4">
                  <a:extLst>
                    <a:ext uri="{FF2B5EF4-FFF2-40B4-BE49-F238E27FC236}">
                      <a16:creationId xmlns:a16="http://schemas.microsoft.com/office/drawing/2014/main" id="{012937E7-11AB-384D-5603-82057530A4F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68454" y="4350983"/>
                  <a:ext cx="2484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Entrada de lápiz 5">
                  <a:extLst>
                    <a:ext uri="{FF2B5EF4-FFF2-40B4-BE49-F238E27FC236}">
                      <a16:creationId xmlns:a16="http://schemas.microsoft.com/office/drawing/2014/main" id="{EE431498-8814-215B-08B0-684B45D1FEDA}"/>
                    </a:ext>
                  </a:extLst>
                </p14:cNvPr>
                <p14:cNvContentPartPr/>
                <p14:nvPr/>
              </p14:nvContentPartPr>
              <p14:xfrm>
                <a:off x="5979494" y="4266023"/>
                <a:ext cx="81360" cy="204840"/>
              </p14:xfrm>
            </p:contentPart>
          </mc:Choice>
          <mc:Fallback>
            <p:pic>
              <p:nvPicPr>
                <p:cNvPr id="6" name="Entrada de lápiz 5">
                  <a:extLst>
                    <a:ext uri="{FF2B5EF4-FFF2-40B4-BE49-F238E27FC236}">
                      <a16:creationId xmlns:a16="http://schemas.microsoft.com/office/drawing/2014/main" id="{EE431498-8814-215B-08B0-684B45D1FED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974814" y="4261703"/>
                  <a:ext cx="900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Entrada de lápiz 6">
                  <a:extLst>
                    <a:ext uri="{FF2B5EF4-FFF2-40B4-BE49-F238E27FC236}">
                      <a16:creationId xmlns:a16="http://schemas.microsoft.com/office/drawing/2014/main" id="{A1EA8A67-C088-611A-3741-247458B6CE77}"/>
                    </a:ext>
                  </a:extLst>
                </p14:cNvPr>
                <p14:cNvContentPartPr/>
                <p14:nvPr/>
              </p14:nvContentPartPr>
              <p14:xfrm>
                <a:off x="6015854" y="4366823"/>
                <a:ext cx="335520" cy="204480"/>
              </p14:xfrm>
            </p:contentPart>
          </mc:Choice>
          <mc:Fallback>
            <p:pic>
              <p:nvPicPr>
                <p:cNvPr id="7" name="Entrada de lápiz 6">
                  <a:extLst>
                    <a:ext uri="{FF2B5EF4-FFF2-40B4-BE49-F238E27FC236}">
                      <a16:creationId xmlns:a16="http://schemas.microsoft.com/office/drawing/2014/main" id="{A1EA8A67-C088-611A-3741-247458B6CE7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011534" y="4362503"/>
                  <a:ext cx="3441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Entrada de lápiz 7">
                  <a:extLst>
                    <a:ext uri="{FF2B5EF4-FFF2-40B4-BE49-F238E27FC236}">
                      <a16:creationId xmlns:a16="http://schemas.microsoft.com/office/drawing/2014/main" id="{2CC52FD9-26D1-0333-7439-AA7B102CBE40}"/>
                    </a:ext>
                  </a:extLst>
                </p14:cNvPr>
                <p14:cNvContentPartPr/>
                <p14:nvPr/>
              </p14:nvContentPartPr>
              <p14:xfrm>
                <a:off x="5985254" y="4314623"/>
                <a:ext cx="98280" cy="63720"/>
              </p14:xfrm>
            </p:contentPart>
          </mc:Choice>
          <mc:Fallback>
            <p:pic>
              <p:nvPicPr>
                <p:cNvPr id="8" name="Entrada de lápiz 7">
                  <a:extLst>
                    <a:ext uri="{FF2B5EF4-FFF2-40B4-BE49-F238E27FC236}">
                      <a16:creationId xmlns:a16="http://schemas.microsoft.com/office/drawing/2014/main" id="{2CC52FD9-26D1-0333-7439-AA7B102CBE4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980934" y="4310303"/>
                  <a:ext cx="1069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Entrada de lápiz 9">
                  <a:extLst>
                    <a:ext uri="{FF2B5EF4-FFF2-40B4-BE49-F238E27FC236}">
                      <a16:creationId xmlns:a16="http://schemas.microsoft.com/office/drawing/2014/main" id="{16FC95FF-6E9A-A2EC-128B-6591DA775528}"/>
                    </a:ext>
                  </a:extLst>
                </p14:cNvPr>
                <p14:cNvContentPartPr/>
                <p14:nvPr/>
              </p14:nvContentPartPr>
              <p14:xfrm>
                <a:off x="6313574" y="4399943"/>
                <a:ext cx="114120" cy="58320"/>
              </p14:xfrm>
            </p:contentPart>
          </mc:Choice>
          <mc:Fallback>
            <p:pic>
              <p:nvPicPr>
                <p:cNvPr id="10" name="Entrada de lápiz 9">
                  <a:extLst>
                    <a:ext uri="{FF2B5EF4-FFF2-40B4-BE49-F238E27FC236}">
                      <a16:creationId xmlns:a16="http://schemas.microsoft.com/office/drawing/2014/main" id="{16FC95FF-6E9A-A2EC-128B-6591DA77552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309254" y="4395623"/>
                  <a:ext cx="1227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0449F9A5-A8E1-0ECB-6029-DD7FB8A5B885}"/>
                    </a:ext>
                  </a:extLst>
                </p14:cNvPr>
                <p14:cNvContentPartPr/>
                <p14:nvPr/>
              </p14:nvContentPartPr>
              <p14:xfrm>
                <a:off x="5743694" y="4633943"/>
                <a:ext cx="285480" cy="179640"/>
              </p14:xfrm>
            </p:contentPart>
          </mc:Choice>
          <mc:Fallback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0449F9A5-A8E1-0ECB-6029-DD7FB8A5B88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739374" y="4629623"/>
                  <a:ext cx="2941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86496405-07F3-C7FF-9505-03EF34D5CE83}"/>
                    </a:ext>
                  </a:extLst>
                </p14:cNvPr>
                <p14:cNvContentPartPr/>
                <p14:nvPr/>
              </p14:nvContentPartPr>
              <p14:xfrm>
                <a:off x="6096494" y="4582103"/>
                <a:ext cx="398520" cy="231120"/>
              </p14:xfrm>
            </p:contentPart>
          </mc:Choice>
          <mc:Fallback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86496405-07F3-C7FF-9505-03EF34D5CE8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092174" y="4577783"/>
                  <a:ext cx="407160" cy="239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7180" y="462343"/>
            <a:ext cx="446532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Libraries</a:t>
            </a:r>
            <a:r>
              <a:rPr spc="10" dirty="0"/>
              <a:t> </a:t>
            </a:r>
            <a:r>
              <a:rPr spc="-25" dirty="0"/>
              <a:t>to</a:t>
            </a:r>
            <a:r>
              <a:rPr spc="-20" dirty="0"/>
              <a:t> </a:t>
            </a:r>
            <a:r>
              <a:rPr spc="-5" dirty="0"/>
              <a:t>be</a:t>
            </a:r>
            <a:r>
              <a:rPr spc="-15" dirty="0"/>
              <a:t> </a:t>
            </a:r>
            <a:r>
              <a:rPr spc="-10" dirty="0"/>
              <a:t>used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1307"/>
            <a:ext cx="7088505" cy="3405504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0" dirty="0">
                <a:latin typeface="Calibri"/>
                <a:cs typeface="Calibri"/>
              </a:rPr>
              <a:t>At</a:t>
            </a:r>
            <a:r>
              <a:rPr sz="3200" spc="-5" dirty="0">
                <a:latin typeface="Calibri"/>
                <a:cs typeface="Calibri"/>
              </a:rPr>
              <a:t> the </a:t>
            </a:r>
            <a:r>
              <a:rPr sz="3200" spc="-10" dirty="0">
                <a:latin typeface="Calibri"/>
                <a:cs typeface="Calibri"/>
              </a:rPr>
              <a:t>client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side:</a:t>
            </a:r>
            <a:endParaRPr sz="32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25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gson-2.2.4.jar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80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spc="-10" dirty="0">
                <a:latin typeface="Calibri"/>
                <a:cs typeface="Calibri"/>
              </a:rPr>
              <a:t>json-org.jar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tyrus-standalone-client-1.3.3.jar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(WebSocketClient)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0" dirty="0">
                <a:latin typeface="Calibri"/>
                <a:cs typeface="Calibri"/>
              </a:rPr>
              <a:t>At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server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side:</a:t>
            </a:r>
            <a:endParaRPr sz="32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30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spc="-5" dirty="0">
                <a:latin typeface="Calibri"/>
                <a:cs typeface="Calibri"/>
              </a:rPr>
              <a:t>gson-2.2.4.jar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Font typeface="Arial MT"/>
              <a:buChar char="–"/>
              <a:tabLst>
                <a:tab pos="755650" algn="l"/>
              </a:tabLst>
            </a:pPr>
            <a:r>
              <a:rPr sz="2400" spc="-10" dirty="0">
                <a:latin typeface="Calibri"/>
                <a:cs typeface="Calibri"/>
              </a:rPr>
              <a:t>json-org.jar</a:t>
            </a:r>
            <a:endParaRPr sz="240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619C9B04-39F8-6A6B-CF3B-10189EBD8C47}"/>
                  </a:ext>
                </a:extLst>
              </p14:cNvPr>
              <p14:cNvContentPartPr/>
              <p14:nvPr/>
            </p14:nvContentPartPr>
            <p14:xfrm>
              <a:off x="542414" y="1828103"/>
              <a:ext cx="272520" cy="36237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619C9B04-39F8-6A6B-CF3B-10189EBD8C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8414" y="1720103"/>
                <a:ext cx="380160" cy="3839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3046" y="462343"/>
            <a:ext cx="407606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Warm</a:t>
            </a:r>
            <a:r>
              <a:rPr spc="-35" dirty="0"/>
              <a:t> </a:t>
            </a:r>
            <a:r>
              <a:rPr spc="-5" dirty="0"/>
              <a:t>up</a:t>
            </a:r>
            <a:r>
              <a:rPr spc="-25" dirty="0"/>
              <a:t> </a:t>
            </a:r>
            <a:r>
              <a:rPr spc="-35" dirty="0"/>
              <a:t>exercise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8544"/>
            <a:ext cx="8023859" cy="449961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marR="149225" indent="-342900">
              <a:lnSpc>
                <a:spcPts val="3460"/>
              </a:lnSpc>
              <a:spcBef>
                <a:spcPts val="5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25" dirty="0">
                <a:latin typeface="Calibri"/>
                <a:cs typeface="Calibri"/>
              </a:rPr>
              <a:t>Create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data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base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with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single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table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store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sentences.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25" dirty="0">
                <a:latin typeface="Calibri"/>
                <a:cs typeface="Calibri"/>
              </a:rPr>
              <a:t>Program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 </a:t>
            </a:r>
            <a:r>
              <a:rPr sz="3200" spc="-15" dirty="0">
                <a:latin typeface="Calibri"/>
                <a:cs typeface="Calibri"/>
              </a:rPr>
              <a:t>new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webApp:</a:t>
            </a:r>
            <a:endParaRPr sz="3200">
              <a:latin typeface="Calibri"/>
              <a:cs typeface="Calibri"/>
            </a:endParaRPr>
          </a:p>
          <a:p>
            <a:pPr marL="755650" marR="299085" lvl="1" indent="-285750" algn="just">
              <a:lnSpc>
                <a:spcPts val="3020"/>
              </a:lnSpc>
              <a:spcBef>
                <a:spcPts val="750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using </a:t>
            </a:r>
            <a:r>
              <a:rPr sz="2800" spc="-10" dirty="0">
                <a:latin typeface="Calibri"/>
                <a:cs typeface="Calibri"/>
              </a:rPr>
              <a:t>RESTful web </a:t>
            </a:r>
            <a:r>
              <a:rPr sz="2800" dirty="0">
                <a:latin typeface="Calibri"/>
                <a:cs typeface="Calibri"/>
              </a:rPr>
              <a:t>services </a:t>
            </a:r>
            <a:r>
              <a:rPr sz="2800" spc="-15" dirty="0">
                <a:latin typeface="Calibri"/>
                <a:cs typeface="Calibri"/>
              </a:rPr>
              <a:t>from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-20" dirty="0">
                <a:latin typeface="Calibri"/>
                <a:cs typeface="Calibri"/>
              </a:rPr>
              <a:t>data </a:t>
            </a:r>
            <a:r>
              <a:rPr sz="2800" spc="-5" dirty="0">
                <a:latin typeface="Calibri"/>
                <a:cs typeface="Calibri"/>
              </a:rPr>
              <a:t>base.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Modify the </a:t>
            </a:r>
            <a:r>
              <a:rPr sz="2800" spc="-15" dirty="0">
                <a:latin typeface="Calibri"/>
                <a:cs typeface="Calibri"/>
              </a:rPr>
              <a:t>façade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25" dirty="0">
                <a:latin typeface="Calibri"/>
                <a:cs typeface="Calibri"/>
              </a:rPr>
              <a:t>store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sentences </a:t>
            </a:r>
            <a:r>
              <a:rPr sz="2800" spc="-25" dirty="0">
                <a:latin typeface="Calibri"/>
                <a:cs typeface="Calibri"/>
              </a:rPr>
              <a:t>always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 upper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case.</a:t>
            </a:r>
            <a:endParaRPr sz="2800">
              <a:latin typeface="Calibri"/>
              <a:cs typeface="Calibri"/>
            </a:endParaRPr>
          </a:p>
          <a:p>
            <a:pPr marL="755015" marR="5080" lvl="1" indent="-285750" algn="just">
              <a:lnSpc>
                <a:spcPts val="3020"/>
              </a:lnSpc>
              <a:spcBef>
                <a:spcPts val="685"/>
              </a:spcBef>
              <a:buFont typeface="Arial MT"/>
              <a:buChar char="–"/>
              <a:tabLst>
                <a:tab pos="755650" algn="l"/>
              </a:tabLst>
            </a:pPr>
            <a:r>
              <a:rPr sz="2800" spc="-5" dirty="0">
                <a:latin typeface="Calibri"/>
                <a:cs typeface="Calibri"/>
              </a:rPr>
              <a:t>Add the </a:t>
            </a:r>
            <a:r>
              <a:rPr sz="2800" spc="-15" dirty="0">
                <a:latin typeface="Calibri"/>
                <a:cs typeface="Calibri"/>
              </a:rPr>
              <a:t>programming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-20" dirty="0">
                <a:latin typeface="Calibri"/>
                <a:cs typeface="Calibri"/>
              </a:rPr>
              <a:t>WebSocketServer to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able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send the </a:t>
            </a:r>
            <a:r>
              <a:rPr sz="2800" spc="-20" dirty="0">
                <a:latin typeface="Calibri"/>
                <a:cs typeface="Calibri"/>
              </a:rPr>
              <a:t>stored </a:t>
            </a:r>
            <a:r>
              <a:rPr sz="2800" spc="-10" dirty="0">
                <a:latin typeface="Calibri"/>
                <a:cs typeface="Calibri"/>
              </a:rPr>
              <a:t>sentences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all </a:t>
            </a:r>
            <a:r>
              <a:rPr sz="2800" spc="-15" dirty="0">
                <a:latin typeface="Calibri"/>
                <a:cs typeface="Calibri"/>
              </a:rPr>
              <a:t>connected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WebSocket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clients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needed.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Complete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5" dirty="0">
                <a:latin typeface="Calibri"/>
                <a:cs typeface="Calibri"/>
              </a:rPr>
              <a:t>code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client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accordingly.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970</Words>
  <Application>Microsoft Office PowerPoint</Application>
  <PresentationFormat>Presentación en pantalla (4:3)</PresentationFormat>
  <Paragraphs>89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 MT</vt:lpstr>
      <vt:lpstr>Calibri</vt:lpstr>
      <vt:lpstr>Office Theme</vt:lpstr>
      <vt:lpstr>RESTful Web Services and  WebSockets</vt:lpstr>
      <vt:lpstr>RESTful web services</vt:lpstr>
      <vt:lpstr>RESTful web services</vt:lpstr>
      <vt:lpstr>RESTful web services</vt:lpstr>
      <vt:lpstr>Presentación de PowerPoint</vt:lpstr>
      <vt:lpstr>JSON</vt:lpstr>
      <vt:lpstr>GSON</vt:lpstr>
      <vt:lpstr>RESTful web services and NetBeans</vt:lpstr>
      <vt:lpstr>URLs</vt:lpstr>
      <vt:lpstr>apiREST</vt:lpstr>
      <vt:lpstr>Programming with WebSockets</vt:lpstr>
      <vt:lpstr>Programming with WebSockets</vt:lpstr>
      <vt:lpstr>Libraries to be used</vt:lpstr>
      <vt:lpstr>Warm up 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Instant messaging service</dc:title>
  <cp:lastModifiedBy>Sergi Salvà</cp:lastModifiedBy>
  <cp:revision>2</cp:revision>
  <dcterms:created xsi:type="dcterms:W3CDTF">2023-09-18T18:47:24Z</dcterms:created>
  <dcterms:modified xsi:type="dcterms:W3CDTF">2023-11-14T15:28:59Z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2022-02-11T00:00:00Z</vt:filetime>
  </property>
  <property fmtid="{D5CDD505-2E9C-101B-9397-08002B2CF9AE}" pid="3" name="Creator">
    <vt:lpwstr>Acrobat PDFMaker 21 for PowerPoint</vt:lpwstr>
  </property>
  <property fmtid="{D5CDD505-2E9C-101B-9397-08002B2CF9AE}" pid="4" name="LastSaved">
    <vt:filetime>2023-09-18T00:00:00Z</vt:filetime>
  </property>
</Properties>
</file>