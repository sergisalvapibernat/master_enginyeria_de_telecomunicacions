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35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7:46.3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165 1 5720 0 0,'7'37'9'0'0,"1"-15"9"0"0,-3-10-4 0 0,-4-8-9 0 0,-1-1 0 0 0,0 1 0 0 0,1 0 0 0 0,-1-1 0 0 0,-1 1 0 0 0,1 0 0 0 0,0-1 0 0 0,-1 1 0 0 0,0 0 0 0 0,0-1 0 0 0,0 1 0 0 0,0-1 0 0 0,-1 1 0 0 0,1-1 0 0 0,-1 1 0 0 0,0-1 0 0 0,0 0 0 0 0,-3 4 0 0 0,-7 15 23 0 0,4-8-6 0 0,0 0 1 0 0,-17 23 0 0 0,16-26-6 0 0,1 0 0 0 0,1 0 1 0 0,-10 21-1 0 0,-2 14 137 0 0,-21 56 167 0 0,36-90-284 0 0,1 1 0 0 0,1 0-1 0 0,0 0 1 0 0,0 0 0 0 0,2 0-1 0 0,0 19 1 0 0,3 7 92 0 0,0 10 99 0 0,17 85 0 0 0,-17-114-166 0 0,0 1 0 0 0,0 33-1 0 0,2 13 106 0 0,-1-22 7 0 0,-3 63 0 0 0,-2-33-84 0 0,-3 320 198 0 0,-3-211-169 0 0,1-35-20 0 0,-4 127 53 0 0,15-151-68 0 0,0-9-1 0 0,-5-45 0 0 0,14 116 1 0 0,-6-67-20 0 0,1 11 4 0 0,11 73 66 0 0,1 7-4 0 0,-8-108-60 0 0,-1 167 1 0 0,-2 61 88 0 0,-7-65-54 0 0,-1 72-13 0 0,-4-23-13 0 0,-1 36 59 0 0,9 140 41 0 0,-4-288-121 0 0,-1-74-28 0 0,7 217 54 0 0,2 128 104 0 0,-7-302-112 0 0,-2 112 28 0 0,-2 94 30 0 0,3-146-9 0 0,38 547 201 0 0,32-202-38 0 0,-47-403-196 0 0,192 942 530 0 0,-197-1021-566 0 0,-5-1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10.1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0 419 6632 0 0,'24'-4'5'0'0,"10"0"17"0"0,0 2 10 0 0,17 1 14 0 0,-33 1 28 0 0,-7 0 37 0 0,-16 0-23 0 0,-8-2 258 0 0,4 4-158 0 0,8-2-173 0 0,1 1 0 0 0,0-1 0 0 0,-1 0 0 0 0,1 1 0 0 0,0-1 0 0 0,-1 1 1 0 0,1-1-1 0 0,-1 0 0 0 0,1 0 0 0 0,-1 1 0 0 0,1-1 0 0 0,-1 0 0 0 0,1 0 0 0 0,-1 1 1 0 0,1-1-1 0 0,-1 0 0 0 0,1 0 0 0 0,-1 0 0 0 0,1 0 0 0 0,-1 0 0 0 0,1 0 0 0 0,-1 0 0 0 0,1 0 1 0 0,-1 0-1 0 0,1 0 0 0 0,-1 0 0 0 0,1 0 0 0 0,-1 0 0 0 0,1-1 0 0 0,-1 1 0 0 0,1 0 1 0 0,-1 0-1 0 0,1-1 0 0 0,-1 1 0 0 0,1 0 0 0 0,-1 0 0 0 0,1-1 0 0 0,-1 1 0 0 0,1 0 1 0 0,0-1-1 0 0,-1 1 0 0 0,1-1 0 0 0,-1 0 0 0 0,-1-20 166 0 0,2 17-91 0 0,0 3-77 0 0,0 0 0 0 0,-1 0 1 0 0,1 0-1 0 0,0 0 0 0 0,0 0 0 0 0,0-1 1 0 0,0 1-1 0 0,0 0 0 0 0,0 0 0 0 0,0 0 1 0 0,0 0-1 0 0,0 0 0 0 0,1 0 0 0 0,-1 0 1 0 0,0 0-1 0 0,1 0 0 0 0,-1 0 0 0 0,0 0 1 0 0,1 0-1 0 0,-1 0 0 0 0,1 0 0 0 0,0 0 1 0 0,-1 0-1 0 0,1 1 0 0 0,0-1 0 0 0,0 0 1 0 0,-1 0-1 0 0,3-1 0 0 0,4-3 97 0 0,-2 8-83 0 0,0 0 0 0 0,0 0 0 0 0,-1 0 0 0 0,1 0 0 0 0,4 5 0 0 0,7 7 24 0 0,0-1 1 0 0,2-1-1 0 0,25 17 1 0 0,-36-26-42 0 0,-1-1 0 0 0,-1 0 1 0 0,1-1-1 0 0,0 1 0 0 0,1-1 1 0 0,-1 0-1 0 0,12 1 1 0 0,-10-1 4 0 0,-1-1 1 0 0,1 1-1 0 0,-1 1 1 0 0,12 4-1 0 0,8 5 43 0 0,1-2 0 0 0,0-1 0 0 0,55 10 0 0 0,-71-16-50 0 0,-1-2 7 0 0,0 0 0 0 0,1 0 0 0 0,18-1 0 0 0,9 0 29 0 0,-18-1-23 0 0,0 0 0 0 0,-1 0 0 0 0,1-2 0 0 0,32-9 0 0 0,33-4 42 0 0,-37 11-22 0 0,1-3 0 0 0,-2-1 0 0 0,50-17 0 0 0,-71 19-2 0 0,0 2-1 0 0,0 0 0 0 0,54 0 0 0 0,-13 0 5 0 0,465-26 399 0 0,-451 25-343 0 0,-40 3-45 0 0,41 2-1 0 0,-12 1 122 0 0,82-11 0 0 0,33-1 101 0 0,20 4 41 0 0,56 0 142 0 0,55 2-26 0 0,-82 0-156 0 0,-47 3 17 0 0,312 15 278 0 0,-154 22-247 0 0,-216-29-230 0 0,-49-3-35 0 0,168-7 134 0 0,-132 0-123 0 0,109-13 73 0 0,-30 7 17 0 0,173-1 157 0 0,128 12 90 0 0,-306-7-248 0 0,-109 2-111 0 0,192-22 95 0 0,56-9 81 0 0,-103 9-85 0 0,-83 12-41 0 0,301-9 220 0 0,-224 18-134 0 0,-48 2-95 0 0,61-4 8 0 0,-34-1-8 0 0,83-8 56 0 0,186-8 79 0 0,-263 19-154 0 0,160 11 71 0 0,350-10 145 0 0,-11-51-108 0 0,-84 16 25 0 0,-582 38-184 0 0,344 5 147 0 0,-299 0-129 0 0,477-15 403 0 0,-264-1-161 0 0,183 27 152 0 0,-348 8-283 0 0,-27-3-66 0 0,61 11 145 0 0,204 63-1 0 0,-197-45-83 0 0,55 13-25 0 0,232 19 82 0 0,-56-30-49 0 0,-269-41-113 0 0,-32-4 17 0 0,96 7 90 0 0,0-8 0 0 0,323-36 0 0 0,-201 12-29 0 0,-116 10-52 0 0,59-2 43 0 0,-164 9-76 0 0,71-4 25 0 0,-94 2-36 0 0,49-6 17 0 0,17-6 0 0 0,37-5 9 0 0,-31 6-25 0 0,-60 9 3 0 0,-33 5-12 0 0,1 1 0 0 0,70 9 0 0 0,-19-1-3 0 0,387 34 22 0 0,-355-20-29 0 0,-87-11 0 0 0,1-2-1 0 0,58-1 1 0 0,-30-3 31 0 0,109 18 1 0 0,-176-20-17 0 0,-1 0 1 0 0,1 1-1 0 0,-1 1 0 0 0,0 1 0 0 0,0 0 1 0 0,24 13 232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12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667 220 8432 0 0,'-13'3'-15'0'0,"-22"7"-2"0"0,11 6 266 0 0,12-7 315 0 0,-1 0 1 0 0,0-1-1 0 0,0-1 0 0 0,-1 0 0 0 0,0 0 0 0 0,-18 4 1 0 0,-5 4 289 0 0,-115 44-221 0 0,143-56-327 0 0,0-1 0 0 0,-1 1 0 0 0,-14 0 0 0 0,-21 7 1097 0 0,40-9-1323 0 0,1 0 0 0 0,-1 0 0 0 0,1-1 0 0 0,-1 1 0 0 0,0-1 0 0 0,1 0 0 0 0,-1-1 0 0 0,1 1 0 0 0,-1-1 0 0 0,0 0 1 0 0,1 0-1 0 0,-1 0 0 0 0,1 0 0 0 0,0-1 0 0 0,-6-3 0 0 0,-6 0 85 0 0,5 5-79 0 0,10 0-86 0 0,0 0 0 0 0,-1 1-1 0 0,1-1 1 0 0,0 0 0 0 0,-1 0-1 0 0,1 0 1 0 0,0 0 0 0 0,0 0-1 0 0,-1 0 1 0 0,1 0 0 0 0,0-1 0 0 0,0 1-1 0 0,-1 0 1 0 0,1-1 0 0 0,0 1-1 0 0,0-1 1 0 0,0 1 0 0 0,-2-2-1 0 0,1 1-15 0 0,0 0 0 0 0,-1 0 0 0 0,1 0 0 0 0,0 1 0 0 0,0-1 0 0 0,0 1 0 0 0,-1-1 0 0 0,1 1 0 0 0,0 0 0 0 0,-1 0 0 0 0,1 0 0 0 0,0 0 0 0 0,-1 0 0 0 0,1 1 0 0 0,0-1 0 0 0,0 1 0 0 0,0-1 0 0 0,-1 1 0 0 0,1 0 0 0 0,0 0 0 0 0,0 0-1 0 0,0 0 1 0 0,0 0 0 0 0,0 0 0 0 0,0 1 0 0 0,0-1 0 0 0,1 1 0 0 0,-1-1 0 0 0,-2 4 0 0 0,2-3-44 0 0,7 8-861 0 0,4-6 784 0 0,1-1 1 0 0,0 0 0 0 0,-1 0-1 0 0,1-1 1 0 0,0-1 0 0 0,1 1-1 0 0,-1-2 1 0 0,17 0 0 0 0,30 3-69 0 0,6-2-125 0 0,-49-2 208 0 0,0 1 0 0 0,28 3 0 0 0,15 5-40 0 0,-38-6 95 0 0,0 0 0 0 0,33 10 0 0 0,-23-5 2 0 0,1-1-1 0 0,0-1 0 0 0,-1-2 0 0 0,1-1 1 0 0,32-1-1 0 0,5 0-4 0 0,-44-1 45 0 0,-1-2-1 0 0,34-5 0 0 0,11-2-15 0 0,339-35-87 0 0,-314 34 120 0 0,36-2 6 0 0,87-5-5 0 0,-15 1 8 0 0,-65 2-1 0 0,-54 4 0 0 0,109-23 10 0 0,-71 10-4 0 0,-4 5-7 0 0,183-35 146 0 0,-202 36-14 0 0,1 4 1 0 0,143 0-1 0 0,-215 13-83 0 0,165 7 136 0 0,-34 0 79 0 0,-56-3-70 0 0,-54-1-118 0 0,47-4 0 0 0,329 0 891 0 0,-329 3-852 0 0,322 40 746 0 0,-282-23-647 0 0,-25-7 86 0 0,211 38 340 0 0,303 56 723 0 0,-200-82-527 0 0,-144-12-260 0 0,-96-7-394 0 0,-31-3-59 0 0,23-1 35 0 0,-79-2-89 0 0,170-9 100 0 0,0-1-24 0 0,8-3-30 0 0,-156 5-62 0 0,-93 8-45 0 0,193-7 66 0 0,-2 7-14 0 0,41 2 6 0 0,-143-5-18 0 0,-30 0-17 0 0,186-21 40 0 0,-234 21-64 0 0,229-40 61 0 0,-39 7-26 0 0,-62 10-22 0 0,-73 10 16 0 0,183-9-1 0 0,-3 8 14 0 0,-80 2-21 0 0,220-38 78 0 0,-184 17-5 0 0,-97 17-28 0 0,100-11 83 0 0,-65 15 14 0 0,-81 7-92 0 0,0 3 0 0 0,90 5 0 0 0,97 15 161 0 0,-120-5-81 0 0,0-6-1 0 0,0-7 0 0 0,165-25 1 0 0,-261 23-106 0 0,0 4 0 0 0,1 1 1 0 0,77 10-1 0 0,-64-4-26 0 0,-25-1-1 0 0,0 2 0 0 0,-1 2 0 0 0,1 1 0 0 0,70 27 0 0 0,-77-25-1 0 0,0-1 0 0 0,1-2 0 0 0,38 3-1 0 0,2 1 7 0 0,234 26 70 0 0,14 3 5 0 0,262 47 211 0 0,-513-79-274 0 0,-36-4 0 0 0,47 1 1 0 0,18-7 48 0 0,117-18 0 0 0,-60 7 18 0 0,-47 8-34 0 0,-34 4-14 0 0,87 0 31 0 0,-122 0-22 0 0,47 6 0 0 0,-11 0-10 0 0,-13 1-7 0 0,11 1 2 0 0,268-18 135 0 0,-260 7-142 0 0,68-9 59 0 0,-139 12-83 0 0,0 1 0 0 0,0 0-1 0 0,0 1 1 0 0,-1 1 0 0 0,28 9-1 0 0,-39-11-18 0 0,0 0 0 0 0,0 0-1 0 0,0 1 1 0 0,0-1 0 0 0,-1 1 0 0 0,1 0 0 0 0,0 0-1 0 0,-1 0 1 0 0,0 0 0 0 0,1 0 0 0 0,-1 0-1 0 0,0 1 1 0 0,0-1 0 0 0,0 1 0 0 0,-1-1-1 0 0,1 1 1 0 0,0 0 0 0 0,-1 0 0 0 0,0 0 0 0 0,0 0-1 0 0,0 0 1 0 0,0 0 0 0 0,0 0 0 0 0,-1 0-1 0 0,1 0 1 0 0,-1 0 0 0 0,0 0 0 0 0,0 0-1 0 0,0 1 1 0 0,0-1 0 0 0,0 0 0 0 0,-1 0-1 0 0,0 4 1 0 0,-1-4 4 0 0,-4 6-1 0 0,-1-2-6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26.7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80 0 6520 0 0,'0'0'1768'0'0,"1"5"-895"0"0,1-1-745 0 0,-1 1 0 0 0,0-1 0 0 0,0 1 0 0 0,0 0 0 0 0,-1 0 0 0 0,1-1 0 0 0,-1 1 0 0 0,0 0 0 0 0,-1 0 0 0 0,1 0 0 0 0,-2 5 0 0 0,-2 7 149 0 0,0 67 239 0 0,3-44-198 0 0,-7 46 0 0 0,3-22-7 0 0,4-48-214 0 0,0 0 0 0 0,-6 31 0 0 0,-3-15 92 0 0,-8 38 143 0 0,12-42-251 0 0,1 1 107 0 0,-5 56-1 0 0,9-70 24 0 0,1 0 1 0 0,1 1-1 0 0,2 15 0 0 0,4-46 200 0 0,-4-3-298 0 0,-1 0 1 0 0,-1 0-1 0 0,-2-29 1 0 0,1 31-85 0 0,0 0 17 0 0,0 1 0 0 0,-1 0 0 0 0,-3-17 0 0 0,-4-33 112 0 0,2-97 164 0 0,6 146-284 0 0,1 0 1 0 0,0 0-1 0 0,6-22 1 0 0,-2 17-1 0 0,-4 10-6 0 0,2 0 0 0 0,-1 1 0 0 0,1-1 0 0 0,1 1 0 0 0,6-14 0 0 0,-1 4 18 0 0,-7 14-24 0 0,0 0 1 0 0,0 0-1 0 0,1 1 0 0 0,0-1 0 0 0,0 1 1 0 0,0 0-1 0 0,1 0 0 0 0,8-9 0 0 0,-10 11-11 0 0,-1 2-5 0 0,1 0 0 0 0,-1 0 0 0 0,0 0 0 0 0,1 0 0 0 0,-1 0 0 0 0,0 0 0 0 0,1 0 0 0 0,-1 0 0 0 0,1 1 0 0 0,0-1 0 0 0,-1 0-1 0 0,1 1 1 0 0,0-1 0 0 0,-1 1 0 0 0,1 0 0 0 0,0 0 0 0 0,-1-1 0 0 0,1 1 0 0 0,0 0 0 0 0,0 1 0 0 0,-1-1 0 0 0,3 0 0 0 0,2 1 27 0 0,-2-1-20 0 0,0 0 0 0 0,0 0-1 0 0,0 1 1 0 0,0-1-1 0 0,-1 1 1 0 0,1 0-1 0 0,0 0 1 0 0,0 0-1 0 0,0 1 1 0 0,-1-1-1 0 0,7 5 1 0 0,2-1 26 0 0,-10-4-32 0 0,1 1 1 0 0,0-1-1 0 0,-1 0 1 0 0,1 1-1 0 0,-1-1 1 0 0,0 1-1 0 0,0 0 1 0 0,1 0-1 0 0,1 3 0 0 0,8 5 28 0 0,-8-6-23 0 0,0 0-1 0 0,0 0 1 0 0,0 0-1 0 0,0 0 1 0 0,-1 1-1 0 0,0-1 1 0 0,0 1-1 0 0,0 0 1 0 0,0 0-1 0 0,3 10 1 0 0,0-2 20 0 0,-4-9-22 0 0,0 0 1 0 0,0 0-1 0 0,0 0 0 0 0,-1 0 1 0 0,0 1-1 0 0,0-1 0 0 0,0 0 0 0 0,0 1 1 0 0,-1-1-1 0 0,1 1 0 0 0,-2 8 1 0 0,2 2 25 0 0,0-10-24 0 0,-1 0 0 0 0,0 0 0 0 0,0 1 0 0 0,0-1 1 0 0,-1 0-1 0 0,0 0 0 0 0,0 0 0 0 0,0 0 0 0 0,-1 0 0 0 0,-2 7 0 0 0,-1-1 51 0 0,0 1 0 0 0,-1-1 0 0 0,0 1 0 0 0,-13 16 0 0 0,19-27-58 0 0,-1 0 0 0 0,1-1 0 0 0,-1 1-1 0 0,0-1 1 0 0,1 1 0 0 0,-1-1 0 0 0,0 1 0 0 0,1-1 0 0 0,-1 0 0 0 0,0 1 0 0 0,0-1 0 0 0,1 0 0 0 0,-1 1 0 0 0,0-1 0 0 0,0 0 0 0 0,0 0 0 0 0,1 0-1 0 0,-1 0 1 0 0,0 0 0 0 0,0 0 0 0 0,0 0 0 0 0,0 0 0 0 0,1 0 0 0 0,-2 0 0 0 0,1-1 22 0 0,1 1-28 0 0,-1 0 0 0 0,1 0-1 0 0,0 0 1 0 0,0 0 0 0 0,0 0-1 0 0,-1 0 1 0 0,1 0 0 0 0,0 0-1 0 0,0 0 1 0 0,0 0-1 0 0,0 0 1 0 0,-1 0 0 0 0,1 0-1 0 0,0 0 1 0 0,0 0 0 0 0,0 0-1 0 0,-1 0 1 0 0,1 0 0 0 0,0 0-1 0 0,0 0 1 0 0,0-1 0 0 0,0 1-1 0 0,0 0 1 0 0,-1 0-1 0 0,1 0 1 0 0,0 0 0 0 0,0 0-1 0 0,0-1 1 0 0,0 1 0 0 0,0 0-1 0 0,0 0 1 0 0,0 0 0 0 0,0 0-1 0 0,0-1 1 0 0,0 1-1 0 0,-1 0 1 0 0,1 0 0 0 0,0 0-1 0 0,0 0 1 0 0,0-1 0 0 0,0 1-1 0 0,0 0 1 0 0,0 0 0 0 0,0 0-1 0 0,0-1 1 0 0,1 1 0 0 0,-1 0-1 0 0,0 0 1 0 0,0 0-1 0 0,0 0 1 0 0,0-1 0 0 0,-16-86 450 0 0,13 63-177 0 0,3 22-130 0 0,1 5-12 0 0,6 28 21 0 0,-7-31-161 0 0,6 26 42 0 0,3 49-1 0 0,2 25 0 0 0,3-12-15 0 0,-13-80-19 0 0,1-1 0 0 0,0 1 1 0 0,0-1-1 0 0,1 1 0 0 0,0-1 1 0 0,0 0-1 0 0,1 0 0 0 0,0 0 1 0 0,0 0-1 0 0,0-1 0 0 0,7 7 1 0 0,-3-2-1 0 0,-7-9-1 0 0,0-1 0 0 0,1 1 1 0 0,-1 0-1 0 0,1 0 0 0 0,0 0 0 0 0,0-1 0 0 0,-1 1 0 0 0,1-1 1 0 0,0 0-1 0 0,0 1 0 0 0,1-1 0 0 0,-1 0 0 0 0,0 0 1 0 0,3 1-1 0 0,4 1 1 0 0,-4-1-1 0 0,-1 0 1 0 0,1 0-1 0 0,0-1 0 0 0,-1 0 1 0 0,1 0-1 0 0,0 0 0 0 0,0 0 1 0 0,0-1-1 0 0,0 0 0 0 0,0 0 1 0 0,-1 0-1 0 0,1-1 0 0 0,0 1 0 0 0,0-1 1 0 0,0 0-1 0 0,4-2 0 0 0,23-9 0 0 0,-1-2 0 0 0,0-1 0 0 0,38-24 0 0 0,-61 34 0 0 0,0-1 0 0 0,0 0 0 0 0,-1 0 0 0 0,0-1 0 0 0,0 0 0 0 0,-1 0 0 0 0,7-9 0 0 0,0-1 0 0 0,-3 6 0 0 0,-1 0 0 0 0,16-25 0 0 0,-15 20-1 0 0,-7 12 0 0 0,-1 0 1 0 0,1-1-1 0 0,0 1 0 0 0,-1-1 0 0 0,0 0 0 0 0,0 1 1 0 0,0-1-1 0 0,1-10 0 0 0,0 3 0 0 0,-2 8 0 0 0,0-1 0 0 0,0 1 0 0 0,-1-1 0 0 0,1 1 0 0 0,-1-1 0 0 0,0 1 0 0 0,0-1 0 0 0,0 0 0 0 0,-1 1 0 0 0,0-1 0 0 0,0 1 1 0 0,0-1-1 0 0,0 1 0 0 0,-1 0 0 0 0,1-1 0 0 0,-1 1 0 0 0,-4-6 0 0 0,-1 4-10 0 0,-18-2 7 0 0,24 8 4 0 0,0-1 0 0 0,-1 1-1 0 0,1 0 1 0 0,0 0 0 0 0,-1 0 0 0 0,1 0-1 0 0,-1 0 1 0 0,1 0 0 0 0,0 1 0 0 0,-1-1-1 0 0,1 0 1 0 0,0 1 0 0 0,-1-1 0 0 0,1 1-1 0 0,0-1 1 0 0,0 1 0 0 0,-1 0 0 0 0,1-1 0 0 0,0 1-1 0 0,0 0 1 0 0,0 0 0 0 0,0 0 0 0 0,0 0-1 0 0,0 0 1 0 0,0 0 0 0 0,-1 2 0 0 0,0-1-1 0 0,0 0 1 0 0,0 0 0 0 0,1 1 0 0 0,-1-1 0 0 0,1 0 0 0 0,-1 0 0 0 0,1 1 0 0 0,0-1 0 0 0,0 1 0 0 0,-1 3 0 0 0,-13 43 0 0 0,-14 77 0 0 0,27-112 0 0 0,0-1 0 0 0,1 0 0 0 0,1 1 0 0 0,2 18 0 0 0,-1-18 0 0 0,2 16 0 0 0,6 3 0 0 0,-8-32 0 0 0,-1 0 0 0 0,1 1 0 0 0,0-1 0 0 0,-1 0 0 0 0,1 0 0 0 0,0 0 0 0 0,0 0 0 0 0,-1-1 0 0 0,1 1 0 0 0,0 0 0 0 0,0 0 0 0 0,0 0 0 0 0,0-1 0 0 0,0 1 0 0 0,0 0 0 0 0,0-1 0 0 0,0 1 0 0 0,1-1 0 0 0,1 1 0 0 0,0 0 0 0 0,0-1 0 0 0,1 1 0 0 0,-1-1 0 0 0,0 0 0 0 0,1 0 0 0 0,-1-1 0 0 0,0 1 0 0 0,0-1 0 0 0,1 1 0 0 0,-1-1 0 0 0,0 0 0 0 0,0 0 0 0 0,6-3 0 0 0,30-20 0 0 0,-39 24 0 0 0,61-46 0 0 0,-57 43 0 0 0,-1 1 0 0 0,1-1 0 0 0,-1 0 0 0 0,0 0 0 0 0,0 0 0 0 0,0-1 0 0 0,0 1 0 0 0,-1-1 0 0 0,0 1 0 0 0,4-8 0 0 0,8-14 2 0 0,21-53 18 0 0,-33 73-20 0 0,0 0 1 0 0,0-1-1 0 0,0 2 1 0 0,1-1-1 0 0,-1 0 0 0 0,6-6 1 0 0,8-15-2 0 0,-7 13 1 0 0,0 3 0 0 0,-9 10 0 0 0,0 0 0 0 0,0-1 0 0 0,0 1 0 0 0,0 0 1 0 0,0 0-1 0 0,0 0 0 0 0,1 0 0 0 0,-1-1 0 0 0,0 1 0 0 0,0 0 0 0 0,0 0 0 0 0,0 0 0 0 0,1 0 0 0 0,-1 0 0 0 0,0 0 0 0 0,0 0 0 0 0,0-1 0 0 0,1 1 0 0 0,-1 0 0 0 0,0 0 0 0 0,0 0 0 0 0,0 0 0 0 0,1 0 0 0 0,-1 0 0 0 0,0 0 0 0 0,0 0 0 0 0,0 0 0 0 0,1 0 0 0 0,-1 0 0 0 0,0 0 0 0 0,0 0 0 0 0,0 0 0 0 0,1 0 0 0 0,-1 1 0 0 0,0-1 0 0 0,0 0 0 0 0,0 0 0 0 0,1 0 0 0 0,-1 0 0 0 0,0 0 0 0 0,0 0 0 0 0,0 0 0 0 0,1 1 1 0 0,-1-1-1 0 0,0 0 0 0 0,0 0 0 0 0,0 0 0 0 0,0 0 0 0 0,0 1 0 0 0,0-1 0 0 0,0 0 0 0 0,1 0 0 0 0,1 5 1 0 0,0 0 1 0 0,-1 0-1 0 0,1 0 1 0 0,-1 0-1 0 0,0 0 1 0 0,0 0-1 0 0,0 0 0 0 0,-1 0 1 0 0,0 7-1 0 0,0 22 5 0 0,-1-18-1 0 0,0 1 1 0 0,2-1-1 0 0,0 1 0 0 0,4 17 0 0 0,-5-33-4 0 0,0 0 0 0 0,0-1 0 0 0,0 1 0 0 0,0 0-1 0 0,0-1 1 0 0,1 1 0 0 0,-1 0 0 0 0,0-1-1 0 0,0 1 1 0 0,0-1 0 0 0,1 1 0 0 0,-1 0 0 0 0,0-1-1 0 0,1 1 1 0 0,-1-1 0 0 0,1 1 0 0 0,-1-1 0 0 0,1 1-1 0 0,-1-1 1 0 0,1 0 0 0 0,-1 1 0 0 0,1-1 0 0 0,-1 1-1 0 0,1-1 1 0 0,-1 0 0 0 0,1 0 0 0 0,-1 1-1 0 0,1-1 1 0 0,0 0 0 0 0,-1 0 0 0 0,1 0 0 0 0,0 1-1 0 0,-1-1 1 0 0,1 0 0 0 0,0 0 0 0 0,-1 0 0 0 0,1 0-1 0 0,0 0 1 0 0,-1 0 0 0 0,1-1 0 0 0,0 1 0 0 0,-1 0-1 0 0,1 0 1 0 0,-1 0 0 0 0,2-1 0 0 0,12-10 12 0 0,47-33 75 0 0,-40 28-44 0 0,1 0 1 0 0,32-16-1 0 0,-53 31-41 0 0,1 0 0 0 0,0 0 0 0 0,0 0 1 0 0,-1 0-1 0 0,1 1 0 0 0,0-1 0 0 0,0 1 0 0 0,0 0 0 0 0,0-1 0 0 0,0 1 0 0 0,0 0 0 0 0,0 0 1 0 0,0 0-1 0 0,0 0 0 0 0,0 0 0 0 0,2 1 0 0 0,-3 0-1 0 0,0-1-1 0 0,0 1 1 0 0,0 0 0 0 0,0-1-1 0 0,0 1 1 0 0,0 0-1 0 0,0 0 1 0 0,0 0 0 0 0,0 0-1 0 0,0 0 1 0 0,0 0 0 0 0,-1 0-1 0 0,1 0 1 0 0,0 0-1 0 0,-1 0 1 0 0,1 0 0 0 0,-1 0-1 0 0,1 2 1 0 0,1 5 11 0 0,0-1-1 0 0,-1 0 1 0 0,-1 1 0 0 0,1 0-1 0 0,-1-1 1 0 0,-1 9 0 0 0,1-5 34 0 0,0-11-44 0 0,0 0 0 0 0,0 0 0 0 0,0 0 1 0 0,0 0-1 0 0,0 0 0 0 0,0 0 0 0 0,0 0 0 0 0,0-1 0 0 0,0 1 0 0 0,0 0 1 0 0,0 0-1 0 0,0 0 0 0 0,0 0 0 0 0,0 0 0 0 0,0 0 0 0 0,0 0 0 0 0,1 0 1 0 0,-1 0-1 0 0,0 0 0 0 0,0 0 0 0 0,0 0 0 0 0,0 0 0 0 0,0-1 0 0 0,0 1 1 0 0,0 0-1 0 0,0 0 0 0 0,0 0 0 0 0,1 0 0 0 0,-1 0 0 0 0,0 0 0 0 0,0 0 0 0 0,0 0 1 0 0,0 0-1 0 0,0 0 0 0 0,0 0 0 0 0,0 0 0 0 0,0 0 0 0 0,0 0 0 0 0,1 0 1 0 0,-1 0-1 0 0,0 0 0 0 0,0 0 0 0 0,0 1 0 0 0,0-1 0 0 0,0 0 0 0 0,0 0 1 0 0,0 0-1 0 0,0 0 0 0 0,0 0 0 0 0,0 0 0 0 0,1 0 0 0 0,-1 0 0 0 0,0 0 1 0 0,0 0-1 0 0,0 0 0 0 0,0 0 0 0 0,0 0 0 0 0,0 1 0 0 0,0-1 0 0 0,0 0 0 0 0,0 0 1 0 0,0 0-1 0 0,0 0 0 0 0,0 0 0 0 0,0 0 0 0 0,0 0 0 0 0,0 0 0 0 0,0 1 1 0 0,11-14 114 0 0,13-21-28 0 0,-19 26-56 0 0,4-5 14 0 0,1 1 0 0 0,0 1 0 0 0,1 0 0 0 0,0 0 0 0 0,18-12 0 0 0,-28 22-47 0 0,-1 1 1 0 0,0 0-1 0 0,0 0 1 0 0,0 0 0 0 0,0 0-1 0 0,1-1 1 0 0,-1 1-1 0 0,0 0 1 0 0,0 0-1 0 0,0 0 1 0 0,1 0 0 0 0,-1 0-1 0 0,0-1 1 0 0,0 1-1 0 0,1 0 1 0 0,-1 0 0 0 0,0 0-1 0 0,0 0 1 0 0,0 0-1 0 0,1 0 1 0 0,-1 0-1 0 0,0 0 1 0 0,0 0 0 0 0,1 0-1 0 0,-1 0 1 0 0,0 0-1 0 0,0 0 1 0 0,1 0-1 0 0,-1 0 1 0 0,0 0 0 0 0,0 1-1 0 0,1-1 1 0 0,-1 0-1 0 0,0 0 1 0 0,0 0-1 0 0,0 0 1 0 0,1 1 0 0 0,15 7 55 0 0,-15-8-56 0 0,-1 0 1 0 0,0 0-1 0 0,1 1 0 0 0,-1-1 0 0 0,1 0 1 0 0,-1 0-1 0 0,0 1 0 0 0,1-1 1 0 0,-1 0-1 0 0,0 1 0 0 0,0-1 0 0 0,1 0 1 0 0,-1 1-1 0 0,0-1 0 0 0,0 0 1 0 0,0 1-1 0 0,1-1 0 0 0,-1 0 1 0 0,0 1-1 0 0,0-1 0 0 0,0 1 0 0 0,0-1 1 0 0,0 1-1 0 0,0-1 0 0 0,0 0 1 0 0,0 1-1 0 0,0-1 0 0 0,0 1 0 0 0,0 0 1 0 0,3 30 47 0 0,-2 54 0 0 0,-3-58-7 0 0,5 56-1 0 0,-3-83-40 0 0,0 1 0 0 0,-1-1 0 0 0,1 0 0 0 0,0 1 0 0 0,0-1 1 0 0,0 1-1 0 0,0-1 0 0 0,0 1 0 0 0,0-1 0 0 0,0 0 0 0 0,0 1 0 0 0,0-1 0 0 0,0 1 0 0 0,0-1 0 0 0,1 1 1 0 0,-1-1-1 0 0,0 0 0 0 0,0 1 0 0 0,0-1 0 0 0,0 1 0 0 0,1-1 0 0 0,-1 0 0 0 0,0 1 0 0 0,0-1 0 0 0,1 0 0 0 0,-1 1 1 0 0,0-1-1 0 0,1 0 0 0 0,-1 1 0 0 0,0-1 0 0 0,1 0 0 0 0,-1 0 0 0 0,0 1 0 0 0,1-1 0 0 0,-1 0 0 0 0,1 0 1 0 0,-1 0-1 0 0,1 0 0 0 0,-1 1 0 0 0,0-1 0 0 0,1 0 0 0 0,-1 0 0 0 0,1 0 0 0 0,-1 0 0 0 0,1 0 0 0 0,-1 0 1 0 0,0 0-1 0 0,1 0 0 0 0,-1 0 0 0 0,1-1 0 0 0,-1 1 0 0 0,1 0 0 0 0,-1 0 0 0 0,0 0 0 0 0,1 0 0 0 0,0-1 0 0 0,22-19 54 0 0,-18 14-36 0 0,25-18 37 0 0,-22 19-14 0 0,0 0 1 0 0,-1-1 0 0 0,1 0 0 0 0,-1-1-1 0 0,-1 1 1 0 0,8-11 0 0 0,-13 16-36 0 0,-1 0 1 0 0,1-1-1 0 0,-1 1 1 0 0,1 0-1 0 0,-1-1 0 0 0,0 1 1 0 0,0-1-1 0 0,0 1 1 0 0,1 0-1 0 0,-1-1 1 0 0,0 1-1 0 0,-1-1 1 0 0,1 1-1 0 0,0-1 1 0 0,0 1-1 0 0,-1 0 1 0 0,1-1-1 0 0,-1 1 1 0 0,1 0-1 0 0,-1-1 0 0 0,1 1 1 0 0,-1 0-1 0 0,0-1 1 0 0,0 1-1 0 0,1 0 1 0 0,-1 0-1 0 0,0 0 1 0 0,0 0-1 0 0,0 0 1 0 0,0 0-1 0 0,-1 0 1 0 0,1 0-1 0 0,0 0 1 0 0,-2 0-1 0 0,0 1 2 0 0,-5 7-2 0 0,7-5-9 0 0,-1-1-1 0 0,1 1 1 0 0,-1-1-1 0 0,1 0 1 0 0,-1 0-1 0 0,0 0 1 0 0,1 0-1 0 0,-1 0 1 0 0,0 0-1 0 0,0 0 1 0 0,-3 1-1 0 0,4-2-1 0 0,1 0 0 0 0,-1 0 0 0 0,1 0 0 0 0,-1 0 0 0 0,0 0 0 0 0,1 0-1 0 0,-1 0 1 0 0,1 0 0 0 0,-1 0 0 0 0,1 0 0 0 0,-1-1 0 0 0,1 1 0 0 0,-1 0 0 0 0,1 0-1 0 0,-1-1 1 0 0,1 1 0 0 0,-1 0 0 0 0,1 0 0 0 0,-1-1 0 0 0,1 1 0 0 0,-1-1 0 0 0,1 1-1 0 0,0 0 1 0 0,-1-1 0 0 0,0 0 0 0 0,0-1-6 0 0,1 0 0 0 0,-1 0 0 0 0,0 1-1 0 0,1-1 1 0 0,-1 0 0 0 0,1 0 0 0 0,0 0 0 0 0,0 0 0 0 0,0 0-1 0 0,0 0 1 0 0,0 0 0 0 0,0 0 0 0 0,0 0 0 0 0,0 0 0 0 0,1 0-1 0 0,-1 0 1 0 0,2-3 0 0 0,3-9-5 0 0,5-11-17 0 0,30-31 16 0 0,-22 38 16 0 0,0 7 0 0 0,0 9 0 0 0,1 13 2 0 0,8 11 12 0 0,-3-1-7 0 0,2 6-6 0 0,-1-10-1 0 0,-21-15 0 0 0,-1 0-1 0 0,0 0 1 0 0,1 0-1 0 0,-1-1 1 0 0,1 0-1 0 0,-1 0 0 0 0,7 2 1 0 0,4-6-11 0 0,-12 2 9 0 0,0 0 0 0 0,-1 1 1 0 0,1-1-1 0 0,-1 1 0 0 0,1-1 1 0 0,-1 0-1 0 0,1 0 0 0 0,-1 1 1 0 0,0-1-1 0 0,0 0 0 0 0,1 0 1 0 0,-1 0-1 0 0,0 0 0 0 0,0-1 1 0 0,0 1-1 0 0,0 0 0 0 0,2-3 1 0 0,-1 1-6 0 0,14-17-47 0 0,-1 0 0 0 0,-1-2 0 0 0,0 1 0 0 0,19-46 0 0 0,-31 62 47 0 0,23-44-73 0 0,-23 44 60 0 0,1 7 3 0 0,-1 1 17 0 0,0-1 0 0 0,0 1-1 0 0,0 0 1 0 0,0-1 0 0 0,0 1 0 0 0,-1 0 0 0 0,1 0 0 0 0,-1 0 0 0 0,0 0 0 0 0,0 1 0 0 0,0-1 0 0 0,0 0 0 0 0,0 1 0 0 0,-1-1 0 0 0,1 0-1 0 0,-1 1 1 0 0,0-1 0 0 0,-1 7 0 0 0,3 16 0 0 0,8 132 0 0 0,-7-105 0 0 0,-4 39 0 0 0,-3-19 0 0 0,3-45 0 0 0,1-28 0 0 0,0 0 0 0 0,0 0 0 0 0,0 0 0 0 0,0 0 0 0 0,0 0 0 0 0,1 0 0 0 0,-1-1 0 0 0,0 1 0 0 0,0 0 0 0 0,0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1 0 0 0,0-1 0 0 0,0 0 0 0 0,0 0 0 0 0,1 0 0 0 0,-1 0 0 0 0,0 0 0 0 0,0 0 0 0 0,0 0 0 0 0,0 0 0 0 0,0 0 0 0 0,0 0 0 0 0,0 0 0 0 0,0 1 0 0 0,0-1 0 0 0,0 0 0 0 0,0 0 0 0 0,0 0 0 0 0,0 0 0 0 0,0 0 0 0 0,9-21 0 0 0,45-130 7 0 0,-45 131-6 0 0,-3 4-1 0 0,1 1 0 0 0,1-1 0 0 0,19-27 0 0 0,-18 30-2708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27.8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1 661 15176 0 0,'0'0'1213'0'0,"14"-4"552"0"0,3-10-1097 0 0,-8 4-507 0 0,-1 2-74 0 0,0 0-1 0 0,-1-1 0 0 0,-1 0 0 0 0,1 0 0 0 0,-1-1 0 0 0,-1 1 1 0 0,6-14-1 0 0,27-69 143 0 0,-17 35-68 0 0,3-17-31 0 0,-13 19-57 0 0,-7 27-50 0 0,0-8 20 0 0,-1-38 0 0 0,-4 7-4 0 0,1 62-33 0 0,0 0-1 0 0,-1 0 1 0 0,1 0-1 0 0,-1 0 1 0 0,0 1 0 0 0,-1-1-1 0 0,1 0 1 0 0,-5-8-1 0 0,3 7 4 0 0,3 6-9 0 0,0 0 1 0 0,0-1-1 0 0,0 1 1 0 0,0 0-1 0 0,0 0 0 0 0,0 0 1 0 0,0 0-1 0 0,0 0 1 0 0,0-1-1 0 0,0 1 1 0 0,0 0-1 0 0,0 0 1 0 0,0 0-1 0 0,0 0 0 0 0,0 0 1 0 0,0-1-1 0 0,0 1 1 0 0,0 0-1 0 0,0 0 1 0 0,-1 0-1 0 0,1 0 1 0 0,0 0-1 0 0,0 0 1 0 0,0-1-1 0 0,0 1 0 0 0,0 0 1 0 0,0 0-1 0 0,0 0 1 0 0,-1 0-1 0 0,1 0 1 0 0,0 0-1 0 0,0 0 1 0 0,0 0-1 0 0,0 0 0 0 0,0 0 1 0 0,-1 0-1 0 0,1 0 1 0 0,0 0-1 0 0,0 0 1 0 0,0 0-1 0 0,0 0 1 0 0,-1 0-1 0 0,1 0 1 0 0,0 0-1 0 0,0 0 0 0 0,0 0 1 0 0,0 0-1 0 0,0 0 1 0 0,-1 0-1 0 0,1 0 1 0 0,0 0-1 0 0,0 0 1 0 0,0 0-1 0 0,0 0 1 0 0,0 0-1 0 0,0 1 0 0 0,-1-1 1 0 0,1 0-1 0 0,0 0 1 0 0,0 0-1 0 0,0 0 1 0 0,0 0-1 0 0,0 0 1 0 0,0 0-1 0 0,0 1 0 0 0,0-1 1 0 0,0 0-1 0 0,-5 4 8 0 0,1 0 0 0 0,0 0 0 0 0,1 0 0 0 0,-1 0-1 0 0,1 1 1 0 0,0-1 0 0 0,0 1 0 0 0,0 0-1 0 0,-3 9 1 0 0,-16 48 27 0 0,17-46-28 0 0,-13 50 33 0 0,1 32 0 0 0,12-70-20 0 0,2 0 0 0 0,0 51 0 0 0,3-47-8 0 0,-1-18-4 0 0,1-1 0 0 0,1 1 0 0 0,0-1-1 0 0,0 1 1 0 0,2-1 0 0 0,6 24-1 0 0,-3-17 3 0 0,-5-15-6 0 0,0 0 0 0 0,1-1-1 0 0,-1 1 1 0 0,1-1 0 0 0,0 1-1 0 0,0-1 1 0 0,0 1-1 0 0,1-1 1 0 0,0 0 0 0 0,-1 0-1 0 0,1 0 1 0 0,1-1 0 0 0,6 7-1 0 0,-5-6 1 0 0,-4-2-3 0 0,0-1 0 0 0,1 0 1 0 0,-1 0-1 0 0,1 0 0 0 0,-1 0 0 0 0,1-1 0 0 0,0 1 1 0 0,-1 0-1 0 0,1-1 0 0 0,0 1 0 0 0,0-1 0 0 0,-1 1 1 0 0,1-1-1 0 0,0 0 0 0 0,0 0 0 0 0,0 0 0 0 0,0 0 1 0 0,-1 0-1 0 0,1 0 0 0 0,0 0 0 0 0,0-1 0 0 0,-1 1 1 0 0,1-1-1 0 0,3 0 0 0 0,-2 0 2 0 0,-1 0-1 0 0,1 0-1 0 0,-1 0 1 0 0,0 0-1 0 0,0 0 1 0 0,0 0-1 0 0,0-1 1 0 0,-1 1-1 0 0,1 0 0 0 0,0-1 1 0 0,2-3-1 0 0,114-125 31 0 0,-106 116-25 0 0,-1 0-1 0 0,15-28 0 0 0,-16 25-1 0 0,-5 10-1 0 0,-1 0 0 0 0,0 0 0 0 0,-1 0 0 0 0,0-1 0 0 0,0 1 0 0 0,3-15 0 0 0,6-14 23 0 0,-11 33-15 0 0,-3 6 7 0 0,-4 4-16 0 0,1 1 0 0 0,1 0 0 0 0,0 0 0 0 0,0 0 0 0 0,0 1 0 0 0,1-1 0 0 0,-3 14 0 0 0,3-10-1 0 0,-25 83 24 0 0,26-87-21 0 0,0 0-1 0 0,1 0 1 0 0,-1 0 0 0 0,2 0 0 0 0,-1 0 0 0 0,2 11 0 0 0,-1-13 2 0 0,0 0 1 0 0,0 0-1 0 0,0 0 0 0 0,-1 0 1 0 0,-1 6-1 0 0,4-8 26 0 0,9-11-10 0 0,39-50 25 0 0,-37 43-36 0 0,-8 8-5 0 0,0 1-1 0 0,0-1 1 0 0,1 1-1 0 0,0 0 1 0 0,0 1-1 0 0,0-1 1 0 0,1 1 0 0 0,7-4-1 0 0,-6 4 12 0 0,1-1-1 0 0,0 1 1 0 0,0 1-1 0 0,0 0 1 0 0,0 0-1 0 0,19-3 1 0 0,-27 6-15 0 0,0 0 1 0 0,0 1-1 0 0,0-1 1 0 0,1 0 0 0 0,-1 1-1 0 0,0-1 1 0 0,0 1-1 0 0,0-1 1 0 0,0 1-1 0 0,0-1 1 0 0,0 1 0 0 0,-1 0-1 0 0,1 0 1 0 0,0-1-1 0 0,0 1 1 0 0,0 0 0 0 0,-1 0-1 0 0,1 0 1 0 0,0 0-1 0 0,-1 0 1 0 0,1 0-1 0 0,-1 0 1 0 0,1 0 0 0 0,-1 0-1 0 0,1 0 1 0 0,-1 0-1 0 0,0 0 1 0 0,0 0-1 0 0,1 0 1 0 0,-1 1 0 0 0,0-1-1 0 0,0 0 1 0 0,0 0-1 0 0,0 0 1 0 0,0 0-1 0 0,-1 0 1 0 0,1 2 0 0 0,0 7 4 0 0,0 6 6 0 0,0-1-1 0 0,-1 1 1 0 0,-4 16-1 0 0,2-2-2 0 0,2-13-2 0 0,-1 0 0 0 0,-1 0 0 0 0,-7 21 0 0 0,-13 42 16 0 0,60-155-9 0 0,-35 70-16 0 0,11-26-1 0 0,24-41 0 0 0,-19 41-3 0 0,-17 29 4 0 0,5-9-3 0 0,1 0 0 0 0,0 0 1 0 0,11-13-1 0 0,-17 26 2 0 0,0-1 0 0 0,0 0 0 0 0,-1 1-1 0 0,1-1 1 0 0,0 1 0 0 0,-1-1 0 0 0,0 1 0 0 0,1-1 0 0 0,-1 1 0 0 0,0-1 0 0 0,0 1-1 0 0,0 0 1 0 0,0-1 0 0 0,0 1 0 0 0,0-1 0 0 0,0 1 0 0 0,0-1 0 0 0,-1 1-1 0 0,0 1 1 0 0,-6 122-39 0 0,7-125 40 0 0,-1 1-1 0 0,1 0 1 0 0,0-1 0 0 0,0 1-1 0 0,0 0 1 0 0,1-1-1 0 0,-1 1 1 0 0,0 0 0 0 0,0-1-1 0 0,0 1 1 0 0,0 0-1 0 0,1-1 1 0 0,-1 1-1 0 0,0-1 1 0 0,1 1 0 0 0,-1 0-1 0 0,0-1 1 0 0,1 1-1 0 0,-1-1 1 0 0,1 1 0 0 0,-1-1-1 0 0,1 1 1 0 0,-1-1-1 0 0,1 0 1 0 0,-1 1-1 0 0,1-1 1 0 0,-1 0 0 0 0,1 1-1 0 0,-1-1 1 0 0,1 0-1 0 0,0 1 1 0 0,-1-1-1 0 0,1 0 1 0 0,0 0 0 0 0,-1 0-1 0 0,1 0 1 0 0,0 0-1 0 0,-1 0 1 0 0,1 0 0 0 0,0 0-1 0 0,-1 0 1 0 0,1 0-1 0 0,0 0 1 0 0,-1 0-1 0 0,1 0 1 0 0,0 0 0 0 0,-1-1-1 0 0,1 1 1 0 0,-1 0-1 0 0,1 0 1 0 0,0-1 0 0 0,28-16-10 0 0,-27 15 9 0 0,4-1-1 0 0,-1 0 1 0 0,0-1-1 0 0,0 0 0 0 0,0 0 0 0 0,-1 0 0 0 0,1 0 0 0 0,-1-1 0 0 0,6-8 1 0 0,-6 7-1 0 0,1 0 0 0 0,0 0 0 0 0,0 1 1 0 0,0 0-1 0 0,1 0 0 0 0,-1 0 0 0 0,11-5 1 0 0,-4 0-1 0 0,-5 5 2 0 0,0 0 0 0 0,1 0 0 0 0,-1 1 0 0 0,13-5 0 0 0,3 0 0 0 0,3-4 1 0 0,-22 9 2 0 0,-3 1 3 0 0,5-8 8 0 0,-1-1-8 0 0,1-1 6 0 0,-1 0 0 0 0,6-26 0 0 0,25-142 122 0 0,-32 159-110 0 0,-4 22-23 0 0,0 0 0 0 0,0 0 0 0 0,0 0-1 0 0,0 0 1 0 0,0-1 0 0 0,0 1-1 0 0,0 0 1 0 0,0 0 0 0 0,0 0 0 0 0,0 0-1 0 0,0 0 1 0 0,0 0 0 0 0,0 0 0 0 0,0-1-1 0 0,0 1 1 0 0,0 0 0 0 0,0 0-1 0 0,0 0 1 0 0,0 0 0 0 0,0 0 0 0 0,0 0-1 0 0,-1 0 1 0 0,1 0 0 0 0,0 0 0 0 0,0-1-1 0 0,0 1 1 0 0,0 0 0 0 0,0 0-1 0 0,0 0 1 0 0,0 0 0 0 0,0 0 0 0 0,0 0-1 0 0,0 0 1 0 0,-1 0 0 0 0,1 0 0 0 0,0 0-1 0 0,0 0 1 0 0,0 0 0 0 0,0 0-1 0 0,0 0 1 0 0,0 0 0 0 0,0 0 0 0 0,-1 0-1 0 0,1 0 1 0 0,0 0 0 0 0,0 0 0 0 0,0 0-1 0 0,0 0 1 0 0,0 0 0 0 0,0 0-1 0 0,0 0 1 0 0,0 0 0 0 0,-1 0 0 0 0,1 0-1 0 0,0 0 1 0 0,0 0 0 0 0,0 0 0 0 0,0 0-1 0 0,0 1 1 0 0,0-1 0 0 0,0 0-1 0 0,0 0 1 0 0,0 0 0 0 0,0 0 0 0 0,0 0-1 0 0,-1 0 1 0 0,0 1 0 0 0,1 1-1 0 0,-1-1 1 0 0,0 0 0 0 0,0 1-1 0 0,0-1 1 0 0,1 0-1 0 0,-1 1 1 0 0,1-1 0 0 0,-1 1-1 0 0,1-1 1 0 0,0 1-1 0 0,-1-1 1 0 0,1 3 0 0 0,-25 194 43 0 0,18-98-36 0 0,6-85-7 0 0,1-12-1 0 0,0 0 0 0 0,0 1 0 0 0,0-1 0 0 0,0 0 0 0 0,0 0 0 0 0,1 1 0 0 0,-1-1 0 0 0,1 0 1 0 0,0 0-1 0 0,0 0 0 0 0,0 0 0 0 0,2 3 0 0 0,0 0-1 0 0,-3-6 1 0 0,0 0 0 0 0,0 0 0 0 0,0 0 0 0 0,0 1 0 0 0,0-1 0 0 0,0 0-1 0 0,0 0 1 0 0,0 0 0 0 0,0 0 0 0 0,0 0 0 0 0,0 1 0 0 0,0-1 0 0 0,0 0 0 0 0,1 0 0 0 0,-1 0 0 0 0,0 0 0 0 0,0 0 0 0 0,0 1-1 0 0,0-1 1 0 0,0 0 0 0 0,0 0 0 0 0,1 0 0 0 0,-1 0 0 0 0,0 0 0 0 0,0 0 0 0 0,0 0 0 0 0,0 0 0 0 0,0 0 0 0 0,1 0 0 0 0,-1 0-1 0 0,0 0 1 0 0,0 1 0 0 0,0-1 0 0 0,0 0 0 0 0,1 0 0 0 0,-1 0 0 0 0,0 0 0 0 0,0 0 0 0 0,0 0 0 0 0,0-1 0 0 0,1 1 0 0 0,-1 0-1 0 0,0 0 1 0 0,0 0 0 0 0,0 0 0 0 0,0 0 0 0 0,1 0 0 0 0,-1 0 0 0 0,0 0 0 0 0,0 0 0 0 0,0 0 0 0 0,0 0 0 0 0,0-1 0 0 0,0 1-1 0 0,1 0 1 0 0,-1 0 0 0 0,0 0 0 0 0,0 0 0 0 0,0 0 0 0 0,0 0 0 0 0,0-1 0 0 0,0 1 0 0 0,0 0 0 0 0,0 0 0 0 0,7-4-1 0 0,-2 0 1 0 0,1 1 0 0 0,-1-1 0 0 0,0 0 0 0 0,0-1 0 0 0,-1 1-1 0 0,1-1 1 0 0,5-8 0 0 0,118-161 0 0 0,-99 123 0 0 0,7-28 0 0 0,-16 22 2 0 0,-11 29 0 0 0,-4 12 0 0 0,-1-1 1 0 0,0 1-1 0 0,-1-1 1 0 0,1-19-1 0 0,1-2-1 0 0,2-12 39 0 0,-21 102-9 0 0,-33 105-8 0 0,39-133-22 0 0,1-5 2 0 0,0 1-1 0 0,-12 22 1 0 0,11-25-3 0 0,-7 13-2764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28.1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13464 0 0,'0'0'1952'0'0,"47"34"-1024"0"0,-33-24-417 0 0,23 15 9 0 0,-28-19-336 0 0,6 18 88 0 0,0-12-168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28.5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12552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31.1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1 448 5624 0 0,'23'4'34'0'0,"-10"-3"21"0"0,6-1 76 0 0,-8 0 58 0 0,0-1 1 0 0,0 0 0 0 0,0-1 0 0 0,0-1 0 0 0,15-4-1 0 0,24-24 2325 0 0,-49 31-2501 0 0,-1 0 0 0 0,0-1 0 0 0,0 1 0 0 0,1 0 0 0 0,-1-1 1 0 0,0 1-1 0 0,1 0 0 0 0,-1 0 0 0 0,0-1 0 0 0,1 1 0 0 0,-1 0 1 0 0,1 0-1 0 0,-1 0 0 0 0,0-1 0 0 0,1 1 0 0 0,-1 0 0 0 0,1 0 0 0 0,-1 0 1 0 0,1 0-1 0 0,-1 0 0 0 0,0 0 0 0 0,1 0 0 0 0,-1 0 0 0 0,1 0 1 0 0,-1 0-1 0 0,1 0 0 0 0,-1 0 0 0 0,1 0 0 0 0,-1 0 0 0 0,0 0 0 0 0,1 1 1 0 0,8 13 179 0 0,-3 31-46 0 0,-6 40-72 0 0,-5-1 1 0 0,-3 1-1 0 0,-3-2 1 0 0,-24 89-1 0 0,-18 5-15 0 0,27-114-18 0 0,26-63-42 0 0,0 1 0 0 0,0-1 1 0 0,0 0-1 0 0,0 0 0 0 0,0 0 1 0 0,0 0-1 0 0,0 1 0 0 0,0-1 1 0 0,0 0-1 0 0,0 0 0 0 0,0 0 1 0 0,0 0-1 0 0,0 1 0 0 0,0-1 1 0 0,0 0-1 0 0,0 0 0 0 0,0 0 1 0 0,0 0-1 0 0,0 1 0 0 0,0-1 1 0 0,0 0-1 0 0,0 0 0 0 0,0 0 1 0 0,0 0-1 0 0,0 0 0 0 0,0 1 1 0 0,-1-1-1 0 0,1 0 0 0 0,0 0 1 0 0,0 0-1 0 0,0 0 0 0 0,0 0 1 0 0,0 0-1 0 0,0 0 0 0 0,-1 1 1 0 0,1-1-1 0 0,0 0 0 0 0,0 0 1 0 0,0 0-1 0 0,0 0 0 0 0,-1 0 1 0 0,1 0-1 0 0,0 0 0 0 0,0 0 1 0 0,0 0-1 0 0,0 0 0 0 0,-1 0 1 0 0,1 0-1 0 0,0 0 0 0 0,0 0 1 0 0,0 0-1 0 0,0 0 0 0 0,-1 0 1 0 0,1 0-1 0 0,0 0 0 0 0,0 0 1 0 0,1-19 13 0 0,140-439 197 0 0,-124 410-171 0 0,-5 13 87 0 0,19-39 0 0 0,-24 55 41 0 0,0 4-42 0 0,-7 15-115 0 0,0 0 0 0 0,1 0 0 0 0,-1-1 1 0 0,0 1-1 0 0,1 0 0 0 0,-1 0 0 0 0,0 0 1 0 0,1 0-1 0 0,-1 0 0 0 0,0 0 0 0 0,1 0 1 0 0,-1-1-1 0 0,0 1 0 0 0,1 0 0 0 0,-1 0 1 0 0,1 0-1 0 0,-1 0 0 0 0,0 0 0 0 0,1 1 0 0 0,-1-1 1 0 0,0 0-1 0 0,1 0 0 0 0,-1 0 0 0 0,0 0 1 0 0,1 0-1 0 0,-1 0 0 0 0,0 1 0 0 0,1-1 1 0 0,-1 0-1 0 0,0 0 0 0 0,0 0 0 0 0,1 1 0 0 0,-1-1 1 0 0,1 1-1 0 0,-1 0 12 0 0,1 1 0 0 0,-1 0 0 0 0,1 0 1 0 0,-1 0-1 0 0,0 0 0 0 0,1-1 0 0 0,-1 1 0 0 0,0 0 0 0 0,0 0 0 0 0,0 0 1 0 0,-1 0-1 0 0,1 2 0 0 0,-1 1 19 0 0,1 18 47 0 0,4 100 767 0 0,-4-121-499 0 0,8-1-50 0 0,-8 0-299 0 0,1-1-1 0 0,-1 0 1 0 0,1 0-1 0 0,-1 0 1 0 0,1 0 0 0 0,-1 0-1 0 0,1 0 1 0 0,-1 0-1 0 0,1 0 1 0 0,-1 0-1 0 0,1 0 1 0 0,-1 0 0 0 0,1 0-1 0 0,-1 0 1 0 0,1 0-1 0 0,-1 0 1 0 0,0-1-1 0 0,1 1 1 0 0,-1 0 0 0 0,1 0-1 0 0,-1 0 1 0 0,1-1-1 0 0,-1 1 1 0 0,0 0-1 0 0,1-1 1 0 0,-1 1 0 0 0,0 0-1 0 0,1-1 1 0 0,-1 1-1 0 0,0 0 1 0 0,1-1-1 0 0,-1 1 1 0 0,0-1 0 0 0,0 1-1 0 0,1 0 1 0 0,-1-1-1 0 0,0 0 1 0 0,32-47 488 0 0,28-58 0 0 0,-44 83-301 0 0,1-6 185 0 0,-17 28-351 0 0,1 0 0 0 0,-1 0 0 0 0,0 0 0 0 0,1 0 0 0 0,-1 0 0 0 0,1 1 0 0 0,-1-1 0 0 0,1 0 1 0 0,-1 0-1 0 0,1 0 0 0 0,-1 1 0 0 0,1-1 0 0 0,0 0 0 0 0,0 1 0 0 0,-1-1 0 0 0,1 0 0 0 0,0 1 1 0 0,0-1-1 0 0,0 1 0 0 0,-1-1 0 0 0,3 0 0 0 0,-3 1-13 0 0,1 0-1 0 0,-1 1 1 0 0,1-1-1 0 0,-1 0 1 0 0,1 0 0 0 0,-1 0-1 0 0,0 0 1 0 0,1 1-1 0 0,-1-1 1 0 0,1 0 0 0 0,-1 0-1 0 0,0 1 1 0 0,1-1 0 0 0,-1 0-1 0 0,0 1 1 0 0,1-1-1 0 0,-1 0 1 0 0,0 1 0 0 0,1-1-1 0 0,-1 0 1 0 0,0 1-1 0 0,0-1 1 0 0,0 1 0 0 0,1-1-1 0 0,-1 0 1 0 0,0 1-1 0 0,0-1 1 0 0,0 1 0 0 0,0-1-1 0 0,0 1 1 0 0,0-1 0 0 0,0 1-1 0 0,0-1 1 0 0,0 1-1 0 0,0-1 1 0 0,0 0 0 0 0,0 1-1 0 0,0 0 1 0 0,-1 43 232 0 0,0-27-118 0 0,1-1 1 0 0,0 1-1 0 0,1 0 1 0 0,1-1-1 0 0,6 24 0 0 0,-1-24 199 0 0,0-14 21 0 0,8-26 98 0 0,-7 10-477 0 0,-5 7 60 0 0,14-25 148 0 0,1 2 0 0 0,2 0 1 0 0,41-49-1 0 0,-11 26 439 0 0,-48 52-440 0 0,-1 4-132 0 0,1 0 1 0 0,-1 0-1 0 0,0 0 0 0 0,1 0 1 0 0,-1 1-1 0 0,-1-1 1 0 0,1 0-1 0 0,0 1 1 0 0,-1-1-1 0 0,0 7 0 0 0,-2 75 210 0 0,1-47-164 0 0,0-30-61 0 0,1 1-1 0 0,0 0 1 0 0,0-1-1 0 0,1 1 1 0 0,0 0-1 0 0,0-1 0 0 0,1 0 1 0 0,1 1-1 0 0,-1-1 1 0 0,1 0-1 0 0,5 10 1 0 0,-7-17-26 0 0,-1-1 1 0 0,0 1-1 0 0,1-1 0 0 0,-1 1 1 0 0,0-1-1 0 0,1 0 1 0 0,-1 1-1 0 0,1-1 1 0 0,-1 1-1 0 0,0-1 1 0 0,1 0-1 0 0,-1 1 0 0 0,1-1 1 0 0,-1 0-1 0 0,1 0 1 0 0,0 1-1 0 0,-1-1 1 0 0,1 0-1 0 0,-1 0 1 0 0,1 0-1 0 0,-1 0 0 0 0,1 0 1 0 0,-1 0-1 0 0,1 0 1 0 0,0 0-1 0 0,-1 0 1 0 0,1 0-1 0 0,-1 0 1 0 0,2 0-1 0 0,16-12 97 0 0,9-21-4 0 0,-26 32-96 0 0,39-65 161 0 0,39-86-1 0 0,-63 120-126 0 0,-4 3 17 0 0,16-53 0 0 0,-10 27 1 0 0,-11 30-21 0 0,-2 0-1 0 0,0 0 1 0 0,-1-1-1 0 0,-1-26 1 0 0,-3 42-13 0 0,0 0 0 0 0,-1-1 1 0 0,0 1-1 0 0,-1 0 0 0 0,0-1 0 0 0,-6-16 0 0 0,7 27-16 0 0,1-1-1 0 0,0 0 0 0 0,-1 1 1 0 0,1-1-1 0 0,-1 0 0 0 0,1 1 1 0 0,0-1-1 0 0,-1 1 0 0 0,1-1 1 0 0,-1 1-1 0 0,0-1 0 0 0,1 1 1 0 0,-1-1-1 0 0,1 1 0 0 0,-1-1 1 0 0,0 1-1 0 0,1 0 0 0 0,-1-1 1 0 0,0 1-1 0 0,1 0 0 0 0,-1 0 1 0 0,0 0-1 0 0,0-1 0 0 0,1 1 1 0 0,-1 0-1 0 0,0 0 0 0 0,0 0 1 0 0,1 0-1 0 0,-1 0 0 0 0,-1 1 1 0 0,0-1 1 0 0,1 0 1 0 0,-1 0 0 0 0,1 1-1 0 0,-1-1 1 0 0,1 1 0 0 0,-1-1-1 0 0,1 1 1 0 0,-1-1 0 0 0,1 1 0 0 0,0 0-1 0 0,-1 0 1 0 0,-1 1 0 0 0,-2 5 11 0 0,-1 0 1 0 0,2 0 0 0 0,-1 0-1 0 0,1 0 1 0 0,0 1 0 0 0,0 0-1 0 0,-2 9 1 0 0,-16 63 77 0 0,10-36-46 0 0,0 7 10 0 0,2 1-1 0 0,2 1 1 0 0,2-1 0 0 0,3 1-1 0 0,2 0 1 0 0,9 83 0 0 0,-6-116-23 0 0,1-1 1 0 0,1 1-1 0 0,0-1 1 0 0,2 0-1 0 0,0 0 1 0 0,2-1-1 0 0,-1 1 1 0 0,2-2-1 0 0,16 25 1 0 0,-25-41-33 0 0,0-1-1 0 0,1 1 1 0 0,-1 0-1 0 0,0-1 1 0 0,1 1 0 0 0,-1 0-1 0 0,0-1 1 0 0,1 1-1 0 0,-1-1 1 0 0,1 1 0 0 0,0-1-1 0 0,-1 1 1 0 0,1-1-1 0 0,-1 1 1 0 0,1-1 0 0 0,0 1-1 0 0,-1-1 1 0 0,1 0-1 0 0,0 1 1 0 0,-1-1 0 0 0,1 0-1 0 0,0 0 1 0 0,0 1-1 0 0,-1-1 1 0 0,1 0 0 0 0,0 0-1 0 0,0 0 1 0 0,-1 0-1 0 0,1 0 1 0 0,0 0 0 0 0,0 0-1 0 0,-1 0 1 0 0,1 0-1 0 0,0-1 1 0 0,0 1 0 0 0,-1 0-1 0 0,1 0 1 0 0,0-1-1 0 0,-1 1 1 0 0,1 0 0 0 0,0-1-1 0 0,-1 1 1 0 0,1-1-1 0 0,0 1 1 0 0,-1-1 0 0 0,1 1-1 0 0,-1-1 1 0 0,1 1-1 0 0,-1-1 1 0 0,1 0 0 0 0,-1 1-1 0 0,0-1 1 0 0,1 0-1 0 0,-1 1 1 0 0,1-2 0 0 0,3-5 14 0 0,-1-1 1 0 0,0 1 0 0 0,-1-1-1 0 0,3-8 1 0 0,-4 11-6 0 0,5-18 15 0 0,0-3 33 0 0,2 0 0 0 0,1 0-1 0 0,0 1 1 0 0,19-33 0 0 0,-27 56-36 0 0,-2 2-20 0 0,1 1 0 0 0,0-1 0 0 0,0 0 0 0 0,0 0-1 0 0,-1 0 1 0 0,1 0 0 0 0,0 0 0 0 0,0 0 0 0 0,-1 0 0 0 0,1 0-1 0 0,0 0 1 0 0,0 0 0 0 0,-1 0 0 0 0,1 0 0 0 0,0 0 0 0 0,0 0-1 0 0,-1 0 1 0 0,1 0 0 0 0,0 0 0 0 0,0 0 0 0 0,-1 0 0 0 0,1 0-1 0 0,0 0 1 0 0,0 0 0 0 0,-1 0 0 0 0,1 0 0 0 0,0-1 0 0 0,0 1-1 0 0,0 0 1 0 0,-1 0 0 0 0,1 0 0 0 0,0 0 0 0 0,0-1 0 0 0,0 1-1 0 0,0 0 1 0 0,-1 0 0 0 0,1 0 0 0 0,0-1 0 0 0,0 1 0 0 0,0 0-1 0 0,0 0 1 0 0,0-1 0 0 0,0 1 0 0 0,0 0 0 0 0,0 0 0 0 0,0-1-1 0 0,0 1 1 0 0,-1 2 50 0 0,28 22 252 0 0,18-19-164 0 0,-40-4-135 0 0,0 1-1 0 0,0-2 1 0 0,0 1-1 0 0,0 0 1 0 0,1-1-1 0 0,-1 0 1 0 0,0 0 0 0 0,0-1-1 0 0,0 1 1 0 0,0-1-1 0 0,0 0 1 0 0,0 0 0 0 0,0-1-1 0 0,0 0 1 0 0,0 0-1 0 0,-1 0 1 0 0,8-4 0 0 0,-2-2 0 0 0,0 0 1 0 0,-1-1-1 0 0,0 0 1 0 0,0-1 0 0 0,-1 0-1 0 0,0 0 1 0 0,-1-1 0 0 0,0 1-1 0 0,7-18 1 0 0,4-13 19 0 0,18-56 0 0 0,-30 75-20 0 0,-1-1 1 0 0,0 0-1 0 0,-2 0 0 0 0,-1 0 0 0 0,-1-39 1 0 0,-1 57-5 0 0,0 0 1 0 0,0 0-1 0 0,-1 0 1 0 0,0 0-1 0 0,0 0 1 0 0,0 0-1 0 0,0 0 1 0 0,-1 1 0 0 0,0-1-1 0 0,0 1 1 0 0,-3-6-1 0 0,5 10-3 0 0,-1 0 0 0 0,0 0 0 0 0,1 0 0 0 0,-1 0 0 0 0,1 0 0 0 0,-1 0 0 0 0,1 0 0 0 0,-1 1 0 0 0,1-1 0 0 0,-1 0 0 0 0,1 0 0 0 0,-1 0-1 0 0,1 1 1 0 0,-1-1 0 0 0,1 0 0 0 0,0 0 0 0 0,-1 1 0 0 0,1-1 0 0 0,-1 0 0 0 0,1 1 0 0 0,0-1 0 0 0,-1 0 0 0 0,1 1 0 0 0,0-1 0 0 0,-1 1 0 0 0,1-1 0 0 0,0 1 0 0 0,0-1 0 0 0,-1 1-1 0 0,1-1 1 0 0,0 1 0 0 0,0 0 0 0 0,-9 14 7 0 0,9-15-8 0 0,-9 18 6 0 0,1 1 0 0 0,1 0-1 0 0,1 1 1 0 0,1 0 0 0 0,1-1 0 0 0,-3 28 0 0 0,4-5 7 0 0,1 0 0 0 0,5 43 0 0 0,-1-55-1 0 0,11 57-1 0 0,-10-74-6 0 0,1-1 0 0 0,0 0 0 0 0,0 0 0 0 0,2 0 0 0 0,-1-1 0 0 0,14 21 1 0 0,-18-31-6 0 0,0 0 1 0 0,-1 0-1 0 0,1 0 1 0 0,0 0 0 0 0,0 0-1 0 0,0-1 1 0 0,0 1 0 0 0,-1 0-1 0 0,1-1 1 0 0,0 1 0 0 0,0 0-1 0 0,0-1 1 0 0,0 1-1 0 0,0-1 1 0 0,0 0 0 0 0,1 1-1 0 0,-1-1 1 0 0,0 0 0 0 0,0 0-1 0 0,0 0 1 0 0,0 1-1 0 0,0-1 1 0 0,0 0 0 0 0,1 0-1 0 0,-1-1 1 0 0,0 1 0 0 0,0 0-1 0 0,0 0 1 0 0,0-1 0 0 0,0 1-1 0 0,0 0 1 0 0,0-1-1 0 0,0 1 1 0 0,0-1 0 0 0,0 1-1 0 0,0-1 1 0 0,0 0 0 0 0,0 1-1 0 0,0-1 1 0 0,0 0 0 0 0,-1 0-1 0 0,1 0 1 0 0,0 1-1 0 0,1-3 1 0 0,4-4 5 0 0,0-1 0 0 0,0 0 0 0 0,9-15-1 0 0,-13 19-2 0 0,78-136 79 0 0,-68 109-36 0 0,-11 28 0 0 0,-2 28-12 0 0,-3-7-21 0 0,2-6 6 0 0,0 0 0 0 0,0 0 0 0 0,1 0 0 0 0,1 0 0 0 0,1 16 0 0 0,-1-26-8 0 0,21 6 39 0 0,-19-7-47 0 0,0 0 1 0 0,0 0-1 0 0,0 0 0 0 0,1 0 1 0 0,-1 0-1 0 0,0-1 1 0 0,1 1-1 0 0,-1 0 1 0 0,0-1-1 0 0,5 0 1 0 0,101 0 124 0 0,-107 0-126 0 0,0 0 0 0 0,0 0 0 0 0,1 0 0 0 0,-1 0 0 0 0,0 0 0 0 0,0 1 0 0 0,0-1 0 0 0,1 0 1 0 0,-1 1-1 0 0,0-1 0 0 0,0 0 0 0 0,0 1 0 0 0,0-1 0 0 0,0 1 0 0 0,0 0 0 0 0,0-1 1 0 0,0 1-1 0 0,0 0 0 0 0,0 0 0 0 0,0 0 0 0 0,0-1 0 0 0,0 1 0 0 0,-1 0 0 0 0,1 0 0 0 0,0 0 1 0 0,-1 0-1 0 0,1 0 0 0 0,-1 1 0 0 0,1-1 0 0 0,-1 0 0 0 0,1 0 0 0 0,-1 0 0 0 0,0 0 1 0 0,0 1-1 0 0,1-1 0 0 0,-1 0 0 0 0,0 0 0 0 0,0 3 0 0 0,-1 1 3 0 0,1 1 1 0 0,-1 0-1 0 0,-1-1 0 0 0,1 1 0 0 0,-1 0 0 0 0,0-1 1 0 0,0 0-1 0 0,0 1 0 0 0,-5 6 0 0 0,6-10 0 0 0,-13 23 11 0 0,13-24-12 0 0,0 0-1 0 0,0 0 0 0 0,1 0 0 0 0,-1 0 0 0 0,0 1 1 0 0,0-1-1 0 0,0 0 0 0 0,0-1 0 0 0,0 1 0 0 0,0 0 1 0 0,-1 0-1 0 0,1 0 0 0 0,0-1 0 0 0,0 1 0 0 0,-1 0 0 0 0,1-1 1 0 0,-2 1-1 0 0,-3-1 0 0 0,30 10 11 0 0,-22-10-14 0 0,1 0 0 0 0,1 0 0 0 0,-1 0 0 0 0,0 0 0 0 0,0 0 0 0 0,0 0 0 0 0,1-1 0 0 0,-1 1 0 0 0,0-1 0 0 0,0 0 0 0 0,0 0 0 0 0,0 0 0 0 0,0 0 0 0 0,0 0 0 0 0,0-1 0 0 0,0 0 0 0 0,-1 1 0 0 0,1-1 0 0 0,0 0 0 0 0,-1 0 0 0 0,0-1 0 0 0,4-3 0 0 0,16-17 0 0 0,-2-1 0 0 0,0 0-1 0 0,-2-2 1 0 0,-1 0 0 0 0,-1-1-1 0 0,24-54 1 0 0,-23 37-16 0 0,-1 0 0 0 0,-2-2 0 0 0,-3 1 1 0 0,7-51-1 0 0,-15 75-7 0 0,-2 0 0 0 0,0 1 0 0 0,-2-25 0 0 0,1 45 22 0 0,0-1-1 0 0,0 1 1 0 0,0-1 0 0 0,0 1 0 0 0,0-1 0 0 0,0 1 0 0 0,0-1-1 0 0,0 1 1 0 0,0-1 0 0 0,0 0 0 0 0,-1 1 0 0 0,1-1-1 0 0,0 1 1 0 0,0-1 0 0 0,0 1 0 0 0,-1 0 0 0 0,1-1 0 0 0,0 1-1 0 0,0-1 1 0 0,-1 1 0 0 0,1-1 0 0 0,-1 1 0 0 0,1 0-1 0 0,0-1 1 0 0,-1 1 0 0 0,1 0 0 0 0,-1-1 0 0 0,1 1 0 0 0,-1 0-1 0 0,1 0 1 0 0,0-1 0 0 0,-1 1 0 0 0,1 0 0 0 0,-1 0-1 0 0,1 0 1 0 0,-1 0 0 0 0,0 0 0 0 0,1 0 0 0 0,-1-1 0 0 0,1 1-1 0 0,-1 0 1 0 0,1 1 0 0 0,-1-1 0 0 0,1 0 0 0 0,-1 0-1 0 0,1 0 1 0 0,-1 0 0 0 0,1 0 0 0 0,-1 0 0 0 0,1 1-1 0 0,-1-1 1 0 0,1 0 0 0 0,-1 0 0 0 0,1 1 0 0 0,-1-1 0 0 0,1 0-1 0 0,0 1 1 0 0,-1-1 0 0 0,1 0 0 0 0,-1 1 0 0 0,-2 2-6 0 0,1-1 0 0 0,-1 1 0 0 0,0 0 0 0 0,1-1 1 0 0,0 1-1 0 0,-1 0 0 0 0,-2 6 0 0 0,-6 15-30 0 0,0 1-1 0 0,1 0 0 0 0,2 1 1 0 0,1-1-1 0 0,0 2 0 0 0,2-1 1 0 0,1 0-1 0 0,0 29 1 0 0,4-52 30 0 0,0 0 0 0 0,0 0 1 0 0,1 0-1 0 0,0 0 0 0 0,-1 0 1 0 0,1 0-1 0 0,0 0 0 0 0,0 0 1 0 0,0-1-1 0 0,3 5 0 0 0,-4-7 6 0 0,1 0 0 0 0,-1 0 0 0 0,1 0 0 0 0,-1 1-1 0 0,1-1 1 0 0,-1 0 0 0 0,1 0 0 0 0,-1 0 0 0 0,1 0 0 0 0,-1 0-1 0 0,1 0 1 0 0,-1-1 0 0 0,1 1 0 0 0,-1 0 0 0 0,1 0 0 0 0,-1 0-1 0 0,1 0 1 0 0,-1 0 0 0 0,1-1 0 0 0,-1 1 0 0 0,0 0 0 0 0,1 0-1 0 0,-1-1 1 0 0,1 1 0 0 0,-1 0 0 0 0,0-1 0 0 0,1 1 0 0 0,0-1-1 0 0,9-8-4 0 0,30-34-32 0 0,-38 41 36 0 0,0 0 1 0 0,0 0 0 0 0,0 1-1 0 0,0-1 1 0 0,0 0 0 0 0,0 1 0 0 0,0-1-1 0 0,0 1 1 0 0,1-1 0 0 0,-1 1 0 0 0,0 0-1 0 0,1 0 1 0 0,-1 0 0 0 0,1 1-1 0 0,0-1 1 0 0,-1 0 0 0 0,1 1 0 0 0,0 0-1 0 0,-1 0 1 0 0,5 0 0 0 0,-6 0 0 0 0,0 1 0 0 0,0 0 0 0 0,0 0 0 0 0,0 0 0 0 0,0 0 0 0 0,0 0 1 0 0,0 0-1 0 0,0 0 0 0 0,0 0 0 0 0,-1 0 0 0 0,1 0 0 0 0,0 0 0 0 0,-1 1 0 0 0,1-1 0 0 0,-1 0 0 0 0,1 1 1 0 0,-1-1-1 0 0,0 0 0 0 0,1 1 0 0 0,-1 1 0 0 0,4 24-3 0 0,-3-15 2 0 0,8 33-4 0 0,-4-31 6 0 0,3-1 0 0 0,1-5 0 0 0,-9-7 0 0 0,0-1 0 0 0,1 0 0 0 0,-1 1 0 0 0,0-1 0 0 0,1 0 0 0 0,-1 1 0 0 0,0-1 0 0 0,0 0 0 0 0,1 1 0 0 0,-1-1 0 0 0,0 0 0 0 0,1 0 0 0 0,-1 1 0 0 0,1-1 0 0 0,-1 0 0 0 0,0 0 0 0 0,1 0 0 0 0,-1 0 0 0 0,1 1 0 0 0,-1-1 0 0 0,0 0 0 0 0,1 0 0 0 0,-1 0 0 0 0,1 0 0 0 0,-1 0 0 0 0,1 0 0 0 0,-1 0 0 0 0,1 0 0 0 0,-1 0 0 0 0,0-1 0 0 0,1 1 0 0 0,-1 0 0 0 0,1 0 0 0 0,0-1 0 0 0,0 1 0 0 0,-1 0 0 0 0,1-1 0 0 0,0 1 0 0 0,-1 0 0 0 0,1 0 0 0 0,0 0 0 0 0,-1-1 0 0 0,1 1 0 0 0,0 0 0 0 0,0 0 0 0 0,-1 0 0 0 0,1 0 0 0 0,0 0 0 0 0,0 0 0 0 0,-1 1 0 0 0,1-1 0 0 0,0 0 0 0 0,-1 0 0 0 0,1 0 0 0 0,0 1 0 0 0,-1-1 0 0 0,1 0 0 0 0,0 1 0 0 0,-1-1 0 0 0,1 0 0 0 0,0 2 0 0 0,13 6 0 0 0,-11-5 0 0 0,-1 1 0 0 0,1-1 0 0 0,-1 1 0 0 0,0 0 0 0 0,0 0 0 0 0,0 0 0 0 0,0 0 0 0 0,0 0 0 0 0,-1 0 0 0 0,0 1 0 0 0,0-1 0 0 0,0 0 0 0 0,-1 1 0 0 0,1-1 0 0 0,-1 1 0 0 0,-1 6 0 0 0,1 1 0 0 0,-1 0 0 0 0,0 0 0 0 0,-1 0 0 0 0,-1-1 0 0 0,-4 14 0 0 0,7-21-171 0 0,-3 4 378 0 0,-8 3-3532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31.5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16479 0 0,'18'7'168'0'0,"7"4"336"0"0,-14-5-160 0 0,0 0-1 0 0,0 1 1 0 0,13 11 0 0 0,-23-17 473 0 0,8 8 1554 0 0,-5-7-4407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31.9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14968 0 0,'31'6'200'0'0,"-15"-3"15"0"0,-1 0 0 0 0,1 1 1 0 0,23 10-1 0 0,54 25 1009 0 0,-83-34-1108 0 0,0-2 0 0 0,0 1 0 0 0,0-1 1 0 0,0-1-1 0 0,18 3 0 0 0,-27-5-104 0 0,1 0 1 0 0,-1-1-1 0 0,0 1 0 0 0,0-1 0 0 0,1 1 0 0 0,-1-1 1 0 0,0 1-1 0 0,0-1 0 0 0,0 0 0 0 0,0 1 0 0 0,0-1 1 0 0,1 0-1 0 0,-2 0 0 0 0,1 0 0 0 0,0 0 0 0 0,0 0 1 0 0,0 0-1 0 0,1-2 0 0 0,15-23 23 0 0,-15 22-18 0 0,7-12-2275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32.44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182 1 11256 0 0,'11'7'84'0'0,"18"14"97"0"0,-28-20-174 0 0,0 0 0 0 0,-1-1-1 0 0,1 1 1 0 0,0 0 0 0 0,-1 0 0 0 0,1 0 0 0 0,-1 0 0 0 0,0 0 0 0 0,1 0 0 0 0,-1 0 0 0 0,0 0 0 0 0,1 0-1 0 0,-1 0 1 0 0,0 0 0 0 0,0 0 0 0 0,0 0 0 0 0,0 0 0 0 0,0 0 0 0 0,0 0 0 0 0,0 0 0 0 0,0 0-1 0 0,0 0 1 0 0,0 0 0 0 0,-1 0 0 0 0,1 0 0 0 0,0 0 0 0 0,-1 0 0 0 0,1 0 0 0 0,-2 2 0 0 0,-12 17 123 0 0,-1 0 0 0 0,-1 0 0 0 0,-29 27 0 0 0,27-29 70 0 0,0 0 1 0 0,2 2 0 0 0,-16 22-1 0 0,32-42-185 0 0,-1 1 1 0 0,1 0-1 0 0,0 0 0 0 0,-1-1 0 0 0,1 1 0 0 0,0 0 0 0 0,-1 0 0 0 0,1 0 1 0 0,0 0-1 0 0,0-1 0 0 0,0 1 0 0 0,0 0 0 0 0,0 0 0 0 0,0 0 0 0 0,0 0 1 0 0,0 0-1 0 0,0 0 0 0 0,0-1 0 0 0,0 1 0 0 0,1 0 0 0 0,-1 0 0 0 0,0 0 1 0 0,0 0-1 0 0,1-1 0 0 0,-1 1 0 0 0,1 0 0 0 0,-1 0 0 0 0,1-1 1 0 0,-1 1-1 0 0,1 0 0 0 0,-1-1 0 0 0,1 1 0 0 0,0-1 0 0 0,-1 1 0 0 0,1 0 1 0 0,0-1-1 0 0,0 0 0 0 0,-1 1 0 0 0,1-1 0 0 0,0 1 0 0 0,0-1 0 0 0,0 0 1 0 0,-1 1-1 0 0,1-1 0 0 0,0 0 0 0 0,0 0 0 0 0,1 0 0 0 0,10 3-23 0 0,0 0 0 0 0,24 2 0 0 0,-11-2 69 0 0,7 4-50 0 0,-23-6-9 0 0,-1 0 1 0 0,-1 1-1 0 0,1 0 0 0 0,0 0 0 0 0,0 1 1 0 0,-1 0-1 0 0,1 1 0 0 0,-1-1 0 0 0,7 6 1 0 0,-9-7-3 0 0,-4-2 0 0 0,0 1 0 0 0,0-1 0 0 0,0 1 0 0 0,0-1 0 0 0,1 1 0 0 0,-1 0 0 0 0,0-1 0 0 0,0 1 0 0 0,-1 0 0 0 0,1 0 0 0 0,0 0 0 0 0,0 0 0 0 0,0 0 0 0 0,-1 0 0 0 0,1 0 0 0 0,0 0 0 0 0,-1 0 0 0 0,2 2 0 0 0,-1-2 0 0 0,0 1 1 0 0,0 0-1 0 0,1 0 0 0 0,-1 0 1 0 0,0 0-1 0 0,-1 0 1 0 0,1 0-1 0 0,0 0 1 0 0,-1 1-1 0 0,1-1 1 0 0,-1 0-1 0 0,1 0 1 0 0,-1 1-1 0 0,0-1 1 0 0,0 0-1 0 0,0 0 1 0 0,0 1-1 0 0,-1-1 1 0 0,1 0-1 0 0,-2 4 0 0 0,0-1 3 0 0,1-1-1 0 0,-2 0 0 0 0,1 0 0 0 0,0 0 1 0 0,-1 0-1 0 0,0-1 0 0 0,0 1 0 0 0,0-1 1 0 0,-6 6-1 0 0,-6 2 6 0 0,0 0-1 0 0,0-1 1 0 0,-1 0 0 0 0,-18 7-1 0 0,2-1 5 0 0,22-10 6 0 0,0 0 0 0 0,-1-1 0 0 0,0 0-1 0 0,0 0 1 0 0,-1-1 0 0 0,1-1 0 0 0,-1 0-1 0 0,-22 2 1 0 0,34-5-19 0 0,-1 0-1 0 0,0 0 1 0 0,0 0-1 0 0,1 0 1 0 0,-1 0-1 0 0,0 0 1 0 0,0-1-1 0 0,1 1 0 0 0,-1 0 1 0 0,0 0-1 0 0,1-1 1 0 0,-1 1-1 0 0,0 0 1 0 0,1-1-1 0 0,-1 1 1 0 0,1-1-1 0 0,-1 1 1 0 0,0-1-1 0 0,1 1 1 0 0,-1-1-1 0 0,1 1 1 0 0,0-1-1 0 0,-1 1 1 0 0,1-1-1 0 0,-1 0 1 0 0,1 1-1 0 0,-1-2 0 0 0,-1-24 357 0 0,12-18-2052 0 0,-10 44 1574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38.5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1 554 11152 0 0,'11'0'30'0'0,"0"0"41"0"0,5 1 83 0 0,21 3 224 0 0,-36-3-360 0 0,-1 0 1 0 0,0-1-1 0 0,0 1 0 0 0,1 0 0 0 0,-1-1 1 0 0,0 1-1 0 0,0 0 0 0 0,0 0 1 0 0,0-1-1 0 0,0 1 0 0 0,0 0 0 0 0,0-1 1 0 0,0 1-1 0 0,0 0 0 0 0,0 0 1 0 0,0-1-1 0 0,0 1 0 0 0,0 0 1 0 0,-1-1-1 0 0,1 1 0 0 0,0 0 0 0 0,-1-1 1 0 0,1 1-1 0 0,0 0 0 0 0,-1-1 1 0 0,1 1-1 0 0,-1-1 0 0 0,1 1 0 0 0,-2 0 1 0 0,-2 9 1440 0 0,4-8-1439 0 0,1-1 1 0 0,-1 1-1 0 0,0-1 1 0 0,1 0 0 0 0,-1 1-1 0 0,1-1 1 0 0,-1 0-1 0 0,1 1 1 0 0,0-1-1 0 0,0 0 1 0 0,-1 0-1 0 0,1 1 1 0 0,0-1-1 0 0,0 0 1 0 0,0 0-1 0 0,0 0 1 0 0,0 0-1 0 0,1 0 1 0 0,-1-1-1 0 0,0 1 1 0 0,0 0 0 0 0,1 0-1 0 0,-1-1 1 0 0,0 1-1 0 0,1-1 1 0 0,-1 1-1 0 0,0-1 1 0 0,1 0-1 0 0,-1 1 1 0 0,1-1-1 0 0,1 0 1 0 0,9 2-77 0 0,0-1 1 0 0,23-1-1 0 0,-22 0 83 0 0,-2 0-88 0 0,0-1 0 0 0,0 0 0 0 0,0-1-1 0 0,0 0 1 0 0,0-1 0 0 0,-1 0 0 0 0,1-1 0 0 0,-1 0-1 0 0,1 0 1 0 0,-1-1 0 0 0,-1 0 0 0 0,1-1 0 0 0,-1 0-1 0 0,0-1 1 0 0,0 0 0 0 0,-1 0 0 0 0,0-1-1 0 0,0 0 1 0 0,-1 0 0 0 0,0-1 0 0 0,10-16 0 0 0,-7 7-17 0 0,3-3-24 0 0,-2-1 1 0 0,0-1-1 0 0,12-39 1 0 0,-21 40 13 0 0,-3 18 38 0 0,2 13 28 0 0,-1 5 29 0 0,0 0 0 0 0,-5 25 1 0 0,3-25-1 0 0,1-1 0 0 0,0 1 0 0 0,0-1 0 0 0,3 18 0 0 0,0-19 36 0 0,0-1-1 0 0,1 1 1 0 0,1-1 0 0 0,0 1-1 0 0,1-1 1 0 0,0 0 0 0 0,0 0-1 0 0,13 16 1 0 0,-18-26-27 0 0,1-1 0 0 0,0 1 1 0 0,0 0-1 0 0,0-1 0 0 0,0 1 0 0 0,-1-1 1 0 0,1 1-1 0 0,0-1 0 0 0,0 0 0 0 0,0 1 0 0 0,0-1 1 0 0,0 0-1 0 0,0 0 0 0 0,0 0 0 0 0,0 0 0 0 0,0 0 1 0 0,0 0-1 0 0,0 0 0 0 0,0 0 0 0 0,0 0 1 0 0,0 0-1 0 0,0 0 0 0 0,0-1 0 0 0,0 1 0 0 0,0 0 1 0 0,0-1-1 0 0,0 1 0 0 0,0 0 0 0 0,-1-1 1 0 0,1 1-1 0 0,0-1 0 0 0,0 0 0 0 0,0 1 0 0 0,-1-1 1 0 0,1 0-1 0 0,0 1 0 0 0,-1-1 0 0 0,1 0 1 0 0,0 0-1 0 0,-1 0 0 0 0,1-1 0 0 0,9-12 85 0 0,-2 2 16 0 0,0 0 1 0 0,16-16 0 0 0,-13 17-57 0 0,-1-1 1 0 0,12-17 0 0 0,12-14 162 0 0,3-5 331 0 0,-35 46-165 0 0,-19 57 57 0 0,16-42-384 0 0,0 0 0 0 0,0 1 0 0 0,1-1 0 0 0,1 0 0 0 0,0 0 1 0 0,1 0-1 0 0,0 0 0 0 0,5 14 0 0 0,-7-25-49 0 0,0 0 0 0 0,0 0 0 0 0,1 0 0 0 0,-1 0 1 0 0,1-1-1 0 0,0 1 0 0 0,0 0 0 0 0,0 0 0 0 0,-1 0 0 0 0,2 0 0 0 0,-1-1 0 0 0,0 1 1 0 0,0-1-1 0 0,0 1 0 0 0,1-1 0 0 0,-1 1 0 0 0,1-1 0 0 0,-1 1 0 0 0,1-1 0 0 0,0 0 1 0 0,-1 0-1 0 0,1 0 0 0 0,0 0 0 0 0,0 0 0 0 0,0-1 0 0 0,0 1 0 0 0,0 0 1 0 0,0-1-1 0 0,0 1 0 0 0,0-1 0 0 0,0 0 0 0 0,0 0 0 0 0,0 0 0 0 0,2 0 0 0 0,2 0 8 0 0,-1-1 0 0 0,0 1 0 0 0,1-1 0 0 0,-1 0-1 0 0,0-1 1 0 0,0 1 0 0 0,1-1 0 0 0,-1 0-1 0 0,-1 0 1 0 0,1-1 0 0 0,0 1 0 0 0,4-5 0 0 0,0 1 9 0 0,0-1 0 0 0,-1-1 1 0 0,0 0-1 0 0,-1 0 1 0 0,10-13-1 0 0,3-10 46 0 0,-1 0 1 0 0,22-53-1 0 0,-33 66-46 0 0,3-5 52 0 0,-1 0-1 0 0,-2 0 1 0 0,0 0-1 0 0,-2-1 1 0 0,0 0-1 0 0,-2-1 1 0 0,0 1-1 0 0,-2-1 1 0 0,-1-36-1 0 0,-1 59-62 0 0,0 0-1 0 0,0 0 1 0 0,0 0-1 0 0,-1 0 1 0 0,1 0-1 0 0,-1 0 0 0 0,1 0 1 0 0,-1 0-1 0 0,0 0 1 0 0,0 0-1 0 0,0 0 1 0 0,0 0-1 0 0,0 1 0 0 0,0-1 1 0 0,-1 0-1 0 0,1 1 1 0 0,0-1-1 0 0,-1 1 1 0 0,1-1-1 0 0,-1 1 0 0 0,0 0 1 0 0,1 0-1 0 0,-4-2 1 0 0,3 3-5 0 0,1-1 1 0 0,-1 1 0 0 0,0 0-1 0 0,1 0 1 0 0,-1 0 0 0 0,1 0-1 0 0,-1 0 1 0 0,0 1 0 0 0,1-1-1 0 0,-1 0 1 0 0,1 1 0 0 0,-1-1 0 0 0,1 1-1 0 0,-1 0 1 0 0,1-1 0 0 0,-1 1-1 0 0,1 0 1 0 0,0 0 0 0 0,-1 0-1 0 0,1 0 1 0 0,0 0 0 0 0,0 0-1 0 0,0 0 1 0 0,0 0 0 0 0,0 1-1 0 0,0-1 1 0 0,0 0 0 0 0,0 1-1 0 0,0-1 1 0 0,0 0 0 0 0,0 3-1 0 0,-11 20 51 0 0,1 0 0 0 0,2 1-1 0 0,0 0 1 0 0,2 1 0 0 0,0-1-1 0 0,2 1 1 0 0,1 1-1 0 0,-1 48 1 0 0,3-27 28 0 0,6 54-1 0 0,-2-76-37 0 0,1 0 0 0 0,1-1 0 0 0,16 50 0 0 0,-20-73-52 0 0,1 0 1 0 0,0 0-1 0 0,0 1 1 0 0,-1-1 0 0 0,1 0-1 0 0,0-1 1 0 0,1 1-1 0 0,-1 0 1 0 0,0 0-1 0 0,1 0 1 0 0,-1-1 0 0 0,1 1-1 0 0,-1-1 1 0 0,1 1-1 0 0,0-1 1 0 0,-1 0 0 0 0,1 1-1 0 0,0-1 1 0 0,0 0-1 0 0,0 0 1 0 0,4 1-1 0 0,-3-2 2 0 0,-1 0-1 0 0,1 0 0 0 0,0 0 1 0 0,-1 0-1 0 0,1 0 0 0 0,0-1 1 0 0,-1 1-1 0 0,1-1 0 0 0,-1 0 0 0 0,1 0 1 0 0,-1 0-1 0 0,1 0 0 0 0,-1 0 1 0 0,1 0-1 0 0,2-2 0 0 0,5-5 13 0 0,0 0 0 0 0,0-1 0 0 0,-1 0 0 0 0,0 0 0 0 0,15-20 0 0 0,-16 17 7 0 0,0 0 0 0 0,-1 0 0 0 0,-1 0 0 0 0,1-1-1 0 0,-2 0 1 0 0,0-1 0 0 0,-1 1 0 0 0,3-15 0 0 0,-6 26 18 0 0,-1-1 110 0 0,-1-1 102 0 0,-5 11-215 0 0,2 0-4 0 0,-1 0 0 0 0,1 0 0 0 0,1 0 0 0 0,-1 0 0 0 0,1 0 0 0 0,1 1 0 0 0,-1 0 0 0 0,1 0 0 0 0,1-1 0 0 0,-1 1 0 0 0,1 0 0 0 0,1 0 0 0 0,0 10 0 0 0,0-18-27 0 0,0 1 1 0 0,0 0 0 0 0,1 0 0 0 0,-1 0 0 0 0,0 0-1 0 0,1 0 1 0 0,-1-1 0 0 0,1 1 0 0 0,-1 0-1 0 0,1 0 1 0 0,-1-1 0 0 0,1 1 0 0 0,0 0-1 0 0,-1-1 1 0 0,1 1 0 0 0,0-1 0 0 0,-1 1 0 0 0,1-1-1 0 0,0 1 1 0 0,0-1 0 0 0,0 1 0 0 0,-1-1-1 0 0,1 0 1 0 0,0 1 0 0 0,0-1 0 0 0,0 0-1 0 0,0 0 1 0 0,0 0 0 0 0,0 1 0 0 0,0-1 0 0 0,-1 0-1 0 0,1 0 1 0 0,0 0 0 0 0,0-1 0 0 0,0 1-1 0 0,0 0 1 0 0,0 0 0 0 0,0 0 0 0 0,0-1 0 0 0,-1 1-1 0 0,1 0 1 0 0,1-2 0 0 0,40-16 135 0 0,-39 16-112 0 0,22-11 66 0 0,1 0 1 0 0,0 2-1 0 0,34-10 0 0 0,-52 18-72 0 0,1 1 0 0 0,-1 0 0 0 0,1 1 0 0 0,-1 0 0 0 0,1 0 0 0 0,0 1 0 0 0,-1 0 0 0 0,1 1 0 0 0,-1 0 0 0 0,1 0 0 0 0,-1 1 0 0 0,1 0 0 0 0,-1 0 0 0 0,15 6 0 0 0,-21-7-15 0 0,0 0 1 0 0,0 0 0 0 0,-1 1 0 0 0,1-1 0 0 0,0 0 0 0 0,0 0 0 0 0,-1 1 0 0 0,1-1-1 0 0,-1 1 1 0 0,1 0 0 0 0,-1-1 0 0 0,0 1 0 0 0,1 0 0 0 0,-1 0 0 0 0,0 0-1 0 0,0-1 1 0 0,0 1 0 0 0,-1 0 0 0 0,1 1 0 0 0,0-1 0 0 0,0 4 0 0 0,-1-2 2 0 0,0 1 0 0 0,0-1 1 0 0,-1 0-1 0 0,1 1 0 0 0,-1-1 1 0 0,0 0-1 0 0,0 0 1 0 0,-1 0-1 0 0,1 0 0 0 0,-3 6 1 0 0,-5 5 64 0 0,0 0 1 0 0,0 0 0 0 0,-2-1 0 0 0,-14 17 0 0 0,24-31-64 0 0,0 1 0 0 0,0 0 0 0 0,0-1 0 0 0,0 1 0 0 0,0-1 0 0 0,0 1 1 0 0,0-1-1 0 0,0 1 0 0 0,0-1 0 0 0,0 0 0 0 0,0 1 0 0 0,0-1 0 0 0,0 0 1 0 0,0 0-1 0 0,0 0 0 0 0,0 0 0 0 0,0 0 0 0 0,0 0 0 0 0,-1 0 0 0 0,1 0 0 0 0,0 0 1 0 0,0-1-1 0 0,0 1 0 0 0,0 0 0 0 0,0-1 0 0 0,0 1 0 0 0,0-1 0 0 0,0 1 1 0 0,0-1-1 0 0,0 1 0 0 0,0-1 0 0 0,1 0 0 0 0,-2 0 0 0 0,0 0 41 0 0,-9-23 154 0 0,10 22-196 0 0,0 0 0 0 0,0 0 0 0 0,1-1 0 0 0,-1 1 0 0 0,1 0 1 0 0,0 0-1 0 0,0 0 0 0 0,0-1 0 0 0,0 1 0 0 0,0 0 1 0 0,0 0-1 0 0,1 0 0 0 0,-1-1 0 0 0,0 1 0 0 0,1 0 1 0 0,0 0-1 0 0,0 0 0 0 0,0 0 0 0 0,1-3 0 0 0,3-2 13 0 0,0 1 0 0 0,0 0-1 0 0,0 0 1 0 0,9-7-1 0 0,-9 8-24 0 0,21-16 52 0 0,1 0-1 0 0,1 2 0 0 0,55-29 1 0 0,-21 12 10 0 0,-8 4-26 0 0,70-45 44 0 0,-68 35-26 0 0,-42 28-24 0 0,-14 14-33 0 0,0 0 1 0 0,0 0-1 0 0,0 0 0 0 0,0 1 0 0 0,0-1 0 0 0,0 0 0 0 0,0 0 0 0 0,0 0 0 0 0,0 0 0 0 0,0 0 0 0 0,0 0 0 0 0,0 0 1 0 0,0 0-1 0 0,0 0 0 0 0,0 0 0 0 0,0 0 0 0 0,0 0 0 0 0,0 0 0 0 0,0 1 0 0 0,0-1 0 0 0,0 0 0 0 0,0 0 0 0 0,0 0 1 0 0,0 0-1 0 0,0 0 0 0 0,0 0 0 0 0,0 0 0 0 0,0 0 0 0 0,0 0 0 0 0,0 0 0 0 0,0 0 0 0 0,0 0 0 0 0,0 0 0 0 0,0 0 0 0 0,0 1 1 0 0,0-1-1 0 0,0 0 0 0 0,0 0 0 0 0,0 0 0 0 0,0 0 0 0 0,0 0 0 0 0,1 0 0 0 0,-1 0 0 0 0,0 0 0 0 0,0 0 0 0 0,0 0 1 0 0,0 0-1 0 0,0 0 0 0 0,0 0 0 0 0,0 0 0 0 0,0 0 0 0 0,0 0 0 0 0,0 0 0 0 0,0 0 0 0 0,0 0 0 0 0,1 0 0 0 0,-1 0 1 0 0,-14 26 83 0 0,11-21-94 0 0,-25 39 52 0 0,21-35-31 0 0,0 1-1 0 0,1 0 1 0 0,1 1 0 0 0,-1-1-1 0 0,2 1 1 0 0,-1 0 0 0 0,-4 21-1 0 0,6-18 5 0 0,0 1-1 0 0,1-1 1 0 0,0 28-1 0 0,2-37-9 0 0,0-1 0 0 0,1 1 0 0 0,-1-1 0 0 0,1 1 0 0 0,0-1 0 0 0,0 0 0 0 0,1 1-1 0 0,-1-1 1 0 0,1 0 0 0 0,0 0 0 0 0,0 0 0 0 0,0 0 0 0 0,0 0 0 0 0,1 0 0 0 0,-1-1-1 0 0,1 1 1 0 0,4 3 0 0 0,-5-6-2 0 0,0 0-1 0 0,0 0 1 0 0,1 0-1 0 0,-1 0 1 0 0,0 0-1 0 0,0 0 1 0 0,0-1-1 0 0,1 1 1 0 0,-1-1-1 0 0,0 1 1 0 0,1-1-1 0 0,-1 0 1 0 0,1 0-1 0 0,-1 0 1 0 0,0 0-1 0 0,1-1 1 0 0,2 0 0 0 0,38-12 59 0 0,-29 5-45 0 0,0 0 0 0 0,0-1 1 0 0,-1-1-1 0 0,0 0 0 0 0,18-19 1 0 0,-18 17-4 0 0,0 0-1 0 0,0 1 1 0 0,1 1 0 0 0,27-16 0 0 0,-34 22-9 0 0,-1 1 1 0 0,1 0-1 0 0,-1 0 1 0 0,1 1-1 0 0,0 0 1 0 0,0 0-1 0 0,0 1 1 0 0,0 0-1 0 0,0 0 1 0 0,0 0-1 0 0,0 1 1 0 0,0 0-1 0 0,12 2 1 0 0,-17-1-5 0 0,0 0 0 0 0,-1 0 0 0 0,1 0 0 0 0,0 0 0 0 0,-1 0 0 0 0,1 0 0 0 0,-1 0 0 0 0,0 1 1 0 0,1-1-1 0 0,-1 0 0 0 0,0 1 0 0 0,0-1 0 0 0,0 1 0 0 0,0 0 0 0 0,0-1 0 0 0,0 1 0 0 0,-1 0 0 0 0,2 2 1 0 0,11 33 16 0 0,-12-34-16 0 0,7 31 32 0 0,-5-21-27 0 0,0-1 0 0 0,1 0 1 0 0,7 17-1 0 0,-9-26-4 0 0,-1 0 1 0 0,1 0-1 0 0,0-1 0 0 0,-1 1 1 0 0,1 0-1 0 0,1-1 0 0 0,-1 0 1 0 0,0 1-1 0 0,1-1 0 0 0,-1 0 0 0 0,1 0 1 0 0,-1 0-1 0 0,1 0 0 0 0,0-1 1 0 0,0 1-1 0 0,0-1 0 0 0,5 2 1 0 0,-5-3-3 0 0,-1 0 0 0 0,1 1 1 0 0,-1-2-1 0 0,0 1 0 0 0,1 0 1 0 0,-1 0-1 0 0,0-1 0 0 0,1 1 1 0 0,-1-1-1 0 0,0 0 0 0 0,0 0 1 0 0,1 0-1 0 0,-1 0 0 0 0,0 0 1 0 0,0 0-1 0 0,0 0 0 0 0,0-1 1 0 0,-1 1-1 0 0,1-1 0 0 0,0 0 1 0 0,2-2-1 0 0,29-38 33 0 0,-27 32-24 0 0,0-1 1 0 0,-1 0-1 0 0,0 0 0 0 0,-1 0 1 0 0,-1-1-1 0 0,4-16 0 0 0,7-23 48 0 0,-13 49-13 0 0,14 30 2 0 0,-8-11-24 0 0,-5-12-21 0 0,1 0 0 0 0,0-1 1 0 0,0 0-1 0 0,0 1 0 0 0,0-1 0 0 0,1-1 0 0 0,-1 1 0 0 0,1 0 0 0 0,0-1 1 0 0,0 0-1 0 0,0 0 0 0 0,1 0 0 0 0,-1 0 0 0 0,1-1 0 0 0,0 1 0 0 0,-1-1 0 0 0,1 0 1 0 0,0-1-1 0 0,0 1 0 0 0,0-1 0 0 0,0 0 0 0 0,1 0 0 0 0,-1-1 0 0 0,0 0 1 0 0,0 0-1 0 0,1 0 0 0 0,-1 0 0 0 0,0-1 0 0 0,0 0 0 0 0,0 0 0 0 0,0 0 0 0 0,0 0 1 0 0,0-1-1 0 0,0 0 0 0 0,0 0 0 0 0,7-5 0 0 0,-2 0 4 0 0,-1 0 0 0 0,-1-1-1 0 0,1 1 1 0 0,-1-2 0 0 0,-1 1-1 0 0,1-1 1 0 0,10-19 0 0 0,-5 8 5 0 0,-2-1 0 0 0,17-43 1 0 0,-17 29-3 0 0,0-2 1 0 0,-3 1 0 0 0,-1-1 0 0 0,-2 0-1 0 0,2-60 1 0 0,-14 6 55 0 0,7 90 6 0 0,-1 1-70 0 0,1 0-1 0 0,-1 0 0 0 0,1 1 1 0 0,-1-1-1 0 0,0 0 0 0 0,1 0 1 0 0,-1 1-1 0 0,1-1 0 0 0,-1 0 0 0 0,0 1 1 0 0,1-1-1 0 0,-1 0 0 0 0,1 1 1 0 0,-1-1-1 0 0,1 1 0 0 0,0-1 1 0 0,-1 1-1 0 0,1-1 0 0 0,-1 1 0 0 0,1 0 1 0 0,0-1-1 0 0,0 1 0 0 0,-1-1 1 0 0,1 1-1 0 0,0 1 0 0 0,-6 22 8 0 0,4-16-4 0 0,-10 47 34 0 0,3 0-1 0 0,3 1 1 0 0,2 0-1 0 0,2 0 1 0 0,3 0-1 0 0,14 100 1 0 0,-8-136 49 0 0,-6-20-85 0 0,-1 0 0 0 0,0 0 0 0 0,1 1 0 0 0,-1-1 0 0 0,0 0 0 0 0,1 0 0 0 0,-1 1 0 0 0,0-1 0 0 0,1 0 0 0 0,-1 0 0 0 0,0 0 0 0 0,1 0 0 0 0,-1 0 0 0 0,1 0 0 0 0,-1 1 0 0 0,0-1 0 0 0,1 0 0 0 0,-1 0 0 0 0,1 0 0 0 0,-1 0 0 0 0,0 0-1 0 0,1-1 1 0 0,-1 1 0 0 0,1 0 0 0 0,-1 0 0 0 0,0 0 0 0 0,1 0 0 0 0,1-2 4 0 0,0 1-1 0 0,0-1 0 0 0,0 1 1 0 0,0-1-1 0 0,-1 0 0 0 0,1 0 1 0 0,-1 1-1 0 0,1-1 0 0 0,-1 0 1 0 0,0 0-1 0 0,0-1 0 0 0,0 1 0 0 0,2-3 1 0 0,-3 4 4 0 0,0 0-4 0 0,0 0-1 0 0,1 0 1 0 0,-1 0-1 0 0,1 0 1 0 0,-1 0 0 0 0,1 0-1 0 0,0 0 1 0 0,-1 0 0 0 0,1 0-1 0 0,0 0 1 0 0,-1 0 0 0 0,1 0-1 0 0,0 0 1 0 0,0 0-1 0 0,1 0 1 0 0,-1 1-6 0 0,0 0-1 0 0,-1 0 1 0 0,1 0-1 0 0,-1 0 1 0 0,1 0-1 0 0,-1 0 1 0 0,1 0 0 0 0,-1 1-1 0 0,1-1 1 0 0,-1 0-1 0 0,1 0 1 0 0,-1 1-1 0 0,1-1 1 0 0,-1 0 0 0 0,1 1-1 0 0,-1-1 1 0 0,0 1-1 0 0,1-1 1 0 0,-1 0-1 0 0,0 1 1 0 0,1-1-1 0 0,-1 1 1 0 0,0-1 0 0 0,1 1-1 0 0,-1-1 1 0 0,0 1-1 0 0,0-1 1 0 0,0 1-1 0 0,1-1 1 0 0,-1 1 0 0 0,0 0-1 0 0,0-1 1 0 0,0 1-1 0 0,0-1 1 0 0,0 2-1 0 0,0-1 3 0 0,3 8 3 0 0,1 1-1 0 0,0-1 1 0 0,0 0 0 0 0,1 0-1 0 0,6 9 1 0 0,-10-16-5 0 0,1 0 0 0 0,0 0 1 0 0,-1 0-1 0 0,1 0 0 0 0,0 0 0 0 0,0 0 0 0 0,0-1 0 0 0,0 1 0 0 0,1-1 1 0 0,-1 1-1 0 0,0-1 0 0 0,1 0 0 0 0,-1 0 0 0 0,0 0 0 0 0,1 0 1 0 0,-1 0-1 0 0,1-1 0 0 0,0 1 0 0 0,-1-1 0 0 0,1 1 0 0 0,-1-1 1 0 0,1 0-1 0 0,0 0 0 0 0,-1 0 0 0 0,1-1 0 0 0,0 1 0 0 0,3-2 0 0 0,2-1 3 0 0,0 0-1 0 0,0-1 0 0 0,-1 0 0 0 0,1-1 1 0 0,-1 0-1 0 0,0 0 0 0 0,-1 0 0 0 0,1-1 1 0 0,-1 0-1 0 0,0 0 0 0 0,0-1 0 0 0,5-8 1 0 0,-3 4 0 0 0,0-1 0 0 0,-1 1 1 0 0,-1-1-1 0 0,0 0 1 0 0,0 0-1 0 0,-1-1 0 0 0,4-18 1 0 0,-7 2 13 0 0,-2 28-4 0 0,-3-2-5 0 0,0 0-9 0 0,-11 9 16 0 0,1 4-8 0 0,-1 7 0 0 0,14-17-8 0 0,-16 34 20 0 0,15-33-19 0 0,1 0-1 0 0,0 0 1 0 0,0 0 0 0 0,0 0 0 0 0,-1 0-1 0 0,1 0 1 0 0,0 0 0 0 0,0 0 0 0 0,0 0-1 0 0,0 0 1 0 0,1 0 0 0 0,-1 0 0 0 0,0 0-1 0 0,0 0 1 0 0,0-1 0 0 0,1 1 0 0 0,-1 0-1 0 0,1 0 1 0 0,-1 0 0 0 0,0 0 0 0 0,1 0-1 0 0,0-1 1 0 0,-1 1 0 0 0,1 0 0 0 0,-1 0-1 0 0,1-1 1 0 0,0 1 0 0 0,-1 0-1 0 0,1-1 1 0 0,0 1 0 0 0,0-1 0 0 0,0 1-1 0 0,0-1 1 0 0,-1 1 0 0 0,1-1 0 0 0,0 0-1 0 0,2 1 1 0 0,63 12 8 0 0,-54-12-7 0 0,0 1 1 0 0,1 0-1 0 0,-1 1 0 0 0,21 8 0 0 0,-29-9-1 0 0,-1 0 0 0 0,1 0-1 0 0,-1 1 1 0 0,1-1-1 0 0,-1 1 1 0 0,0-1 0 0 0,0 1-1 0 0,0 0 1 0 0,-1 0 0 0 0,1 0-1 0 0,-1 1 1 0 0,1-1-1 0 0,-1 1 1 0 0,0-1 0 0 0,0 1-1 0 0,-1 0 1 0 0,1 0 0 0 0,1 7-1 0 0,-1-4 2 0 0,0-2 0 0 0,-1 0 0 0 0,0 0-1 0 0,0 0 1 0 0,-1 0 0 0 0,1 0 0 0 0,-1 0 0 0 0,0 0 0 0 0,0 0 0 0 0,-1 0 0 0 0,0 0 0 0 0,0 0 0 0 0,0 0-1 0 0,0 0 1 0 0,-1 0 0 0 0,-3 8 0 0 0,2-10 5 0 0,3-3-23 0 0,-1 0 1 0 0,1 1-1 0 0,-1-1 1 0 0,1 0-1 0 0,-1 0 1 0 0,1 0-1 0 0,-1 0 1 0 0,0 1-1 0 0,1-1 1 0 0,-1 0-1 0 0,1 0 1 0 0,-1 0-1 0 0,1 0 1 0 0,-1 0 0 0 0,1 0-1 0 0,-1-1 1 0 0,0 1-1 0 0,1 0 1 0 0,-1 0-1 0 0,1 0 1 0 0,-1 0-1 0 0,1-1 1 0 0,-1 1-1 0 0,1 0 1 0 0,-1 0-1 0 0,1-1 1 0 0,-1 1-1 0 0,0-1 1 0 0,-3-5-3129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38.8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17791 0 0,'15'5'90'0'0,"9"2"295"0"0,4 1 211 0 0,-24-7-506 0 0,1 1 0 0 0,-1-1 0 0 0,0 1 0 0 0,0 0 0 0 0,0 1-1 0 0,7 4 1 0 0,-3-1 2388 0 0,-19-9-1594 0 0,10 2-907 0 0,-68-13 341 0 0,48 11-3003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41.6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0 513 7024 0 0,'0'0'457'0'0,"3"-5"-394"0"0,3-6 141 0 0,1 0-1 0 0,1 1 1 0 0,0 0 0 0 0,0 1 0 0 0,17-15-1 0 0,-5 8 239 0 0,1 1-1 0 0,1 1 1 0 0,1 1 0 0 0,0 1-1 0 0,28-11 1 0 0,-46 21-288 0 0,-1-1 0 0 0,1 1 0 0 0,-1-1 1 0 0,1 0-1 0 0,-1-1 0 0 0,8-6 1 0 0,-11 8 62 0 0,6-8 400 0 0,-12 13-556 0 0,0-1-1 0 0,1 1 1 0 0,-1 0-1 0 0,1 0 1 0 0,0 0-1 0 0,0 1 1 0 0,0-1-1 0 0,0 1 1 0 0,-5 8-1 0 0,-15 13 33 0 0,12-13-10 0 0,0 1 1 0 0,1 0 0 0 0,0 1-1 0 0,1 0 1 0 0,1 1 0 0 0,-13 26-1 0 0,18-32-20 0 0,0 0 0 0 0,0 1 0 0 0,1-1-1 0 0,0 1 1 0 0,0 0 0 0 0,1 0 0 0 0,0 0-1 0 0,1 0 1 0 0,0 0 0 0 0,1 0-1 0 0,0 0 1 0 0,3 19 0 0 0,-3-28-47 0 0,0 0 1 0 0,1 0 0 0 0,-1 0-1 0 0,0 0 1 0 0,1 0-1 0 0,-1 0 1 0 0,1 0-1 0 0,-1 0 1 0 0,1-1 0 0 0,-1 1-1 0 0,1 0 1 0 0,0 0-1 0 0,-1-1 1 0 0,1 1 0 0 0,0 0-1 0 0,0-1 1 0 0,-1 1-1 0 0,1 0 1 0 0,0-1-1 0 0,0 1 1 0 0,0-1 0 0 0,0 0-1 0 0,0 1 1 0 0,0-1-1 0 0,0 0 1 0 0,0 1-1 0 0,0-1 1 0 0,0 0 0 0 0,0 0-1 0 0,0 0 1 0 0,0 0-1 0 0,0 0 1 0 0,0 0 0 0 0,0 0-1 0 0,0 0 1 0 0,0 0-1 0 0,0-1 1 0 0,0 1-1 0 0,0 0 1 0 0,0-1 0 0 0,1 0-1 0 0,6-2 27 0 0,0 0-1 0 0,0-1 1 0 0,14-9-1 0 0,-13 7 45 0 0,0 0-48 0 0,0-1-1 0 0,0 1 0 0 0,-1-1 1 0 0,1-1-1 0 0,-2 0 1 0 0,1 0-1 0 0,-1-1 0 0 0,8-11 1 0 0,-1-3 61 0 0,-1 0 0 0 0,13-32-1 0 0,-21 41-59 0 0,0-1-1 0 0,-1 0 1 0 0,0 0-1 0 0,-1 0 1 0 0,-1 0-1 0 0,0-29 1 0 0,-2 18 24 0 0,-1 0 0 0 0,-2 1 0 0 0,-7-33-1 0 0,6 34 64 0 0,-2-35-1 0 0,1-1 103 0 0,3 32 345 0 0,1 26-438 0 0,-8 9 202 0 0,6 0-299 0 0,2 0-1 0 0,-1 0 1 0 0,0-1 0 0 0,1 1 0 0 0,1 0 0 0 0,-1 1 0 0 0,1 8-1 0 0,6 56 129 0 0,-2-31-6 0 0,-2-14-36 0 0,1-1 0 0 0,1 0 0 0 0,1 0 0 0 0,1 0 0 0 0,1 0 0 0 0,2-1 0 0 0,0 0 0 0 0,2-1 0 0 0,15 26 0 0 0,-25-48-109 0 0,0 0 1 0 0,0 0-1 0 0,0 0 0 0 0,0-1 1 0 0,1 1-1 0 0,-1 0 1 0 0,0-1-1 0 0,1 1 1 0 0,-1-1-1 0 0,1 0 1 0 0,-1 1-1 0 0,1-1 0 0 0,0 0 1 0 0,0 0-1 0 0,0 0 1 0 0,0 0-1 0 0,-1 0 1 0 0,1 0-1 0 0,0-1 1 0 0,0 1-1 0 0,0-1 0 0 0,1 1 1 0 0,-1-1-1 0 0,0 0 1 0 0,0 0-1 0 0,0 0 1 0 0,0 0-1 0 0,0 0 1 0 0,0 0-1 0 0,0-1 0 0 0,0 1 1 0 0,0-1-1 0 0,0 1 1 0 0,0-1-1 0 0,0 0 1 0 0,0 0-1 0 0,0 0 1 0 0,0 0-1 0 0,0 0 0 0 0,-1 0 1 0 0,1 0-1 0 0,0 0 1 0 0,1-3-1 0 0,8-5 71 0 0,0-2-1 0 0,0 1 1 0 0,-2-1 0 0 0,15-21-1 0 0,-21 29-65 0 0,17-26 117 0 0,-1-1-1 0 0,-1-1 1 0 0,21-51 0 0 0,-14 35 126 0 0,-24 44 40 0 0,-5 23-198 0 0,-10 53 166 0 0,9-51-189 0 0,0 0-1 0 0,2 1 0 0 0,0-1 0 0 0,1 1 0 0 0,3 28 1 0 0,-2-50-74 0 0,1 0 0 0 0,0 0 1 0 0,0 0-1 0 0,0 0 0 0 0,0 1 1 0 0,0-1-1 0 0,1 0 0 0 0,-1 0 1 0 0,0 0-1 0 0,0 0 0 0 0,1 0 0 0 0,-1 0 1 0 0,1 0-1 0 0,-1 0 0 0 0,1 0 1 0 0,-1 0-1 0 0,1 0 0 0 0,0 0 1 0 0,-1 0-1 0 0,1 0 0 0 0,0 0 1 0 0,0-1-1 0 0,0 1 0 0 0,-1 0 1 0 0,1 0-1 0 0,0-1 0 0 0,0 1 1 0 0,0-1-1 0 0,0 1 0 0 0,0-1 1 0 0,0 1-1 0 0,0-1 0 0 0,1 0 1 0 0,-1 1-1 0 0,0-1 0 0 0,0 0 1 0 0,0 0-1 0 0,0 0 0 0 0,0 0 1 0 0,0 0-1 0 0,1 0 0 0 0,-1 0 1 0 0,0 0-1 0 0,0 0 0 0 0,0-1 0 0 0,0 1 1 0 0,0 0-1 0 0,0-1 0 0 0,0 1 1 0 0,0-1-1 0 0,0 1 0 0 0,0-1 1 0 0,0 1-1 0 0,1-2 0 0 0,6-2 25 0 0,-1-1-1 0 0,0 0 0 0 0,0-1 0 0 0,0 1 0 0 0,9-12 1 0 0,46-56 148 0 0,-30 33-18 0 0,40-38 0 0 0,-67 73-143 0 0,-3 3 2 0 0,-1 0-1 0 0,1 0 0 0 0,0 1 0 0 0,0-1 1 0 0,0 0-1 0 0,0 1 0 0 0,1-1 1 0 0,-1 1-1 0 0,0-1 0 0 0,1 1 0 0 0,-1 0 1 0 0,5-1-1 0 0,-7 4-12 0 0,0-1 1 0 0,1 1 0 0 0,-1-1-1 0 0,0 1 1 0 0,0-1-1 0 0,0 1 1 0 0,0 0-1 0 0,0-1 1 0 0,-1 1-1 0 0,1-1 1 0 0,-1 3-1 0 0,1-3 3 0 0,-26 143 289 0 0,24-134-281 0 0,0-3 7 0 0,0 0-1 0 0,0 1 0 0 0,1-1 1 0 0,0 0-1 0 0,0 1 1 0 0,1-1-1 0 0,0 1 1 0 0,0-1-1 0 0,1 1 0 0 0,1 8 1 0 0,-2-16-23 0 0,0 1 1 0 0,1-1-1 0 0,-1 1 0 0 0,0-1 1 0 0,0 1-1 0 0,0-1 1 0 0,1 1-1 0 0,-1-1 0 0 0,0 0 1 0 0,0 1-1 0 0,1-1 1 0 0,-1 1-1 0 0,0-1 0 0 0,1 0 1 0 0,-1 1-1 0 0,1-1 1 0 0,-1 0-1 0 0,0 0 0 0 0,1 1 1 0 0,-1-1-1 0 0,1 0 1 0 0,-1 0-1 0 0,1 0 0 0 0,-1 1 1 0 0,1-1-1 0 0,-1 0 1 0 0,1 0-1 0 0,-1 0 0 0 0,1 0 1 0 0,-1 0-1 0 0,1 0 0 0 0,0 0 1 0 0,16-10 106 0 0,10-23-22 0 0,-8-2-27 0 0,-1-1-1 0 0,17-48 1 0 0,-22 52 7 0 0,-1 0 1 0 0,-2-1-1 0 0,11-63 0 0 0,-21 96-68 0 0,0 1 1 0 0,0-1-1 0 0,0 0 0 0 0,0 1 1 0 0,0-1-1 0 0,-1 0 0 0 0,1 1 0 0 0,0-1 1 0 0,0 0-1 0 0,-1 1 0 0 0,1-1 1 0 0,0 0-1 0 0,0 1 0 0 0,-1-1 0 0 0,1 0 1 0 0,0 0-1 0 0,-1 0 0 0 0,1 1 0 0 0,0-1 1 0 0,-1 0-1 0 0,1 0 0 0 0,-1 0 1 0 0,1 0-1 0 0,0 1 0 0 0,-1-1 0 0 0,1 0 1 0 0,0 0-1 0 0,-1 0 0 0 0,1 0 1 0 0,-1 0-1 0 0,1 0 0 0 0,0 0 0 0 0,-1 0 1 0 0,1 0-1 0 0,-1 0 0 0 0,1 0 1 0 0,0-1-1 0 0,-1 1 0 0 0,1 0 0 0 0,-1 0 1 0 0,1 0-1 0 0,0 0 0 0 0,-1-1 0 0 0,1 1 1 0 0,0 0-1 0 0,-1 0 0 0 0,1-1 1 0 0,0 1-1 0 0,0 0 0 0 0,-1 0 0 0 0,1-1 1 0 0,0 1-1 0 0,0 0 0 0 0,-1-1 1 0 0,1 1-1 0 0,0-1 0 0 0,0 1 0 0 0,0 0 1 0 0,0-1-1 0 0,0 1 0 0 0,-1 0 0 0 0,1-1 1 0 0,0 1-1 0 0,0-1 0 0 0,0 1 1 0 0,0 0-1 0 0,0-1 0 0 0,0 0 0 0 0,-16 35 40 0 0,0 1 0 0 0,3 1 0 0 0,0 0 0 0 0,3 0 0 0 0,1 1 0 0 0,2 1 0 0 0,-5 68 0 0 0,12-96-25 0 0,0 0 0 0 0,1 0 0 0 0,0 0 0 0 0,5 19 0 0 0,-5-25-11 0 0,0 0-1 0 0,0 0 1 0 0,1 0 0 0 0,-1 0-1 0 0,1-1 1 0 0,0 1 0 0 0,0-1 0 0 0,0 1-1 0 0,1-1 1 0 0,-1 0 0 0 0,1 1-1 0 0,3 2 1 0 0,-5-6-2 0 0,0 1 1 0 0,0-1-1 0 0,1 1 0 0 0,-1-1 0 0 0,0 1 1 0 0,0-1-1 0 0,1 0 0 0 0,-1 0 0 0 0,0 1 1 0 0,1-1-1 0 0,-1 0 0 0 0,0 0 1 0 0,1 0-1 0 0,-1-1 0 0 0,0 1 0 0 0,1 0 1 0 0,-1 0-1 0 0,0-1 0 0 0,0 1 0 0 0,1-1 1 0 0,-1 1-1 0 0,0-1 0 0 0,0 1 0 0 0,0-1 1 0 0,1 0-1 0 0,0-1 0 0 0,32-26 65 0 0,-22 17-38 0 0,15-9-169 0 0,-17 13-3187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46.56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0 556 14568 0 0,'3'0'0'0'0,"12"-1"110"0"0,3 0 289 0 0,-15 0-338 0 0,0 0 1 0 0,0 0 0 0 0,0 0-1 0 0,0 0 1 0 0,0 0 0 0 0,-1-1-1 0 0,1 1 1 0 0,-1-1 0 0 0,1 0-1 0 0,-1 0 1 0 0,1 0 0 0 0,-1 0-1 0 0,0 0 1 0 0,0 0 0 0 0,2-3 0 0 0,3-5 28 0 0,-1 0 0 0 0,-1 0 1 0 0,1-1-1 0 0,-1 1 0 0 0,-1-1 1 0 0,0 0-1 0 0,-1-1 1 0 0,3-17-1 0 0,12-104-20 0 0,-16 110-55 0 0,1 0-61 0 0,12-204-544 0 0,-15 227 577 0 0,0-1 0 0 0,-1 1 0 0 0,1 0 0 0 0,-1-1 0 0 0,1 1 0 0 0,-1-1 0 0 0,1 1 0 0 0,-1-1 0 0 0,1 1 0 0 0,-1 0-1 0 0,1 0 1 0 0,-1-1 0 0 0,1 1 0 0 0,-1 0 0 0 0,0 0 0 0 0,1-1 0 0 0,-1 1 0 0 0,1 0 0 0 0,-1 0 0 0 0,0 0 0 0 0,1 0 0 0 0,-1 0 0 0 0,0 0 0 0 0,1 0 0 0 0,-1 0 0 0 0,1 0 0 0 0,-1 0-1 0 0,0 1 1 0 0,1-1 0 0 0,-1 0 0 0 0,1 0 0 0 0,-1 0 0 0 0,0 1 0 0 0,1-1 0 0 0,-1 0 0 0 0,1 1 0 0 0,-1-1 0 0 0,1 1 0 0 0,-1-1 0 0 0,1 0 0 0 0,0 1 0 0 0,-1-1 0 0 0,1 1-1 0 0,-1-1 1 0 0,1 1 0 0 0,0-1 0 0 0,-1 1 0 0 0,1 0 0 0 0,-6 8-24 0 0,0 1 0 0 0,1-1-1 0 0,1 1 1 0 0,-1 0 0 0 0,1 0-1 0 0,1 0 1 0 0,0 1 0 0 0,0-1 0 0 0,1 1-1 0 0,-1 16 1 0 0,2-15 7 0 0,1 1 0 0 0,-1 0 0 0 0,2 0 0 0 0,0 0 0 0 0,1-1 1 0 0,0 1-1 0 0,0-1 0 0 0,2 1 0 0 0,5 14 0 0 0,-6-19 18 0 0,1-1 0 0 0,-1 0 0 0 0,2 1 1 0 0,-1-1-1 0 0,1 0 0 0 0,0-1 0 0 0,0 1 0 0 0,1-1 1 0 0,0 0-1 0 0,0-1 0 0 0,8 6 0 0 0,-10-9 6 0 0,0 1 0 0 0,0-1 1 0 0,0 0-1 0 0,0-1 0 0 0,1 1 0 0 0,-1-1 0 0 0,1 1 0 0 0,0-2 0 0 0,-1 1 0 0 0,1 0 0 0 0,0-1 1 0 0,-1 0-1 0 0,1 0 0 0 0,0 0 0 0 0,-1-1 0 0 0,1 1 0 0 0,0-1 0 0 0,-1 0 0 0 0,1 0 0 0 0,5-3 1 0 0,10-5 10 0 0,-1 0 0 0 0,0-1 0 0 0,-1-1 0 0 0,0-1 0 0 0,-1-1 0 0 0,0 0 0 0 0,-1-1 0 0 0,0-1 1 0 0,-1 0-1 0 0,-1-2 0 0 0,15-20 0 0 0,-27 33 10 0 0,0 2-2 0 0,0 0 0 0 0,0 0-1 0 0,-1-1 1 0 0,1 1 0 0 0,-1-1 0 0 0,1 0 0 0 0,-1 1 0 0 0,0-1 0 0 0,0 0-1 0 0,0 0 1 0 0,0-4 0 0 0,-12 15 57 0 0,-4 7-26 0 0,1 0 0 0 0,1 1 0 0 0,0 0 1 0 0,-14 25-1 0 0,-15 43 109 0 0,34-70-108 0 0,0 0 0 0 0,1 1-1 0 0,1 0 1 0 0,0 0 0 0 0,-3 19-1 0 0,7-27 7 0 0,0 1-1 0 0,1-1 1 0 0,0 1-1 0 0,1 0 1 0 0,-1-1-1 0 0,1 1 0 0 0,1 0 1 0 0,0 0-1 0 0,0-1 1 0 0,0 1-1 0 0,1-1 1 0 0,3 9-1 0 0,-4-14-33 0 0,0 0 1 0 0,0-1-1 0 0,0 1 0 0 0,0-1 0 0 0,1 1 0 0 0,-1-1 1 0 0,0 0-1 0 0,1 1 0 0 0,-1-1 0 0 0,1 0 1 0 0,0 0-1 0 0,-1 0 0 0 0,1 0 0 0 0,0 0 0 0 0,-1-1 1 0 0,1 1-1 0 0,0 0 0 0 0,0-1 0 0 0,0 1 0 0 0,0-1 1 0 0,-1 0-1 0 0,1 1 0 0 0,0-1 0 0 0,0 0 1 0 0,0 0-1 0 0,0 0 0 0 0,0-1 0 0 0,3 0 0 0 0,1 0 26 0 0,0 0-1 0 0,1 0 0 0 0,-1-1 0 0 0,0 0 1 0 0,0 0-1 0 0,-1-1 0 0 0,11-5 0 0 0,1-4 34 0 0,-2 0 0 0 0,1 0 0 0 0,-2-2 0 0 0,1 0 0 0 0,-2 0-1 0 0,0-1 1 0 0,-1-1 0 0 0,0 0 0 0 0,-2-1 0 0 0,0 0-1 0 0,0-1 1 0 0,-2 0 0 0 0,12-34 0 0 0,-18 43-37 0 0,0 0 0 0 0,-1 0-1 0 0,0-1 1 0 0,0 1 0 0 0,-1 0 0 0 0,0-1 0 0 0,-2-11 0 0 0,1 17-23 0 0,1 1 0 0 0,-1-1 0 0 0,0 0 0 0 0,0 1 1 0 0,0-1-1 0 0,-1 1 0 0 0,1-1 0 0 0,-1 1 0 0 0,0 0 1 0 0,0 0-1 0 0,0 0 0 0 0,0 0 0 0 0,0 0 0 0 0,-1 0 0 0 0,0 0 1 0 0,1 1-1 0 0,-1-1 0 0 0,0 1 0 0 0,0 0 0 0 0,-6-4 0 0 0,7 6-9 0 0,1-1-1 0 0,-1 1 1 0 0,0-1-1 0 0,1 1 0 0 0,-1-1 1 0 0,1 1-1 0 0,-1 0 1 0 0,0 0-1 0 0,1 0 1 0 0,-1 0-1 0 0,0 0 0 0 0,1 0 1 0 0,-1 0-1 0 0,0 0 1 0 0,1 1-1 0 0,-1-1 0 0 0,1 1 1 0 0,-1-1-1 0 0,1 1 1 0 0,-2 1-1 0 0,-1 0 6 0 0,1 0-1 0 0,0 0 1 0 0,-1 1 0 0 0,1-1-1 0 0,0 1 1 0 0,1 0-1 0 0,-1 0 1 0 0,-2 4 0 0 0,-1 2 10 0 0,0 0 1 0 0,1 0-1 0 0,0 1 1 0 0,1 0 0 0 0,-5 15-1 0 0,4-7 4 0 0,-32 136 160 0 0,36-148-175 0 0,0 1-1 0 0,0-1 1 0 0,1 0-1 0 0,0 1 1 0 0,0-1-1 0 0,1 1 1 0 0,0-1-1 0 0,1 8 1 0 0,-1-14-10 0 0,-1 1 1 0 0,0 0-1 0 0,0-1 0 0 0,1 1 1 0 0,-1-1-1 0 0,0 1 1 0 0,0-1-1 0 0,1 1 0 0 0,-1-1 1 0 0,1 1-1 0 0,-1-1 1 0 0,1 1-1 0 0,-1-1 0 0 0,0 1 1 0 0,1-1-1 0 0,0 0 1 0 0,-1 1-1 0 0,1-1 0 0 0,-1 0 1 0 0,1 1-1 0 0,-1-1 1 0 0,1 0-1 0 0,0 0 1 0 0,-1 0-1 0 0,1 1 0 0 0,-1-1 1 0 0,1 0-1 0 0,0 0 1 0 0,-1 0-1 0 0,1 0 0 0 0,0 0 1 0 0,-1 0-1 0 0,1 0 1 0 0,0 0-1 0 0,-1 0 0 0 0,1-1 1 0 0,-1 1-1 0 0,2 0 1 0 0,23-14 37 0 0,-11-1-12 0 0,-1 0 0 0 0,-1 0 0 0 0,0-1-1 0 0,14-24 1 0 0,-1-4-2499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46.9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 13168 0 0,'71'2'990'0'0,"34"5"-369"0"0,1 0 520 0 0,-36 2-593 0 0,-55-6-419 0 0,0 0 1 0 0,0-2 0 0 0,0 0-1 0 0,0 0 1 0 0,1-1 0 0 0,-1-1-1 0 0,20-4 1 0 0,-33 4-221 0 0,1 1 0 0 0,-1-1 1 0 0,0-1-1 0 0,0 1 0 0 0,0 0 0 0 0,0 0 1 0 0,1-1-1 0 0,-2 1 0 0 0,1-1 1 0 0,0 0-1 0 0,0 1 0 0 0,0-1 0 0 0,-1 0 1 0 0,1 0-1 0 0,-1 0 0 0 0,0 0 0 0 0,1 0 1 0 0,-1-1-1 0 0,0 1 0 0 0,0 0 1 0 0,1-4-1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55.5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0 423 9848 0 0,'16'0'62'0'0,"12"0"81"0"0,-10-1 77 0 0,-15 0-161 0 0,-1-1 0 0 0,1 1 0 0 0,-1 0 0 0 0,1-1 0 0 0,-1 1-1 0 0,0-1 1 0 0,0 0 0 0 0,1 0 0 0 0,-1 0 0 0 0,-1 0 0 0 0,1 0 0 0 0,0 0 0 0 0,0-1 0 0 0,-1 1 0 0 0,3-5-1 0 0,4-4 231 0 0,11-17-44 0 0,-12 17-222 0 0,1 0 1 0 0,0 1-1 0 0,16-16 0 0 0,-1-7 5 0 0,-21 29-33 0 0,1-2 1 0 0,-2 4-8 0 0,-2 5-69 0 0,0-1 71 0 0,0 1 1 0 0,0-1 0 0 0,1 1-1 0 0,-1-1 1 0 0,1 1 0 0 0,0 0-1 0 0,0-1 1 0 0,0 5 0 0 0,-1 6-25 0 0,-2 4 26 0 0,1 1 0 0 0,1 0 0 0 0,1 20 0 0 0,-3 41-10 0 0,-39 143 18 0 0,42-211 0 0 0,3-3 0 0 0,4-14 2 0 0,-3-1 1 0 0,1 0 1 0 0,-1 0-1 0 0,-1 0 0 0 0,1-1 0 0 0,-1 0 0 0 0,0 1 0 0 0,-1-1 0 0 0,0 0 0 0 0,0 0 0 0 0,-1 0 1 0 0,1-10-1 0 0,1-4 12 0 0,0-5 43 0 0,-3 25-45 0 0,-2-27 54 0 0,19-23 71 0 0,-3 5-44 0 0,-10 36-52 0 0,1 1 0 0 0,0-1 1 0 0,1 2-1 0 0,0-1 0 0 0,10-13 0 0 0,-14 21 65 0 0,-2 2-105 0 0,0 0 0 0 0,0 0-1 0 0,0-1 1 0 0,0 1 0 0 0,-1 0 0 0 0,1 0 0 0 0,0 0 0 0 0,0 0-1 0 0,0 0 1 0 0,0-1 0 0 0,0 1 0 0 0,0 0 0 0 0,0 0-1 0 0,0 0 1 0 0,0 0 0 0 0,0-1 0 0 0,0 1 0 0 0,0 0 0 0 0,0 0-1 0 0,0 0 1 0 0,0 0 0 0 0,0 0 0 0 0,0-1 0 0 0,0 1-1 0 0,0 0 1 0 0,1 0 0 0 0,-1 0 0 0 0,0 0 0 0 0,0 0 0 0 0,0-1-1 0 0,0 1 1 0 0,0 0 0 0 0,0 0 0 0 0,0 0 0 0 0,0 0-1 0 0,0 0 1 0 0,1 0 0 0 0,-1 0 0 0 0,0 0 0 0 0,0-1 0 0 0,0 1-1 0 0,0 0 1 0 0,0 0 0 0 0,1 0 0 0 0,-1 0 0 0 0,0 0-1 0 0,0 0 1 0 0,0 0 0 0 0,0 0 0 0 0,0 0 0 0 0,1 0 0 0 0,-1 0-1 0 0,0 0 1 0 0,0 0 0 0 0,0 0 0 0 0,0 0 0 0 0,1 0-1 0 0,-1 0 1 0 0,0 0 0 0 0,0 0 0 0 0,0 0 0 0 0,0 0 0 0 0,0 0-1 0 0,1 1 1 0 0,7 8 160 0 0,4 14-44 0 0,-8-14-50 0 0,1-1 0 0 0,0 1 0 0 0,9 11 0 0 0,-13-18-51 0 0,1 0 1 0 0,0 0-1 0 0,0 0 1 0 0,0-1-1 0 0,0 1 1 0 0,0 0-1 0 0,0-1 1 0 0,1 1-1 0 0,-1-1 1 0 0,0 0-1 0 0,1 0 1 0 0,-1 0 0 0 0,1 0-1 0 0,-1 0 1 0 0,1-1-1 0 0,0 1 1 0 0,4 0-1 0 0,0-1 14 0 0,-1 0-1 0 0,1 0 1 0 0,0-1-1 0 0,0 0 1 0 0,-1 0-1 0 0,1 0 1 0 0,0-1-1 0 0,-1 0 1 0 0,0-1-1 0 0,1 1 0 0 0,-1-1 1 0 0,9-6-1 0 0,-5 2 23 0 0,0-1 0 0 0,0-1-1 0 0,-1 0 1 0 0,0 0-1 0 0,-1 0 1 0 0,9-13-1 0 0,-13 15-8 0 0,-1 0 0 0 0,1-1 0 0 0,-1 0 0 0 0,0 0 0 0 0,-1 0-1 0 0,0 0 1 0 0,0 0 0 0 0,-1 0 0 0 0,0 0 0 0 0,-1-1 0 0 0,1 1 0 0 0,-1 0-1 0 0,-1-1 1 0 0,0 1 0 0 0,0 0 0 0 0,-1 0 0 0 0,0-1 0 0 0,-4-10 0 0 0,6 18-36 0 0,0 0 1 0 0,-1 0-1 0 0,1 0 1 0 0,0 0 0 0 0,-1 0-1 0 0,1 0 1 0 0,-1 0-1 0 0,1 1 1 0 0,-1-1 0 0 0,0 0-1 0 0,1 0 1 0 0,-1 0-1 0 0,0 1 1 0 0,1-1 0 0 0,-1 0-1 0 0,0 1 1 0 0,0-1-1 0 0,0 0 1 0 0,0 1 0 0 0,1-1-1 0 0,-1 1 1 0 0,0 0-1 0 0,0-1 1 0 0,0 1 0 0 0,0 0-1 0 0,0-1 1 0 0,-2 1-1 0 0,2 0 3 0 0,-1 1-1 0 0,0-1 1 0 0,0 1-1 0 0,1-1 1 0 0,-1 1-1 0 0,0 0 1 0 0,1 0-1 0 0,-1 0 1 0 0,1-1-1 0 0,-1 1 0 0 0,1 1 1 0 0,0-1-1 0 0,-1 0 1 0 0,0 2-1 0 0,-4 3 17 0 0,0 1 0 0 0,0 0 0 0 0,1 0 0 0 0,1 1 0 0 0,-5 8 1 0 0,2 1 14 0 0,1 0 0 0 0,1 0 0 0 0,1 0 0 0 0,0 1 0 0 0,-2 31 0 0 0,6-45-25 0 0,0 1 0 0 0,0-1 1 0 0,0 0-1 0 0,0 1 1 0 0,1-1-1 0 0,0 0 1 0 0,0 0-1 0 0,0 1 1 0 0,0-1-1 0 0,1 0 1 0 0,-1 0-1 0 0,1 0 1 0 0,4 5-1 0 0,-5-8-8 0 0,0 1 0 0 0,0-1 0 0 0,0 0-1 0 0,1 1 1 0 0,-1-1 0 0 0,1 0 0 0 0,-1 0 0 0 0,1 0-1 0 0,-1 0 1 0 0,1-1 0 0 0,-1 1 0 0 0,1 0 0 0 0,0-1-1 0 0,-1 1 1 0 0,1-1 0 0 0,0 1 0 0 0,0-1 0 0 0,-1 0-1 0 0,1 0 1 0 0,0 0 0 0 0,0 0 0 0 0,-1 0-1 0 0,1 0 1 0 0,0 0 0 0 0,0-1 0 0 0,0 1 0 0 0,-1 0-1 0 0,1-1 1 0 0,0 0 0 0 0,-1 1 0 0 0,1-1 0 0 0,-1 0-1 0 0,1 0 1 0 0,-1 0 0 0 0,2-1 0 0 0,15-9 59 0 0,-2-1 0 0 0,23-20 0 0 0,2-3 86 0 0,7 3 74 0 0,-47 31-211 0 0,1 1-1 0 0,-1-1 1 0 0,0 1-1 0 0,1-1 1 0 0,-1 1-1 0 0,0 0 0 0 0,1-1 1 0 0,-1 1-1 0 0,0 0 1 0 0,1 0-1 0 0,-1 0 0 0 0,0 0 1 0 0,1 0-1 0 0,-1 0 1 0 0,0 1-1 0 0,1-1 0 0 0,-1 0 1 0 0,0 1-1 0 0,1-1 1 0 0,-1 1-1 0 0,0-1 0 0 0,1 1 1 0 0,-1-1-1 0 0,0 1 1 0 0,0 0-1 0 0,0 0 1 0 0,0 0-1 0 0,0 0 0 0 0,0 0 1 0 0,0 0-1 0 0,0 0 1 0 0,0 0-1 0 0,0 0 0 0 0,-1 0 1 0 0,1 0-1 0 0,0 0 1 0 0,-1 1-1 0 0,1 1 0 0 0,1 66 223 0 0,-3-50-82 0 0,4 36 1 0 0,-3-55-152 0 0,0 1 0 0 0,0-1 0 0 0,0 1 0 0 0,0-1 0 0 0,0 0 0 0 0,0 1 0 0 0,1-1 0 0 0,-1 1 1 0 0,0-1-1 0 0,0 1 0 0 0,0-1 0 0 0,1 0 0 0 0,-1 1 0 0 0,0-1 0 0 0,1 0 0 0 0,-1 1 0 0 0,0-1 0 0 0,1 0 0 0 0,-1 1 0 0 0,0-1 1 0 0,1 0-1 0 0,-1 0 0 0 0,0 1 0 0 0,1-1 0 0 0,-1 0 0 0 0,1 0 0 0 0,-1 0 0 0 0,1 1 0 0 0,-1-1 0 0 0,0 0 0 0 0,1 0 0 0 0,-1 0 0 0 0,1 0 1 0 0,-1 0-1 0 0,1 0 0 0 0,-1 0 0 0 0,1 0 0 0 0,-1 0 0 0 0,1 0 0 0 0,-1 0 0 0 0,0 0 0 0 0,1-1 0 0 0,-1 1 0 0 0,1 0 0 0 0,-1 0 1 0 0,1 0-1 0 0,-1-1 0 0 0,0 1 0 0 0,1 0 0 0 0,-1 0 0 0 0,0-1 0 0 0,1 1 0 0 0,-1 0 0 0 0,0-1 0 0 0,1 1 0 0 0,-1-1 1 0 0,24-19 26 0 0,-22 17-5 0 0,21-18 21 0 0,-4 2-5 0 0,1 1 0 0 0,1 0 0 0 0,0 2 0 0 0,26-15 0 0 0,-42 28-30 0 0,1 0 0 0 0,-1 0 0 0 0,1 0 0 0 0,0 1 0 0 0,0 0 1 0 0,0 1-1 0 0,0-1 0 0 0,1 1 0 0 0,-1 0 0 0 0,0 0 0 0 0,1 1 0 0 0,-1 0 0 0 0,0 0 0 0 0,1 0 0 0 0,-1 1 0 0 0,0 0 1 0 0,0 0-1 0 0,0 1 0 0 0,0 0 0 0 0,0 0 0 0 0,0 0 0 0 0,10 6 0 0 0,-14-7-6 0 0,1 0 0 0 0,-1 1 0 0 0,0-1 0 0 0,0 0 0 0 0,0 1 0 0 0,0-1 0 0 0,0 1 0 0 0,-1 0 0 0 0,1 0 0 0 0,0 0 0 0 0,-1 0-1 0 0,1 0 1 0 0,-1 0 0 0 0,0 0 0 0 0,0 0 0 0 0,0 1 0 0 0,0-1 0 0 0,0 0 0 0 0,0 1 0 0 0,-1-1 0 0 0,1 0 0 0 0,-1 1 0 0 0,1-1 0 0 0,-1 1 0 0 0,0-1 0 0 0,0 1 0 0 0,0-1 0 0 0,0 1 0 0 0,-1-1 0 0 0,1 1-1 0 0,-1-1 1 0 0,1 1 0 0 0,-1-1 0 0 0,0 0 0 0 0,0 1 0 0 0,-2 2 0 0 0,-1 3 7 0 0,0-1 0 0 0,-1 0-1 0 0,0 0 1 0 0,0-1 0 0 0,-1 1 0 0 0,0-1-1 0 0,0 0 1 0 0,-1-1 0 0 0,-9 7-1 0 0,1-1-8 0 0,9-6 20 0 0,-1 1 0 0 0,0-2 0 0 0,-1 1 0 0 0,1 0 0 0 0,-1-1 0 0 0,0-1 0 0 0,0 0 0 0 0,-1 0 0 0 0,1 0 0 0 0,0-1 0 0 0,-10 2 0 0 0,16-4 28 0 0,-6 0 225 0 0,15 0-257 0 0,0 0 0 0 0,0 0 0 0 0,0 0 0 0 0,-1-1 0 0 0,1 0 0 0 0,0 0 0 0 0,0-1 0 0 0,-1 0 0 0 0,1 0 0 0 0,-1 0 0 0 0,0-1 0 0 0,0 0 0 0 0,0 0 0 0 0,0-1 0 0 0,0 0 0 0 0,-1 0 0 0 0,1 0 0 0 0,-1 0-1 0 0,0-1 1 0 0,0 0 0 0 0,-1 0 0 0 0,7-10 0 0 0,93-111 382 0 0,-102 124-304 0 0,2 27-26 0 0,-4-19-66 0 0,1 31 45 0 0,-1-36-53 0 0,0-1 1 0 0,1 1-1 0 0,-1 0 0 0 0,1 0 0 0 0,-1-1 1 0 0,0 1-1 0 0,1 0 0 0 0,-1-1 0 0 0,1 1 1 0 0,0-1-1 0 0,-1 1 0 0 0,1 0 0 0 0,-1-1 1 0 0,1 0-1 0 0,0 1 0 0 0,-1-1 0 0 0,1 1 1 0 0,0-1-1 0 0,0 0 0 0 0,-1 1 1 0 0,1-1-1 0 0,0 0 0 0 0,0 0 0 0 0,-1 0 1 0 0,1 1-1 0 0,0-1 0 0 0,0 0 0 0 0,0 0 1 0 0,0 0-1 0 0,-1 0 0 0 0,1 0 0 0 0,0-1 1 0 0,0 1-1 0 0,0 0 0 0 0,21-9 2 0 0,-21 8-1 0 0,208-66 12 0 0,-190 62-15 0 0,0 1 1 0 0,1 1-1 0 0,38-2 0 0 0,-47 5 0 0 0,0 0 0 0 0,0 1 0 0 0,0 0 0 0 0,0 1 0 0 0,-1 0 0 0 0,1 0 0 0 0,0 1 0 0 0,16 7 0 0 0,-18-4-3 0 0,4 4 2 0 0,0 4-2 0 0,-3 6 3 0 0,-12-14 3 0 0,2-5 0 0 0,-4 18 12 0 0,3-17-11 0 0,0 0 1 0 0,1-1-1 0 0,-1 1 0 0 0,0 0 1 0 0,-1-1-1 0 0,1 1 0 0 0,0-1 1 0 0,0 0-1 0 0,-1 1 0 0 0,1-1 0 0 0,-1 0 1 0 0,1 0-1 0 0,-1 0 0 0 0,1 0 1 0 0,-1 0-1 0 0,0 0 0 0 0,1 0 1 0 0,-1-1-1 0 0,0 1 0 0 0,0 0 1 0 0,0-1-1 0 0,1 0 0 0 0,-1 1 1 0 0,0-1-1 0 0,-3 0 0 0 0,-3 1 10 0 0,-18 5 110 0 0,-1-2 1 0 0,1-1-1 0 0,-30-1 0 0 0,54-2-70 0 0,-6 0 239 0 0,23-2-253 0 0,0-1 1 0 0,-1 0-1 0 0,1-2 0 0 0,-1 1 1 0 0,0-2-1 0 0,0 0 0 0 0,24-15 1 0 0,-28 15-30 0 0,0-1 1 0 0,0 0-1 0 0,-1-1 1 0 0,0 0-1 0 0,0-1 1 0 0,-1 0-1 0 0,0 0 1 0 0,0-1 0 0 0,9-15-1 0 0,-4 3 5 0 0,-2-1 0 0 0,0 0-1 0 0,11-39 1 0 0,-15 36 15 0 0,-2-1-1 0 0,-1 0 0 0 0,-1 0 0 0 0,0-43 1 0 0,-3 68 5 0 0,-1 2-32 0 0,0 1 0 0 0,0-1 0 0 0,0 1 0 0 0,0-1 0 0 0,1 1 0 0 0,-1-1 0 0 0,0 1 0 0 0,1-1 0 0 0,-1 1 0 0 0,0 0 0 0 0,1-1 0 0 0,-1 1 0 0 0,1 0 0 0 0,-1 0 0 0 0,1 0 0 0 0,-1-1 0 0 0,1 1 0 0 0,0 0 0 0 0,-1 0 0 0 0,1 0 0 0 0,0 0 0 0 0,-1 1 0 0 0,-3 27 7 0 0,3-18-1 0 0,-2 18 0 0 0,1 0 0 0 0,2 30 0 0 0,0-48-5 0 0,2 1 0 0 0,-1-1 0 0 0,1 0-1 0 0,1 0 1 0 0,0 0 0 0 0,0 0 0 0 0,1-1 0 0 0,7 15-1 0 0,-9-22-1 0 0,0 0 0 0 0,0 0-1 0 0,0 0 1 0 0,0 0 0 0 0,1 0 0 0 0,-1-1-1 0 0,1 1 1 0 0,0-1 0 0 0,0 0 0 0 0,3 3-1 0 0,-4-4 0 0 0,0 0 0 0 0,1 0 0 0 0,-1 0 0 0 0,1 0 0 0 0,-1 0 0 0 0,0-1 0 0 0,1 1 0 0 0,-1-1 0 0 0,1 0 0 0 0,0 1 0 0 0,-1-1 0 0 0,1 0 0 0 0,-1-1 0 0 0,1 1 0 0 0,-1 0 0 0 0,1-1 0 0 0,-1 1 0 0 0,1-1 0 0 0,-1 0 0 0 0,0 0 0 0 0,1 0 0 0 0,-1 0 0 0 0,4-3 0 0 0,-1 2 0 0 0,18-9 0 0 0,0-1 0 0 0,0-1 0 0 0,-1-2 0 0 0,25-20 0 0 0,19-14 0 0 0,28-18 15 0 0,-76 49-14 0 0,-14 13 0 0 0,0 1 0 0 0,0 0 0 0 0,0 0 0 0 0,1 0 0 0 0,0 0 0 0 0,-1 1 0 0 0,1 0 0 0 0,0 0 0 0 0,7-3 0 0 0,-10 5 5 0 0,-3 7 2 0 0,-1 0 0 0 0,1 0 0 0 0,-1 0 0 0 0,0-1 0 0 0,0 1 0 0 0,-6 8 0 0 0,-2 8 16 0 0,-24 60 61 0 0,23-61-40 0 0,2 1 0 0 0,0 0 0 0 0,1 1 0 0 0,-5 27 0 0 0,7-1 93 0 0,6-46-106 0 0,6 7 103 0 0,-4-10-122 0 0,0 0 1 0 0,0 0-1 0 0,0 0 0 0 0,1 0 1 0 0,-1-1-1 0 0,0 1 0 0 0,0-1 1 0 0,0 1-1 0 0,0-1 0 0 0,1 0 1 0 0,-1 0-1 0 0,0 0 0 0 0,0 0 1 0 0,-1 0-1 0 0,1 0 0 0 0,0-1 1 0 0,0 1-1 0 0,-1-1 0 0 0,3-1 1 0 0,0-1 20 0 0,0 0 1 0 0,0 0 0 0 0,0-1 0 0 0,-1 1 0 0 0,0-1 0 0 0,0 0-1 0 0,3-5 1 0 0,-6 8-3 0 0,2 0-16 0 0,0 0 1 0 0,-1-1-1 0 0,1 0 0 0 0,-1 1 0 0 0,0-1 0 0 0,0 0 1 0 0,0 0-1 0 0,0 0 0 0 0,-1 0 0 0 0,1 1 1 0 0,-1-1-1 0 0,1-5 0 0 0,8-47 131 0 0,-3 26-67 0 0,5-9 34 0 0,-11 36-76 0 0,1-16 123 0 0,7 38-119 0 0,7 34 1 0 0,-12-42-34 0 0,-1 0 0 0 0,2 0 0 0 0,-1-1 0 0 0,2 1 0 0 0,-1-1 0 0 0,2 0 0 0 0,-1-1 0 0 0,1 1 0 0 0,1-1 0 0 0,8 10 0 0 0,-14-18-1 0 0,4 1-8 0 0,8-10 25 0 0,-10 5-22 0 0,0 1-2 0 0,-1-1 1 0 0,0 0-1 0 0,0 1 0 0 0,1-1 0 0 0,-1 0 0 0 0,0 0 0 0 0,-1 0 0 0 0,1 0 0 0 0,0 0 1 0 0,1-3-1 0 0,18-26 26 0 0,42-51 50 0 0,-62 80-75 0 0,1-1 6 0 0,1 0 0 0 0,-1-1 0 0 0,1 1 0 0 0,0 0 0 0 0,0 1 0 0 0,6-6 0 0 0,-9 8-7 0 0,0 0 0 0 0,1 0 0 0 0,-1-1 0 0 0,0 1 0 0 0,1 0 0 0 0,-1 0 0 0 0,0 0 0 0 0,0 0 0 0 0,1 0 0 0 0,-1 0 0 0 0,0 0 0 0 0,1 0 0 0 0,-1 0 0 0 0,0 0 0 0 0,1 0 0 0 0,-1 0 0 0 0,0 0 0 0 0,0 1 0 0 0,1-1 0 0 0,-1 0 0 0 0,0 0 0 0 0,0 0 0 0 0,1 0 0 0 0,-1 0 0 0 0,0 0 0 0 0,0 1 0 0 0,1-1 0 0 0,-1 0 0 0 0,0 0 0 0 0,0 1 0 0 0,0-1 0 0 0,1 0 0 0 0,-1 1 0 0 0,6 19 26 0 0,2 139 142 0 0,-8-156-164 0 0,4 15 76 0 0,8-33-30 0 0,-9 11-52 0 0,23-45 62 0 0,-19 34-34 0 0,1 1 1 0 0,0 1 0 0 0,1-1-1 0 0,12-14 1 0 0,-19 25-37 0 0,8-10 69 0 0,-10 13-59 0 0,1 0 1 0 0,-1 0-1 0 0,0 0 1 0 0,0 0-1 0 0,0 0 0 0 0,1 0 1 0 0,-1-1-1 0 0,0 1 1 0 0,1 0-1 0 0,-1 0 0 0 0,0 0 1 0 0,0 0-1 0 0,1 0 1 0 0,-1 0-1 0 0,0 0 0 0 0,0 0 1 0 0,1 0-1 0 0,-1 0 0 0 0,0 0 1 0 0,0 0-1 0 0,1 1 1 0 0,-1-1-1 0 0,0 0 0 0 0,0 0 1 0 0,1 0-1 0 0,-1 0 1 0 0,0 0-1 0 0,0 0 0 0 0,1 1 1 0 0,-1-1-1 0 0,0 0 1 0 0,0 0-1 0 0,0 0 0 0 0,0 1 1 0 0,1-1-1 0 0,-1 0 1 0 0,0 0-1 0 0,0 0 0 0 0,0 1 1 0 0,0-1-1 0 0,0 0 1 0 0,0 0-1 0 0,1 1 0 0 0,-1-1 1 0 0,0 0-1 0 0,0 1 0 0 0,0-1 1 0 0,0 0-1 0 0,0 0 1 0 0,0 1-1 0 0,0-1 0 0 0,0 0 1 0 0,0 0-1 0 0,0 1 1 0 0,0-1-1 0 0,-1 0 0 0 0,1 0 1 0 0,0 1-1 0 0,0-1 1 0 0,1 10 17 0 0,1 0 0 0 0,0 0 0 0 0,0-1 0 0 0,1 1 0 0 0,1-1 0 0 0,5 13 0 0 0,-7-20-14 0 0,-1 0-1 0 0,0 0 0 0 0,0 0 0 0 0,1 0 1 0 0,0 0-1 0 0,-1-1 0 0 0,1 1 1 0 0,0-1-1 0 0,-1 1 0 0 0,1-1 0 0 0,0 1 1 0 0,0-1-1 0 0,0 0 0 0 0,1 0 1 0 0,-1 0-1 0 0,0 0 0 0 0,0-1 0 0 0,0 1 1 0 0,1 0-1 0 0,-1-1 0 0 0,0 0 1 0 0,1 1-1 0 0,-1-1 0 0 0,0 0 0 0 0,1 0 1 0 0,-1-1-1 0 0,0 1 0 0 0,1 0 1 0 0,-1-1-1 0 0,0 1 0 0 0,0-1 0 0 0,1 0 1 0 0,-1 0-1 0 0,0 0 0 0 0,2-1 1 0 0,16-5 11 0 0,0-2 1 0 0,-1 0 0 0 0,0-1 0 0 0,-1-1-1 0 0,0-1 1 0 0,0 0 0 0 0,-1-2 0 0 0,-1 0-1 0 0,-1 0 1 0 0,0-2 0 0 0,0 0 0 0 0,-2 0-1 0 0,12-20 1 0 0,-20 29-6 0 0,0 0 0 0 0,-1 0 0 0 0,2 0 0 0 0,7-8 0 0 0,-6 9 29 0 0,-9 9 30 0 0,-4 13-48 0 0,0 6-7 0 0,0 0-1 0 0,2 0 1 0 0,1 0 0 0 0,1 1 0 0 0,1-1 0 0 0,0 1 0 0 0,2 0-1 0 0,4 22 1 0 0,-5-42-10 0 0,1 1-1 0 0,0-1 1 0 0,0 1-1 0 0,0-1 1 0 0,1 1 0 0 0,-1-1-1 0 0,1 0 1 0 0,-1 0-1 0 0,1 0 1 0 0,0 0 0 0 0,1 0-1 0 0,-1 0 1 0 0,0 0-1 0 0,1-1 1 0 0,-1 1-1 0 0,1-1 1 0 0,0 1 0 0 0,0-1-1 0 0,0 0 1 0 0,0-1-1 0 0,0 1 1 0 0,1 0-1 0 0,-1-1 1 0 0,0 0 0 0 0,1 1-1 0 0,-1-1 1 0 0,6 0-1 0 0,-2 0 2 0 0,-1 0 0 0 0,1-1 1 0 0,-1 0-1 0 0,1 0 0 0 0,-1 0 0 0 0,0-1 0 0 0,1 0 0 0 0,-1-1 0 0 0,0 1 0 0 0,0-1 0 0 0,0 0 0 0 0,0-1 0 0 0,0 1 0 0 0,0-1 0 0 0,8-6 1 0 0,5-6 6 0 0,-1 0 1 0 0,0-2 0 0 0,-1 0-1 0 0,-1-1 1 0 0,0 0-1 0 0,-2-1 1 0 0,15-25 0 0 0,-15 13 24 0 0,-12 26-33 0 0,-2 3 33 0 0,-2 5-30 0 0,-18 23 0 0 0,2 1 0 0 0,1 2 0 0 0,1-1 0 0 0,1 2 0 0 0,2 0 0 0 0,-12 38 0 0 0,24-63-6 0 0,-1 0 1 0 0,1-1-1 0 0,1 1 0 0 0,-1 0 1 0 0,1 0-1 0 0,0 0 0 0 0,0 0 1 0 0,0 0-1 0 0,1-1 0 0 0,1 9 0 0 0,-1-12 11 0 0,-1-1 0 0 0,1 1-1 0 0,-1-1 1 0 0,1 1-1 0 0,0-1 1 0 0,-1 0 0 0 0,1 0-1 0 0,0 1 1 0 0,-1-1-1 0 0,1 0 1 0 0,0 0 0 0 0,-1 0-1 0 0,1 1 1 0 0,0-1-1 0 0,-1 0 1 0 0,1 0 0 0 0,0 0-1 0 0,0 0 1 0 0,-1-1-1 0 0,1 1 1 0 0,0 0 0 0 0,-1 0-1 0 0,1 0 1 0 0,1-1-1 0 0,13-4-3736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56.9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44 250 16783 0 0,'0'0'1078'0'0,"-1"4"-913"0"0,-4 13 31 0 0,4-13 245 0 0,9 7 591 0 0,-7-10-1016 0 0,0 0-1 0 0,-1-1 0 0 0,1 1 1 0 0,0 0-1 0 0,0-1 0 0 0,0 1 1 0 0,0 0-1 0 0,0-1 0 0 0,0 1 1 0 0,0-1-1 0 0,0 0 0 0 0,0 1 1 0 0,0-1-1 0 0,0 0 0 0 0,0 1 1 0 0,0-1-1 0 0,0 0 0 0 0,0 0 1 0 0,0 0-1 0 0,0 0 0 0 0,0 0 1 0 0,0 0-1 0 0,0 0 0 0 0,0-1 1 0 0,0 1-1 0 0,0 0 0 0 0,0-1 1 0 0,0 1-1 0 0,2-1 0 0 0,32-19-110 0 0,-26 14 5 0 0,-4 2-18 0 0,-1 0 0 0 0,0-1 0 0 0,0 1 0 0 0,0-1-1 0 0,-1 0 1 0 0,1 0 0 0 0,2-7 0 0 0,0 3-240 0 0,4-10 26 0 0,0 1-1 0 0,-1-2 1 0 0,-1 1 0 0 0,0-1 0 0 0,7-33-1 0 0,-14 51 285 0 0,-1 0 0 0 0,1-1 0 0 0,-1 1-1 0 0,1 0 1 0 0,-1 0 0 0 0,0 0 0 0 0,1 0-1 0 0,-1 0 1 0 0,0-1 0 0 0,0 1 0 0 0,-1 0 0 0 0,1 0-1 0 0,0 0 1 0 0,-1 0 0 0 0,0 0 0 0 0,1-1-1 0 0,-1 1 1 0 0,0 0 0 0 0,0 0 0 0 0,0 1-1 0 0,0-1 1 0 0,0 0 0 0 0,-1 0 0 0 0,1 0-1 0 0,0 1 1 0 0,-1-1 0 0 0,1 1 0 0 0,-1-1-1 0 0,0 1 1 0 0,1 0 0 0 0,-5-3 0 0 0,4 4 21 0 0,0 1 1 0 0,0-1 0 0 0,0 0 0 0 0,0 1 0 0 0,0-1 0 0 0,0 1 0 0 0,1 0-1 0 0,-1-1 1 0 0,0 1 0 0 0,0 0 0 0 0,1 0 0 0 0,-1 1 0 0 0,0-1 0 0 0,-1 2 0 0 0,0-2-18 0 0,-8 9-14 0 0,0 0 0 0 0,0 1 0 0 0,1 0 0 0 0,0 1 0 0 0,1 0 0 0 0,1 0 1 0 0,-9 17-1 0 0,3-8-4 0 0,5-7 18 0 0,0 1 0 0 0,1 0 0 0 0,1 1 0 0 0,0 0 0 0 0,1 0 0 0 0,-5 22 0 0 0,9-32 28 0 0,1 0-1 0 0,0 0 1 0 0,0 0-1 0 0,0 0 1 0 0,1 1 0 0 0,0-1-1 0 0,0 0 1 0 0,0 0-1 0 0,1 0 1 0 0,0 1-1 0 0,1-1 1 0 0,-1 0-1 0 0,1 0 1 0 0,0 0-1 0 0,0-1 1 0 0,1 1 0 0 0,0 0-1 0 0,0-1 1 0 0,5 8-1 0 0,-4-9 7 0 0,0 0-1 0 0,0-1 1 0 0,1 1-1 0 0,-1-1 1 0 0,1 0-1 0 0,-1 0 1 0 0,1 0-1 0 0,0-1 1 0 0,0 1-1 0 0,1-1 1 0 0,6 1-1 0 0,5 2 11 0 0,1-2 0 0 0,19 2 0 0 0,-29-4 2 0 0,-3-2 3 0 0,-1 1-1 0 0,0 0 1 0 0,0-1-1 0 0,1 0 0 0 0,-1 0 1 0 0,0 0-1 0 0,0-1 1 0 0,0 1-1 0 0,0-1 1 0 0,0 0-1 0 0,-1 0 1 0 0,1 0-1 0 0,0-1 0 0 0,-1 1 1 0 0,0-1-1 0 0,1 0 1 0 0,2-4-1 0 0,-4 5 40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57.7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15 10040 0 0,'5'-2'190'0'0,"4"-1"12"0"0,0 0 0 0 0,0 1-1 0 0,0 1 1 0 0,0-1-1 0 0,0 1 1 0 0,18 0 0 0 0,66 8 678 0 0,-55-4-754 0 0,-32-2-103 0 0,9-1 30 0 0,0 1 0 0 0,0 1 0 0 0,0 0 0 0 0,-1 1 1 0 0,1 1-1 0 0,-1 0 0 0 0,18 8 0 0 0,-31-12-64 0 0,6 5 151 0 0,11 13-1900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58.5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1 116 7528 0 0,'0'0'377'0'0,"3"0"-282"0"0,3 1 61 0 0,1-3 332 0 0,-1-20-204 0 0,14-32-299 0 0,-20 50 14 0 0,13-23 1 0 0,-13 26 0 0 0,0 1 0 0 0,0 0 0 0 0,0-1 0 0 0,0 1 0 0 0,0 0 1 0 0,0 0-1 0 0,0-1 0 0 0,0 1 0 0 0,1 0 0 0 0,-1-1 0 0 0,0 1 0 0 0,0 0 1 0 0,0-1-1 0 0,0 1 0 0 0,1 0 0 0 0,-1 0 0 0 0,0-1 0 0 0,0 1 0 0 0,0 0 1 0 0,1 0-1 0 0,-1 0 0 0 0,0-1 0 0 0,0 1 0 0 0,1 0 0 0 0,-1 0 0 0 0,0 0 1 0 0,1 0-1 0 0,-1-1 0 0 0,0 1 0 0 0,0 0 0 0 0,1 0 0 0 0,-1 0 0 0 0,0 0 1 0 0,1 0-1 0 0,-1 0 0 0 0,0 0 0 0 0,1 0 0 0 0,-1 0 0 0 0,0 0 0 0 0,1 0 1 0 0,-1 0-1 0 0,0 0 0 0 0,1 0 0 0 0,-1 0 0 0 0,0 1 0 0 0,1-1 0 0 0,-1 0 1 0 0,0 0-1 0 0,0 0 0 0 0,1 0 0 0 0,-1 1 0 0 0,0-1 0 0 0,0 0 0 0 0,1 0 1 0 0,-1 0-1 0 0,0 1 0 0 0,0-1 0 0 0,0 0 0 0 0,1 1 0 0 0,5 13 14 0 0,-6-14-12 0 0,0 0-2 0 0,5 30 91 0 0,-2 1 0 0 0,0 0 0 0 0,-3 32 0 0 0,0-56-31 0 0,0-5 37 0 0,7 4 134 0 0,-7-5-248 0 0,0-1 0 0 0,0 0-1 0 0,1 0 1 0 0,-1 0 0 0 0,0 0-1 0 0,0 1 1 0 0,0-1 0 0 0,0 0 0 0 0,0 0-1 0 0,1 0 1 0 0,-1 0 0 0 0,0 0 0 0 0,0 0-1 0 0,0 0 1 0 0,1 0 0 0 0,-1 0-1 0 0,0 0 1 0 0,0 0 0 0 0,0 0 0 0 0,1 0-1 0 0,-1 0 1 0 0,0 0 0 0 0,0 0-1 0 0,0 0 1 0 0,1 0 0 0 0,-1 0 0 0 0,0 0-1 0 0,0 0 1 0 0,0 0 0 0 0,1 0 0 0 0,-1 0-1 0 0,0 0 1 0 0,0 0 0 0 0,0 0-1 0 0,0 0 1 0 0,1 0 0 0 0,-1-1 0 0 0,0 1-1 0 0,0 0 1 0 0,0 0 0 0 0,0 0 0 0 0,0 0-1 0 0,1 0 1 0 0,-1-1 0 0 0,0 1-1 0 0,0 0 1 0 0,0 0 0 0 0,0 0 0 0 0,0-1-1 0 0,0 1 1 0 0,0 0 0 0 0,0 0 0 0 0,0 0-1 0 0,0-1 1 0 0,0 1 0 0 0,0 0-1 0 0,0 0 1 0 0,0 0 0 0 0,0-1 0 0 0,0 1-1 0 0,0 0 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8:58.9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7936 0 0,'0'0'1793'0'0,"3"0"-1690"0"0,4 1-143 0 0,0 1 0 0 0,0-1 1 0 0,0 1-1 0 0,0 0 0 0 0,-1 0 0 0 0,1 1 1 0 0,-1 0-1 0 0,0 0 0 0 0,1 1 0 0 0,-2 0 1 0 0,1 0-1 0 0,0 0 0 0 0,-1 1 0 0 0,8 7 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9:07.7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17 294 7136 0 0,'-2'33'2068'0'0,"-4"-42"-1888"0"0,-3-5 519 0 0,9 13-685 0 0,1 1-1 0 0,-1-1 1 0 0,1 1 0 0 0,-1-1 0 0 0,0 1-1 0 0,1 0 1 0 0,-1-1 0 0 0,1 1-1 0 0,-1-1 1 0 0,1 1 0 0 0,0 0 0 0 0,-1 0-1 0 0,1-1 1 0 0,-1 1 0 0 0,1 0-1 0 0,-1 0 1 0 0,1 0 0 0 0,0-1-1 0 0,-1 1 1 0 0,1 0 0 0 0,-1 0 0 0 0,1 0-1 0 0,0 0 1 0 0,-1 0 0 0 0,1 0-1 0 0,0 1 1 0 0,-1-1 0 0 0,1 0 0 0 0,0 0-1 0 0,119 1 253 0 0,-116-1-250 0 0,0 0 1 0 0,-1 0 0 0 0,1 0-1 0 0,0 1 1 0 0,-1-1 0 0 0,1 1-1 0 0,3 2 1 0 0,21 2 115 0 0,-22-4-86 0 0,23 2 84 0 0,0-1 0 0 0,0-1 1 0 0,55-6-1 0 0,47-16 152 0 0,-82 17-160 0 0,-34 3-37 0 0,1 0 0 0 0,23-6-1 0 0,12-5 75 0 0,-10 3 16 0 0,0-2 0 0 0,40-17 0 0 0,-35 12 52 0 0,-31 12-150 0 0,-1-1 0 0 0,22-11 0 0 0,-17 8 20 0 0,-1 1 1 0 0,1 1 0 0 0,0 1 0 0 0,0 1-1 0 0,1 0 1 0 0,26-1 0 0 0,13-2 79 0 0,90-10 352 0 0,-24 16-190 0 0,-62 2-30 0 0,0 3 1 0 0,96 17-1 0 0,-7 0 201 0 0,-97-15-390 0 0,-27-2-19 0 0,40 1 0 0 0,63 5 193 0 0,-92-7-64 0 0,37 9-1 0 0,23 2 111 0 0,29 5-15 0 0,-88-12-150 0 0,1-1 0 0 0,45 1-1 0 0,52 2 236 0 0,-81-7-208 0 0,30-1-6 0 0,169-12 652 0 0,-17 5-412 0 0,-48 3-126 0 0,-157 1-258 0 0,-16 1-15 0 0,1 0-1 0 0,20 3 1 0 0,106 7 117 0 0,4 1 4 0 0,-2-2-26 0 0,-119-8-70 0 0,49-6 0 0 0,-30 2-12 0 0,4 0-12 0 0,50-2 64 0 0,40 1 76 0 0,18 0-12 0 0,29 3 82 0 0,-49 20-21 0 0,-2 1 31 0 0,-129-19-248 0 0,31 3 61 0 0,1-2 1 0 0,69-7-1 0 0,441-68 369 0 0,-515 72-393 0 0,-1 2 0 0 0,1 1 0 0 0,-1 2 0 0 0,63 13 0 0 0,7 0 41 0 0,27 7 34 0 0,-86-14-59 0 0,1-1 0 0 0,69 2-1 0 0,-45-9 2 0 0,-13 0 52 0 0,84-8 0 0 0,-76 1-10 0 0,82 4 0 0 0,-87 2-52 0 0,47 6 21 0 0,-61-3-29 0 0,50-2 1 0 0,-63-1-8 0 0,36 3 0 0 0,9 1 9 0 0,43 0 45 0 0,-70 0-41 0 0,1-3 0 0 0,63-7 1 0 0,-52-1 41 0 0,75-14 76 0 0,135-24-14 0 0,-169 30-99 0 0,-26 9-5 0 0,12-3 24 0 0,155-18 99 0 0,-176 21-82 0 0,25-1-1 0 0,117-12 79 0 0,-46-5-71 0 0,344-36 190 0 0,-108 45-162 0 0,-262 1-75 0 0,-102 8-20 0 0,1 2 0 0 0,75 1 0 0 0,-59 7-5 0 0,0-1 34 0 0,103 20 0 0 0,-120-16-31 0 0,55 4 0 0 0,20 3 24 0 0,-51-3-12 0 0,0-2 0 0 0,1-3-1 0 0,87-3 1 0 0,-7-17 25 0 0,22 0 1 0 0,-129 15-23 0 0,58 11-1 0 0,-18-2-2 0 0,167 16 114 0 0,160 14-10 0 0,-160-11-77 0 0,-167-18-43 0 0,147 30 72 0 0,33-2-5 0 0,452 11 1 0 0,-482-41-48 0 0,-2 6-2 0 0,0 1 7 0 0,-156-13-40 0 0,51 1 9 0 0,117-9 19 0 0,181-24 4 0 0,-194 32-23 0 0,-101 2-15 0 0,29 0 3 0 0,-56 0 9 0 0,176-14 0 0 0,-201 5-7 0 0,0 2-1 0 0,-1 4 0 0 0,74 10 1 0 0,43 21 21 0 0,-86-12-14 0 0,94 14 12 0 0,-116-23-25 0 0,75 8 10 0 0,-86-15 0 0 0,0 3 1 0 0,121 31-1 0 0,-152-30-3 0 0,57 7 0 0 0,-51-10-10 0 0,147 14 14 0 0,-69-9-11 0 0,-58-3 3 0 0,-11-1 13 0 0,76-1-1 0 0,-125-6 3 0 0,-37-2-16 0 0,0-1-1 0 0,0-3 0 0 0,0 0 1 0 0,-34-13-1 0 0,-21-8 794 0 0,41 10-5282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9:11.8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1 179 8240 0 0,'15'1'48'0'0,"3"0"117"0"0,9 1 236 0 0,-2 0 95 0 0,17 4 1114 0 0,-20 14 1566 0 0,-7-1-1159 0 0,-12-16-1993 0 0,-1-1 1 0 0,1 1-1 0 0,0 0 1 0 0,1-1-1 0 0,-1 0 1 0 0,0 0-1 0 0,0 0 1 0 0,1 0-1 0 0,-1-1 1 0 0,1 1-1 0 0,0-1 0 0 0,-1 0 1 0 0,1 0-1 0 0,0 0 1 0 0,0-1-1 0 0,0 1 1 0 0,-1-1-1 0 0,7 0 1 0 0,12 0-20 0 0,0-1 0 0 0,23-5 0 0 0,-32 4 17 0 0,43-4-89 0 0,1 3-1 0 0,-1 2 0 0 0,1 2 1 0 0,106 17-1 0 0,130 45-425 0 0,-213-40 300 0 0,-37-10 64 0 0,60 9 0 0 0,215 28-94 0 0,-261-43 185 0 0,134 11-42 0 0,-30-6 48 0 0,36 7 23 0 0,-31-1 10 0 0,-94-11 2 0 0,43 1 16 0 0,-41-8-13 0 0,108-6 95 0 0,-93-3 0 0 0,116-16 157 0 0,-186 23-202 0 0,1 0 0 0 0,32 2 0 0 0,11-1 29 0 0,-21-1 26 0 0,63 8 0 0 0,-10-1 64 0 0,-12-3-63 0 0,111-1 133 0 0,13-1 3 0 0,-32-6 151 0 0,5 4-106 0 0,-5 0-50 0 0,-62 5-31 0 0,-43 0-119 0 0,129 9 257 0 0,-32-4-25 0 0,85-2 304 0 0,-114-8-258 0 0,1 6-1 0 0,261 41 0 0 0,-251-19-68 0 0,2-7 0 0 0,260 0 1 0 0,-361-21-271 0 0,159-10 177 0 0,-5 2-34 0 0,-146 6-61 0 0,107 5 1 0 0,-13 2 21 0 0,-27-4-5 0 0,62-3-5 0 0,-140 0-109 0 0,237-31 130 0 0,190-43 145 0 0,-112 18-45 0 0,-113 21-127 0 0,63-32 76 0 0,-193 46 17 0 0,1 5 0 0 0,221-7 0 0 0,-59 7 81 0 0,-125 7-166 0 0,-40 5 28 0 0,133 9 0 0 0,2 9-10 0 0,-80-8-36 0 0,-52-2-39 0 0,68 1 9 0 0,-66 3-37 0 0,40 4 11 0 0,182-3 28 0 0,-193-7-29 0 0,173-18 79 0 0,-1 0 3 0 0,80 30 47 0 0,-322-9-142 0 0,-23 1 17 0 0,69-8 0 0 0,294-21 184 0 0,-386 28-201 0 0,-1 2 1 0 0,48 11-1 0 0,22 3 20 0 0,1-8 16 0 0,0-5 0 0 0,0-5 0 0 0,125-16 0 0 0,-167 9-30 0 0,1 3 0 0 0,64 2 0 0 0,104-1 94 0 0,-188-1-111 0 0,-1-1 1 0 0,63-19 0 0 0,-45 9 3 0 0,-22 8 1 0 0,0 1 0 0 0,0 2 0 0 0,0 1 1 0 0,0 2-1 0 0,0 2 0 0 0,50 7 0 0 0,-81-7-29 0 0,0 0 0 0 0,0 0 0 0 0,0 0-1 0 0,0-1 1 0 0,14-3 0 0 0,24-2 15 0 0,11 5 10 0 0,-28-1-4 0 0,50 5-1 0 0,-4 8 23 0 0,-52-8-28 0 0,0-1-1 0 0,1-1 1 0 0,30-2-1 0 0,-10 0 6 0 0,290 1 204 0 0,-318 2-206 0 0,1-1 0 0 0,-1 2 0 0 0,18 5 0 0 0,-16-4-7 0 0,15 1 16 0 0,-27-5-22 0 0,0 1 0 0 0,0 0 1 0 0,0 0-1 0 0,0 1 0 0 0,0-1 1 0 0,0 1-1 0 0,0 1 0 0 0,5 2 0 0 0,-9-4 2 0 0,0-1 24 0 0,-1 0-1 0 0,1 0 1 0 0,-1 0-1 0 0,1 0 1 0 0,-1 1-1 0 0,1-1 0 0 0,-1 0 1 0 0,1 1-1 0 0,-1-1 1 0 0,0 1-1 0 0,1-1 0 0 0,-1 1 1 0 0,0 0-1 0 0,1-1 1 0 0,-1 1-1 0 0,0 0 0 0 0,2 2 1 0 0,-160-11 98 0 0,118 6-107 0 0,-77-16 40 0 0,18 2-29 0 0,-71 11 49 0 0,11 0-30 0 0,-294-3 76 0 0,267 11-98 0 0,-127 6 33 0 0,41 1-25 0 0,-150 19-1 0 0,356-23-35 0 0,-207 23 11 0 0,-239 18 12 0 0,-153-59 1 0 0,324 3-18 0 0,27 1-2 0 0,-59-4-2 0 0,78 4-1 0 0,35 9-2 0 0,85 3-5 0 0,-404 5-1 0 0,336-13 0 0 0,38-1 0 0 0,-242-6 0 0 0,168 10 0 0 0,-680-29 0 0 0,209 52-9 0 0,227 34-8 0 0,105-8 10 0 0,-184-24-39 0 0,405-28 25 0 0,-60 3-28 0 0,-47 7-25 0 0,162-9 33 0 0,-440-27-95 0 0,187-25-7 0 0,130 17 33 0 0,59 20-26 0 0,119 12 77 0 0,-140-2-70 0 0,-12-9 3 0 0,115 16 61 0 0,44 1 32 0 0,-58 5-35 0 0,53-1 40 0 0,-156 8-76 0 0,-121 0-91 0 0,35-33-1 0 0,253 14 150 0 0,-36 1-69 0 0,-298 32-324 0 0,343-21 365 0 0,0-2 0 0 0,0-3 0 0 0,-92-11 0 0 0,110 1 12 0 0,1-2-1 0 0,0-2 0 0 0,1-1 0 0 0,-45-24 1 0 0,76 34 50 0 0,-5-3-3 0 0,-1 1 1 0 0,1 1-1 0 0,-1 1 0 0 0,0 1 1 0 0,-1 1-1 0 0,1 0 0 0 0,-1 1 1 0 0,1 1-1 0 0,-34 3 0 0 0,-19-1-6 0 0,48-2 7 0 0,0 2 0 0 0,-38 5 1 0 0,47-4 5 0 0,-1-1 0 0 0,-21 0 1 0 0,-23 2-12 0 0,-52-1-29 0 0,98 0 39 0 0,6-2-1 0 0,0 1 0 0 0,1 0 0 0 0,-1 0 0 0 0,1 1-1 0 0,-1 0 1 0 0,1 0 0 0 0,0 0 0 0 0,0 1 0 0 0,-8 5 0 0 0,14-7 6 0 0,0 1 1 0 0,0-1-1 0 0,0 1 0 0 0,0-1 1 0 0,0 1-1 0 0,0 0 1 0 0,1-1-1 0 0,-1 1 1 0 0,1 0-1 0 0,-1 0 1 0 0,1-1-1 0 0,0 1 1 0 0,-1 0-1 0 0,1 0 1 0 0,0 0-1 0 0,0-1 1 0 0,1 5-1 0 0,-3 11-14 0 0,-11 6-3 0 0,11-21 19 0 0,0 0 0 0 0,0 1 0 0 0,1 0 0 0 0,-1-1 0 0 0,1 1 0 0 0,0 0 0 0 0,-1 0-1 0 0,1 0 1 0 0,1 0 0 0 0,-1 0 0 0 0,0 0 0 0 0,0 3 0 0 0,0 44 97 0 0,1-25-3492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9:29.6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47 7432 0 0,'21'-5'22'0'0,"-8"4"9"0"0,7 1 32 0 0,6 0 30 0 0,-21-1-77 0 0,0 1 0 0 0,0-1 0 0 0,-1 0 0 0 0,1 0 0 0 0,-1 0 0 0 0,6-3 0 0 0,7-2 132 0 0,0 0-1 0 0,0 0 1 0 0,1 2-1 0 0,0 0 1 0 0,0 1-1 0 0,0 1 1 0 0,0 1 0 0 0,23 1-1 0 0,-2 2 320 0 0,53 9 0 0 0,17 1-72 0 0,30-6-129 0 0,37-9-48 0 0,66-2-14 0 0,55-2-78 0 0,-147 3 1 0 0,206 21 0 0 0,-316-14-109 0 0,144 3 120 0 0,42 5 101 0 0,-96-7-126 0 0,-23-2 77 0 0,388 17 446 0 0,-494-19-632 0 0,307 32 642 0 0,-184-16-404 0 0,-81-9-106 0 0,50 16 0 0 0,36 7 248 0 0,-118-28-300 0 0,0 1 1 0 0,-1 1-1 0 0,1 0 1 0 0,-1 0-1 0 0,13 8 1 0 0,7 2 352 0 0,-29-13-418 0 0,0-1 1 0 0,0 0-1 0 0,0 0 1 0 0,0 1-1 0 0,-1-1 1 0 0,1 0 0 0 0,0 1-1 0 0,0-1 1 0 0,-1 1-1 0 0,1-1 1 0 0,0 1-1 0 0,-1 0 1 0 0,1-1 0 0 0,0 1-1 0 0,-1-1 1 0 0,1 1-1 0 0,-1 0 1 0 0,1 0-1 0 0,-1-1 1 0 0,1 1 0 0 0,-1 1-1 0 0,0-1 6 0 0,0-1 0 0 0,0 1 0 0 0,0-1 0 0 0,0 1 0 0 0,-1 0-1 0 0,1-1 1 0 0,0 1 0 0 0,-1-1 0 0 0,1 1 0 0 0,0-1 0 0 0,-1 1 0 0 0,1-1 0 0 0,-1 0-1 0 0,1 1 1 0 0,0-1 0 0 0,-1 1 0 0 0,1-1 0 0 0,-1 0 0 0 0,1 1 0 0 0,-1-1 0 0 0,1 0-1 0 0,-2 1 1 0 0,-32 9 392 0 0,17-8-718 0 0,-1 0-1 0 0,0-2 0 0 0,0 0 0 0 0,-21-3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9:32.1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0 498 4720 0 0,'15'2'8'0'0,"5"-4"107"0"0,-12 1-51 0 0,-1-1-1 0 0,0 0 0 0 0,0-1 1 0 0,11-4-1 0 0,-9 3 7 0 0,1 0-1 0 0,-1 1 1 0 0,1 0 0 0 0,0 1-1 0 0,0 0 1 0 0,0 0 0 0 0,14 1-1 0 0,7 1 217 0 0,33 4 0 0 0,-47-2-131 0 0,16 2-24 0 0,-24-2-91 0 0,0 0 1 0 0,0-1-1 0 0,0-1 0 0 0,0 0 1 0 0,10 0-1 0 0,16-3 265 0 0,46 1 0 0 0,15 1-83 0 0,-69-1-190 0 0,260-9 464 0 0,-42 4-103 0 0,-46-2-115 0 0,153-2 367 0 0,-100 9-318 0 0,-123 4-77 0 0,389-4 576 0 0,-308-9-498 0 0,387-45 781 0 0,-360 26-858 0 0,309-38 590 0 0,-438 54-639 0 0,77-4 167 0 0,309-33 331 0 0,-18-35-134 0 0,-438 78-499 0 0,115-23 224 0 0,1 7-1 0 0,246-7 1 0 0,-340 31-235 0 0,212 8 200 0 0,-6 14 33 0 0,-167-18-22 0 0,121-9 0 0 0,14-1 68 0 0,94-3 161 0 0,-111 15-167 0 0,-52 2 110 0 0,89-3 136 0 0,171-4 210 0 0,-247-3-612 0 0,-28 0-42 0 0,213 13 205 0 0,-290-6-277 0 0,74 15 79 0 0,-4 0-45 0 0,90 8 51 0 0,6-5-8 0 0,-5 3-19 0 0,7-7-12 0 0,147 16 265 0 0,-172-21-138 0 0,98 4 110 0 0,159-8 116 0 0,-223-23-211 0 0,-63 1-37 0 0,125 0 37 0 0,-245 12-170 0 0,148-3 115 0 0,12 3-23 0 0,-40 4-44 0 0,-120 0-39 0 0,78-5-1 0 0,109-10 94 0 0,92 15 35 0 0,-189 3-149 0 0,108 3 68 0 0,-77 0-26 0 0,67-5 71 0 0,-144-5-128 0 0,-9-1-2 0 0,153-20 1 0 0,-44 2-6 0 0,-20-1 3 0 0,-133 14-27 0 0,0 3 0 0 0,76 4 1 0 0,3 0 2 0 0,-59 0-8 0 0,-46 0 2 0 0,45-3 1 0 0,11-1 5 0 0,-54 3-12 0 0,37-5 1 0 0,-25 1 9 0 0,59 2 0 0 0,-23 2-4 0 0,-4-3 8 0 0,35-1 18 0 0,127 11 0 0 0,-58 3-1 0 0,5 5 7 0 0,-37-7-22 0 0,-86-6-9 0 0,196 18 56 0 0,87 3-12 0 0,316-1 42 0 0,-575-10-73 0 0,102 26-1 0 0,-81-15-5 0 0,24 11 5 0 0,9 2 10 0 0,62 11 1 0 0,108 17 68 0 0,-264-57-91 0 0,-21-2 14 0 0,47 1 1 0 0,-15-4 2 0 0,32 0 26 0 0,-53-5-14 0 0,157-17 135 0 0,-171 19-144 0 0,-21 1-32 0 0,1 0 0 0 0,-1 0 0 0 0,1 0 0 0 0,-1 0 0 0 0,1-1 0 0 0,-1 0 0 0 0,5-1 0 0 0,-5 2-1 0 0,-1-1-1 0 0,1 1 1 0 0,-1-1 0 0 0,1 1-1 0 0,-1 0 1 0 0,1 0 0 0 0,0 0-1 0 0,-1 1 1 0 0,1-1-1 0 0,-1 1 1 0 0,1-1 0 0 0,-1 1-1 0 0,1 0 1 0 0,2 1 0 0 0,6 1 13 0 0,5-7 30 0 0,7 6 52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09:33.4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1 165 6928 0 0,'7'2'20'0'0,"-5"-1"-13"0"0,-1-1-1 0 0,1 1 1 0 0,0-1 0 0 0,-1 0-1 0 0,1 1 1 0 0,-1-1 0 0 0,1 0-1 0 0,0 0 1 0 0,-1 0-1 0 0,1 0 1 0 0,-1 0 0 0 0,1-1-1 0 0,1 0 1 0 0,-1 1 56 0 0,22-31 481 0 0,7-2-107 0 0,-28 28-377 0 0,1 0 0 0 0,0 0 0 0 0,0 0 0 0 0,1 1-1 0 0,-1-1 1 0 0,1 1 0 0 0,0 0 0 0 0,0 1 0 0 0,1-1 0 0 0,6-2 0 0 0,29-12 438 0 0,-32 13-441 0 0,1 1 1 0 0,-1 0 0 0 0,0 1 0 0 0,20-4-1 0 0,22 0 42 0 0,0 3-1 0 0,0 3 0 0 0,70 5 0 0 0,-76-2-59 0 0,8 1 13 0 0,156 1 148 0 0,-52-6-109 0 0,-117 3-63 0 0,1 1 0 0 0,46 10 1 0 0,40 2 38 0 0,156-16 105 0 0,-198-1-24 0 0,89 0 77 0 0,141-19 429 0 0,-272 20-498 0 0,0 2 0 0 0,58 8 1 0 0,28 1 150 0 0,-73-8-117 0 0,0 2 0 0 0,-1 4 0 0 0,0 1 0 0 0,97 29 0 0 0,-109-24-53 0 0,-2 0 16 0 0,0-1-1 0 0,80 11 1 0 0,-108-22-63 0 0,4 0 40 0 0,0 0 0 0 0,0 1 0 0 0,0 1 0 0 0,0 1 0 0 0,0 0 0 0 0,21 10 0 0 0,-18-4-1477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0:08.4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0 291 12456 0 0,'21'-2'159'0'0,"6"4"344"0"0,-15 0-347 0 0,15-1 565 0 0,1-1-1 0 0,-1-1 1 0 0,43-8-1 0 0,-13 1-334 0 0,-29 4-152 0 0,0-2-1 0 0,46-15 1 0 0,-45 12-126 0 0,1 0 0 0 0,31-3 0 0 0,-19 4 21 0 0,0-2 0 0 0,77-29 0 0 0,-66 21-52 0 0,-24 10-22 0 0,1 1-1 0 0,0 2 1 0 0,0 1-1 0 0,0 2 1 0 0,59 2-1 0 0,-54 0 10 0 0,15-4-3 0 0,13 0 17 0 0,-38 6-47 0 0,8 0 25 0 0,-1-1 0 0 0,39-3-1 0 0,-52 1-15 0 0,0 1-1 0 0,0 0 0 0 0,24 5 0 0 0,-23-3 16 0 0,1 0 0 0 0,31-2 0 0 0,48 2 126 0 0,-86-2-141 0 0,-1 1 0 0 0,24 3 0 0 0,15 2 33 0 0,-28-4 3 0 0,0 1 0 0 0,43 11-1 0 0,-45-8 7 0 0,1-2 0 0 0,-1 0 0 0 0,33 1 0 0 0,-40-5-28 0 0,10-1 15 0 0,0 2 0 0 0,0 0 0 0 0,-1 2 0 0 0,27 6 0 0 0,-30-5 33 0 0,0 0 1 0 0,36 2-1 0 0,-35-5-8 0 0,-1 1 1 0 0,32 8-1 0 0,337 79 934 0 0,-227-67-828 0 0,39 7 86 0 0,-25-2-49 0 0,-113-18-119 0 0,0-2 0 0 0,123-5-1 0 0,23 2 82 0 0,19-4 2 0 0,-78-3-79 0 0,-22 4-9 0 0,340 19 284 0 0,-395-13-323 0 0,1-2 0 0 0,-1-4 0 0 0,100-10 0 0 0,-110 4-9 0 0,72 2-1 0 0,-9 1-1 0 0,-64-1-32 0 0,194-15 97 0 0,-15 5-35 0 0,8-2-25 0 0,-21-21 10 0 0,-156 22-60 0 0,87-22 29 0 0,126-43 16 0 0,-151 44-43 0 0,41-10 17 0 0,-119 31-24 0 0,1 3 1 0 0,0 2-1 0 0,73-1 1 0 0,-46 4 4 0 0,6 0 1 0 0,1 3-1 0 0,138 14 1 0 0,31 9 13 0 0,-150-11-25 0 0,49 6 11 0 0,-40 2 0 0 0,8 2 13 0 0,190 51 0 0 0,-229-43-9 0 0,213 64 28 0 0,-246-78-32 0 0,0-3-1 0 0,0-2 0 0 0,1-3 1 0 0,58-1-1 0 0,223-26 51 0 0,-36-21 18 0 0,-110 14-8 0 0,-147 21-59 0 0,32-3 13 0 0,82-9 69 0 0,-16 8-29 0 0,186-6 30 0 0,-181 6-60 0 0,-46-3-12 0 0,-35 3-17 0 0,56-6 20 0 0,69-9 22 0 0,-98 19-15 0 0,165-8 45 0 0,-66 8-40 0 0,8 2-21 0 0,-149 3-21 0 0,63-8 2 0 0,49 0 14 0 0,48 3 8 0 0,84 15-9 0 0,-52 1-6 0 0,-145-9-6 0 0,1 5-1 0 0,147 23 0 0 0,-2 4-5 0 0,-29-5 0 0 0,-172-19 0 0 0,85 2 0 0 0,-44-5 0 0 0,27 1 0 0 0,114-8 0 0 0,-78 4 0 0 0,184 25 0 0 0,-91 11 0 0 0,-79-13 0 0 0,-80-11 0 0 0,141 6 0 0 0,-121-17 0 0 0,83-3 0 0 0,-74 2 0 0 0,-5 0 0 0 0,50-7 0 0 0,62-5 0 0 0,-34 4 0 0 0,-22-5 0 0 0,-7 2 0 0 0,-31 2 0 0 0,-22-4 0 0 0,-88 11 0 0 0,-1 0 0 0 0,1 1 0 0 0,0 0 0 0 0,0 1 0 0 0,-1 1 0 0 0,1 0 0 0 0,26 9 0 0 0,20 2 0 0 0,305 28 39 0 0,-303-43-32 0 0,-45 1-4 0 0,1 1 0 0 0,18 1 0 0 0,-17 0 2 0 0,1-1 1 0 0,32-4 0 0 0,9 0 17 0 0,-22-7 2 0 0,-38 11-23 0 0,-1 0-1 0 0,1-1 1 0 0,-1 1-1 0 0,0-1 0 0 0,1 1 1 0 0,-1-1-1 0 0,1 1 1 0 0,-1-1-1 0 0,0 1 1 0 0,1-1-1 0 0,-1 0 0 0 0,0 1 1 0 0,0-1-1 0 0,0 0 1 0 0,1 1-1 0 0,-1-1 1 0 0,0 1-1 0 0,0-1 1 0 0,0 0-1 0 0,0 1 0 0 0,0-1 1 0 0,0 0-1 0 0,0 1 1 0 0,0-1-1 0 0,0 0 1 0 0,-1 1-1 0 0,1-1 1 0 0,0 1-1 0 0,0-1 0 0 0,0 0 1 0 0,-1 1-1 0 0,0-2 1 0 0,-8-19 22 0 0,4 16-21 0 0,0-1 0 0 0,0 1 0 0 0,-1 1 0 0 0,1-1 0 0 0,-1 1 0 0 0,0 0 0 0 0,-1 1 0 0 0,1-1-1 0 0,-12-4 1 0 0,0 0 2 0 0,-48-23 14 0 0,-130-39 1 0 0,114 44-6 0 0,-26-10 107 0 0,31 10-3585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0:11.3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1 629 6928 0 0,'5'2'41'0'0,"16"7"6"0"0,-16-7 73 0 0,-5-2-84 0 0,0 0-1 0 0,0 1 1 0 0,1-1 0 0 0,-1 0 0 0 0,0 1-1 0 0,0-1 1 0 0,2 2 322 0 0,-2-2-323 0 0,0 1 1 0 0,1-1 0 0 0,-1 0-1 0 0,0 0 1 0 0,0 0 0 0 0,1 0 0 0 0,-1 0-1 0 0,0 1 1 0 0,1-1 0 0 0,-1 0 0 0 0,0 0-1 0 0,1 0 1 0 0,-1 0 0 0 0,0 0 0 0 0,0 0-1 0 0,1 0 1 0 0,-1 0 0 0 0,0 0 0 0 0,1 0-1 0 0,-1 0 1 0 0,0 0 0 0 0,1 0 0 0 0,-1-1-1 0 0,0 1 1 0 0,0 0 0 0 0,1 0 0 0 0,-1 0-1 0 0,0 0 1 0 0,1-1 0 0 0,23-8-81 0 0,-5 1 147 0 0,40-21 25 0 0,-13 6-17 0 0,-21 4-46 0 0,-11 8-21 0 0,-6 6-18 0 0,0 0-1 0 0,1 1 1 0 0,-1 0-1 0 0,1 0 1 0 0,0 1 0 0 0,12-2-1 0 0,35-16 180 0 0,-48 16-145 0 0,-7 5-53 0 0,0-1 0 0 0,-1 1 0 0 0,1-1 0 0 0,0 1 0 0 0,0-1 0 0 0,0 1 0 0 0,-1 0 1 0 0,1-1-1 0 0,0 1 0 0 0,0 0 0 0 0,0 0 0 0 0,0 0 0 0 0,0 0 0 0 0,0 0 0 0 0,0 0 0 0 0,0 0 0 0 0,1 0 0 0 0,5 1 31 0 0,1 0-1 0 0,-1 0 1 0 0,0 1 0 0 0,1 0-1 0 0,-1 1 1 0 0,0-1-1 0 0,-1 1 1 0 0,1 1 0 0 0,9 5-1 0 0,36 15 167 0 0,-25-16-100 0 0,9 4 97 0 0,0-3-1 0 0,54 9 1 0 0,-51-12-112 0 0,-27-4-59 0 0,1 0 1 0 0,-1 0 0 0 0,1-1 0 0 0,23-2 0 0 0,15-3 59 0 0,84 6 1 0 0,-78 0-34 0 0,57-5 1 0 0,-92 2 70 0 0,-1 2 1 0 0,43 5-1 0 0,-39-3-1 0 0,0-1 0 0 0,26-1 0 0 0,8-3 73 0 0,59-4 331 0 0,190-39 620 0 0,-284 43-1035 0 0,1 1 1 0 0,-1 1 0 0 0,0 1 0 0 0,32 6 0 0 0,92 26 469 0 0,-32-6-207 0 0,-88-23-234 0 0,1-1-1 0 0,50-2 1 0 0,-25-2-7 0 0,209-5 240 0 0,-191 3-233 0 0,-3-3 8 0 0,-41 3-74 0 0,1 1 0 0 0,45 3 0 0 0,31 9 119 0 0,-91-8-175 0 0,1-1-1 0 0,0-1 1 0 0,15 0-1 0 0,27 0 45 0 0,0 3 20 0 0,0-3 0 0 0,0-2 0 0 0,85-14 0 0 0,-73 6 7 0 0,123 0-1 0 0,119 39 142 0 0,-220-18-164 0 0,20-1 2 0 0,-42-3-2 0 0,1-2 0 0 0,-1-4 0 0 0,110-11 0 0 0,-90 4 45 0 0,129 6 1 0 0,7 12 180 0 0,-105-15-149 0 0,-58 2-81 0 0,-1-3-1 0 0,96-18 1 0 0,50-4 58 0 0,222 23 73 0 0,-373 6-168 0 0,-1 0 12 0 0,1-2-1 0 0,84-10 1 0 0,-27-1-6 0 0,11-2-5 0 0,120-21 81 0 0,-134 20-76 0 0,87-17 57 0 0,226-64 0 0 0,-145 38-26 0 0,-33 9 2 0 0,-189 36-40 0 0,85-6 0 0 0,-80 11 38 0 0,65-14 0 0 0,-79 12-3 0 0,0 2 1 0 0,61 0-1 0 0,-18 1-33 0 0,345-1 403 0 0,-254 8-202 0 0,-29-3-46 0 0,354 14 193 0 0,-181-6-41 0 0,-66-4-187 0 0,-156 1-61 0 0,0-3 1 0 0,121-16 0 0 0,-155 7-54 0 0,277-43 81 0 0,248-13-66 0 0,-232 34-30 0 0,67-5-21 0 0,-120 20 0 0 0,-132 8 4 0 0,-65 0 2 0 0,197 14 0 0 0,-75 13-6 0 0,63-6 5 0 0,-71-5-2 0 0,-56 3 39 0 0,329-1 244 0 0,-300 1-120 0 0,-125-6-76 0 0,535 74 402 0 0,-505-64-454 0 0,6 4 39 0 0,-46-7 39 0 0,104 7 0 0 0,241 8 55 0 0,-238 0-10 0 0,19 1-36 0 0,192 0 194 0 0,-353-24-187 0 0,37 11 0 0 0,-50-9-206 0 0,-21-4 630 0 0,-23-4-4034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0:12.1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9848 0 0,'0'0'0'0'0,"36"7"0"0"0,-3 4 768 0 0,-15-7 1552 0 0,-18-13-1168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0:14.4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82 8432 0 0,'10'1'1'0'0,"0"1"4"0"0,1 0 1 0 0,26 2 4 0 0,-36-2 0 0 0,5 6-4 0 0,-2-4-5 0 0,0 0-1 0 0,0 0 0 0 0,0 0 0 0 0,0-1 0 0 0,0 1 0 0 0,1-1 0 0 0,0 0 1 0 0,-1-1-1 0 0,1 1 0 0 0,8 2 0 0 0,15 10 0 0 0,142 114-208 0 0,-160-121 203 0 0,0-2 0 0 0,1 0 0 0 0,0 0 0 0 0,0-1 0 0 0,0 0 0 0 0,17 5 0 0 0,12-1 83 0 0,0-1 1 0 0,0-2-1 0 0,0-2 0 0 0,1-2 1 0 0,0-1-1 0 0,-1-2 0 0 0,54-9 1 0 0,37 6 504 0 0,-110 4-462 0 0,-12-1-28 0 0,-1 0 1 0 0,1 0-1 0 0,0-1 1 0 0,9-3-1 0 0,27-4 312 0 0,53-7-8 0 0,-68 10-177 0 0,0 1-1 0 0,43-1 1 0 0,-35 4 111 0 0,42-7 0 0 0,-51 5-105 0 0,-1 1 1 0 0,1 1-1 0 0,30 2 1 0 0,9 8 221 0 0,-39-3-229 0 0,33-1 0 0 0,47 5 304 0 0,66 6 228 0 0,-153-13-549 0 0,0 1 0 0 0,33 9-1 0 0,-36-7-63 0 0,0 0-1 0 0,0-2 0 0 0,35 2 0 0 0,-29-4-57 0 0,0-1 0 0 0,0-2 0 0 0,0 0-1 0 0,0-2 1 0 0,0 0 0 0 0,30-11 0 0 0,-31 8 26 0 0,1 0 1 0 0,0 2 0 0 0,0 1-1 0 0,1 1 1 0 0,-1 1 0 0 0,1 1-1 0 0,45 5 1 0 0,-40-3 12 0 0,33-3-1 0 0,-8 1-8 0 0,13-5 1 0 0,-54 4-75 0 0,0 0-1 0 0,0 1 0 0 0,0 1 1 0 0,29 3-1 0 0,38 9 165 0 0,-30 2-97 0 0,-16-5 9 0 0,64 24 1 0 0,-89-29-75 0 0,-1-1 1 0 0,1-1 0 0 0,0 0-1 0 0,0 0 1 0 0,0-1-1 0 0,0-1 1 0 0,1 0 0 0 0,-1 0-1 0 0,0-1 1 0 0,13-3-1 0 0,27 0 80 0 0,-20 2-2 0 0,45-10 0 0 0,-48 7-47 0 0,1 0 0 0 0,33 1 0 0 0,138-13 323 0 0,-88 4-208 0 0,143 3 40 0 0,-47-16-95 0 0,178-31 90 0 0,-325 55-177 0 0,-46 3-28 0 0,0-1 0 0 0,29-5 0 0 0,354-64 326 0 0,-275 55-18 0 0,193 1 1 0 0,-100 9-123 0 0,202 22 255 0 0,-333-11-327 0 0,89 16 205 0 0,-18-2-131 0 0,417 13 212 0 0,-546-34-406 0 0,77 0 109 0 0,111-14 1 0 0,99-7-46 0 0,-270 19-64 0 0,221-8 48 0 0,-162 0-39 0 0,115-26 1 0 0,-162 23-9 0 0,0 2 1 0 0,1 3 0 0 0,66 0-1 0 0,14 13-21 0 0,-83-1 0 0 0,0-3 0 0 0,93-8 0 0 0,-81-4-1 0 0,135-15-36 0 0,-121 24 3 0 0,-1 2 0 0 0,112 16 0 0 0,-106-10 11 0 0,137-7 0 0 0,-177-1 25 0 0,-10-1-1 0 0,52-11 0 0 0,-28 3 3 0 0,-13 4 6 0 0,0-2 0 0 0,1 3 0 0 0,0 2 0 0 0,65 2 0 0 0,-32 11 6 0 0,82 20-1 0 0,51 7 5 0 0,112 0 32 0 0,-160-16-23 0 0,18 5-6 0 0,-74-8-6 0 0,349 15 4 0 0,-410-30-8 0 0,116 7 11 0 0,131 2 48 0 0,-214-12-22 0 0,117-16 1 0 0,-100 6 9 0 0,1 5 0 0 0,0 3 0 0 0,101 11 0 0 0,25 13 84 0 0,205 7 105 0 0,-321-33-72 0 0,182-33-1 0 0,-86 7-53 0 0,262-6 175 0 0,-234 9-99 0 0,-36 3-116 0 0,-107 20-31 0 0,115 10 0 0 0,251 39 26 0 0,-261-14-46 0 0,67 8 16 0 0,-242-38-33 0 0,-14 0-1 0 0,-1-1 0 0 0,1 2 0 0 0,0-1 0 0 0,0 1-1 0 0,10 2 1 0 0,-3 1 6 0 0,-2-1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0:17.1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71 6128 0 0,'35'-2'0'0'0,"-16"0"2"0"0,11-1 3 0 0,-1 0 16 0 0,0-2 0 0 0,36-11 0 0 0,83-24 435 0 0,-146 40-405 0 0,11 6 226 0 0,-5-3-167 0 0,9 3 39 0 0,0-1 0 0 0,0 0 1 0 0,1-1-1 0 0,-1-1 0 0 0,1 0 1 0 0,21-1-1 0 0,81-7-3 0 0,-66 1-75 0 0,-1 2 1 0 0,54 6-1 0 0,-12 8 76 0 0,-1 3-1 0 0,94 30 1 0 0,-172-41-142 0 0,19 8 75 0 0,1-2 0 0 0,0-2 0 0 0,0-1 0 0 0,1-2 0 0 0,55 2 0 0 0,-48-8-44 0 0,7 1 140 0 0,81-10 0 0 0,-70 2-12 0 0,65 1-1 0 0,-25 2 140 0 0,53 2-45 0 0,121-12 209 0 0,-245 12-435 0 0,234-29 283 0 0,2-4-22 0 0,-176 25 33 0 0,0 4 0 0 0,147 7-1 0 0,-53 11-49 0 0,91 1 146 0 0,-91-9-152 0 0,-56 4-74 0 0,-53-2-86 0 0,3 0 77 0 0,-1 2 0 0 0,0 4 0 0 0,148 42 0 0 0,-126-15-66 0 0,-67-24-44 0 0,0-2 0 0 0,51 13 0 0 0,11-7 49 0 0,129 10 1 0 0,-46-17 86 0 0,208 41-1 0 0,-262-26-111 0 0,144 26 130 0 0,-203-43-129 0 0,1-3 1 0 0,76-1 0 0 0,-50-10 88 0 0,141-24-1 0 0,-78 11-12 0 0,-43 7 76 0 0,-46 4-30 0 0,107 4-1 0 0,68 17 165 0 0,-213-12-344 0 0,206 9 305 0 0,-185-12-249 0 0,-1-3 0 0 0,93-17 0 0 0,192-62 350 0 0,-134 32-201 0 0,-173 44-166 0 0,0 2 0 0 0,53-3 0 0 0,-46 5-7 0 0,52 4 55 0 0,-20 1-35 0 0,-43-1-63 0 0,0 0-1 0 0,25 6 1 0 0,16 0 38 0 0,126 15 111 0 0,-126-21-82 0 0,98-12 0 0 0,-119 6-72 0 0,-1 3 1 0 0,1 1-1 0 0,0 2 1 0 0,52 8-1 0 0,-75-6-18 0 0,0-1 0 0 0,23-2 0 0 0,8 2 8 0 0,-15-3 1 0 0,0-1-1 0 0,0-1 0 0 0,-1-2 0 0 0,1-2 1 0 0,36-11-1 0 0,3 0 15 0 0,30-12 4 0 0,-62 17-10 0 0,46-9 0 0 0,-3 6 17 0 0,-34 5-3 0 0,0 2-1 0 0,0 2 0 0 0,79 0 0 0 0,-32 16 46 0 0,125 26 0 0 0,-58-7-18 0 0,259 51 93 0 0,29 31 113 0 0,-390-99-196 0 0,0-3 1 0 0,71-1-1 0 0,-89-5-36 0 0,68-5 60 0 0,-51 0-53 0 0,75-14 73 0 0,-30 3 13 0 0,-45 11-29 0 0,70 7 1 0 0,42-2 129 0 0,-143-6-173 0 0,1-1-1 0 0,-1-2 1 0 0,-1-1-1 0 0,32-12 1 0 0,31-9 32 0 0,280-79 207 0 0,-302 87-162 0 0,119-19 1 0 0,-156 37-71 0 0,0 1-1 0 0,0 2 1 0 0,65 8 0 0 0,-60-3-33 0 0,0-2 1 0 0,0-2-1 0 0,0-2 1 0 0,0-1-1 0 0,40-8 1 0 0,-37 4 6 0 0,1 3 0 0 0,56 1 0 0 0,-83 2-33 0 0,5 1 8 0 0,-1 2 1 0 0,0 0-1 0 0,0 1 1 0 0,35 12-1 0 0,19 4 36 0 0,-22-12-20 0 0,0-2 1 0 0,93-2-1 0 0,-95-9-23 0 0,-39 3-8 0 0,-1 1 0 0 0,0 0-1 0 0,0 0 1 0 0,15 2 0 0 0,10-1 9 0 0,-29 0-11 0 0,0-1 0 0 0,-1 1 0 0 0,1 0-1 0 0,0 1 1 0 0,10 2 0 0 0,16 2 4 0 0,-27-5-5 0 0,0 1 0 0 0,0 0 1 0 0,0 0-1 0 0,-1 0 0 0 0,1 0 0 0 0,0 1 1 0 0,-1 0-1 0 0,1 0 0 0 0,5 3 1 0 0,19 13 7 0 0,0-1 0 0 0,1-1 1 0 0,1-2-1 0 0,1-1 0 0 0,42 12 1 0 0,-44-18 4 0 0,0-1 0 0 0,0-2 0 0 0,33 1 0 0 0,-50-7 22 0 0,-13-5 4 0 0,-2 4-37 0 0,-2 0 1 0 0,1 0-1 0 0,0 0 0 0 0,0 1 0 0 0,-1 0 1 0 0,0-1-1 0 0,-4-1 0 0 0,-34-17-3153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1:46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1 426 12160 0 0,'43'-11'183'0'0,"-32"9"-69"0"0,0 0 1 0 0,0 1-1 0 0,21 1 0 0 0,79 6 1145 0 0,162 32 0 0 0,-248-34-1142 0 0,-1-2 1 0 0,1 0-1 0 0,26-1 0 0 0,0-1-8 0 0,138-10 225 0 0,-134 4-224 0 0,107 3 0 0 0,75 15 7 0 0,-193-10-73 0 0,68-8 0 0 0,-41 2 6 0 0,57-7 25 0 0,51-1 47 0 0,-106 9-51 0 0,78-14-1 0 0,-21 1 29 0 0,73-8 54 0 0,-117 17-85 0 0,-7 2 46 0 0,130-26 0 0 0,-36-23 45 0 0,-145 47-139 0 0,14-5 30 0 0,75-10 0 0 0,-25 6 30 0 0,6-1 28 0 0,115-3 91 0 0,-73 19-103 0 0,-97 2-25 0 0,80-7 0 0 0,383-46 423 0 0,-397 39-420 0 0,27-1 41 0 0,-40 7 13 0 0,-64 3-24 0 0,61 2 0 0 0,217-5 345 0 0,-145-2-259 0 0,81-10 130 0 0,-64 6-111 0 0,31-1 123 0 0,-194 14-315 0 0,262-9 386 0 0,-181 5-155 0 0,168 14 0 0 0,-87-1-27 0 0,-71-5-77 0 0,409-7 415 0 0,-110 4-320 0 0,-383 0-222 0 0,99-5 43 0 0,-12 0-9 0 0,-27 4-22 0 0,118 8 34 0 0,9 7-39 0 0,-121-10-10 0 0,36 4 4 0 0,-10 1-4 0 0,189-8 1 0 0,-268-3-12 0 0,272 3 20 0 0,-97 1 8 0 0,-154-1-15 0 0,110 21 0 0 0,-110-13 8 0 0,111 6 0 0 0,-110-13 12 0 0,98 17 0 0 0,10 1 19 0 0,-108-17-37 0 0,185 8 23 0 0,-77 0 2 0 0,-63-2-14 0 0,143 14 43 0 0,117 3 90 0 0,-119-5-62 0 0,-4-4 34 0 0,83-6 17 0 0,-69-5-13 0 0,52 2 22 0 0,108 0 80 0 0,-205 0-160 0 0,188 5 15 0 0,-287-13-82 0 0,78-1 14 0 0,85-10 2 0 0,411-6 64 0 0,-466 29-45 0 0,-52 3-11 0 0,-75-4-8 0 0,465 25 176 0 0,-396-37-69 0 0,266-34 0 0 0,-386 28-104 0 0,-9 2 2 0 0,0 0 0 0 0,56 2 1 0 0,-11 4 50 0 0,91-9 0 0 0,5-1 13 0 0,-74 5-50 0 0,39 1 13 0 0,-28 5 32 0 0,215 37-1 0 0,-223-20-36 0 0,-43-10 1 0 0,0 3-1 0 0,113 40 1 0 0,-118-32-22 0 0,-27-10-1 0 0,0 1 0 0 0,32 19 0 0 0,102 59 110 0 0,-147-81-97 0 0,0 1 0 0 0,20 17 0 0 0,-7-8 31 0 0,-27-18-45 0 0,-2 0-31 0 0,0-1 0 0 0,-1 1 0 0 0,1-1 1 0 0,0 1-1 0 0,0-1 0 0 0,0 1 0 0 0,-1-1 0 0 0,1 1 1 0 0,0-1-1 0 0,-1 1 0 0 0,1-1 0 0 0,0 1 0 0 0,-1-1 1 0 0,1 0-1 0 0,0 1 0 0 0,-1-1 0 0 0,1 0 0 0 0,-1 1 1 0 0,1-1-1 0 0,-1 0 0 0 0,1 0 0 0 0,-2 1 0 0 0,-65 1 55 0 0,38 0-49 0 0,-1-1 0 0 0,-41-5-1 0 0,-64-20-2442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1:47.9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269 20 8936 0 0,'16'2'37'0'0,"8"2"131"0"0,-1-1 73 0 0,-9 0-89 0 0,6 0 48 0 0,-41 16 738 0 0,14-16-908 0 0,-5 4 455 0 0,0-1-1 0 0,-1 0 0 0 0,-21 6 1 0 0,-21 6 772 0 0,21-6-1152 0 0,25-8-96 0 0,1-1 0 0 0,0-1 0 0 0,-1 0-1 0 0,1 0 1 0 0,-1 0 0 0 0,1-1 0 0 0,-1 0-1 0 0,0-1 1 0 0,1 0 0 0 0,-1-1 0 0 0,0 1-1 0 0,1-2 1 0 0,-12-2 0 0 0,15 3-21 0 0,1 0 7 0 0,0 0-1 0 0,1 0 0 0 0,-1-1 1 0 0,0 1-1 0 0,1-1 0 0 0,-1 0 0 0 0,1 0 1 0 0,-3-2-1 0 0,5 3 0 0 0,0 0 0 0 0,1 0 0 0 0,-1 0 0 0 0,1 0-1 0 0,-1 0 1 0 0,1 0 0 0 0,-1 0 0 0 0,1 0 0 0 0,-1 0 0 0 0,1-1 0 0 0,0 1 0 0 0,0 0 0 0 0,0 0 0 0 0,0 0-1 0 0,0 0 1 0 0,0-1 0 0 0,0 1 0 0 0,0 0 0 0 0,0 0 0 0 0,0 0 0 0 0,1 0 0 0 0,-1-1 0 0 0,0 1 0 0 0,1 0-1 0 0,-1 0 1 0 0,1 0 0 0 0,-1 0 0 0 0,1 0 0 0 0,0 0 0 0 0,0-1 0 0 0,3-4-9 0 0,0 1 0 0 0,0 0 1 0 0,1 0-1 0 0,0 0 0 0 0,-1 1 1 0 0,2-1-1 0 0,-1 1 0 0 0,0 0 0 0 0,1 0 1 0 0,0 1-1 0 0,0 0 0 0 0,0 0 1 0 0,0 0-1 0 0,0 1 0 0 0,0 0 0 0 0,1 0 1 0 0,-1 0-1 0 0,11 0 0 0 0,6-1-25 0 0,1 0 0 0 0,-1 2 0 0 0,1 1 0 0 0,26 3 0 0 0,155 17-123 0 0,-138-13 118 0 0,80 18-1 0 0,-22-3 27 0 0,-19-11 11 0 0,195-5 0 0 0,-191-4 9 0 0,-54-1 2 0 0,64-6-1 0 0,-94 4 1 0 0,0 1 0 0 0,0 1 0 0 0,35 7 0 0 0,-7-2 12 0 0,6 2 60 0 0,70 17-1 0 0,-127-25-59 0 0,1 1-1 0 0,-1 1 0 0 0,1-1 1 0 0,-1 0-1 0 0,1 1 1 0 0,-1 0-1 0 0,0 0 0 0 0,0 0 1 0 0,0 0-1 0 0,0 0 0 0 0,0 0 1 0 0,0 1-1 0 0,3 4 1 0 0,-6-5 0 0 0,0 0 0 0 0,-1-1 0 0 0,1 1 0 0 0,0 0 1 0 0,-1 0-1 0 0,1 0 0 0 0,-1 0 0 0 0,0-1 0 0 0,1 1 1 0 0,-1 0-1 0 0,0-1 0 0 0,0 1 0 0 0,0 0 1 0 0,0-1-1 0 0,0 1 0 0 0,-3 2 0 0 0,-4 8 56 0 0,-2 6-1743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1:50.2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0 320 9536 0 0,'20'1'33'0'0,"12"0"108"0"0,-1-1 50 0 0,15 1 42 0 0,-33-1-206 0 0,-11-1-10 0 0,-1 0 0 0 0,0 1 0 0 0,1-1 0 0 0,-1 0 0 0 0,0 1 0 0 0,0-1 1 0 0,0 0-1 0 0,0 0 0 0 0,0 0 0 0 0,0 0 0 0 0,0 0 0 0 0,0 0 0 0 0,0 0 0 0 0,0 0 0 0 0,0-1 0 0 0,-1 1 0 0 0,1 0 0 0 0,0 0 0 0 0,0-2 1 0 0,12-16 304 0 0,-3 12-277 0 0,0 0 0 0 0,0 1 0 0 0,0 0-1 0 0,1 1 1 0 0,0 0 0 0 0,0 0 0 0 0,0 2 0 0 0,1-1 0 0 0,-1 1-1 0 0,24-2 1 0 0,-17 6-46 0 0,0 2 0 0 0,0 0 0 0 0,-1 2 0 0 0,0-1 0 0 0,1 2 0 0 0,15 8 0 0 0,17 4-93 0 0,38 16-76 0 0,-54-20 79 0 0,63 17 0 0 0,139 8-168 0 0,-157-35 178 0 0,-52-3 31 0 0,52 7 0 0 0,-50-5 28 0 0,57 1 1 0 0,-24-3 7 0 0,67-4-11 0 0,-68 0 18 0 0,255-19 37 0 0,-247 18 0 0 0,-22 0 2 0 0,59 4 0 0 0,85 5 204 0 0,-47-3-122 0 0,102 11 186 0 0,-130-8-3 0 0,191-17 0 0 0,-68 10 540 0 0,-14 0-292 0 0,-144 0-256 0 0,1 5 1 0 0,82 12-1 0 0,91 4 437 0 0,-168-17-568 0 0,45-1 146 0 0,5-5 10 0 0,107-9 80 0 0,-109 0 37 0 0,169 4-1 0 0,-163 5-174 0 0,39 0-69 0 0,-69 5 48 0 0,209-26 1 0 0,-14-2 138 0 0,-198 20-260 0 0,-32 4 87 0 0,120 10-1 0 0,76 25 178 0 0,33 2-37 0 0,-17-21 17 0 0,-110-16-105 0 0,94 1 13 0 0,-90 0-138 0 0,-101 1-91 0 0,55 4 37 0 0,151 3 122 0 0,-187-7-123 0 0,304-1 159 0 0,-152 9-69 0 0,63 0 121 0 0,-138-15-120 0 0,107 0 105 0 0,-24-4-96 0 0,-1-1 5 0 0,-12 12 23 0 0,220 2 255 0 0,-219-4-212 0 0,155 22 39 0 0,-240-22-170 0 0,45 4 71 0 0,-31 1-32 0 0,177 1 208 0 0,-317-2-310 0 0,37 3 61 0 0,0-4 0 0 0,125-15 0 0 0,-129 6 33 0 0,134-2 0 0 0,10-2 124 0 0,-137 5-143 0 0,125 5 0 0 0,223 15 165 0 0,-255-22-210 0 0,91 20 97 0 0,-124-2-74 0 0,51 5 65 0 0,132 1 62 0 0,-136-11-56 0 0,-169-2-164 0 0,13-2 11 0 0,0-1 1 0 0,-1-2-1 0 0,1-1 0 0 0,-1 0 0 0 0,0-3 1 0 0,27-10-1 0 0,-2 2 13 0 0,-19 5 0 0 0,52-27 0 0 0,-55 24 13 0 0,60-21-1 0 0,38-11 96 0 0,14 3-12 0 0,-80 20-82 0 0,-33 12-12 0 0,60-16 0 0 0,3 5 27 0 0,-44 8-12 0 0,-41 11-38 0 0,1 0 1 0 0,0 1-1 0 0,0 0 1 0 0,0 0-1 0 0,0 0 1 0 0,13 1-1 0 0,150-6 99 0 0,-96 11-69 0 0,-53-2-24 0 0,0-1 0 0 0,1-1 0 0 0,-1 0 0 0 0,0-2 0 0 0,32-6 0 0 0,-37 5-2 0 0,1 0 0 0 0,0 2-1 0 0,30 0 1 0 0,13-1 14 0 0,125-9 82 0 0,-168 10-87 0 0,0 0 0 0 0,24 4-1 0 0,-22-6 5 0 0,-1-1-6 0 0,-10 3-14 0 0,1 2 1 0 0,-1-1 0 0 0,0 2-1 0 0,1-1 1 0 0,-1 1 0 0 0,0 0-1 0 0,0 1 1 0 0,0 0 0 0 0,-1 1-1 0 0,17 8 1 0 0,6 6 46 0 0,-29-16-42 0 0,-2-2-14 0 0,1 0 0 0 0,-1 0-1 0 0,0 1 1 0 0,0-1 0 0 0,1 0-1 0 0,-1 0 1 0 0,0 0 0 0 0,1 1-1 0 0,-1-1 1 0 0,0 0 0 0 0,0 0 0 0 0,0 1-1 0 0,1-1 1 0 0,-1 0 0 0 0,0 1-1 0 0,0-1 1 0 0,0 0 0 0 0,0 1 0 0 0,1-1-1 0 0,-1 0 1 0 0,0 1 0 0 0,0-1-1 0 0,0 0 1 0 0,0 1 0 0 0,0-1-1 0 0,0 0 1 0 0,0 1 0 0 0,0-1 0 0 0,0 1-1 0 0,0-1 1 0 0,0 0 0 0 0,0 1-1 0 0,0-1 1 0 0,-1 0 0 0 0,1 1 0 0 0,0-1-1 0 0,0 0 1 0 0,0 1 0 0 0,0-1-1 0 0,0 0 1 0 0,-1 0 0 0 0,1 1-1 0 0,0-1 1 0 0,-1 1 0 0 0,-10 17 31 0 0,-6-2-16 0 0,11-10-11 0 0,1-1-1 0 0,-1 0 1 0 0,0 0-1 0 0,-1 0 0 0 0,-9 5 1 0 0,13-8-2 0 0,0-1-1 0 0,0 1 1 0 0,0 0 0 0 0,-1-1 0 0 0,1 0-1 0 0,-1 0 1 0 0,1 0 0 0 0,-1 0-1 0 0,-5 0 1 0 0,7-1-2 0 0,-1-1 1 0 0,0 1-1 0 0,1-1 0 0 0,0 0 0 0 0,-1 0 0 0 0,1 0 1 0 0,-1 0-1 0 0,1 0 0 0 0,0-1 0 0 0,0 1 0 0 0,0-1 1 0 0,0 1-1 0 0,0-1 0 0 0,-3-3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2:13.4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355 0 9144 0 0,'-1'21'-7'0'0,"2"11"39"0"0,0-19 2 0 0,-1 0 0 0 0,0-1 1 0 0,-1 1-1 0 0,-3 16 0 0 0,1-17 29 0 0,0 0 0 0 0,-1 0 1 0 0,0 0-1 0 0,-1-1 0 0 0,0 1 1 0 0,-1-1-1 0 0,-14 20 0 0 0,18-27-10 0 0,-1 0-1 0 0,1 1 0 0 0,0-1 0 0 0,0 1 1 0 0,0-1-1 0 0,1 1 0 0 0,-2 8 1 0 0,-11 25 172 0 0,12-32-175 0 0,-1 0-1 0 0,1 0 0 0 0,0 0 1 0 0,0 1-1 0 0,-1 12 0 0 0,-5 15 133 0 0,-24 109 156 0 0,9 1 101 0 0,15-111-288 0 0,1 0 0 0 0,-3 55 0 0 0,-2 3 9 0 0,0 11 11 0 0,10-77-122 0 0,-8 37 0 0 0,5-39-9 0 0,-2 43-1 0 0,0 59 39 0 0,0 61 10 0 0,-3 100 88 0 0,9-198-118 0 0,3-57-29 0 0,-3-1 0 0 0,-7 61 0 0 0,1-59-9 0 0,1-3 24 0 0,0 1 0 0 0,-1 44 0 0 0,-6 81 141 0 0,4-76-117 0 0,-17 128 148 0 0,19-170-118 0 0,5-31-78 0 0,1-1 1 0 0,0 0 0 0 0,0 1 0 0 0,0-1 0 0 0,0 1-1 0 0,1-1 1 0 0,0 1 0 0 0,0-1 0 0 0,1 1-1 0 0,0-1 1 0 0,1 8 0 0 0,-1-11 34 0 0,14-9 90 0 0,-12 4-119 0 0,0 0-1 0 0,0-1 1 0 0,-1 1 0 0 0,1-1 0 0 0,-1 0 0 0 0,0 0-1 0 0,0 0 1 0 0,0 0 0 0 0,3-8 0 0 0,0-2 15 0 0,5-10-328 0 0,-2-1 1 0 0,0 0-1 0 0,-2 0 1 0 0,6-49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2:14.1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155 0 10248 0 0,'9'3'10'0'0,"4"2"36"0"0,-1 0 19 0 0,6 3 30 0 0,-16-7 10 0 0,-10 55 341 0 0,2-26-156 0 0,2 6 85 0 0,1 38-1 0 0,-1 27-155 0 0,-20 134-44 0 0,-52 477-5 0 0,17 159-115 0 0,59-769-49 0 0,7 823 103 0 0,2-630-31 0 0,4 400 121 0 0,-23-282-13 0 0,5-277-33 0 0,4-110-120 0 0,1 1 29 0 0,-1 0-1 0 0,-1 0 0 0 0,-2 0 0 0 0,-8 34 1 0 0,-6-28-1661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3:59.7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86 5 8536 0 0,'15'-1'54'0'0,"5"-1"31"0"0,-17 1 71 0 0,-12 1 925 0 0,9 0-1071 0 0,0 0 1 0 0,0 1 0 0 0,0-1-1 0 0,-1 0 1 0 0,1 0 0 0 0,0 1-1 0 0,0-1 1 0 0,0 0 0 0 0,0 0-1 0 0,0 1 1 0 0,0-1 0 0 0,0 0-1 0 0,0 0 1 0 0,0 1 0 0 0,0-1-1 0 0,0 0 1 0 0,0 1 0 0 0,0-1-1 0 0,0 0 1 0 0,0 0 0 0 0,0 1-1 0 0,0-1 1 0 0,0 0 0 0 0,0 0-1 0 0,0 1 1 0 0,1-1 0 0 0,-1 0-1 0 0,0 0 1 0 0,0 1 0 0 0,0-1-1 0 0,0 0 1 0 0,0 0 0 0 0,1 1-1 0 0,2-2 18 0 0,0 0 0 0 0,-1 1-1 0 0,1 0 1 0 0,0-1-1 0 0,0 1 1 0 0,-1 0-1 0 0,1 1 1 0 0,0-1 0 0 0,0 0-1 0 0,0 1 1 0 0,-1 0-1 0 0,1-1 1 0 0,4 3 0 0 0,40 18 105 0 0,-21-9-38 0 0,-20-9-73 0 0,-1 1 0 0 0,0-1 0 0 0,0 1-1 0 0,0 0 1 0 0,0 0 0 0 0,0 0 0 0 0,-1 1 0 0 0,0 0 0 0 0,0 0-1 0 0,0 0 1 0 0,-1 0 0 0 0,1 0 0 0 0,-1 1 0 0 0,3 8 0 0 0,3 7 17 0 0,-1 0 0 0 0,9 35 0 0 0,-11-24 6 0 0,3 46-1 0 0,-5-36-25 0 0,2 109 51 0 0,-4-45-24 0 0,2 287 108 0 0,-4-170-48 0 0,-8 147 58 0 0,5-292-105 0 0,-30 439 343 0 0,3-82 89 0 0,38 100 29 0 0,14-140-208 0 0,-11-175 18 0 0,-33 436 0 0 0,8-529-211 0 0,-6-2 0 0 0,-60 211 1 0 0,23-133 38 0 0,5-16-28 0 0,-15 76 200 0 0,59-228-290 0 0,5-23-24 0 0,0 1 0 0 0,1-1 0 0 0,0 0-1 0 0,1 1 1 0 0,1 19 0 0 0,4 97 143 0 0,-2-115-132 0 0,0-1 0 0 0,1 1 1 0 0,0 0-1 0 0,8 20 1 0 0,-1-4 43 0 0,-9-24-50 0 0,20 54 178 0 0,-19-55-182 0 0,0-1 1 0 0,0 0 0 0 0,1 1-1 0 0,0-1 1 0 0,0-1 0 0 0,0 1-1 0 0,0 0 1 0 0,0-1 0 0 0,1 1-1 0 0,6 4 1 0 0,5-5-1988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01.7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0 215 10952 0 0,'33'-3'53'0'0,"21"-2"163"0"0,-46 4-186 0 0,-1 0-1 0 0,1-1 1 0 0,-1 0-1 0 0,0 0 1 0 0,1-1 0 0 0,-1 0-1 0 0,0 0 1 0 0,8-6 0 0 0,-4 3 98 0 0,0 0 0 0 0,1 1 1 0 0,-1 1-1 0 0,16-5 0 0 0,12-4 39 0 0,-31 10-133 0 0,0 0 1 0 0,0 1-1 0 0,1 0 1 0 0,-1 1-1 0 0,1 0 1 0 0,-1 0-1 0 0,1 1 1 0 0,-1 0-1 0 0,1 0 1 0 0,0 1-1 0 0,-1 0 1 0 0,1 1-1 0 0,-1 0 1 0 0,0 0-1 0 0,1 0 1 0 0,7 5-1 0 0,62 7 185 0 0,-27 0-203 0 0,1-3 1 0 0,66 6-1 0 0,-89-14-14 0 0,148 6-11 0 0,-25-4 2 0 0,-122-2 6 0 0,-6-2-2 0 0,0 2 1 0 0,43 11 0 0 0,209 57-13 0 0,-238-61 13 0 0,2-2 0 0 0,-1-1 0 0 0,1-1 0 0 0,66-1 0 0 0,-41-7 0 0 0,0-3-1 0 0,68-14 1 0 0,109-30 2 0 0,-76 16 0 0 0,-63 14 0 0 0,2 4 0 0 0,0 4 0 0 0,162 5 0 0 0,-114 8 1 0 0,-35 1 3 0 0,122-13 0 0 0,294-68 28 0 0,-253 38 15 0 0,-219 37 10 0 0,0 2 0 0 0,95 11 0 0 0,32 1 105 0 0,-129-7-56 0 0,-1 2 0 0 0,1 3 0 0 0,61 17 0 0 0,-57-11 45 0 0,0-2-1 0 0,86 4 1 0 0,84-7 240 0 0,-31-5-51 0 0,-26-2-16 0 0,98 10-50 0 0,450 31 557 0 0,-620-32-739 0 0,-43-4 53 0 0,122 1 0 0 0,317-47 427 0 0,52 4-44 0 0,-503 33-485 0 0,230 7 203 0 0,0 0-43 0 0,537-61 311 0 0,-620 33-282 0 0,247 4 1 0 0,-7 17-26 0 0,28-7 58 0 0,-252-1-134 0 0,-31 1-21 0 0,-103 7-70 0 0,491 8 171 0 0,-374 0-151 0 0,-88-5-32 0 0,69-2 0 0 0,29 2 1 0 0,-45 5-5 0 0,309 19 24 0 0,236 10 40 0 0,-335-22-48 0 0,73 4 15 0 0,-222-13-21 0 0,-95-5-19 0 0,453 27 32 0 0,-296-18-39 0 0,-171-6-7 0 0,28 0 6 0 0,63-1-2 0 0,78-4 6 0 0,325-32 48 0 0,6 7 142 0 0,-274 14-5 0 0,932-65 485 0 0,-1113 62-554 0 0,130-9 33 0 0,-170 17-111 0 0,35-2 39 0 0,176 20 160 0 0,-241-6-177 0 0,-59-1-41 0 0,1-1 0 0 0,48-5-1 0 0,81-7 107 0 0,-99 12-81 0 0,-48-1-35 0 0,0 0-1 0 0,0 0 0 0 0,1-2 0 0 0,-1 1 1 0 0,24-5-1 0 0,23-3 40 0 0,-47 8-46 0 0,0-1 0 0 0,0-1 0 0 0,20-5 0 0 0,17-10 91 0 0,-49 17-100 0 0,1 0 0 0 0,-1 0 0 0 0,0-1 1 0 0,1 1-1 0 0,-1 0 0 0 0,0-1 0 0 0,1 1 1 0 0,-1 0-1 0 0,0-1 0 0 0,0 1 0 0 0,1-1 0 0 0,-1 1 1 0 0,0 0-1 0 0,0-1 0 0 0,0 1 0 0 0,0-1 1 0 0,1 1-1 0 0,-1-1 0 0 0,0 1 0 0 0,0-1 1 0 0,0 1-1 0 0,0 0 0 0 0,0-1 0 0 0,0 1 1 0 0,0-1-1 0 0,0 1 0 0 0,0-1 0 0 0,0 1 1 0 0,-1-1-1 0 0,1 1 0 0 0,0-1 0 0 0,0 0 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03.1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0 102 8640 0 0,'18'-7'14'0'0,"7"-1"47"0"0,0 3 27 0 0,15 1 45 0 0,-40 4-128 0 0,0 0-1 0 0,0 0 1 0 0,1 0 0 0 0,-1 0 0 0 0,0 0 0 0 0,0 0 0 0 0,0 0 0 0 0,0 0 0 0 0,1 0-1 0 0,-1 0 1 0 0,0 0 0 0 0,0-1 0 0 0,0 1 0 0 0,0 0 0 0 0,1 0 0 0 0,-1 0 0 0 0,0 0-1 0 0,0 0 1 0 0,0 0 0 0 0,0 0 0 0 0,0 0 0 0 0,1-1 0 0 0,-1 1 0 0 0,0 0-1 0 0,0 0 1 0 0,0 0 0 0 0,0 0 0 0 0,0 0 0 0 0,0-1 0 0 0,0 1 0 0 0,0 0 0 0 0,0 0-1 0 0,1 0 1 0 0,-1 0 0 0 0,0-1 0 0 0,0 1 0 0 0,0 0 0 0 0,0 0 0 0 0,0 0-1 0 0,0 0 1 0 0,0-1 0 0 0,0 1 0 0 0,0 0 0 0 0,0 0 0 0 0,0 0 0 0 0,-1 0 0 0 0,1-1-1 0 0,3-6 148 0 0,13-2-34 0 0,-11 5-38 0 0,1 1 0 0 0,-1 0 0 0 0,1 0 0 0 0,0 0 0 0 0,0 1 0 0 0,0-1 0 0 0,1 2 0 0 0,-1-1 0 0 0,0 1 1 0 0,1 0-1 0 0,8-1 0 0 0,13 2 38 0 0,13 1 123 0 0,48-7 1 0 0,96-4 134 0 0,-80 7-253 0 0,-46 0-83 0 0,213-3 157 0 0,-65 12-61 0 0,231 19 125 0 0,-92-16-94 0 0,-169-7-110 0 0,-141-1-47 0 0,345 14 124 0 0,-60 7-44 0 0,-18-1-9 0 0,94 8 15 0 0,77-21 18 0 0,-276-11-76 0 0,206-14 52 0 0,-279 9-36 0 0,1184-44 289 0 0,-406 62-255 0 0,-168 11-16 0 0,-518-20-49 0 0,-29-2 3 0 0,641-13 133 0 0,-255-12-75 0 0,246 7 633 0 0,-613 27-558 0 0,-94-2-38 0 0,148 21 511 0 0,291 46 331 0 0,-292-40-585 0 0,-103-12-235 0 0,199 24 173 0 0,-113-36-38 0 0,-47-3-148 0 0,-112-2 57 0 0,93-6 0 0 0,-147 0-510 0 0,0-2 1 0 0,0 0-1 0 0,-1-2 1 0 0,0-2-1 0 0,0 0 0 0 0,37-17 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05.3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11552 0 0,'23'15'42'0'0,"13"1"103"0"0,-22-10-100 0 0,32 22 403 0 0,-41-26-391 0 0,1 0 47 0 0,1 0 0 0 0,-1 0-1 0 0,1 0 1 0 0,0-1-1 0 0,-1 0 1 0 0,13 0-1 0 0,26-4 53 0 0,0-1 0 0 0,0-3 0 0 0,48-14-1 0 0,-31 8-63 0 0,-45 10-68 0 0,-1 1 0 0 0,1 1-1 0 0,29 3 1 0 0,10-2-18 0 0,12 1 0 0 0,0 3-1 0 0,-1 3 1 0 0,90 21-1 0 0,-51-8-1 0 0,119 27-6 0 0,-148-35-2 0 0,88 1 0 0 0,99-1-2 0 0,65 7 22 0 0,-55 15 104 0 0,-80-9-27 0 0,-119-13-19 0 0,84 25 1 0 0,57 9 229 0 0,-122-32-162 0 0,-13-1 82 0 0,124 3 1 0 0,163-7 292 0 0,-119-1-226 0 0,27 6 29 0 0,-196-8-210 0 0,336 41 538 0 0,-271-17-395 0 0,-79-15 65 0 0,89 9-1 0 0,-147-24-213 0 0,0 0-1 0 0,0-1 0 0 0,0 1 0 0 0,-1-1 0 0 0,1-1 0 0 0,0 0 1 0 0,-1 0-1 0 0,9-3 0 0 0,-11 3 66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18.0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1 4216 0 0,'0'0'0'0'0,"-21"37"48"0"0,-1-30-32 0 0,7-7 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18.9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1 338 4512 0 0,'2'-12'2'0'0,"2"8"15"0"0,-3 4-9 0 0,0-1 26 0 0,22-18 104 0 0,-13 12-30 0 0,1 1 1 0 0,0 1 0 0 0,0-1 0 0 0,0 2 0 0 0,1 0 0 0 0,21-5-1 0 0,80-8 279 0 0,-38 7-144 0 0,28-16-1 0 0,-76 18-148 0 0,-1 0 0 0 0,1 2 0 0 0,31-3 0 0 0,232-28 451 0 0,-12 1-76 0 0,-96 25 316 0 0,2 7-1 0 0,263 30 1 0 0,-351-11-186 0 0,94 28 0 0 0,-30-6 156 0 0,-59-22 34 0 0,137 4 0 0 0,-163-15-648 0 0,123 7 484 0 0,-70-12-372 0 0,-83-1-4 0 0,80 7 0 0 0,79 11 160 0 0,-32-14 78 0 0,25 1-131 0 0,39-1 87 0 0,-74-9-208 0 0,-35 3 41 0 0,180-29 0 0 0,10-6 118 0 0,3 24 151 0 0,-295 14-489 0 0,402-3 523 0 0,-133 3-130 0 0,80-29-15 0 0,-4-27 45 0 0,-50 7-19 0 0,267 11 248 0 0,-235 38-262 0 0,71-1 195 0 0,-134 2-367 0 0,-92 1 262 0 0,378 53-1 0 0,-483-36-433 0 0,-49-9 18 0 0,0-1 0 0 0,72 3-1 0 0,-108-11-90 0 0,-1 1 0 0 0,1 0 0 0 0,-1 0-1 0 0,1 1 1 0 0,8 3 0 0 0,0-1 110 0 0,-13-3-57 0 0,-41 0 86 0 0,-1-1-57 0 0,-77-12 0 0 0,54-2-3275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20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0 404 10040 0 0,'43'-18'123'0'0,"25"-9"404"0"0,-23 11 11 0 0,-2-2 0 0 0,64-37 0 0 0,-43 16 117 0 0,2 3 1 0 0,1 2 0 0 0,1 4-1 0 0,81-24 1 0 0,-106 43-492 0 0,78-9 0 0 0,97 5-82 0 0,80-5-75 0 0,-133 11-6 0 0,-29 8-13 0 0,-11 1 1 0 0,-1 0 5 0 0,0 5 0 0 0,208 35 1 0 0,-90 8 5 0 0,127 20 0 0 0,-222-45 3 0 0,-65-9 3 0 0,100 4 1 0 0,381 0 74 0 0,-26 5 96 0 0,-408-16-101 0 0,202 17 88 0 0,-228-16-125 0 0,36 4 22 0 0,319 20 175 0 0,-4 0-86 0 0,-230-14-55 0 0,90-1 54 0 0,-184-11-96 0 0,156-6 109 0 0,-180-2-70 0 0,223-24 141 0 0,-159 8-144 0 0,78-15 82 0 0,11-1 48 0 0,-84 19-140 0 0,273-18 481 0 0,-2 28-141 0 0,-291 14-261 0 0,213 3 284 0 0,8-31 103 0 0,-199 9-218 0 0,-117 6-251 0 0,-15 0 61 0 0,75 5 0 0 0,-77 0 26 0 0,46-3 0 0 0,-59 0-87 0 0,0 2 0 0 0,0 0 0 0 0,52 9 0 0 0,-58-6 8 0 0,0 0-1 0 0,1-2 1 0 0,26-1 0 0 0,-24-1 5 0 0,-1 1-1 0 0,35 6 1 0 0,-35-2-33 0 0,-9-2 58 0 0,0 1-1 0 0,31 9 0 0 0,-25-6-25 0 0,-19-6-71 0 0,0 1 1 0 0,-1 0 0 0 0,1 0 0 0 0,-1 0 0 0 0,1 0 0 0 0,-1 0 0 0 0,5 4 0 0 0,40 27 324 0 0,-44-28-303 0 0,6 8 205 0 0,-10-12-240 0 0,-1 1 0 0 0,1-1 0 0 0,0 1 0 0 0,-1-1 1 0 0,1 1-1 0 0,0-1 0 0 0,-1 1 0 0 0,1-1 1 0 0,-1 1-1 0 0,1-1 0 0 0,-1 1 0 0 0,0-1 0 0 0,1 0 1 0 0,-1 1-1 0 0,1-1 0 0 0,-1 0 0 0 0,0 1 1 0 0,1-1-1 0 0,-1 0 0 0 0,0 0 0 0 0,1 0 0 0 0,-1 0 1 0 0,0 0-1 0 0,1 1 0 0 0,-2-1 0 0 0,-42 10 250 0 0,-14 5-3245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22.9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47 8136 0 0,'24'-1'656'0'0,"10"-4"230"0"0,-9-1-169 0 0,34-14 0 0 0,-54 18-596 0 0,1-1-1 0 0,0 1 1 0 0,-1 0 0 0 0,1 1 0 0 0,0-1 0 0 0,0 1 0 0 0,0 0 0 0 0,0 1-1 0 0,0-1 1 0 0,0 1 0 0 0,0 0 0 0 0,0 1 0 0 0,0 0 0 0 0,0 0 0 0 0,0 0-1 0 0,8 3 1 0 0,7 1 33 0 0,0 0-1 0 0,0-1 1 0 0,1-1-1 0 0,0-1 1 0 0,28-1-1 0 0,-9 0-88 0 0,58 2 17 0 0,51 3-4 0 0,55 15-62 0 0,-135-16-14 0 0,80-4 0 0 0,-80-2 0 0 0,85 9 0 0 0,6 17-2 0 0,60 6 0 0 0,-72-14 0 0 0,55 3 0 0 0,210-8 0 0 0,-369-13 2 0 0,73-9 1 0 0,-16 1 0 0 0,-36 5-3 0 0,91-2 2 0 0,-53 6 18 0 0,81 3 35 0 0,-83 3-31 0 0,-41-4 5 0 0,98 17 1 0 0,205 57 275 0 0,-147-32-157 0 0,-110-19 60 0 0,2-4 1 0 0,200 10-1 0 0,-243-27-124 0 0,1 0 72 0 0,0-3 0 0 0,84-8 0 0 0,-23-8 28 0 0,159-23 297 0 0,-223 28-394 0 0,86-17 205 0 0,-121 21-233 0 0,33-10 26 0 0,-57 15-71 0 0,-1-1-1 0 0,0 0 1 0 0,0 0 0 0 0,0 0-1 0 0,0-1 1 0 0,-1 1 0 0 0,1-1-1 0 0,-1 0 1 0 0,1 0 0 0 0,-1 0-1 0 0,0-1 1 0 0,3-4-1 0 0,-5 7 6 0 0,-1-1-1 0 0,0 0 1 0 0,1 0-1 0 0,-1 0 1 0 0,0 1-1 0 0,0-1 1 0 0,0 0-1 0 0,0 0 1 0 0,-1 0-1 0 0,1 1 0 0 0,0-1 1 0 0,-1 0-1 0 0,1 0 1 0 0,-1 1-1 0 0,0-1 1 0 0,1 0-1 0 0,-1 1 1 0 0,0-1-1 0 0,-2-2 1 0 0,-20-31-1375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25.3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119 23 5320 0 0,'0'0'934'0'0,"-5"1"-467"0"0,-60 17 970 0 0,61-17-1400 0 0,1 1 1 0 0,0 0-1 0 0,0 0 0 0 0,0 0 0 0 0,0 0 0 0 0,1 0 0 0 0,-1 1 0 0 0,1-1 0 0 0,-1 1 0 0 0,1 0 0 0 0,0 0 0 0 0,0 0 0 0 0,0 0 0 0 0,0 0 0 0 0,1 0 0 0 0,-1 0 0 0 0,1 1 0 0 0,0-1 0 0 0,0 1 1 0 0,0-1-1 0 0,0 1 0 0 0,1-1 0 0 0,-1 1 0 0 0,1-1 0 0 0,0 1 0 0 0,0-1 0 0 0,0 1 0 0 0,0 0 0 0 0,2 6 0 0 0,0-4 17 0 0,-1 0 0 0 0,1 0-1 0 0,0-1 1 0 0,1 1 0 0 0,-1 0 0 0 0,1-1-1 0 0,0 0 1 0 0,1 1 0 0 0,-1-1-1 0 0,1-1 1 0 0,0 1 0 0 0,0 0 0 0 0,0-1-1 0 0,1 0 1 0 0,0 0 0 0 0,5 4 0 0 0,-2-3-54 0 0,0 0 0 0 0,0 0 0 0 0,0-1 0 0 0,1 0 0 0 0,-1 0 0 0 0,1-1 0 0 0,0 0 0 0 0,0-1 0 0 0,0 0 0 0 0,0 0 0 0 0,10 0 0 0 0,0-1-2 0 0,11 0-11 0 0,1 2 0 0 0,51 12-1 0 0,62 19-31 0 0,-110-28 4 0 0,0-1 0 0 0,0-1-1 0 0,64-3 1 0 0,-79-1 29 0 0,288 8-234 0 0,-80-1 122 0 0,-211-7 119 0 0,236 8-92 0 0,-94-8 50 0 0,-69-2 23 0 0,40-6 12 0 0,-4-1 5 0 0,-42 10 1 0 0,-11 1 2 0 0,100-12 0 0 0,-66 2 4 0 0,173 8 1 0 0,-126-2 16 0 0,14 0 13 0 0,-45 3-8 0 0,23 3 5 0 0,-80-2 29 0 0,124-11 0 0 0,-87 1-24 0 0,261-23 229 0 0,75-6 93 0 0,-276 27-57 0 0,-92 6-133 0 0,-1 2-1 0 0,104 12 1 0 0,70 5 590 0 0,-124-6-570 0 0,-63-5 18 0 0,62 10 0 0 0,-16 1 189 0 0,109 1 0 0 0,-56-6-210 0 0,30-2 157 0 0,-35-3 8 0 0,-32-5-176 0 0,-78-1-60 0 0,63 5 1 0 0,7 10 262 0 0,2-6 1 0 0,185-8 0 0 0,-265-2-252 0 0,57 6 0 0 0,-2 1 1 0 0,-3-3-5 0 0,46-1 154 0 0,-41-2 5 0 0,151 18 1 0 0,-202-14-108 0 0,56-4 1 0 0,-12-1 28 0 0,-40 1-89 0 0,68-10 1 0 0,-16 0 126 0 0,311-44 495 0 0,-331 43-648 0 0,80-2 96 0 0,-52 7-80 0 0,97-4 198 0 0,107-11 111 0 0,-246 23-274 0 0,-16 0-34 0 0,0-2-1 0 0,61-8 1 0 0,219-24 467 0 0,-279 30-504 0 0,124-16 217 0 0,12-1 48 0 0,510 10 664 0 0,-513 11-639 0 0,-1-8 0 0 0,268-44 1 0 0,-403 44-236 0 0,1 2 1 0 0,0 2 0 0 0,84 5-1 0 0,-100 0-36 0 0,0-2-1 0 0,43-4 1 0 0,-49 2-43 0 0,57-16 119 0 0,-20-1 62 0 0,-40 16-94 0 0,0 1 0 0 0,36-1 1 0 0,-52 3-98 0 0,28 0 188 0 0,185 0 428 0 0,-212-1-637 0 0,1 0 0 0 0,-1 1 1 0 0,0-2-1 0 0,0 1 0 0 0,0 0 0 0 0,0-1 0 0 0,0 1 0 0 0,5-4 0 0 0,10-5 29 0 0,-8 8-23 0 0,0 1 0 0 0,-1 0 0 0 0,1 0 0 0 0,0 1 0 0 0,0 0 0 0 0,0 1 0 0 0,16 3 0 0 0,23 1 80 0 0,-14-2-37 0 0,-28-2-45 0 0,0-1 0 0 0,0 1 0 0 0,0-1 0 0 0,0 0 0 0 0,0 0 0 0 0,9-2 0 0 0,3-2 15 0 0,1 2 0 0 0,0 1-1 0 0,0 0 1 0 0,31 4 0 0 0,4-1 31 0 0,-30-2-21 0 0,5-1 9 0 0,-1 2 1 0 0,45 7 0 0 0,-16 1 1 0 0,0-2 0 0 0,81-1 0 0 0,290-6 92 0 0,-205 19-94 0 0,-65-4-21 0 0,39 10 6 0 0,-89-18 10 0 0,88 2-10 0 0,450 11 13 0 0,-473-8-13 0 0,212 42 0 0 0,-304-38-29 0 0,179 43 18 0 0,-240-51-18 0 0,-38-3 4 0 0,0-8-125 0 0,0 0-1 0 0,1-1 0 0 0,-1-1 1 0 0,1 0-1 0 0,0-2 0 0 0,-29-15 1 0 0,24 12-2445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4:26.5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9744 0 0,'0'0'1105'0'0,"4"2"-772"0"0,1 2-200 0 0,0-1 0 0 0,-1 1 0 0 0,1 0-1 0 0,-1 1 1 0 0,0-1 0 0 0,-1 1 0 0 0,1-1-1 0 0,-1 1 1 0 0,0 0 0 0 0,0 1 0 0 0,0-1 0 0 0,0 0-1 0 0,1 7 1 0 0,-1-5-44 0 0,0 0 0 0 0,0 1-1 0 0,1-1 1 0 0,0-1 0 0 0,1 1 0 0 0,0 0 0 0 0,0-1-1 0 0,0 0 1 0 0,10 9 0 0 0,17 7 115 0 0,55 30 1 0 0,-71-45-185 0 0,0 0 0 0 0,1 0 0 0 0,-1-2-1 0 0,1 0 1 0 0,1-1 0 0 0,18 2 0 0 0,36 6-10 0 0,116 34 1 0 0,12 4-15 0 0,-3-10-4 0 0,104 17-46 0 0,-233-46 35 0 0,1-4 0 0 0,96-1 0 0 0,-94-5 12 0 0,26-1-5 0 0,110-15 0 0 0,94-28-4 0 0,-257 36 13 0 0,173-35-20 0 0,-129 29 22 0 0,0 4-1 0 0,1 4 0 0 0,91 7 1 0 0,116 20 1 0 0,99 0 8 0 0,-263-30 24 0 0,-28-6 46 0 0,10 0 45 0 0,-29 9 64 0 0,-52 2 103 0 0,51 2 0 0 0,-48 1-142 0 0,-29 0-63 0 0,1 0 1 0 0,0 0-1 0 0,-1 0 0 0 0,13 3 0 0 0,10-1 297 0 0,4 2-56 0 0,-33-4-207 0 0,18-8 849 0 0,-18 8-951 0 0,-1 0 0 0 0,0 0 1 0 0,1 0-1 0 0,-1-1 0 0 0,0 1 0 0 0,1 0 1 0 0,-1 0-1 0 0,1 0 0 0 0,-1 0 0 0 0,0 1 1 0 0,1-1-1 0 0,-1 0 0 0 0,0 0 0 0 0,1 0 1 0 0,-1 0-1 0 0,0 0 0 0 0,1 0 0 0 0,-1 0 1 0 0,0 1-1 0 0,1-1 0 0 0,-1 0 0 0 0,0 0 1 0 0,1 1-1 0 0,-1-1 0 0 0,0 0 0 0 0,0 0 1 0 0,1 1-1 0 0,-1-1 0 0 0,0 0 0 0 0,0 0 1 0 0,1 1-1 0 0,-1-1 0 0 0,0 0 0 0 0,0 1 1 0 0,0-1-1 0 0,0 1 0 0 0,0-1 0 0 0,0 0 1 0 0,1 1-1 0 0,-10 16 635 0 0,-26 20-1518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5:13.4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1 207 9648 0 0,'81'42'1162'0'0,"-41"-22"-600"0"0,-4-4-173 0 0,-12-13-356 0 0,-10-4 18 0 0,20 3 63 0 0,67-7 0 0 0,-73 2-77 0 0,142-5 149 0 0,-140 7-160 0 0,-21 1-11 0 0,1 0-1 0 0,-1 0 1 0 0,0 1-1 0 0,0 0 1 0 0,13 3-1 0 0,158 43 267 0 0,-18-10 178 0 0,-133-32-292 0 0,0-2-1 0 0,0-1 0 0 0,49-2 0 0 0,-66-1-97 0 0,1 1 0 0 0,-1 1 0 0 0,22 4 0 0 0,-20-2-11 0 0,1-1 0 0 0,23-1 0 0 0,36 1 458 0 0,137 19 1 0 0,-174-16-468 0 0,162 27 743 0 0,-31-19-206 0 0,174-9 0 0 0,-53-10-17 0 0,73 7 14 0 0,-271 2-395 0 0,109 5 152 0 0,147 1 103 0 0,94-2-59 0 0,-228 3-40 0 0,94 5-10 0 0,47-11 215 0 0,-2-25-179 0 0,27-2 41 0 0,-84 10-185 0 0,177-2 218 0 0,-80 0-179 0 0,41 2 53 0 0,174-9 72 0 0,-384 10-219 0 0,2377-155 877 0 0,-1349 130-668 0 0,-863 49-280 0 0,400 3 131 0 0,-192-12-84 0 0,-446-5-109 0 0,273-11 73 0 0,-181-3-60 0 0,333-30 82 0 0,60-8 1 0 0,-590 51-124 0 0,488-27 97 0 0,100 1 9 0 0,-422 26-75 0 0,79-3 34 0 0,117 7 23 0 0,-330 1-78 0 0,316 10 75 0 0,259 6 44 0 0,64 16-30 0 0,-679-31-101 0 0,384 40 129 0 0,-219-14-75 0 0,270 47 106 0 0,-276-50-95 0 0,-21-5 32 0 0,-130-16-40 0 0,-44-4-11 0 0,-1-3-44 0 0,0 1 0 0 0,-1 0 0 0 0,1 0 0 0 0,-1 0 1 0 0,1 0-1 0 0,-1 0 0 0 0,0 1 0 0 0,0-1 0 0 0,1 0 0 0 0,-1 0 0 0 0,0 0 1 0 0,0 0-1 0 0,0 1 0 0 0,0-1 0 0 0,0 0 0 0 0,0 1 0 0 0,0-1 0 0 0,0 1 0 0 0,0-1 1 0 0,0 1-1 0 0,0 0 0 0 0,0-1 0 0 0,-2 1 0 0 0,-28-8-1537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5:14.5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1 158 11152 0 0,'16'-4'45'0'0,"9"-1"171"0"0,0 2 143 0 0,11 1 358 0 0,17-1 425 0 0,-18-3-476 0 0,85-30 2321 0 0,-37 9-2742 0 0,-19 9 90 0 0,99-15 0 0 0,-70 22-20 0 0,0 4-1 0 0,0 4 0 0 0,114 12 1 0 0,178 19 83 0 0,507 55-263 0 0,-125 26-136 0 0,-240-19-31 0 0,26 1-36 0 0,24-39 13 0 0,1-46 3 0 0,-25-28 7 0 0,-500 19 42 0 0,522-43-38 0 0,-485 40 28 0 0,392-10-20 0 0,440 74 17 0 0,147 93 16 0 0,-885-121 0 0 0,29 2 24 0 0,147 27 39 0 0,-308-49-60 0 0,371 60 202 0 0,-378-65-179 0 0,-1-3 1 0 0,0-1-1 0 0,53-7 0 0 0,-91 6-19 0 0,-1-1 0 0 0,0 0 1 0 0,1 0-1 0 0,-1-1 0 0 0,0 0 0 0 0,1 0 0 0 0,-1 0 0 0 0,0 0 0 0 0,-1-1 0 0 0,10-5 0 0 0,3-12-2543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5:15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14064 0 0,'18'3'30'0'0,"10"3"105"0"0,-6-2 26 0 0,3 1 128 0 0,38 2 1 0 0,85 1 185 0 0,12 1 509 0 0,-150-8-942 0 0,238 30 604 0 0,-100-11-231 0 0,224 38-4 0 0,357 44-331 0 0,-581-86-72 0 0,59 5 3 0 0,177 25 3 0 0,-263-29-3 0 0,142 30 11 0 0,68 7-8 0 0,10-26 1 0 0,-235-25 1 0 0,130-12 1 0 0,-74-3 0 0 0,68-7 7 0 0,67-12 26 0 0,-39 6-17 0 0,132-18 96 0 0,297-41 179 0 0,-302 46 55 0 0,-295 37-180 0 0,1 3 0 0 0,113 18-1 0 0,-23 11-40 0 0,124 15 181 0 0,-55-15-13 0 0,215 17 206 0 0,-146-21-103 0 0,-101-6-172 0 0,32 12 21 0 0,35 4-20 0 0,-17-19-36 0 0,-226-16-146 0 0,63-6 1 0 0,-29 1-2 0 0,3-1 0 0 0,47 2 82 0 0,-119 2-132 0 0,-1-1 0 0 0,0 1 0 0 0,0-1 0 0 0,0 0 1 0 0,0 0-1 0 0,0-1 0 0 0,0 0 0 0 0,0 0 1 0 0,6-3-1 0 0,14-5 59 0 0,-26 10-62 0 0,0-1 1 0 0,1 1 0 0 0,-1 0-1 0 0,0-1 1 0 0,1 1-1 0 0,-1-1 1 0 0,0 1 0 0 0,0 0-1 0 0,1-1 1 0 0,-1 1 0 0 0,0-1-1 0 0,0 1 1 0 0,0-1 0 0 0,0 1-1 0 0,0-1 1 0 0,0 1 0 0 0,1 0-1 0 0,-1-1 1 0 0,0 1 0 0 0,0-1-1 0 0,0 1 1 0 0,-1-1-1 0 0,1 1 1 0 0,0-1 0 0 0,0 1-1 0 0,0-1 1 0 0,0 1 0 0 0,0-1-1 0 0,0 1 1 0 0,-1-1 0 0 0,1 1-1 0 0,0 0 1 0 0,0-1 0 0 0,-1 1-1 0 0,1-1 1 0 0,0 1-1 0 0,-1 0 1 0 0,1-1 0 0 0,0 1-1 0 0,-1 0 1 0 0,1 0 0 0 0,0-1-1 0 0,-1 1 1 0 0,0 0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6:49.95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0 130 7024 0 0,'25'2'9'0'0,"12"0"34"0"0,-2-1 17 0 0,17-1 28 0 0,-20 4 577 0 0,-30-3-639 0 0,0-1-1 0 0,0 1 0 0 0,1-1 0 0 0,-1 0 1 0 0,0 0-1 0 0,0 0 0 0 0,0 0 1 0 0,0 0-1 0 0,0 0 0 0 0,0-1 1 0 0,3 0-1 0 0,57-13 140 0 0,1 2 0 0 0,75-3 0 0 0,-38 7-160 0 0,62-2 6 0 0,-18 3-11 0 0,-22-1 0 0 0,-58 4 0 0 0,87-18 0 0 0,-34 5 0 0 0,-55 8 0 0 0,-34 4 0 0 0,1 1 0 0 0,0 2 0 0 0,0 0 0 0 0,34 4 0 0 0,121 8 0 0 0,-59-6 0 0 0,-39-2 3 0 0,44 5 2 0 0,-21 6 19 0 0,0-5 0 0 0,169-8 0 0 0,-87 3 25 0 0,-22 1 31 0 0,172 7 80 0 0,-281-7-91 0 0,113 12 192 0 0,-99-8-162 0 0,58 8 152 0 0,-111-14-155 0 0,-1 1 0 0 0,25 6 0 0 0,-3 1-1172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6:51.72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1 599 7528 0 0,'36'1'36'0'0,"16"5"48"0"0,75 23 365 0 0,-111-25-327 0 0,0-1 1 0 0,0-1-1 0 0,23 0 0 0 0,12 1 4 0 0,71 0 218 0 0,-76-2-243 0 0,1-2-1 0 0,0-2 1 0 0,57-11 0 0 0,63-4-48 0 0,143-2-39 0 0,-194 11-12 0 0,-26-1-2 0 0,21-2 0 0 0,134-8 0 0 0,-49 2 0 0 0,-101 9 0 0 0,33-1 0 0 0,86-2 0 0 0,322 10 0 0 0,110-27 1 0 0,-472 19 58 0 0,300 22-1 0 0,-326-4 8 0 0,-61-4-42 0 0,182 2 136 0 0,-20-2-7 0 0,328 45 224 0 0,-265-25-194 0 0,-97-9-78 0 0,-83-6-44 0 0,146 17 140 0 0,147 30-1 0 0,416-48 246 0 0,-698-14-387 0 0,64-3 98 0 0,-28-3-35 0 0,195-20 234 0 0,148-29 114 0 0,-441 55-414 0 0,33-5 24 0 0,189-32 301 0 0,-190 29-267 0 0,441-70 566 0 0,-260 47-481 0 0,123-17 113 0 0,12 12-27 0 0,-181 22-145 0 0,374 2 171 0 0,-299 17-202 0 0,200 9 28 0 0,-368-3-116 0 0,394 20 80 0 0,-96 10-16 0 0,-80-6-25 0 0,-187-16-36 0 0,621 13 116 0 0,-337-26-65 0 0,-194-5-3 0 0,-92 1-18 0 0,66-10 2 0 0,-99 3-6 0 0,55-9 55 0 0,-82 7-47 0 0,301-23 72 0 0,36-11-4 0 0,-226 16-62 0 0,-49 5-1 0 0,247-33 125 0 0,-152 21-13 0 0,-124 18-99 0 0,296-12 156 0 0,-384 26-182 0 0,-50 3-28 0 0,-1 2-1 0 0,1 0 0 0 0,21 1 1 0 0,241 42 280 0 0,-242-31-196 0 0,-31-8-450 0 0,0-1 1 0 0,0 1 0 0 0,1-2 0 0 0,-1 1 0 0 0,13 0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6:54.97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1 211 4216 0 0,'28'-9'6'0'0,"-7"11"4"0"0,-15-1-3 0 0,0-1-1 0 0,-1 0 1 0 0,1-1-1 0 0,0 1 1 0 0,0-1 0 0 0,-1 0-1 0 0,1-1 1 0 0,10-3 0 0 0,11-3 12 0 0,17-4 33 0 0,-35 9-30 0 0,0 0 0 0 0,0 1 0 0 0,1 0 0 0 0,-1 0 0 0 0,0 1 0 0 0,1 0 0 0 0,17 1 0 0 0,-12 1 10 0 0,0-1 1 0 0,0-1-1 0 0,26-4 1 0 0,-4 0 49 0 0,8-1 31 0 0,-16 2-41 0 0,-1 2 0 0 0,32 0 0 0 0,348 51 428 0 0,-182-19-317 0 0,-139-19-113 0 0,168 12 87 0 0,-220-21-140 0 0,195 19 122 0 0,-103-8-76 0 0,-31-4-18 0 0,3 0 0 0 0,-55-7-18 0 0,49 11 0 0 0,22 7 61 0 0,158 7 0 0 0,-73-5 24 0 0,31 2 63 0 0,351-15 161 0 0,-412-22-218 0 0,-18 1 0 0 0,146-6 67 0 0,-144 3-25 0 0,-10 0-3 0 0,102-5 41 0 0,88 0 250 0 0,15 8-89 0 0,-114-1-22 0 0,221-9 141 0 0,-63 13 98 0 0,-314 12-419 0 0,243 18 176 0 0,46 26 220 0 0,-261-31-380 0 0,73 5 29 0 0,-152-20-172 0 0,296 4 521 0 0,-246-7-450 0 0,374-2 583 0 0,-44 11-266 0 0,-130 10 38 0 0,54-9-42 0 0,-168-9-87 0 0,104-8 61 0 0,17 0 19 0 0,-127 12-288 0 0,344 23 440 0 0,-209 2-299 0 0,76-3 377 0 0,160-34-93 0 0,-207 4-301 0 0,-26-8 62 0 0,-48 1-70 0 0,-36 5 56 0 0,-151 5-187 0 0,115-19 1 0 0,-48 3 68 0 0,153-10 275 0 0,-171 8-329 0 0,-15 2-6 0 0,375-30 633 0 0,87-13 54 0 0,-238 32-339 0 0,-169 17-277 0 0,-41 1-65 0 0,45-4 67 0 0,428-47 364 0 0,-463 46-448 0 0,157-11 69 0 0,0 6-44 0 0,-84 28-53 0 0,62-4-19 0 0,-161-1-39 0 0,100 13 13 0 0,-66-4-15 0 0,183 23 7 0 0,-98-9-5 0 0,15-6 0 0 0,93 10 48 0 0,-103-8-15 0 0,37 1 86 0 0,43 11 32 0 0,-40-5-34 0 0,-203-21-73 0 0,-15-4-5 0 0,61-2 1 0 0,-42-2-15 0 0,148 1 119 0 0,-54-2-8 0 0,-60 1-15 0 0,91-13-1 0 0,-120 8-96 0 0,71 2 98 0 0,-82 3-61 0 0,-31-1-48 0 0,1 2 0 0 0,0 0-1 0 0,-1 1 1 0 0,1 2 0 0 0,-1 0 0 0 0,33 9-1 0 0,-51-11-21 0 0,0 0 0 0 0,1 0 0 0 0,-1 1 0 0 0,0-1-1 0 0,0 1 1 0 0,0 0 0 0 0,0-1 0 0 0,4 5 0 0 0,-6-5-5 0 0,-1 0 0 0 0,1 0 0 0 0,-1 0 1 0 0,0 0-1 0 0,1 0 0 0 0,-1 0 0 0 0,0 0 1 0 0,0 0-1 0 0,1 0 0 0 0,-1 0 0 0 0,0 0 0 0 0,0 0 1 0 0,0 0-1 0 0,0 0 0 0 0,-1 0 0 0 0,1 0 1 0 0,0 0-1 0 0,0 0 0 0 0,-1 0 0 0 0,1 0 1 0 0,0 0-1 0 0,-1 0 0 0 0,1 0 0 0 0,-1-1 0 0 0,1 1 1 0 0,-1 0-1 0 0,1 0 0 0 0,-1 0 0 0 0,0-1 1 0 0,0 1-1 0 0,1 0 0 0 0,-1 0 0 0 0,-1 0 1 0 0,-1 2 0 0 0,0-1 1 0 0,0 1 0 0 0,-1-1 0 0 0,1 0-1 0 0,0 0 1 0 0,-1 0 0 0 0,1-1 0 0 0,-1 1-1 0 0,0-1 1 0 0,-4 1 0 0 0,-4 2 1 0 0,-22 8 51 0 0,-53 10 0 0 0,39-12-3176 0 0,47-10 2998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6:57.41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105 213 8240 0 0,'-35'41'6769'0'0,"114"-47"-6169"0"0,141 17-89 0 0,161-26-630 0 0,-351 13 110 0 0,88 3-110 0 0,-4 0 31 0 0,167-11-196 0 0,-239 9 224 0 0,225 1-196 0 0,164-7 40 0 0,-316 6 171 0 0,113 2-14 0 0,-25 18 43 0 0,35 2-1 0 0,-105-16 17 0 0,87 0 0 0 0,103-20 0 0 0,-80 0 9 0 0,-46 4-1 0 0,-35 3 4 0 0,183 13 0 0 0,-239-2-6 0 0,107 12 41 0 0,-33 19 39 0 0,21 3-10 0 0,38 2 94 0 0,10 2 217 0 0,-37-24-200 0 0,-11-2 149 0 0,45-3 285 0 0,-89-9-395 0 0,82-1 393 0 0,6 1 18 0 0,287 24 550 0 0,-182-9-520 0 0,-220-16-278 0 0,172-21 0 0 0,-232 14-183 0 0,73 5-1 0 0,-116 1-129 0 0,26-5 95 0 0,-41 2-132 0 0,-1 1 1 0 0,1 1 0 0 0,17 0-1 0 0,20 3 151 0 0,-36-3-82 0 0,1 1-1 0 0,-1 0 1 0 0,0 0 0 0 0,25 8-1 0 0,-34-8-65 0 0,-1 1 0 0 0,1-1-1 0 0,0 0 1 0 0,-1 0 0 0 0,1-1 0 0 0,0 1-1 0 0,0-1 1 0 0,5 0 0 0 0,-7 0-32 0 0,0-1 0 0 0,-1 1 0 0 0,1-1 0 0 0,-1 0 0 0 0,1 0 1 0 0,-1 1-1 0 0,1-1 0 0 0,-1 0 0 0 0,1-1 0 0 0,-1 1 0 0 0,0 0 0 0 0,0 0 1 0 0,1-1-1 0 0,-1 1 0 0 0,0 0 0 0 0,0-1 0 0 0,0 1 0 0 0,-1-1 0 0 0,1 1 1 0 0,0-1-1 0 0,0-1 0 0 0,11-20 43 0 0,-9 17-10 0 0,0 0-1 0 0,0 1 1 0 0,0-1 0 0 0,-1 0 0 0 0,0 0-1 0 0,0 0 1 0 0,0 0 0 0 0,-1-1-1 0 0,0 1 1 0 0,0-12 0 0 0,-11 4 115 0 0,9 13-123 0 0,0 0 1 0 0,0 0 0 0 0,0 0-1 0 0,0 0 1 0 0,0 0 0 0 0,0-1-1 0 0,0 1 1 0 0,0 0-1 0 0,1 0 1 0 0,-1-1 0 0 0,0 1-1 0 0,0-3 1 0 0,1 2-22 0 0,0-1 0 0 0,0 1 0 0 0,0 0 0 0 0,0-1 0 0 0,0 1 0 0 0,1 0 0 0 0,-1-1 0 0 0,1 1 1 0 0,0 0-1 0 0,0 0 0 0 0,-1-1 0 0 0,1 1 0 0 0,1 0 0 0 0,-1 0 0 0 0,3-3 0 0 0,28-29 134 0 0,-7 8 24 0 0,-1-5 20 0 0,-23 30-179 0 0,0 0 0 0 0,0-1 0 0 0,0 1 0 0 0,-1 0 0 0 0,1 0 0 0 0,0-1 0 0 0,-1 1-1 0 0,1 0 1 0 0,-1-1 0 0 0,1 1 0 0 0,-1-1 0 0 0,0 1 0 0 0,0-1 0 0 0,0 1 0 0 0,1 0 0 0 0,-1-1 0 0 0,-1 1 0 0 0,1-1-1 0 0,0 1 1 0 0,0-1 0 0 0,0 1 0 0 0,-1-1 0 0 0,0-1 0 0 0,0 1 2 0 0,-1 0 0 0 0,1-1 0 0 0,-1 1-1 0 0,0 0 1 0 0,1 0 0 0 0,-1 1 0 0 0,0-1 0 0 0,0 0 0 0 0,0 1 0 0 0,0-1-1 0 0,-1 1 1 0 0,-2-2 0 0 0,-3-1 6 0 0,1 1 0 0 0,-1 0 0 0 0,0 0 0 0 0,0 1-1 0 0,-1 0 1 0 0,1 0 0 0 0,0 1 0 0 0,-10 0 0 0 0,-13 1 17 0 0,-1 1 21 0 0,-38-5 0 0 0,-70-5 72 0 0,103 8-76 0 0,-56-11 0 0 0,27 2-12 0 0,16 6-4 0 0,20 1-4 0 0,-33-6-1 0 0,11 1 1 0 0,0 2-1 0 0,-54 1 1 0 0,-9-1 22 0 0,-245-21 69 0 0,84 9-69 0 0,-47 23-9 0 0,-131 42-27 0 0,290-29-17 0 0,-395 14 28 0 0,526-31-32 0 0,-130-6 4 0 0,-18 1 0 0 0,-283 14-4 0 0,369-10 0 0 0,-198-5 0 0 0,-68-12 0 0 0,241 22 0 0 0,34-1 0 0 0,-236 14 0 0 0,49-2 0 0 0,147-21 0 0 0,49 1-1 0 0,-321-13-39 0 0,339 17 24 0 0,-83 11 0 0 0,24-1-3 0 0,-62 14-62 0 0,81-8 58 0 0,-259 15-138 0 0,211-21 38 0 0,-92 8-38 0 0,2-5 80 0 0,-9 1-15 0 0,125-14 23 0 0,30 0 14 0 0,-30-4-67 0 0,-17 2-115 0 0,72 7 64 0 0,-83 18-1 0 0,88-12 117 0 0,28-6-40 0 0,-62 19-1 0 0,67-11-53 0 0,27-13 139 0 0,0 1-1 0 0,0 0 1 0 0,0-1 0 0 0,0 1-1 0 0,0 0 1 0 0,0 0 0 0 0,0 0-1 0 0,0 0 1 0 0,1-1-1 0 0,-1 1 1 0 0,0 0 0 0 0,0 0-1 0 0,1 1 1 0 0,-1-1 0 0 0,1 0-1 0 0,-1 0 1 0 0,1 0 0 0 0,-1 0-1 0 0,1 0 1 0 0,-1 2 0 0 0,2-2-177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12.25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116 121 5320 0 0,'15'-10'12'0'0,"-1"2"10"0"0,5-6 14 0 0,-19 14-32 0 0,0-1 0 0 0,0 0-1 0 0,0 0 1 0 0,1 1-1 0 0,-1-1 1 0 0,0 0-1 0 0,0 1 1 0 0,0-1-1 0 0,0 0 1 0 0,-1 0 0 0 0,1 1-1 0 0,0-1 1 0 0,0 0-1 0 0,0 1 1 0 0,0-1-1 0 0,-1 0 1 0 0,1 1-1 0 0,0-1 1 0 0,-1 0 0 0 0,1 1-1 0 0,-1-1 1 0 0,1 1-1 0 0,0-1 1 0 0,-1 1-1 0 0,1-1 1 0 0,-1 1-1 0 0,1-1 1 0 0,-1 1 0 0 0,0-1-1 0 0,1 1 1 0 0,-1-1-1 0 0,1 1 1 0 0,-1 0-1 0 0,-1-1 1 0 0,-24-14 215 0 0,20 14-188 0 0,0 0 0 0 0,0 1-1 0 0,-1-1 1 0 0,1 1 0 0 0,0 1-1 0 0,0-1 1 0 0,0 1 0 0 0,0 0-1 0 0,0 1 1 0 0,0-1-1 0 0,0 1 1 0 0,0 0 0 0 0,-7 4-1 0 0,-22 6 600 0 0,39-12-599 0 0,0 0 0 0 0,0 0-1 0 0,-1 0 1 0 0,1-1 0 0 0,0 1-1 0 0,-1-1 1 0 0,1 0 0 0 0,-1 0-1 0 0,1 0 1 0 0,-1-1 0 0 0,0 1-1 0 0,1-1 1 0 0,-1 0 0 0 0,0 0 0 0 0,6-5-1 0 0,27-12 70 0 0,-27 16-79 0 0,4-2 22 0 0,0 2-1 0 0,0-1 0 0 0,0 2 1 0 0,15-2-1 0 0,10-4 190 0 0,-6 1-80 0 0,10 6 38 0 0,3 0 30 0 0,1 2 0 0 0,0 2 0 0 0,66 12 1 0 0,-8 2 227 0 0,-74-14-235 0 0,1 2 0 0 0,36 10 1 0 0,-36-8 54 0 0,34 6-1 0 0,-2-2-82 0 0,29 5 361 0 0,1-5 1 0 0,158 0 0 0 0,-144-8-133 0 0,372 19 1006 0 0,-134-19-71 0 0,-132-3-594 0 0,-23 11-311 0 0,-14-3 313 0 0,-140-5-679 0 0,145 16 596 0 0,50 2-42 0 0,-65-14-278 0 0,65-1 90 0 0,-191-5-354 0 0,46-2 129 0 0,6-3-42 0 0,-57 3-80 0 0,35-4 0 0 0,112-4 335 0 0,-58 5-216 0 0,0 1 123 0 0,155 16 1 0 0,-236-10-222 0 0,128 12 257 0 0,-59 4 171 0 0,-67-8-188 0 0,-44-11-141 0 0,9 8 575 0 0,-7-1-668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13.14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276 31 8936 0 0,'-11'-6'602'0'0,"0"1"0"0"0,0 1 1 0 0,-23-6-1 0 0,28 8-393 0 0,0 1 1 0 0,0 0-1 0 0,0 0 1 0 0,0 1-1 0 0,0 0 1 0 0,0 0-1 0 0,0 0 1 0 0,-1 1-1 0 0,1 0 1 0 0,-9 3-1 0 0,-3 2 462 0 0,0 0-1 0 0,-17 11 0 0 0,-27 8-2149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14.04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30 10248 0 0,'12'-8'26'0'0,"7"0"84"0"0,-14 6-71 0 0,1 0 1 0 0,0 1 0 0 0,-1 0 0 0 0,1 0 0 0 0,0 0 0 0 0,7 1-1 0 0,1-3 75 0 0,-13 2-104 0 0,0 1 0 0 0,-1 0 0 0 0,1-1 1 0 0,0 1-1 0 0,-1 0 0 0 0,1 0 0 0 0,0 0 0 0 0,0 0 0 0 0,-1 0 0 0 0,1 0 0 0 0,0 0 1 0 0,0 0-1 0 0,-1 0 0 0 0,1 0 0 0 0,0 0 0 0 0,-1 0 0 0 0,1 1 0 0 0,0-1 0 0 0,0 0 1 0 0,-1 0-1 0 0,1 1 0 0 0,0 0 0 0 0,2-1 28 0 0,0 1 0 0 0,1-1 0 0 0,-1 1 0 0 0,0-1 1 0 0,0 0-1 0 0,0 0 0 0 0,0 0 0 0 0,5-1 0 0 0,18 0 90 0 0,22 8 143 0 0,53 15 0 0 0,6-4 11 0 0,-76-10-227 0 0,68 16 95 0 0,-3 1-33 0 0,-70-17-80 0 0,1-1 0 0 0,46 6 0 0 0,-1-2 16 0 0,-45-6-14 0 0,41 2 1 0 0,148 11 111 0 0,-134-9-109 0 0,93 15 40 0 0,52 5 160 0 0,-169-29-155 0 0,85-10 0 0 0,-19 1 137 0 0,183-21 508 0 0,-47 4-80 0 0,-114 13-386 0 0,-64 5 193 0 0,116 3 0 0 0,81-1 265 0 0,-74-3-226 0 0,161-4 487 0 0,69 4 47 0 0,-20 57 183 0 0,-308-31-879 0 0,193 47 394 0 0,-173-33-337 0 0,-60-17-185 0 0,1-2 0 0 0,86 2 0 0 0,-117-15-104 0 0,0-1 0 0 0,41-8 0 0 0,17-1 142 0 0,-66 7-170 0 0,-1-1 0 0 0,47-14 0 0 0,3 0 88 0 0,-1 1 25 0 0,-44 9-48 0 0,1 1 0 0 0,0 2 0 0 0,53-2 1 0 0,-61 6-50 0 0,10 1 70 0 0,-1 5 164 0 0,67-1 1 0 0,-78-3-274 0 0,223 0 684 0 0,-245 0-723 0 0,0 0 0 0 0,-1 0 0 0 0,1 0 0 0 0,-1 0 0 0 0,1 0 0 0 0,0 0 0 0 0,-1 0 0 0 0,1 1 0 0 0,-1-1 0 0 0,1 0 0 0 0,-1 1 0 0 0,1 0-1 0 0,-1-1 1 0 0,1 1 0 0 0,-1 0 0 0 0,1 0 0 0 0,-1 0 0 0 0,0 0 0 0 0,0 0 0 0 0,1 0 0 0 0,1 2 0 0 0,-3-2-4 0 0,1 1-1 0 0,-1-1 1 0 0,1 1 0 0 0,-1-1-1 0 0,0 0 1 0 0,0 1 0 0 0,1-1-1 0 0,-1 1 1 0 0,0-1-1 0 0,0 1 1 0 0,0-1 0 0 0,-1 1-1 0 0,1-1 1 0 0,0 1 0 0 0,0-1-1 0 0,-1 1 1 0 0,1-1-1 0 0,-2 3 1 0 0,-1 2 13 0 0,0 1-1 0 0,-1-1 1 0 0,0 0 0 0 0,0 0 0 0 0,0 0-1 0 0,-1 0 1 0 0,1-1 0 0 0,-7 5 0 0 0,-34 22 81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15.77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10 8432 0 0,'22'-5'560'0'0,"20"0"4761"0"0,-35 28-4290 0 0,-4-15-1017 0 0,1 0 0 0 0,0 0 1 0 0,0 0-1 0 0,1 0 0 0 0,-1-1 1 0 0,2 1-1 0 0,-1-1 0 0 0,1-1 1 0 0,0 1-1 0 0,0-1 0 0 0,1 0 1 0 0,0 0-1 0 0,0-1 0 0 0,0 0 1 0 0,1 0-1 0 0,12 5 1 0 0,-2-3 6 0 0,0-1 1 0 0,0-1-1 0 0,0 0 1 0 0,1-2-1 0 0,-1 0 1 0 0,1-1-1 0 0,19 0 1 0 0,404 3-373 0 0,-257-13 81 0 0,-26-1 93 0 0,-3 3 60 0 0,67 2 25 0 0,-98 7 55 0 0,24 2-9 0 0,-76 2 35 0 0,120-3 0 0 0,-104-8 20 0 0,167 16 0 0 0,-197-7 23 0 0,40 7 14 0 0,-10 5-12 0 0,97 21 76 0 0,15 2 117 0 0,-25-6-64 0 0,42 14 324 0 0,-33-12-176 0 0,-123-26-157 0 0,0-4 0 0 0,0-2 1 0 0,69-5-1 0 0,-59 1-82 0 0,-43 0-39 0 0,30 1 117 0 0,-1-3 1 0 0,97-15-1 0 0,-7-1 62 0 0,-48 7 22 0 0,-68 8-96 0 0,48 2 0 0 0,-11 0-22 0 0,290-3 518 0 0,-287 6-525 0 0,-44-1-20 0 0,38-2-1 0 0,79-6 184 0 0,-15 3 40 0 0,-74 1-80 0 0,57 4 0 0 0,23 0 256 0 0,-93-4-365 0 0,-14 0 108 0 0,47 3 1 0 0,-57 0-141 0 0,1 0 0 0 0,-1-2 0 0 0,30-6 0 0 0,15-1 209 0 0,53-10 165 0 0,-74 11-258 0 0,-22 5-34 0 0,0 0 1 0 0,28 1 0 0 0,-36 0-60 0 0,1 0-1 0 0,-1 0 1 0 0,27-10 0 0 0,-12 4 15 0 0,-22 6-60 0 0,0 0 1 0 0,-1-1-1 0 0,1 0 1 0 0,-1 0-1 0 0,0 0 0 0 0,8-8 1 0 0,14-7 153 0 0,21-15 113 0 0,-46 32-315 0 0,0-1 0 0 0,0 1 0 0 0,0 0 0 0 0,0 0 0 0 0,0 0 0 0 0,1 0 0 0 0,-1 0 0 0 0,0 0 0 0 0,1 0 0 0 0,-1 1 0 0 0,0-1 0 0 0,1 1 0 0 0,-1 0 0 0 0,1 0 0 0 0,-1 0 0 0 0,0 0 0 0 0,1 0 0 0 0,-1 0 0 0 0,1 1 0 0 0,-1-1 0 0 0,0 1 0 0 0,1-1 0 0 0,-1 1 0 0 0,0 0 0 0 0,0 0 0 0 0,1 0 0 0 0,-1 0 0 0 0,0 1 0 0 0,0-1 0 0 0,0 1 0 0 0,0-1 0 0 0,-1 1 0 0 0,1-1 0 0 0,2 4 0 0 0,36 43 228 0 0,-24-29-159 0 0,-15-17-45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17.69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36 7 7936 0 0,'-36'-7'7418'0'0,"58"20"-7366"0"0,-18-11-48 0 0,35 20-17 0 0,50 20 0 0 0,-31-16-45 0 0,-41-17 7 0 0,-1-2 1 0 0,1 0 0 0 0,0-1-1 0 0,0 0 1 0 0,26 4 0 0 0,89 8-267 0 0,286 32-149 0 0,-198-49 384 0 0,-109-3 68 0 0,39-2 7 0 0,87 3-3 0 0,-17 13 11 0 0,85 8 4 0 0,-4 4 6 0 0,-102-18 9 0 0,-89-4-15 0 0,216-18 80 0 0,-54 0 69 0 0,209 16 373 0 0,-245 5-189 0 0,-185-6-271 0 0,-8 1 102 0 0,76-11 1 0 0,-78 4-100 0 0,51-8 186 0 0,153-8 0 0 0,-113 17 244 0 0,24 0-136 0 0,44 17 223 0 0,-84-3-14 0 0,155-8-1 0 0,-210-5-483 0 0,185-7 323 0 0,70 14 164 0 0,-34 18-32 0 0,-188-14-393 0 0,-21-2-20 0 0,-30-2 41 0 0,70-5 0 0 0,-68 1-92 0 0,229-24 453 0 0,-121 8-242 0 0,-18 4-111 0 0,331-21 742 0 0,-343 38-628 0 0,-89-3-132 0 0,50 7 1 0 0,-50-4-59 0 0,49 0 0 0 0,57-3 241 0 0,-64 0-139 0 0,-13-6 106 0 0,-32 9-114 0 0,-10-1 5 0 0,16 8 50 0 0,-20-7-95 0 0,-1 0 0 0 0,1-1 1 0 0,0-1-1 0 0,16-1 0 0 0,-20 2-73 0 0,-1-1 1 0 0,1 2-1 0 0,-1-1 0 0 0,0 2 1 0 0,19 7-1 0 0,11 6 276 0 0,-41-17-213 0 0,22 3 727 0 0,-66 0-1173 0 0,-54 10 1 0 0,72-9-2471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31.0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186 99 8336 0 0,'9'-2'24'0'0,"10"-1"31"0"0,-5 5 35 0 0,-12-2 87 0 0,-5 1-107 0 0,-6 0 113 0 0,1 1-1 0 0,0 0 1 0 0,-1 1 0 0 0,1 0 0 0 0,0 0 0 0 0,0 1-1 0 0,0 0 1 0 0,1 1 0 0 0,-1-1 0 0 0,1 1 0 0 0,-7 7-1 0 0,4-3 33 0 0,1 1 0 0 0,0 0-1 0 0,1 0 1 0 0,0 1-1 0 0,0 0 1 0 0,1 0 0 0 0,-7 17-1 0 0,4-6 64 0 0,1 1 0 0 0,-10 41 0 0 0,15-45-155 0 0,0 0 1 0 0,2 1 0 0 0,0 0 0 0 0,1 0 0 0 0,1-1-1 0 0,0 1 1 0 0,2 0 0 0 0,1 0 0 0 0,0-1 0 0 0,1 1-1 0 0,1-1 1 0 0,9 22 0 0 0,-4-12-9 0 0,-9-23-84 0 0,1 0 1 0 0,0 0 0 0 0,1 0-1 0 0,-1-1 1 0 0,1 1 0 0 0,0-1-1 0 0,4 7 1 0 0,4 1 51 0 0,-1 0 0 0 0,2 0 1 0 0,-1-1-1 0 0,2-1 0 0 0,0 0 0 0 0,0 0 1 0 0,1-2-1 0 0,27 16 0 0 0,-18-15 22 0 0,-8-3-12 0 0,0 0-1 0 0,32 8 1 0 0,-43-14-74 0 0,0 0 0 0 0,1 0 0 0 0,-1-1 0 0 0,0 0 0 0 0,1 1 0 0 0,-1-2 1 0 0,1 1-1 0 0,-1 0 0 0 0,0-1 0 0 0,1 0 0 0 0,-1 0 0 0 0,0 0 0 0 0,0-1 0 0 0,0 1 0 0 0,8-5 0 0 0,-7 3-3 0 0,15-9 115 0 0,-1 0 0 0 0,33-30 0 0 0,-39 29-83 0 0,-1-1 0 0 0,-1-1 0 0 0,0 0 0 0 0,-1 0 0 0 0,-1-1 0 0 0,-1 0 0 0 0,0-1-1 0 0,0 0 1 0 0,-2 0 0 0 0,7-30 0 0 0,40-144 391 0 0,-32 123-235 0 0,-20 62-160 0 0,0-1 0 0 0,0 1-1 0 0,0-1 1 0 0,-1 1 0 0 0,0-1 0 0 0,-1-6 0 0 0,1 8 14 0 0,-1-1-1 0 0,1 1 0 0 0,0-1 1 0 0,1 1-1 0 0,-1-1 1 0 0,3-9-1 0 0,-8-14 270 0 0,3 25-301 0 0,-32-142 721 0 0,32 141-680 0 0,1 0 0 0 0,-1 0 0 0 0,-1 0 0 0 0,1 0 0 0 0,-1 0 0 0 0,1 0 0 0 0,-7-7 0 0 0,8 10-6 0 0,-14 10 103 0 0,8-1-117 0 0,0 1 0 0 0,1 0-1 0 0,0 0 1 0 0,0 1 0 0 0,1-1 0 0 0,0 1-1 0 0,1 0 1 0 0,0 1 0 0 0,-4 12-1 0 0,-22 96 227 0 0,26-101-198 0 0,2 2-19 0 0,0-1 1 0 0,1 1-1 0 0,1 0 1 0 0,1 0-1 0 0,0 0 0 0 0,8 32 1 0 0,-6-28 16 0 0,1-6-31 0 0,0 0 0 0 0,0 0 0 0 0,2 0-1 0 0,0-1 1 0 0,1 0 0 0 0,0 0 0 0 0,1-1 0 0 0,1 0 0 0 0,18 23 0 0 0,-5-6 55 0 0,13 16 51 0 0,-33-46-140 0 0,6 6 30 0 0,-1 0-1 0 0,1 0 1 0 0,1-1-1 0 0,-1 0 1 0 0,11 6-1 0 0,-16-11-23 0 0,36 17 143 0 0,-37-19-144 0 0,0 1 1 0 0,0-1-1 0 0,0 1 0 0 0,0-1 1 0 0,0 0-1 0 0,0 0 0 0 0,0 0 1 0 0,0 0-1 0 0,0 0 0 0 0,0 0 1 0 0,0-1-1 0 0,0 1 0 0 0,0 0 1 0 0,0-1-1 0 0,0 0 0 0 0,0 1 1 0 0,-1-1-1 0 0,3-1 0 0 0,-1-1 3 0 0,0 0-1 0 0,0 0 1 0 0,-1 0-1 0 0,0 0 1 0 0,1 0 0 0 0,-1-1-1 0 0,-1 1 1 0 0,1-1-1 0 0,0 1 1 0 0,-1-1-1 0 0,2-4 1 0 0,0 1 21 0 0,2-8 33 0 0,-1 0-1 0 0,4-21 0 0 0,-6 23-23 0 0,0 0 1 0 0,1 1-1 0 0,1-1 0 0 0,7-15 0 0 0,-7 12 19 0 0,-4 15-52 0 0,0 0 0 0 0,0 0 0 0 0,0 0 0 0 0,0 0 0 0 0,1 0 0 0 0,-1 0 0 0 0,0 0 0 0 0,0 0 0 0 0,1 0 0 0 0,-1 0 1 0 0,1 0-1 0 0,-1 0 0 0 0,1 0 0 0 0,-1 1 0 0 0,1-1 0 0 0,0 0 0 0 0,-1 0 0 0 0,1 0 0 0 0,0 1 0 0 0,1-2 0 0 0,6 37 92 0 0,-6 5-24 0 0,10 56 1 0 0,-9-82-62 0 0,0-1 0 0 0,0 0-1 0 0,2 0 1 0 0,-1-1 0 0 0,2 1 0 0 0,0-1 0 0 0,0 0-1 0 0,12 16 1 0 0,-16-25-12 0 0,0-1-1 0 0,1 1 1 0 0,-1-1-1 0 0,1 0 1 0 0,0 1-1 0 0,-1-1 1 0 0,1 0-1 0 0,0 0 1 0 0,0-1-1 0 0,1 1 1 0 0,-1-1-1 0 0,0 0 1 0 0,0 1-1 0 0,1-1 1 0 0,-1-1-1 0 0,1 1 1 0 0,-1 0-1 0 0,1-1 1 0 0,-1 0-1 0 0,1 0 1 0 0,-1 0-1 0 0,1 0 1 0 0,-1 0-1 0 0,6-2 1 0 0,-3 0 2 0 0,0 1 1 0 0,0-1-1 0 0,0 0 1 0 0,-1-1-1 0 0,1 0 1 0 0,-1 1-1 0 0,0-2 1 0 0,0 1-1 0 0,0-1 1 0 0,0 1-1 0 0,-1-1 1 0 0,1-1-1 0 0,5-6 1 0 0,-3 3 6 0 0,-1-1-1 0 0,0 0 1 0 0,0 0 0 0 0,-1-1-1 0 0,0 1 1 0 0,0-1 0 0 0,-1 0-1 0 0,-1-1 1 0 0,0 1 0 0 0,0-1-1 0 0,2-20 1 0 0,-2 9 15 0 0,5-46 49 0 0,-8 64-70 0 0,0-1-1 0 0,0 1 1 0 0,-1-1 0 0 0,1 1-1 0 0,-1 0 1 0 0,0-1 0 0 0,0 1-1 0 0,-1 0 1 0 0,1-1 0 0 0,-1 1 0 0 0,0 0-1 0 0,-3-5 1 0 0,4 8-5 0 0,1 0-1 0 0,-1 0 1 0 0,1 0 0 0 0,-1 0-1 0 0,1 1 1 0 0,-1-1 0 0 0,0 0 0 0 0,1 0-1 0 0,-1 1 1 0 0,0-1 0 0 0,0 1-1 0 0,1-1 1 0 0,-1 0 0 0 0,0 1 0 0 0,0 0-1 0 0,0-1 1 0 0,0 1 0 0 0,0-1-1 0 0,0 1 1 0 0,0 0 0 0 0,0 0 0 0 0,0-1-1 0 0,0 1 1 0 0,0 0 0 0 0,0 0-1 0 0,0 0 1 0 0,0 0 0 0 0,0 0 0 0 0,0 0-1 0 0,0 1 1 0 0,-1-1 0 0 0,0 2 3 0 0,0-1 0 0 0,0 0 1 0 0,0 1-1 0 0,0 0 0 0 0,0-1 1 0 0,1 1-1 0 0,-1 0 0 0 0,0 0 0 0 0,1 0 1 0 0,0 0-1 0 0,-1 0 0 0 0,0 3 1 0 0,-4 8 24 0 0,0 1 1 0 0,-7 25-1 0 0,13-38-33 0 0,-5 17 34 0 0,1 0 0 0 0,1 0 0 0 0,0 1 0 0 0,2-1 0 0 0,0 1 0 0 0,1-1 0 0 0,4 29 0 0 0,-4-47-32 0 0,0 1-1 0 0,0-1 1 0 0,0 1 0 0 0,0-1 0 0 0,0 0 0 0 0,0 1-1 0 0,0-1 1 0 0,0 1 0 0 0,1-1 0 0 0,-1 0-1 0 0,0 1 1 0 0,0-1 0 0 0,0 0 0 0 0,1 1 0 0 0,-1-1-1 0 0,0 0 1 0 0,1 0 0 0 0,-1 1 0 0 0,0-1 0 0 0,0 0-1 0 0,1 0 1 0 0,-1 1 0 0 0,1-1 0 0 0,-1 0-1 0 0,0 0 1 0 0,1 0 0 0 0,-1 0 0 0 0,0 0 0 0 0,1 1-1 0 0,-1-1 1 0 0,1 0 0 0 0,-1 0 0 0 0,0 0-1 0 0,1 0 1 0 0,-1 0 0 0 0,1 0 0 0 0,-1 0 0 0 0,0 0-1 0 0,1 0 1 0 0,-1-1 0 0 0,0 1 0 0 0,1 0 0 0 0,-1 0-1 0 0,1 0 1 0 0,-1 0 0 0 0,0 0 0 0 0,1-1-1 0 0,0 1 1 0 0,15-12 80 0 0,14-34 52 0 0,-27 40-118 0 0,1-1 0 0 0,-1 1 0 0 0,1 0 0 0 0,0 0 0 0 0,1 0 0 0 0,0 1 0 0 0,-1-1 0 0 0,2 1 0 0 0,-1 0 0 0 0,7-5 0 0 0,-10 9-12 0 0,0 0 1 0 0,-1 0-1 0 0,1 0 0 0 0,-1 0 0 0 0,1 1 1 0 0,0-1-1 0 0,0 0 0 0 0,-1 1 1 0 0,1-1-1 0 0,0 1 0 0 0,0-1 0 0 0,0 1 1 0 0,0 0-1 0 0,0 0 0 0 0,0 0 0 0 0,-1 0 1 0 0,1 0-1 0 0,0 1 0 0 0,0-1 0 0 0,0 0 1 0 0,0 1-1 0 0,-1-1 0 0 0,1 1 1 0 0,0 0-1 0 0,0 0 0 0 0,-1-1 0 0 0,1 1 1 0 0,0 0-1 0 0,-1 1 0 0 0,1-1 0 0 0,-1 0 1 0 0,0 0-1 0 0,1 1 0 0 0,0 1 0 0 0,4 5 18 0 0,-1 0 0 0 0,0 1 0 0 0,-1 0 0 0 0,0 0 0 0 0,5 16 0 0 0,-6-15 8 0 0,0-1 1 0 0,1 0 0 0 0,10 17-1 0 0,-13-24-25 0 0,0-1-1 0 0,0 1 0 0 0,0 0 1 0 0,0-1-1 0 0,0 1 1 0 0,1-1-1 0 0,-1 0 1 0 0,1 1-1 0 0,-1-1 0 0 0,1 0 1 0 0,-1 0-1 0 0,1 0 1 0 0,0 0-1 0 0,-1 0 0 0 0,1 0 1 0 0,0 0-1 0 0,0-1 1 0 0,3 1-1 0 0,-3-1 0 0 0,0 0-1 0 0,0-1 1 0 0,1 0-1 0 0,-1 1 1 0 0,0-1 0 0 0,0 0-1 0 0,0 0 1 0 0,0 0-1 0 0,-1-1 1 0 0,1 1-1 0 0,0 0 1 0 0,0-1 0 0 0,-1 1-1 0 0,1-1 1 0 0,0 1-1 0 0,-1-1 1 0 0,3-3-1 0 0,22-26 52 0 0,-7 7 3 0 0,1 0 1 0 0,1 2-1 0 0,2 1 0 0 0,26-21 0 0 0,-42 36-40 0 0,0 1 0 0 0,-1-1-1 0 0,0-1 1 0 0,0 1-1 0 0,0-1 1 0 0,-1 0-1 0 0,0-1 1 0 0,0 1 0 0 0,-1-1-1 0 0,0 0 1 0 0,0 0-1 0 0,-1 0 1 0 0,0 0-1 0 0,2-10 1 0 0,2-13 18 0 0,-2 0-1 0 0,2-51 1 0 0,-4 36 6 0 0,5-8 11 0 0,0-22 46 0 0,-8 74-75 0 0,1 5-18 0 0,0 0 1 0 0,0 0-1 0 0,0 0 0 0 0,-1 0 1 0 0,0 0-1 0 0,1-1 0 0 0,-1 6 1 0 0,0 59 53 0 0,3 0 0 0 0,16 86 1 0 0,3-78-1 0 0,-14-50-33 0 0,-7-23-19 0 0,6-15-3614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31.41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17487 0 0,'0'0'0'0'0,"82"50"1328"0"0,-64-45-880 0 0,3-1-312 0 0,-6 2 8 0 0,-4-2-16 0 0,4-1 16 0 0,19-3 896 0 0,-23 0-512 0 0,3-4-8 0 0,1-2-320 0 0,-1 1 16 0 0,-3 0 0 0 0,4-4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31.7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74 15680 0 0,'0'0'0'0'0,"29"0"0"0"0,-2 0 208 0 0,-3 0 0 0 0,-7 0-8 0 0,0-3 7 0 0,-5 1-103 0 0,12-5 88 0 0,-12-6-80 0 0,4 1 200 0 0,-1 3 8 0 0,-1-2 8 0 0,0-6-8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32.53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1 413 13056 0 0,'29'-16'299'0'0,"-8"8"187"0"0,-18 6-443 0 0,-1 1 0 0 0,0-1 0 0 0,0 1 0 0 0,0-1 0 0 0,0 0 0 0 0,0 0 0 0 0,0 0 0 0 0,0 0-1 0 0,-1 0 1 0 0,1 0 0 0 0,-1 0 0 0 0,1 0 0 0 0,-1-1 0 0 0,2-4 0 0 0,1-1 69 0 0,72-156 1407 0 0,-70 151-1463 0 0,0 0 1 0 0,1 0 0 0 0,1 1 0 0 0,9-13 0 0 0,-13 20-37 0 0,1 0 0 0 0,-1 0 0 0 0,1 0 0 0 0,0 0 0 0 0,1 1 0 0 0,-1-1 0 0 0,1 2 1 0 0,0-1-1 0 0,10-5 0 0 0,-4 8-14 0 0,-12 1-6 0 0,1 0 0 0 0,0 0 0 0 0,-1 1 0 0 0,1-1 0 0 0,0 0 0 0 0,-1 1 0 0 0,1-1 0 0 0,-1 0 0 0 0,1 1 0 0 0,0-1 0 0 0,-1 1 0 0 0,1-1 0 0 0,-1 1 0 0 0,1-1 0 0 0,-1 1 0 0 0,0 0 0 0 0,1-1 0 0 0,-1 1 0 0 0,1-1 0 0 0,-1 1 0 0 0,0 0 0 0 0,0-1 0 0 0,1 1 0 0 0,-1 0 0 0 0,0 0 0 0 0,0-1 0 0 0,0 1 0 0 0,0 0 0 0 0,0-1 0 0 0,0 1 0 0 0,0 0 0 0 0,0 0 0 0 0,0 0 0 0 0,2 14-3 0 0,0 0 0 0 0,-1 20-1 0 0,1 1-8 0 0,-2-18-6 0 0,0 0 0 0 0,-3 24 0 0 0,-2 56-52 0 0,18-126 56 0 0,7-60 22 0 0,-15 59-2 0 0,2 1 0 0 0,10-31 0 0 0,3-4 68 0 0,-20 63-72 0 0,0 0 0 0 0,-1 0-1 0 0,1-1 1 0 0,0 1 0 0 0,0 0-1 0 0,0 0 1 0 0,0-1 0 0 0,0 1-1 0 0,1 0 1 0 0,-1 0 0 0 0,0-1-1 0 0,0 1 1 0 0,0 0 0 0 0,0 0-1 0 0,0-1 1 0 0,0 1 0 0 0,0 0-1 0 0,0 0 1 0 0,0 0 0 0 0,1-1-1 0 0,-1 1 1 0 0,0 0 0 0 0,0 0-1 0 0,0 0 1 0 0,0-1-1 0 0,1 1 1 0 0,-1 0 0 0 0,0 0-1 0 0,0 0 1 0 0,1 0 0 0 0,-1 0-1 0 0,0 0 1 0 0,0-1 0 0 0,0 1-1 0 0,1 0 1 0 0,-1 0 0 0 0,0 0-1 0 0,0 0 1 0 0,1 0 0 0 0,-1 0-1 0 0,0 0 1 0 0,0 0 0 0 0,1 0-1 0 0,-1 0 1 0 0,0 0 0 0 0,0 0-1 0 0,1 0 1 0 0,-1 0-1 0 0,0 0 1 0 0,0 1 0 0 0,1-1-1 0 0,-1 0 1 0 0,0 0 0 0 0,0 0-1 0 0,1 0 1 0 0,-1 1 0 0 0,5 10 59 0 0,-6-3-35 0 0,2 0-1 0 0,-1 1 0 0 0,1-1 0 0 0,1 0 0 0 0,2 10 0 0 0,1 10 31 0 0,-4-25-37 0 0,0 0 0 0 0,0 0 0 0 0,0 0 0 0 0,0 0 0 0 0,1 0-1 0 0,-1-1 1 0 0,1 1 0 0 0,-1 0 0 0 0,1-1 0 0 0,0 1 0 0 0,0-1 0 0 0,0 0 0 0 0,0 1-1 0 0,1-1 1 0 0,-1 0 0 0 0,1 0 0 0 0,-1 0 0 0 0,1-1 0 0 0,0 1 0 0 0,0-1 0 0 0,-1 1-1 0 0,1-1 1 0 0,0 0 0 0 0,0 0 0 0 0,0 0 0 0 0,0-1 0 0 0,1 1 0 0 0,-1-1 0 0 0,0 0-1 0 0,0 1 1 0 0,0-1 0 0 0,0-1 0 0 0,0 1 0 0 0,0 0 0 0 0,1-1 0 0 0,-1 0 0 0 0,0 1-1 0 0,0-1 1 0 0,0 0 0 0 0,0-1 0 0 0,-1 1 0 0 0,1 0 0 0 0,0-1 0 0 0,2-2-1 0 0,27-22 300 0 0,50-54-1 0 0,-46 44-101 0 0,5-9 255 0 0,-35 40-265 0 0,-5 8 130 0 0,-5 10-114 0 0,-23 47 19 0 0,3 1 1 0 0,2 2 0 0 0,-14 65-1 0 0,33-118-210 0 0,1 1-1 0 0,1-1 1 0 0,0 0-1 0 0,0 1 0 0 0,1-1 1 0 0,1 1-1 0 0,-1-1 0 0 0,2 1 1 0 0,2 11-1 0 0,-3-19-17 0 0,0 1 1 0 0,0-1-1 0 0,0 0 0 0 0,0 0 0 0 0,1 0 0 0 0,-1 0 0 0 0,1 0 1 0 0,0 0-1 0 0,0 0 0 0 0,0 0 0 0 0,0-1 0 0 0,0 1 0 0 0,1-1 1 0 0,-1 1-1 0 0,1-1 0 0 0,0 0 0 0 0,-1 0 0 0 0,1 0 0 0 0,0-1 1 0 0,0 1-1 0 0,0-1 0 0 0,0 1 0 0 0,1-1 0 0 0,-1 0 0 0 0,0 0 1 0 0,1-1-1 0 0,-1 1 0 0 0,0 0 0 0 0,1-1 0 0 0,3 0 0 0 0,-2-1 3 0 0,0 1 0 0 0,-1-1 1 0 0,1-1-1 0 0,-1 1 0 0 0,1 0 0 0 0,-1-1 0 0 0,1 0 0 0 0,-1 0 0 0 0,0-1 0 0 0,0 1 0 0 0,0-1 0 0 0,0 0 0 0 0,-1 0 0 0 0,1 0 0 0 0,-1 0 0 0 0,6-7 0 0 0,0-1 26 0 0,1-1 1 0 0,-2-1-1 0 0,0 0 0 0 0,7-13 0 0 0,-7 6 2 0 0,-2 1 0 0 0,0-1 0 0 0,-1 1 0 0 0,-1-2 0 0 0,0 1 0 0 0,-2 0 0 0 0,0-24 0 0 0,0 23 12 0 0,-2 12-28 0 0,0 0 0 0 0,-1 0-1 0 0,0-1 1 0 0,0 1 0 0 0,-1 0-1 0 0,0 0 1 0 0,-1 0 0 0 0,-5-12 0 0 0,7 18-15 0 0,0-1 1 0 0,-1 1-1 0 0,0-1 1 0 0,0 1-1 0 0,0 0 1 0 0,0-1-1 0 0,0 1 1 0 0,-1 0-1 0 0,1 0 1 0 0,-1 1-1 0 0,0-1 1 0 0,0 0-1 0 0,0 1 1 0 0,0 0-1 0 0,0 0 1 0 0,0 0-1 0 0,-1 0 1 0 0,1 0-1 0 0,-1 1 1 0 0,1-1-1 0 0,-1 1 1 0 0,-5-1-1 0 0,7 2-1 0 0,-1 0 0 0 0,1-1 0 0 0,0 1 0 0 0,-1 1 0 0 0,1-1 0 0 0,-1 0 0 0 0,1 1 0 0 0,0-1-1 0 0,-1 1 1 0 0,1 0 0 0 0,0 0 0 0 0,0 0 0 0 0,0 0 0 0 0,-1 0 0 0 0,1 0 0 0 0,0 0 0 0 0,1 1 0 0 0,-5 2-1 0 0,3 0 6 0 0,0-1 0 0 0,1 1 0 0 0,-1 0 0 0 0,1-1-1 0 0,0 1 1 0 0,-1 0 0 0 0,2 1 0 0 0,-1-1-1 0 0,-2 7 1 0 0,1 2 17 0 0,1 0 0 0 0,0 0 0 0 0,1 0 0 0 0,0 0 0 0 0,1 0 0 0 0,2 18 0 0 0,-1-19-7 0 0,1 0-1 0 0,1-1 0 0 0,0 1 1 0 0,0-1-1 0 0,1 0 0 0 0,1 0 1 0 0,0 0-1 0 0,0 0 1 0 0,1-1-1 0 0,0 0 0 0 0,1 0 1 0 0,0-1-1 0 0,9 10 0 0 0,-10-13-4 0 0,1 0 0 0 0,0-1-1 0 0,0 1 1 0 0,0-1-1 0 0,0-1 1 0 0,1 1-1 0 0,0-1 1 0 0,0 0-1 0 0,0-1 1 0 0,0 0-1 0 0,1 0 1 0 0,-1-1 0 0 0,1 0-1 0 0,0-1 1 0 0,0 0-1 0 0,-1 0 1 0 0,1-1-1 0 0,15-1 1 0 0,3-1 62 0 0,0-2 0 0 0,29-8 1 0 0,-14-1-3135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33.6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0 824 14776 0 0,'0'0'3167'0'0,"4"0"-3047"0"0,1 0-103 0 0,0-1 0 0 0,0 1-1 0 0,0-1 1 0 0,0 0-1 0 0,0 0 1 0 0,-1-1-1 0 0,1 1 1 0 0,0-1-1 0 0,-1 0 1 0 0,1-1-1 0 0,7-4 1 0 0,10-5 23 0 0,112-62 110 0 0,67-33 173 0 0,-183 98-278 0 0,-16 7-43 0 0,0 1-1 0 0,0-1 1 0 0,0 1 0 0 0,0 0 0 0 0,1 0 0 0 0,-1 0-1 0 0,1 0 1 0 0,-1 0 0 0 0,1 0 0 0 0,-1 1 0 0 0,1-1 0 0 0,-1 1-1 0 0,1 0 1 0 0,-1 0 0 0 0,6 0 0 0 0,-8 2-1 0 0,0 0 0 0 0,0-1 0 0 0,0 1 0 0 0,-1 0 0 0 0,1 0 1 0 0,0-1-1 0 0,-1 1 0 0 0,1 0 0 0 0,-1 0 0 0 0,0-1 0 0 0,0 1 0 0 0,-1 2 0 0 0,-11 19-1 0 0,2-6-1 0 0,0 0 0 0 0,2 2-1 0 0,0-1 1 0 0,1 1 0 0 0,1 0-1 0 0,-9 35 1 0 0,16-41-4 0 0,0-12 4 0 0,1 0 1 0 0,-1 0 0 0 0,0 1 0 0 0,0-1-1 0 0,1 0 1 0 0,-1 0 0 0 0,1 0-1 0 0,-1 1 1 0 0,1-1 0 0 0,0 0-1 0 0,-1 0 1 0 0,1 0 0 0 0,0 0 0 0 0,0 0-1 0 0,-1 0 1 0 0,1 0 0 0 0,0-1-1 0 0,0 1 1 0 0,0 0 0 0 0,0 0 0 0 0,0-1-1 0 0,0 1 1 0 0,1 0 0 0 0,-1-1-1 0 0,0 1 1 0 0,0-1 0 0 0,0 0-1 0 0,1 1 1 0 0,-1-1 0 0 0,0 0 0 0 0,0 0-1 0 0,1 0 1 0 0,-1 0 0 0 0,0 0-1 0 0,0 0 1 0 0,1 0 0 0 0,-1 0-1 0 0,0 0 1 0 0,0 0 0 0 0,2-1 0 0 0,2 0-4 0 0,4 1 4 0 0,0-1-1 0 0,0 0 1 0 0,0-1 0 0 0,0 1 0 0 0,-1-2 0 0 0,1 1 0 0 0,0-2-1 0 0,11-5 1 0 0,6-5 0 0 0,30-22 0 0 0,-2 1 0 0 0,-39 25 5 0 0,0-1-1 0 0,-1-1 1 0 0,-1 0-1 0 0,21-25 0 0 0,-8 9 12 0 0,-13 12 119 0 0,-21 16 49 0 0,4 2-163 0 0,0 0 0 0 0,1 0 0 0 0,-1 0 0 0 0,1 0 0 0 0,-1 0 0 0 0,-4 6 0 0 0,-2 6 39 0 0,1 1 0 0 0,1-1 1 0 0,-12 27-1 0 0,13-25-13 0 0,-5 15 49 0 0,0 2 0 0 0,2-1 0 0 0,2 1 0 0 0,1 1-1 0 0,1-1 1 0 0,-1 35 0 0 0,6-57-33 0 0,1 0 0 0 0,0-1 1 0 0,0 1-1 0 0,1-1 0 0 0,1 1 0 0 0,-1-1 0 0 0,6 15 0 0 0,-7-24-52 0 0,0-1-1 0 0,0 1 0 0 0,0 0 0 0 0,1-1 1 0 0,-1 1-1 0 0,0-1 0 0 0,0 0 1 0 0,1 1-1 0 0,-1-1 0 0 0,0 1 0 0 0,1-1 1 0 0,-1 1-1 0 0,0-1 0 0 0,1 0 1 0 0,-1 1-1 0 0,1-1 0 0 0,-1 0 0 0 0,1 1 1 0 0,-1-1-1 0 0,1 0 0 0 0,-1 0 0 0 0,1 1 1 0 0,-1-1-1 0 0,1 0 0 0 0,-1 0 1 0 0,1 0-1 0 0,-1 0 0 0 0,1 0 0 0 0,-1 0 1 0 0,1 0-1 0 0,-1 0 0 0 0,1 0 1 0 0,-1 0-1 0 0,1 0 0 0 0,-1 0 0 0 0,1 0 1 0 0,0 0-1 0 0,19-16 185 0 0,6-23 50 0 0,-11 4-25 0 0,-1-2 0 0 0,-2 1 0 0 0,12-61 0 0 0,-21 83-131 0 0,6-75 354 0 0,-8 87 161 0 0,1 14-387 0 0,-1-3-197 0 0,1-1-1 0 0,0 1 1 0 0,0-1 0 0 0,4 11 0 0 0,-1-11 17 0 0,-1 0 0 0 0,1-1 1 0 0,0 1-1 0 0,1-1 0 0 0,8 9 1 0 0,-11-13-28 0 0,0-1 1 0 0,-1 1-1 0 0,1-1 0 0 0,0 0 1 0 0,0 0-1 0 0,0 0 1 0 0,0-1-1 0 0,1 1 1 0 0,-1-1-1 0 0,0 0 1 0 0,1 0-1 0 0,-1 0 1 0 0,1 0-1 0 0,-1 0 1 0 0,1-1-1 0 0,-1 0 1 0 0,1 1-1 0 0,0-1 1 0 0,3-1-1 0 0,0-1 9 0 0,1 0-1 0 0,-1 0 1 0 0,0-1-1 0 0,0 0 1 0 0,0 0-1 0 0,0 0 1 0 0,-1-1-1 0 0,1 0 1 0 0,-1-1-1 0 0,0 0 1 0 0,0 0-1 0 0,0 0 1 0 0,-1 0-1 0 0,0-1 1 0 0,0 0-1 0 0,0 0 1 0 0,5-10-1 0 0,7-11 54 0 0,-2-1 0 0 0,22-55 1 0 0,-21 43-20 0 0,5-9 38 0 0,21-81 1 0 0,-37 111-71 0 0,3-10 24 0 0,-2-1 1 0 0,3-29-1 0 0,-8 47-31 0 0,4-23 38 0 0,-2-1 0 0 0,-1 1 0 0 0,-2-1 1 0 0,-1 1-1 0 0,-8-40 0 0 0,9 74-46 0 0,0-1-1 0 0,0 0 1 0 0,-1 0 0 0 0,1 1 0 0 0,-1-1 0 0 0,0 1 0 0 0,0-1 0 0 0,1 0 0 0 0,-1 1 0 0 0,0-1 0 0 0,0 1 0 0 0,0 0 0 0 0,0-1 0 0 0,-1 1 0 0 0,1 0 0 0 0,0 0 0 0 0,0 0 0 0 0,-1 0 0 0 0,-1-2 0 0 0,2 3-3 0 0,0 0 0 0 0,0 0 0 0 0,0 0 0 0 0,0 0 0 0 0,1 0 0 0 0,-1 0 0 0 0,0 0 0 0 0,0 0 0 0 0,0 0 0 0 0,0 0 0 0 0,0 1 0 0 0,0-1 0 0 0,1 0 0 0 0,-1 1 0 0 0,0-1 0 0 0,0 0 0 0 0,0 1 0 0 0,1-1 0 0 0,-1 1 0 0 0,0-1 0 0 0,1 1 0 0 0,-1 0 0 0 0,0-1 0 0 0,1 1 0 0 0,-1 0 0 0 0,1-1 0 0 0,-1 1 0 0 0,1 0 0 0 0,-1 0 0 0 0,1-1 0 0 0,-1 1 0 0 0,1 0 0 0 0,0 0 0 0 0,-1 1 0 0 0,-12 39 58 0 0,10-33-52 0 0,-30 146 157 0 0,-2 158 20 0 0,33-247-130 0 0,2 0 0 0 0,17 118 0 0 0,-14-169-42 0 0,0 0-1 0 0,1 0 1 0 0,0 0-1 0 0,1 0 1 0 0,1-1-1 0 0,0 0 1 0 0,1 0-1 0 0,9 15 1 0 0,-13-26-10 0 0,0 1 1 0 0,0 0 0 0 0,0 0-1 0 0,0-1 1 0 0,0 0 0 0 0,1 0 0 0 0,-1 0-1 0 0,1 0 1 0 0,-1 0 0 0 0,1-1-1 0 0,0 1 1 0 0,0-1 0 0 0,0 0-1 0 0,0 0 1 0 0,-1 0 0 0 0,1-1 0 0 0,8 1-1 0 0,4-1 22 0 0,-1-1 0 0 0,30-5 1 0 0,-43 6-25 0 0,25-6-3325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36.6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0 470 15376 0 0,'35'4'184'0'0,"-27"-3"-29"0"0,-1-2 1 0 0,0 1-1 0 0,0-1 0 0 0,13-3 1 0 0,-14 2-4 0 0,1 0 0 0 0,-1-1 0 0 0,0 0 1 0 0,0 0-1 0 0,0 0 0 0 0,0-1 0 0 0,0 0 1 0 0,-1 0-1 0 0,1 0 0 0 0,-1-1 0 0 0,8-9 0 0 0,3-7 59 0 0,21-35 690 0 0,44-90 1 0 0,-76 135-853 0 0,1-1 0 0 0,1 2 0 0 0,0-1 0 0 0,0 1 0 0 0,10-10 0 0 0,-7 9-41 0 0,-10 11-8 0 0,0-1 0 0 0,1 1 0 0 0,-1 0 0 0 0,0 0 0 0 0,0 0 0 0 0,0 0 0 0 0,0 0 0 0 0,1 0 0 0 0,-1 0 0 0 0,0-1 0 0 0,0 1 0 0 0,0 0 0 0 0,1 0 0 0 0,-1 0 0 0 0,0 0 0 0 0,0 0 0 0 0,1 0-1 0 0,-1 0 1 0 0,0 0 0 0 0,0 0 0 0 0,0 0 0 0 0,1 0 0 0 0,-1 0 0 0 0,0 0 0 0 0,0 0 0 0 0,1 0 0 0 0,-1 1 0 0 0,0-1 0 0 0,0 0 0 0 0,0 0 0 0 0,1 0 0 0 0,-1 0 0 0 0,0 0 0 0 0,0 0 0 0 0,0 0 0 0 0,0 1-1 0 0,1-1 1 0 0,-1 0 0 0 0,0 0 0 0 0,0 0 0 0 0,0 0 0 0 0,0 1 0 0 0,0-1 0 0 0,0 0 0 0 0,0 0 0 0 0,1 0 0 0 0,-1 1 0 0 0,0-1 0 0 0,0 0 0 0 0,0 0 0 0 0,0 1 0 0 0,0-1 0 0 0,0 0 0 0 0,0 0 0 0 0,0 0 0 0 0,0 1-1 0 0,0-1 1 0 0,0 0 0 0 0,0 0 0 0 0,0 0 0 0 0,0 1 0 0 0,0-1 0 0 0,-1 0 0 0 0,2 18-10 0 0,-1-17 7 0 0,-30 354-174 0 0,13-217 25 0 0,13-105 82 0 0,-1 0 1 0 0,-1 0-1 0 0,-16 45 0 0 0,17-63 24 0 0,5-13 38 0 0,0 0 0 0 0,0-1 0 0 0,-1 1 0 0 0,1 0 0 0 0,-1-1 0 0 0,0 1 0 0 0,1-1 0 0 0,-1 1 1 0 0,0-1-1 0 0,0 1 0 0 0,0-1 0 0 0,0 1 0 0 0,0-1 0 0 0,0 0 0 0 0,0 0 0 0 0,-2 2 0 0 0,1-2-28 0 0,-6-13-59 0 0,8 9 90 0 0,-1-1-1 0 0,1 1 1 0 0,0-1-1 0 0,0 1 1 0 0,0-1-1 0 0,0 1 1 0 0,0-1-1 0 0,1 1 1 0 0,0-1-1 0 0,1-5 1 0 0,3-15-21 0 0,-3 1 10 0 0,2 0 1 0 0,0 0-1 0 0,2 0 1 0 0,0 1-1 0 0,12-26 1 0 0,54-102-68 0 0,-53 114 67 0 0,-19 35 14 0 0,1 0 1 0 0,-1 0-1 0 0,1 0 1 0 0,-1 0-1 0 0,1 0 1 0 0,-1 0-1 0 0,1 0 0 0 0,0 0 1 0 0,-1 0-1 0 0,1 0 1 0 0,0 0-1 0 0,0 0 1 0 0,-1 1-1 0 0,1-1 1 0 0,0 0-1 0 0,0 1 1 0 0,0-1-1 0 0,0 1 1 0 0,0-1-1 0 0,0 1 0 0 0,0-1 1 0 0,0 1-1 0 0,0-1 1 0 0,1 1-1 0 0,0 0 1 0 0,-1 0 1 0 0,-1 0 0 0 0,1 0 0 0 0,0 1 0 0 0,-1-1 0 0 0,1 0 0 0 0,-1 1 0 0 0,1-1-1 0 0,-1 0 1 0 0,1 1 0 0 0,-1-1 0 0 0,1 1 0 0 0,-1-1 0 0 0,0 0 0 0 0,1 1 0 0 0,-1-1 0 0 0,1 1 0 0 0,-1 0 0 0 0,0-1 0 0 0,0 1 0 0 0,1-1 0 0 0,-1 1 0 0 0,0-1 0 0 0,0 1 0 0 0,0 0 0 0 0,1-1 0 0 0,-1 1 0 0 0,0-1 0 0 0,0 1 0 0 0,0 0 0 0 0,0-1 0 0 0,0 1 0 0 0,0 0 0 0 0,-1-1 0 0 0,1 1 0 0 0,0-1-1 0 0,0 1 1 0 0,-1 1 0 0 0,-5 179 0 0 0,7-171 0 0 0,7-10 0 0 0,-4-3 1 0 0,0-1 0 0 0,0 0-1 0 0,0-1 1 0 0,0 1 0 0 0,-1-1 0 0 0,0 1-1 0 0,0-1 1 0 0,0 0 0 0 0,3-6-1 0 0,3-6 1 0 0,15-22 27 0 0,30-37 0 0 0,-45 65-20 0 0,0 1 0 0 0,1-1 0 0 0,0 1 0 0 0,1 1 0 0 0,0 0 0 0 0,0 1 0 0 0,21-12 0 0 0,-27 19 18 0 0,1 0 0 0 0,-1 0 0 0 0,0 0-1 0 0,1 1 1 0 0,-1 0 0 0 0,0 0 0 0 0,1 0-1 0 0,-1 1 1 0 0,0 0 0 0 0,11 3-1 0 0,11 0 132 0 0,-16-12-69 0 0,-7 3-54 0 0,7-6 56 0 0,-1-2 1 0 0,0 0-1 0 0,0 0 0 0 0,-2 0 1 0 0,9-18-1 0 0,33-80 431 0 0,-38 83-216 0 0,-9 17-164 0 0,-10 11 134 0 0,-9 14 65 0 0,9-1-296 0 0,0 0 1 0 0,1 0-1 0 0,1 1 1 0 0,1-1-1 0 0,-1 1 1 0 0,2 0-1 0 0,0 0 0 0 0,-1 17 1 0 0,-2 4 47 0 0,2-16-39 0 0,-4 15 67 0 0,2 1 1 0 0,-4 56-1 0 0,10-85-98 0 0,0-1 0 0 0,0 1 0 0 0,0-1 0 0 0,1 1 1 0 0,0-1-1 0 0,0 0 0 0 0,0 1 0 0 0,1-1 0 0 0,0 0 0 0 0,0 0 0 0 0,0 0 0 0 0,0 0 0 0 0,1 0 0 0 0,5 7 0 0 0,-6-10-11 0 0,-1-1 1 0 0,1 1 0 0 0,-1-1-1 0 0,1 0 1 0 0,0 1-1 0 0,-1-1 1 0 0,1 0-1 0 0,0 0 1 0 0,0 0-1 0 0,0-1 1 0 0,-1 1-1 0 0,1 0 1 0 0,0-1 0 0 0,0 1-1 0 0,0-1 1 0 0,0 0-1 0 0,0 1 1 0 0,1-1-1 0 0,-1 0 1 0 0,0 0-1 0 0,0 0 1 0 0,0-1-1 0 0,0 1 1 0 0,0 0-1 0 0,0-1 1 0 0,0 1 0 0 0,0-1-1 0 0,-1 0 1 0 0,1 0-1 0 0,0 0 1 0 0,0 0-1 0 0,3-2 1 0 0,2-1 26 0 0,1-1 0 0 0,-1 0 0 0 0,-1-1 0 0 0,1 0 1 0 0,-1 0-1 0 0,10-11 0 0 0,-3 0 12 0 0,-1 0 1 0 0,0-1-1 0 0,-1 0 1 0 0,-1-1-1 0 0,-1 0 1 0 0,0 0-1 0 0,10-39 1 0 0,-19 58-51 0 0,5-19 47 0 0,-1 0-1 0 0,-1 1 1 0 0,1-23 0 0 0,-4 35-31 0 0,0 0 0 0 0,0 0 0 0 0,-1 1 0 0 0,0-1 0 0 0,0 0 0 0 0,0 0 0 0 0,-1 0 0 0 0,0 1 0 0 0,0-1 0 0 0,0 1 1 0 0,-1 0-1 0 0,0 0 0 0 0,0-1 0 0 0,-6-6 0 0 0,8 11-11 0 0,0-1 0 0 0,0 1 0 0 0,0-1-1 0 0,0 1 1 0 0,-1 0 0 0 0,1 0 0 0 0,0-1 0 0 0,-1 1 0 0 0,1 0 0 0 0,-1 0 0 0 0,1 0 0 0 0,-1 1-1 0 0,0-1 1 0 0,1 0 0 0 0,-1 1 0 0 0,0-1 0 0 0,0 1 0 0 0,1-1 0 0 0,-1 1 0 0 0,0 0-1 0 0,0 0 1 0 0,0-1 0 0 0,0 1 0 0 0,1 1 0 0 0,-1-1 0 0 0,0 0 0 0 0,0 0 0 0 0,0 1 0 0 0,1-1-1 0 0,-1 1 1 0 0,0-1 0 0 0,1 1 0 0 0,-1 0 0 0 0,0 0 0 0 0,1 0 0 0 0,-1 0 0 0 0,1 0-1 0 0,-1 0 1 0 0,1 0 0 0 0,0 0 0 0 0,-1 1 0 0 0,1-1 0 0 0,-2 3 0 0 0,-2 1 9 0 0,0 1 1 0 0,1 1-1 0 0,0-1 1 0 0,0 1-1 0 0,0-1 1 0 0,0 1-1 0 0,1 0 1 0 0,1 1-1 0 0,-4 9 1 0 0,3-3 8 0 0,1 1 0 0 0,0 0 1 0 0,1 0-1 0 0,0 0 0 0 0,3 24 0 0 0,-2-34-16 0 0,1-1 0 0 0,-1 1 1 0 0,1-1-1 0 0,0 1 0 0 0,0-1 0 0 0,1 1 0 0 0,0-1 0 0 0,-1 0 1 0 0,1 0-1 0 0,1 0 0 0 0,-1 0 0 0 0,0 0 0 0 0,1 0 0 0 0,0 0 1 0 0,0-1-1 0 0,0 0 0 0 0,1 1 0 0 0,-1-1 0 0 0,1-1 0 0 0,-1 1 1 0 0,1 0-1 0 0,4 1 0 0 0,-5-2-2 0 0,0-1-1 0 0,0-1 1 0 0,1 1 0 0 0,-1 0 0 0 0,0-1-1 0 0,0 0 1 0 0,0 0 0 0 0,1 0 0 0 0,-1 0 0 0 0,0 0-1 0 0,0-1 1 0 0,0 1 0 0 0,1-1 0 0 0,5-2-1 0 0,-2 1 3 0 0,0-1-1 0 0,0-1 1 0 0,-1 1-1 0 0,1-1 1 0 0,6-5 0 0 0,-1 0 7 0 0,1-1 0 0 0,-2 0 0 0 0,1-1 0 0 0,10-14 0 0 0,0 0 12 0 0,21-21 46 0 0,42-60 1 0 0,-27 33 26 0 0,-26 26 49 0 0,-32 46-147 0 0,0 1 1 0 0,0 0 0 0 0,0 0 0 0 0,-1 0 0 0 0,1-1 0 0 0,0 1 0 0 0,0 0 0 0 0,0 0 0 0 0,0 0 0 0 0,0 0 0 0 0,0 0 0 0 0,0-1-1 0 0,0 1 1 0 0,-1 0 0 0 0,1 0 0 0 0,0 0 0 0 0,0 0 0 0 0,0 0 0 0 0,0 0 0 0 0,0-1 0 0 0,-1 1 0 0 0,1 0 0 0 0,0 0-1 0 0,0 0 1 0 0,0 0 0 0 0,-1 0 0 0 0,1 0 0 0 0,0 0 0 0 0,0 0 0 0 0,0 0 0 0 0,0 0 0 0 0,-1 0 0 0 0,1 0 0 0 0,0 0 0 0 0,0 0-1 0 0,0 0 1 0 0,-1 0 0 0 0,1 0 0 0 0,0 0 0 0 0,0 0 0 0 0,0 0 0 0 0,0 0 0 0 0,-1 0 0 0 0,1 1 0 0 0,0-1 0 0 0,0 0 0 0 0,0 0-1 0 0,0 0 1 0 0,0 0 0 0 0,-1 0 0 0 0,1 0 0 0 0,0 0 0 0 0,0 1 0 0 0,0-1 0 0 0,0 0 0 0 0,0 0 0 0 0,-12 5 30 0 0,6-1-22 0 0,1 1 1 0 0,0 0-1 0 0,0 1 1 0 0,1-1-1 0 0,-1 1 0 0 0,1 0 1 0 0,0 0-1 0 0,-3 9 1 0 0,-5 6 18 0 0,1 0-2 0 0,0 0 0 0 0,1 1 0 0 0,2 1 0 0 0,0 0 0 0 0,1 0 1 0 0,1 0-1 0 0,-4 43 0 0 0,14-15 42 0 0,-2-39-30 0 0,-2-11-36 0 0,1 0 1 0 0,-1 0-1 0 0,0 0 1 0 0,1 0-1 0 0,-1 0 1 0 0,1 0-1 0 0,-1 0 1 0 0,1 0-1 0 0,-1-1 1 0 0,1 1-1 0 0,0 0 1 0 0,-1 0-1 0 0,1-1 1 0 0,0 1-1 0 0,0 0 1 0 0,-1-1-1 0 0,1 1 1 0 0,0-1-1 0 0,0 1 1 0 0,0-1-1 0 0,0 1 1 0 0,0-1-1 0 0,0 0 1 0 0,0 1-1 0 0,0-1 1 0 0,0 0-1 0 0,0 0 1 0 0,0 0-1 0 0,0 1 1 0 0,0-1-1 0 0,0 0 1 0 0,0-1-1 0 0,0 1 1 0 0,2 0-1 0 0,0 0 4 0 0,0-1 1 0 0,-1 1-1 0 0,1-1 0 0 0,0 1 1 0 0,0-1-1 0 0,0 0 0 0 0,-1 0 1 0 0,1 0-1 0 0,0-1 0 0 0,3-1 1 0 0,5-9 31 0 0,0-1 0 0 0,0 0 1 0 0,-1 0-1 0 0,12-23 1 0 0,-7 12 1 0 0,-9 15-16 0 0,-1 1-1 0 0,1 0 0 0 0,1 0 1 0 0,0 0-1 0 0,0 1 0 0 0,0 0 0 0 0,15-11 1 0 0,-22 18-23 0 0,1 0 0 0 0,-1 0 0 0 0,0 0 0 0 0,1 0 0 0 0,-1-1 0 0 0,1 1 0 0 0,-1 0 0 0 0,1 0 0 0 0,-1 0 0 0 0,1 0 0 0 0,-1 0 0 0 0,0 0 0 0 0,1 0 0 0 0,-1 0 0 0 0,1 0 0 0 0,-1 0 0 0 0,1 1 0 0 0,-1-1 0 0 0,1 0 0 0 0,-1 0 0 0 0,0 0 0 0 0,1 0 0 0 0,-1 1 0 0 0,0-1-1 0 0,1 0 1 0 0,-1 0 0 0 0,1 1 0 0 0,-1-1 0 0 0,0 0 0 0 0,1 1 0 0 0,-1-1 0 0 0,0 0 0 0 0,0 1 0 0 0,1-1 0 0 0,-1 1 0 0 0,0-1 0 0 0,0 0 0 0 0,0 1 0 0 0,0-1 0 0 0,1 1 0 0 0,-1-1 0 0 0,0 0 0 0 0,0 1 0 0 0,0-1 0 0 0,0 1 0 0 0,0-1 0 0 0,0 1 0 0 0,3 20 27 0 0,-4 7-5 0 0,-1 0 0 0 0,-2-1 0 0 0,0 0 1 0 0,-2 0-1 0 0,-1 0 0 0 0,-14 33 0 0 0,-1 16 19 0 0,12-40-6 0 0,-19 45-1 0 0,25-72-26 0 0,-1 1 0 0 0,0-1 0 0 0,0 1 1 0 0,-1-2-1 0 0,0 1 0 0 0,0-1 0 0 0,-1 0 0 0 0,-1 0 0 0 0,-8 8 0 0 0,14-15-6 0 0,0 1 0 0 0,-1 0 0 0 0,1-1 0 0 0,0 1 0 0 0,-1-1 0 0 0,1 0 0 0 0,-1 0-1 0 0,1 0 1 0 0,-1 0 0 0 0,1 0 0 0 0,-1-1 0 0 0,0 1 0 0 0,1-1 0 0 0,-1 0-1 0 0,0 0 1 0 0,0 0 0 0 0,1 0 0 0 0,-1 0 0 0 0,0 0 0 0 0,-2-1 0 0 0,1-1 1 0 0,0 1 0 0 0,1 0 0 0 0,-1-1 0 0 0,1 0 1 0 0,0 0-1 0 0,-1 0 0 0 0,1 0 0 0 0,0-1 0 0 0,0 1 0 0 0,0-1 1 0 0,1 0-1 0 0,-1 0 0 0 0,-2-3 0 0 0,2 2 1 0 0,0 0 0 0 0,0 0 0 0 0,1 0 0 0 0,0-1 0 0 0,-1 1 0 0 0,1-1 0 0 0,1 1 0 0 0,-1-1 0 0 0,1 0 0 0 0,0 1 0 0 0,0-1 0 0 0,0 0 0 0 0,0 0 0 0 0,1 0 0 0 0,0 0 0 0 0,0 0 0 0 0,1 0 0 0 0,-1 0 0 0 0,1 0 0 0 0,0 1 0 0 0,0-1 0 0 0,1 0 0 0 0,1-4 0 0 0,0 4 0 0 0,1 1 1 0 0,0 0-1 0 0,0 0 0 0 0,0 0 1 0 0,1 1-1 0 0,-1 0 1 0 0,1 0-1 0 0,-1 0 0 0 0,1 0 1 0 0,0 1-1 0 0,0-1 0 0 0,1 1 1 0 0,9-2-1 0 0,32-17 22 0 0,-26 8-16 0 0,0-1-1 0 0,-1 0 1 0 0,35-34 0 0 0,245-281 76 0 0,-289 317-89 0 0,-1 1 3 0 0,0 0 0 0 0,1 0 0 0 0,1 1 0 0 0,0 1 0 0 0,23-15-1 0 0,-33 23 0 0 0,-1 1-1 0 0,0 0 1 0 0,0-1-1 0 0,0 1 0 0 0,1 0 1 0 0,-1-1-1 0 0,0 1 1 0 0,0 0-1 0 0,1 0 0 0 0,-1 0 1 0 0,0 0-1 0 0,0 1 1 0 0,1-1-1 0 0,-1 0 0 0 0,0 0 1 0 0,0 1-1 0 0,0-1 1 0 0,1 1-1 0 0,-1-1 0 0 0,0 1 1 0 0,0-1-1 0 0,0 1 0 0 0,0 0 1 0 0,0-1-1 0 0,0 1 1 0 0,0 0-1 0 0,0 0 0 0 0,0 0 1 0 0,0 0-1 0 0,0 1 1 0 0,2 2-1 0 0,0 0 0 0 0,-1 0 1 0 0,1 0-1 0 0,-1 0 0 0 0,0 0 1 0 0,1 5-1 0 0,11 60 9 0 0,-13-58-6 0 0,0 1-1 0 0,1-1 1 0 0,1 1-1 0 0,0-1 1 0 0,1 0-1 0 0,0 0 1 0 0,7 13-1 0 0,-10-21-1 0 0,1 0 0 0 0,0-1 0 0 0,0 1 0 0 0,0 0 0 0 0,0-1 0 0 0,1 0 0 0 0,-1 1-1 0 0,0-1 1 0 0,1 0 0 0 0,0-1 0 0 0,4 4 0 0 0,-6-5-1 0 0,1 1 1 0 0,0 0-1 0 0,0-1 0 0 0,0 0 1 0 0,-1 1-1 0 0,1-1 0 0 0,0 0 0 0 0,0 0 1 0 0,0 0-1 0 0,-1 0 0 0 0,1 0 1 0 0,0 0-1 0 0,0-1 0 0 0,0 1 1 0 0,2-1-1 0 0,2-2 1 0 0,1-1 0 0 0,-1 1-1 0 0,0-1 1 0 0,0 0 0 0 0,-1 0 0 0 0,1-1 0 0 0,7-9 0 0 0,-1 3 2 0 0,191-185 29 0 0,-179 166-12 0 0,-17 21 8 0 0,-16 28-18 0 0,-5 5 4 0 0,2 1-1 0 0,1 0 0 0 0,-13 42 0 0 0,22-57-7 0 0,-1-1-1 0 0,1 1 1 0 0,1 0 0 0 0,0-1 0 0 0,0 1 0 0 0,1 0 0 0 0,0 0 0 0 0,1-1 0 0 0,0 1 0 0 0,1 0-1 0 0,0 0 1 0 0,0-1 0 0 0,5 12 0 0 0,-7-20-4 0 0,1 0 0 0 0,-1 0-1 0 0,1 0 1 0 0,-1 0 0 0 0,1 0-1 0 0,-1 0 1 0 0,1 0 0 0 0,-1 0 0 0 0,1-1-1 0 0,0 1 1 0 0,-1 0 0 0 0,1-1-1 0 0,0 1 1 0 0,0 0 0 0 0,0-1 0 0 0,-1 1-1 0 0,1-1 1 0 0,0 1 0 0 0,0-1-1 0 0,0 1 1 0 0,0-1 0 0 0,0 0-1 0 0,0 1 1 0 0,0-1 0 0 0,1 0 0 0 0,0 0 0 0 0,0 0 0 0 0,0 0 0 0 0,0-1 0 0 0,0 1 0 0 0,0-1 0 0 0,-1 1 0 0 0,1-1 1 0 0,0 0-1 0 0,0 0 0 0 0,-1 0 0 0 0,1 0 0 0 0,2-1 0 0 0,2-3 5 0 0,-1 1 0 0 0,1-1 0 0 0,-1 0 0 0 0,0-1-1 0 0,-1 1 1 0 0,7-10 0 0 0,-1-2 21 0 0,0 0 1 0 0,-1 0-1 0 0,-1-1 0 0 0,0-1 0 0 0,-2 1 1 0 0,0-1-1 0 0,-1 0 0 0 0,-1 0 1 0 0,3-34-1 0 0,-7 53-27 0 0,0 0 0 0 0,-1-1 0 0 0,1 1 0 0 0,0 0 1 0 0,-1-1-1 0 0,1 1 0 0 0,-1 0 0 0 0,1 0 0 0 0,-1 0 0 0 0,1-1 1 0 0,0 1-1 0 0,-1 0 0 0 0,1 0 0 0 0,-1 0 0 0 0,1 0 0 0 0,-1 0 1 0 0,1 0-1 0 0,-1 0 0 0 0,1 0 0 0 0,-1 0 0 0 0,1 0 0 0 0,-1 0 1 0 0,1 0-1 0 0,-1 0 0 0 0,1 0 0 0 0,-1 1 0 0 0,1-1 0 0 0,0 0 1 0 0,-1 0-1 0 0,1 0 0 0 0,-1 1 0 0 0,1-1 0 0 0,0 0 0 0 0,-1 1 1 0 0,1-1-1 0 0,-1 0 0 0 0,1 1 0 0 0,0-1 0 0 0,0 0 0 0 0,-1 1 1 0 0,1-1-1 0 0,0 1 0 0 0,0-1 0 0 0,-1 0 0 0 0,1 1 0 0 0,0-1 0 0 0,0 1 1 0 0,0-1-1 0 0,0 1 0 0 0,0-1 0 0 0,-1 1 0 0 0,1-1 0 0 0,0 1 1 0 0,0 0-1 0 0,-3 11 16 0 0,1-3 1 0 0,-1 0 0 0 0,2 0 0 0 0,-2 15 0 0 0,2-21-13 0 0,1-1 1 0 0,1 1 0 0 0,-1-1 0 0 0,0 1-1 0 0,0-1 1 0 0,1 1 0 0 0,0-1 0 0 0,-1 1-1 0 0,1-1 1 0 0,0 0 0 0 0,0 1 0 0 0,0-1-1 0 0,1 0 1 0 0,-1 0 0 0 0,0 0 0 0 0,1 0 0 0 0,0 0-1 0 0,-1 0 1 0 0,3 1 0 0 0,-2-3-3 0 0,-1 0 0 0 0,1 0 0 0 0,0 0-1 0 0,-1 0 1 0 0,1 0 0 0 0,0-1 0 0 0,-1 1 0 0 0,1-1 0 0 0,-1 1 0 0 0,1-1 0 0 0,-1 1 0 0 0,1-1 0 0 0,-1 0 0 0 0,1 0-1 0 0,-1 0 1 0 0,2-1 0 0 0,-2 1 2 0 0,63-38 72 0 0,-42 25-44 0 0,31-17 0 0 0,-45 28-25 0 0,0-1 0 0 0,0 2 0 0 0,0-1 0 0 0,0 1 0 0 0,1 0 0 0 0,-1 0 0 0 0,1 1 0 0 0,9 0 0 0 0,-15 1-5 0 0,0 0-1 0 0,0 0 1 0 0,0 1-1 0 0,0-1 1 0 0,-1 1 0 0 0,1-1-1 0 0,0 1 1 0 0,0 0-1 0 0,-1 0 1 0 0,1 0 0 0 0,-1 0-1 0 0,1 1 1 0 0,-1-1-1 0 0,1 1 1 0 0,-1 0-1 0 0,0-1 1 0 0,0 1 0 0 0,3 2-1 0 0,-3 0 4 0 0,1 0-1 0 0,0 0 1 0 0,-1 0-1 0 0,0 0 0 0 0,0 0 1 0 0,0 0-1 0 0,0 1 1 0 0,-1-1-1 0 0,0 0 1 0 0,1 7-1 0 0,0 6 18 0 0,0 1-1 0 0,-2 0 1 0 0,0 0-1 0 0,-4 29 0 0 0,1-27-2 0 0,1-7 6 0 0,0 0 0 0 0,1 0 0 0 0,1 0-1 0 0,0 0 1 0 0,1 14 0 0 0,0-25 29 0 0,11-23-13 0 0,8-17 3 0 0,-9 16-3 0 0,1 0 0 0 0,0 1 0 0 0,2 0-1 0 0,0 1 1 0 0,1 1 0 0 0,24-23 0 0 0,-39 41-39 0 0,1 0 1 0 0,0 1-1 0 0,-1-1 1 0 0,1 0-1 0 0,0 1 1 0 0,-1-1-1 0 0,1 1 0 0 0,0-1 1 0 0,0 1-1 0 0,-1-1 1 0 0,1 1-1 0 0,0 0 1 0 0,0-1-1 0 0,0 1 1 0 0,0 0-1 0 0,0 0 1 0 0,0-1-1 0 0,0 1 1 0 0,-1 0-1 0 0,1 0 1 0 0,0 0-1 0 0,1 0 0 0 0,-1 1 0 0 0,-1-1 0 0 0,1 1 0 0 0,-1-1-1 0 0,1 1 1 0 0,-1-1 0 0 0,0 1 0 0 0,1-1-1 0 0,-1 1 1 0 0,0-1 0 0 0,1 1 0 0 0,-1 0-1 0 0,0-1 1 0 0,0 1 0 0 0,1 0 0 0 0,-1-1-1 0 0,0 1 1 0 0,0 0 0 0 0,0-1-1 0 0,0 1 1 0 0,0 0 0 0 0,0 0 0 0 0,-5 38 56 0 0,5-39-58 0 0,-16 61 71 0 0,9-38-28 0 0,1 0 0 0 0,1 1 0 0 0,1 0 1 0 0,-1 28-1 0 0,34-90 68 0 0,-9 2-75 0 0,-11 18 0 0 0,2 0-1 0 0,17-22 0 0 0,-24 35-27 0 0,0 0 0 0 0,1 0 0 0 0,-1 0 0 0 0,1 1 0 0 0,0 0 0 0 0,1 0 0 0 0,-1 1 0 0 0,1-1 0 0 0,0 1 0 0 0,-1 0-1 0 0,13-3 1 0 0,-11 4 3 0 0,0 1 0 0 0,0 0 0 0 0,0 0 0 0 0,1 1 0 0 0,12 0 0 0 0,-15 1-7 0 0,0 0 1 0 0,-1-1 0 0 0,1 0-1 0 0,-1 0 1 0 0,1 0-1 0 0,-1-1 1 0 0,1 0-1 0 0,0 1 1 0 0,-1-2 0 0 0,0 1-1 0 0,1 0 1 0 0,-1-1-1 0 0,0 0 1 0 0,0 0 0 0 0,0 0-1 0 0,0-1 1 0 0,7-4-1 0 0,19-21 48 0 0,-1 0 0 0 0,29-38 0 0 0,-56 63 3 0 0,-3 8-47 0 0,-8 33 17 0 0,-7 31 24 0 0,-7 79 1 0 0,23-140-43 0 0,-1 0 0 0 0,2 0 0 0 0,-1 0 0 0 0,1 0 0 0 0,0 0 0 0 0,1 0 0 0 0,4 12 0 0 0,-6-20-7 0 0,1 0-1 0 0,-1 1 1 0 0,0-1-1 0 0,1 0 1 0 0,-1 0-1 0 0,0 0 1 0 0,1 0-1 0 0,-1 1 1 0 0,1-1-1 0 0,-1 0 1 0 0,1 0-1 0 0,-1 0 1 0 0,0 0-1 0 0,1 0 1 0 0,-1 0-1 0 0,1 0 1 0 0,-1 0-1 0 0,0 0 1 0 0,1 0-1 0 0,-1 0 1 0 0,1 0 0 0 0,-1-1-1 0 0,1 1 1 0 0,-1 0-1 0 0,0 0 1 0 0,1 0-1 0 0,-1-1 1 0 0,0 1-1 0 0,1 0 1 0 0,-1 0-1 0 0,0-1 1 0 0,1 1-1 0 0,-1 0 1 0 0,0 0-1 0 0,1-1 1 0 0,-1 1-1 0 0,0 0 1 0 0,0-1-1 0 0,1 0 1 0 0,13-16 18 0 0,-13 13-16 0 0,19-31 26 0 0,-12 21-21 0 0,-2 5 0 0 0,-12 26 7 0 0,1 1-1 0 0,0-1 1 0 0,2 1 0 0 0,-3 29-1 0 0,7-46-8 0 0,2-3-5 0 0,-1 0-1 0 0,1-1 1 0 0,-1 1 0 0 0,0 0 0 0 0,0-1 0 0 0,0 1 0 0 0,0-1-1 0 0,0 1 1 0 0,1-5 0 0 0,9-11 0 0 0,0 2-1 0 0,49-58 0 0 0,-55 67 0 0 0,0 1 0 0 0,1 0 0 0 0,0 0 0 0 0,0 0 0 0 0,0 1 0 0 0,1 0 0 0 0,0 1 0 0 0,10-5 0 0 0,-16 8 0 0 0,0 0 0 0 0,0 1 0 0 0,-1 0 0 0 0,1-1 0 0 0,0 1 0 0 0,0 0 0 0 0,0 0 0 0 0,-1 0 0 0 0,1 0 0 0 0,0 0 0 0 0,0 0 0 0 0,0 1 0 0 0,-1-1 0 0 0,1 1 0 0 0,0-1 0 0 0,0 1 0 0 0,-1-1 0 0 0,1 1 0 0 0,0 0 0 0 0,-1 0 0 0 0,1 0 0 0 0,-1 0 0 0 0,1 0 0 0 0,-1 0 0 0 0,0 1 0 0 0,1-1 0 0 0,-1 0 0 0 0,0 1 0 0 0,0-1 0 0 0,0 1 0 0 0,0-1 0 0 0,0 1 0 0 0,0-1 0 0 0,1 4 0 0 0,2 6 0 0 0,1 0 0 0 0,-1 1 0 0 0,-1 0 0 0 0,2 14 0 0 0,-1-12 0 0 0,8 53 0 0 0,-2 0 0 0 0,2 78 0 0 0,-11-139 53 0 0,1 0-315 0 0,-1 16-3530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37.94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1 282 16783 0 0,'0'0'4615'0'0,"4"1"-4444"0"0,-1-1-155 0 0,0 1 1 0 0,-1-1-1 0 0,1 0 1 0 0,0 1-1 0 0,0-1 1 0 0,0-1 0 0 0,-1 1-1 0 0,1 0 1 0 0,0-1-1 0 0,0 1 1 0 0,-1-1-1 0 0,1 0 1 0 0,0 0-1 0 0,-1 0 1 0 0,1 0 0 0 0,-1 0-1 0 0,1-1 1 0 0,-1 1-1 0 0,0-1 1 0 0,0 0-1 0 0,1 1 1 0 0,-1-1-1 0 0,2-3 1 0 0,188-145 418 0 0,-147 114-334 0 0,21-15-184 0 0,-66 51 66 0 0,1 0 0 0 0,0 0-1 0 0,-1 0 1 0 0,1-1 0 0 0,-1 1-1 0 0,1 0 1 0 0,-1 0-1 0 0,0-1 1 0 0,1 1 0 0 0,-1-1-1 0 0,1 1 1 0 0,-1 0 0 0 0,0-1-1 0 0,1 1 1 0 0,-1-1 0 0 0,0 1-1 0 0,1-1 1 0 0,-1 1 0 0 0,0-1-1 0 0,1 1 1 0 0,-1-1-1 0 0,0 1 1 0 0,0-1 0 0 0,0 1-1 0 0,0-1 1 0 0,0 1 0 0 0,0-1-1 0 0,0 0 1 0 0,1 1 0 0 0,-2-1-1 0 0,1 1 1 0 0,0-1-1 0 0,0 1 1 0 0,0-1 0 0 0,0 0-1 0 0,0 1 1 0 0,0-1 0 0 0,-1 1-1 0 0,1-1 1 0 0,0 1 0 0 0,0-1-1 0 0,-1 1 1 0 0,1-1 0 0 0,0 1-1 0 0,-1-1 1 0 0,1 1-1 0 0,0 0 1 0 0,-1-1 0 0 0,1 1-1 0 0,-1-1 1 0 0,-1 0-134 0 0,-28 11-207 0 0,22-6 322 0 0,1-1 1 0 0,-1 2-1 0 0,1-1 1 0 0,1 1-1 0 0,-1 0 1 0 0,1 1-1 0 0,0-1 1 0 0,0 1-1 0 0,0 0 1 0 0,1 1 0 0 0,0-1-1 0 0,0 1 1 0 0,1 0-1 0 0,-7 13 1 0 0,2 0-25 0 0,0 0 0 0 0,1 0 0 0 0,2 1 1 0 0,-7 31-1 0 0,-5 49-127 0 0,17-96 179 0 0,1 0-1 0 0,-1 0 0 0 0,1 0 0 0 0,0 0 1 0 0,0-1-1 0 0,1 1 0 0 0,-1 0 0 0 0,1 0 1 0 0,0 0-1 0 0,0 0 0 0 0,1 0 0 0 0,0-1 1 0 0,-1 1-1 0 0,2-1 0 0 0,-1 1 0 0 0,6 7 1 0 0,-7-10 5 0 0,1 0 0 0 0,0 0 1 0 0,-1-1-1 0 0,1 1 0 0 0,0 0 1 0 0,0-1-1 0 0,0 1 1 0 0,0-1-1 0 0,1 0 0 0 0,-1 0 1 0 0,0 0-1 0 0,1 0 0 0 0,-1 0 1 0 0,0 0-1 0 0,1-1 0 0 0,-1 1 1 0 0,1-1-1 0 0,-1 1 0 0 0,1-1 1 0 0,-1 0-1 0 0,1 0 0 0 0,-1 0 1 0 0,1 0-1 0 0,-1-1 1 0 0,1 1-1 0 0,-1-1 0 0 0,1 0 1 0 0,-1 1-1 0 0,0-1 0 0 0,1 0 1 0 0,-1 0-1 0 0,0-1 0 0 0,0 1 1 0 0,4-3-1 0 0,6-3 1 0 0,0-1 0 0 0,-1 0-1 0 0,0 0 1 0 0,0-1 0 0 0,-1-1 0 0 0,0 0 0 0 0,-1 0 0 0 0,0-1-1 0 0,-1 0 1 0 0,0 0 0 0 0,-1-1 0 0 0,0 0 0 0 0,6-15-1 0 0,-8 13 19 0 0,-1 0 0 0 0,0-1 0 0 0,-1 1 0 0 0,-1-1 0 0 0,0 0 0 0 0,-1 1 0 0 0,0-16 0 0 0,-2 27 15 0 0,0 0 0 0 0,0 0 0 0 0,0 0 0 0 0,0 0-1 0 0,-1 0 1 0 0,1 0 0 0 0,-1 1 0 0 0,1-1 0 0 0,-1 0-1 0 0,0 1 1 0 0,0 0 0 0 0,0-1 0 0 0,-1 1 0 0 0,-2-2-1 0 0,3 1 46 0 0,0 2-39 0 0,-4 21 86 0 0,14 123 122 0 0,-7-134-224 0 0,0 1 0 0 0,0-1 0 0 0,1 0 0 0 0,0 0 0 0 0,0 0 0 0 0,1 0 0 0 0,5 11 0 0 0,-7-17-10 0 0,1 0 1 0 0,-1-1-1 0 0,1 1 0 0 0,-1-1 0 0 0,1 1 0 0 0,0-1 0 0 0,0 1 0 0 0,0-1 1 0 0,1 0-1 0 0,-1 0 0 0 0,0 0 0 0 0,1 0 0 0 0,-1-1 0 0 0,1 1 0 0 0,0 0 0 0 0,0-1 1 0 0,-1 0-1 0 0,1 0 0 0 0,0 0 0 0 0,0 0 0 0 0,0 0 0 0 0,0-1 0 0 0,0 1 1 0 0,5-1-1 0 0,-5 0-2 0 0,-1 0 0 0 0,0-1 1 0 0,0 0-1 0 0,0 1 0 0 0,0-1 1 0 0,0 0-1 0 0,0 0 0 0 0,0 0 1 0 0,-1 0-1 0 0,1 0 0 0 0,0-1 1 0 0,0 1-1 0 0,2-3 0 0 0,22-24 57 0 0,-23 24-53 0 0,35-43 75 0 0,-19 22-22 0 0,1 1 1 0 0,27-24 0 0 0,-15 17-16 0 0,-18 17 18 0 0,28-22 0 0 0,-37 32-47 0 0,0 1-1 0 0,0 0 1 0 0,1 0-1 0 0,-1 1 1 0 0,1-1 0 0 0,-1 1-1 0 0,1 0 1 0 0,0 1-1 0 0,0-1 1 0 0,8 0 0 0 0,-12 2-13 0 0,0 0 0 0 0,0 0 0 0 0,1 0 1 0 0,-1 1-1 0 0,0-1 0 0 0,0 1 0 0 0,1 0 1 0 0,-1-1-1 0 0,0 1 0 0 0,0 0 0 0 0,0 0 1 0 0,0 0-1 0 0,0 1 0 0 0,0-1 0 0 0,-1 0 1 0 0,1 1-1 0 0,0-1 0 0 0,-1 1 0 0 0,1 0 0 0 0,0-1 1 0 0,-1 1-1 0 0,0 0 0 0 0,0 0 0 0 0,1 0 1 0 0,-1 0-1 0 0,0 0 0 0 0,-1 0 0 0 0,1 0 1 0 0,0 0-1 0 0,0 1 0 0 0,-1-1 0 0 0,0 0 1 0 0,1 3-1 0 0,1 6 27 0 0,0 0 1 0 0,-1 1-1 0 0,0-1 1 0 0,-1 0-1 0 0,-2 17 1 0 0,-3 32 101 0 0,-3 1 0 0 0,-2-1 0 0 0,-3-1 0 0 0,-24 69 1 0 0,34-122-267 0 0,-2 5 369 0 0,4-4-3062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7:38.9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0 398 15072 0 0,'35'-19'1205'0'0,"-28"14"-937"0"0,-1 0 1 0 0,0-1-1 0 0,-1 0 1 0 0,1 0-1 0 0,5-8 1 0 0,2-7 347 0 0,-1 0 0 0 0,11-27 0 0 0,-14 27-520 0 0,2 0 0 0 0,17-26 1 0 0,-10 22-61 0 0,39-51 91 0 0,-52 70-120 0 0,1-1-1 0 0,1 1 0 0 0,-1 0 1 0 0,1 0-1 0 0,0 1 1 0 0,0 0-1 0 0,15-8 0 0 0,-21 13-8 0 0,-1-1 0 0 0,1 1 0 0 0,0-1 0 0 0,0 1 0 0 0,0 0 0 0 0,0 0-1 0 0,0-1 1 0 0,0 1 0 0 0,0 0 0 0 0,0 0 0 0 0,0 0 0 0 0,0 0 0 0 0,0 0 0 0 0,0 0-1 0 0,0 0 1 0 0,0 1 0 0 0,0-1 0 0 0,0 0 0 0 0,0 0 0 0 0,0 1 0 0 0,0-1 0 0 0,0 1-1 0 0,-1-1 1 0 0,1 1 0 0 0,0-1 0 0 0,0 1 0 0 0,0-1 0 0 0,0 1 0 0 0,-1 0 0 0 0,1-1-1 0 0,0 1 1 0 0,-1 0 0 0 0,1 0 0 0 0,-1-1 0 0 0,1 1 0 0 0,-1 0 0 0 0,1 0 0 0 0,-1 0-1 0 0,1 0 1 0 0,-1 0 0 0 0,0 0 0 0 0,0 0 0 0 0,1 0 0 0 0,-1 1 0 0 0,2 7-38 0 0,-1 1 1 0 0,1-1-1 0 0,-1 19 1 0 0,-1-9-2 0 0,5 18-12 0 0,-3-17 3 0 0,0 1 1 0 0,1 0 0 0 0,1-1-1 0 0,2 0 1 0 0,-1 0-1 0 0,2 0 1 0 0,15 29 0 0 0,-19-44 32 0 0,1 1 0 0 0,0-1 1 0 0,0 0-1 0 0,0 0 0 0 0,1-1 0 0 0,0 1 1 0 0,0-1-1 0 0,0 0 0 0 0,0 0 1 0 0,1-1-1 0 0,8 5 0 0 0,-10-7 9 0 0,0 1-1 0 0,0 0 0 0 0,1-1 0 0 0,-1 0 1 0 0,1 0-1 0 0,-1 0 0 0 0,1 0 1 0 0,0-1-1 0 0,-1 0 0 0 0,1 0 0 0 0,-1 0 1 0 0,1-1-1 0 0,-1 1 0 0 0,1-1 1 0 0,0 0-1 0 0,-1 0 0 0 0,7-3 0 0 0,-1-1 2 0 0,-1 0 0 0 0,0-1-1 0 0,0 0 1 0 0,0 0-1 0 0,-1-1 1 0 0,0 0 0 0 0,0-1-1 0 0,-1 1 1 0 0,0-1-1 0 0,0-1 1 0 0,6-10-1 0 0,-6 7 1 0 0,0-1 0 0 0,0 1-1 0 0,-1-1 1 0 0,-1 0-1 0 0,0-1 1 0 0,-1 1-1 0 0,-1-1 1 0 0,3-18-1 0 0,-6 23 12 0 0,1 0 0 0 0,-2 0 0 0 0,1 0-1 0 0,-1 0 1 0 0,-1 0 0 0 0,1 0 0 0 0,-2 0-1 0 0,-3-11 1 0 0,5 18-2 0 0,0-1 0 0 0,0 0-1 0 0,-1 1 1 0 0,1-1 0 0 0,-1 1 0 0 0,0 0 0 0 0,1-1-1 0 0,-1 1 1 0 0,0 0 0 0 0,0 0 0 0 0,0 0-1 0 0,-1 0 1 0 0,-1-1 0 0 0,2 2-1 0 0,0 0-1 0 0,0 1 1 0 0,0-1 0 0 0,0 0-1 0 0,1 1 1 0 0,-1 0 0 0 0,0-1-1 0 0,0 1 1 0 0,0 0 0 0 0,0 0-1 0 0,0 0 1 0 0,0 0 0 0 0,0 1-1 0 0,0-1 1 0 0,0 1 0 0 0,1-1-1 0 0,-1 1 1 0 0,0-1 0 0 0,0 1-1 0 0,0 0 1 0 0,-2 1 0 0 0,1 0 6 0 0,-1 0 0 0 0,1 1 0 0 0,0-1 0 0 0,0 0 0 0 0,1 1 0 0 0,-1 0 0 0 0,0 0 0 0 0,1-1 0 0 0,0 1 0 0 0,-1 1 0 0 0,1-1 0 0 0,1 0 0 0 0,-1 1 0 0 0,0-1 0 0 0,1 1 0 0 0,-1-1 0 0 0,1 1 0 0 0,0-1 0 0 0,1 1 0 0 0,-1 0 0 0 0,0 0 0 0 0,1-1 0 0 0,0 1 0 0 0,0 0 0 0 0,1 7 0 0 0,0-3 17 0 0,0 1-1 0 0,1-1 0 0 0,0 0 0 0 0,0 0 0 0 0,1 0 0 0 0,0 0 0 0 0,0 0 1 0 0,1 0-1 0 0,0-1 0 0 0,9 13 0 0 0,-4-10 15 0 0,-1 0 0 0 0,2-1 1 0 0,-1 0-1 0 0,1 0 0 0 0,1-1 0 0 0,-1 0 0 0 0,14 6 1 0 0,5 1 136 0 0,45 16 0 0 0,-6-2 34 0 0,-63-27-185 0 0,0 0-1 0 0,-1 1 0 0 0,1 0 0 0 0,-1-1 0 0 0,0 2 0 0 0,0-1 0 0 0,0 0 1 0 0,0 1-1 0 0,0 0 0 0 0,-1 0 0 0 0,1 0 0 0 0,-1 0 0 0 0,0 1 1 0 0,-1-1-1 0 0,1 1 0 0 0,-1 0 0 0 0,0-1 0 0 0,2 7 0 0 0,-3-7-1 0 0,-1 0 0 0 0,1 0 0 0 0,-1 0 1 0 0,0-1-1 0 0,-1 1 0 0 0,1 0 0 0 0,-1 0 0 0 0,1-1 0 0 0,-1 1 0 0 0,0 0 0 0 0,-1-1 0 0 0,1 1 0 0 0,0-1 0 0 0,-1 1 0 0 0,0-1 0 0 0,0 0 0 0 0,-4 6 0 0 0,-2 2 66 0 0,0 0 0 0 0,-1-1 1 0 0,-13 12-1 0 0,20-20-61 0 0,0-1 0 0 0,1 1 0 0 0,-1-1 0 0 0,0 1 0 0 0,0-1 0 0 0,0 0 0 0 0,0 0 0 0 0,0 0 0 0 0,0 0 0 0 0,-1-1 0 0 0,1 1 0 0 0,0 0 0 0 0,0-1 0 0 0,-1 0 0 0 0,-2 1 0 0 0,4-1-20 0 0,1 0 1 0 0,-1-1-1 0 0,0 1 0 0 0,1 0 1 0 0,-1 0-1 0 0,0-1 0 0 0,1 1 0 0 0,-1 0 1 0 0,0-1-1 0 0,1 1 0 0 0,-1 0 1 0 0,1-1-1 0 0,-1 1 0 0 0,1-1 0 0 0,-1 1 1 0 0,1-1-1 0 0,-1 1 0 0 0,1-1 1 0 0,-1 0-1 0 0,1 1 0 0 0,0-1 1 0 0,-1 1-1 0 0,1-1 0 0 0,0 0 0 0 0,0 1 1 0 0,-1-1-1 0 0,1 0 0 0 0,0 0 1 0 0,0 1-1 0 0,0-1 0 0 0,0 0 0 0 0,0 1 1 0 0,0-1-1 0 0,0 0 0 0 0,0 0 1 0 0,0 1-1 0 0,0-1 0 0 0,0 0 1 0 0,1 1-1 0 0,-1-1 0 0 0,0 0 0 0 0,0 1 1 0 0,1-1-1 0 0,-1 0 0 0 0,1 0 1 0 0,39-102 437 0 0,-17 49-321 0 0,-15 35-46 0 0,1 1 0 0 0,0 0-1 0 0,20-27 1 0 0,-8 13 20 0 0,-13 19-64 0 0,1 1 0 0 0,0 0-1 0 0,17-16 1 0 0,14-18 65 0 0,19-24 155 0 0,-36 46-3199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04.32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0 247 5320 0 0,'14'-2'10'0'0,"5"0"35"0"0,1 1 11 0 0,7-6 2 0 0,-15 5 118 0 0,-11 2-153 0 0,0 0-1 0 0,0 0 0 0 0,0 0 1 0 0,0 0-1 0 0,-1 0 0 0 0,1-1 1 0 0,0 1-1 0 0,0 0 0 0 0,0 0 1 0 0,0-1-1 0 0,-1 1 0 0 0,1 0 1 0 0,0-1-1 0 0,0 1 0 0 0,-1-1 1 0 0,1 1-1 0 0,0-1 0 0 0,-1 1 0 0 0,2-2 1 0 0,1-1 21 0 0,1-2 25 0 0,1 1 0 0 0,-1-1 0 0 0,1 1-1 0 0,0 0 1 0 0,1 0 0 0 0,-1 0 0 0 0,1 1 0 0 0,11-6 0 0 0,9-6 123 0 0,-16 15-128 0 0,0 0 0 0 0,1 0-1 0 0,-1 1 1 0 0,0 0 0 0 0,0 0 0 0 0,14 5 0 0 0,33 4 93 0 0,29 0 2 0 0,49 1 111 0 0,-106-13-199 0 0,-1 0 0 0 0,55-12 0 0 0,-51 9-13 0 0,0 0-1 0 0,1 3 0 0 0,64 3 0 0 0,96 20 96 0 0,-175-18-143 0 0,132 25 136 0 0,-86-14-55 0 0,84 7 0 0 0,63-19 29 0 0,210 42 342 0 0,-372-39-393 0 0,57-1 0 0 0,-5 0 61 0 0,190 22 342 0 0,-58-18-246 0 0,-67-1-92 0 0,40 2 86 0 0,-163-7-152 0 0,80-7 0 0 0,-33-1 41 0 0,-28 1-3 0 0,-37 3-34 0 0,39 0-1 0 0,70-3 82 0 0,-29 0-34 0 0,-24 3-20 0 0,44 2 18 0 0,82 5 90 0 0,-59-8-3 0 0,-74 0-128 0 0,149-15 172 0 0,-176 15-155 0 0,0-2 1 0 0,-1-3-1 0 0,61-17 1 0 0,-54 11 26 0 0,90-11 1 0 0,-43 12 41 0 0,26 0-3 0 0,-43 9-67 0 0,129-1 119 0 0,13 21-17 0 0,67-1 28 0 0,-198-16-147 0 0,188-9 111 0 0,56-26 146 0 0,20 0-29 0 0,553-12 462 0 0,-511 69-445 0 0,-112-5-117 0 0,90 15 112 0 0,-260-23-237 0 0,61 2 27 0 0,24-6 49 0 0,141-3 44 0 0,166-23 192 0 0,-105 7-71 0 0,103-2 65 0 0,-384 11-215 0 0,330-30 318 0 0,-142 6 9 0 0,70-18-22 0 0,31 23 273 0 0,2 33-276 0 0,-237-3-371 0 0,149-1 169 0 0,63 1 48 0 0,262 30-49 0 0,-254-3-155 0 0,-197-14-10 0 0,-51-3-49 0 0,-52-3 45 0 0,132-2 0 0 0,95-10 83 0 0,-86-11-10 0 0,-9 10-29 0 0,25 0 34 0 0,93-5-34 0 0,-89-2 21 0 0,-144 5-87 0 0,101 8 33 0 0,-57-3 39 0 0,-1 6 1 0 0,196 37 0 0 0,-41-1 127 0 0,-239-30-197 0 0,-50-9-5 0 0,0 0 1 0 0,44 1-1 0 0,-66-6-30 0 0,-25-8 60 0 0,18 8-99 0 0,1-1 0 0 0,0 1-1 0 0,0-1 1 0 0,0 0 0 0 0,-1 0-1 0 0,1-1 1 0 0,0 1 0 0 0,-6-4-1 0 0,-12-5 10 0 0,-99-32 110 0 0,1 1-328 0 0,53 15-2729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05.49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0 345 12552 0 0,'16'-3'56'0'0,"7"-1"195"0"0,0 3 110 0 0,14 2 171 0 0,46 4 956 0 0,-72-4-1379 0 0,0 0 1 0 0,0-1 0 0 0,0-1-1 0 0,11-1 1 0 0,30-1 964 0 0,120-4 685 0 0,-28-1-1507 0 0,-40 6-169 0 0,105 4 96 0 0,82 18-227 0 0,471 12-204 0 0,-214-51-248 0 0,-195 10 196 0 0,-94 5 24 0 0,590-20-249 0 0,-388-26 333 0 0,-273 26 123 0 0,-36 4 22 0 0,85-9-21 0 0,259-22-55 0 0,-208 26 72 0 0,227-16 13 0 0,25 29-5 0 0,-273 18 23 0 0,339 52 0 0 0,112 14 19 0 0,-188-74 85 0 0,-360-9-55 0 0,277-7 211 0 0,292 52 43 0 0,-314-7 115 0 0,-253-19-251 0 0,659-15 488 0 0,-756 2-600 0 0,414-39 395 0 0,461-78 208 0 0,-831 109-490 0 0,0 5 1 0 0,1 5 0 0 0,206 23-1 0 0,-65 4 182 0 0,-214-21-210 0 0,-45-3-104 0 0,0 0-1 0 0,0 0 1 0 0,0 0 0 0 0,1-1 0 0 0,-1 1 0 0 0,0 0 0 0 0,0-1 0 0 0,0 1 0 0 0,0-1-1 0 0,1 0 1 0 0,-1 0 0 0 0,0 0 0 0 0,2-1 0 0 0,-4 1-6 0 0,1 1 0 0 0,-1 0 0 0 0,0 0 1 0 0,0 0-1 0 0,0-1 0 0 0,1 1 0 0 0,-1 0 0 0 0,0 0 0 0 0,0 0 1 0 0,0-1-1 0 0,1 1 0 0 0,-1 0 0 0 0,0-1 0 0 0,0 1 0 0 0,0 0 1 0 0,0 0-1 0 0,0-1 0 0 0,0 1 0 0 0,0 0 0 0 0,0-1 0 0 0,0 1 1 0 0,0 0-1 0 0,0 0 0 0 0,0-1 0 0 0,0 1 0 0 0,0 0 0 0 0,0-1 1 0 0,0 1-1 0 0,0 0 0 0 0,0 0 0 0 0,0-1 0 0 0,0 1 0 0 0,-1-1 1 0 0,-16-10 251 0 0,-10 3-186 0 0,-1 2-1 0 0,0 0 0 0 0,0 2 0 0 0,-49-2 0 0 0,-14-2 36 0 0,-34-7-239 0 0,85 10-2287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07.71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 13768 0 0,'10'1'15'0'0,"5"2"58"0"0,1-1 49 0 0,6 2 121 0 0,50 8 502 0 0,-54-10-677 0 0,30-1 1019 0 0,149 39-674 0 0,-171-35-452 0 0,0 0-1 0 0,30 0 0 0 0,-1-1-126 0 0,-23-1-70 0 0,41-3 0 0 0,-30-1 131 0 0,38 0-117 0 0,72 1-539 0 0,-43 11 500 0 0,99 3-437 0 0,-168-12 541 0 0,55 10 1 0 0,-18-1 20 0 0,-10-3 34 0 0,104 8-155 0 0,-61-10 142 0 0,49 0-27 0 0,-63-6 72 0 0,71-3-13 0 0,422-9-87 0 0,-15 45 181 0 0,-438-21-4 0 0,267 17 351 0 0,-139-9-125 0 0,99 2 272 0 0,114-1 256 0 0,-135 0-330 0 0,472 30 368 0 0,-523-28-512 0 0,60 11 88 0 0,-152-15-138 0 0,70 4-16 0 0,207 7 307 0 0,-279-15-373 0 0,-59-3-20 0 0,138 8 183 0 0,359 18 140 0 0,-523-34-384 0 0,206 2 74 0 0,366 7 143 0 0,-267 2-118 0 0,-309-11-121 0 0,181 0 100 0 0,-91-9-80 0 0,248-15 259 0 0,-40-15-138 0 0,169-13 254 0 0,90-9 177 0 0,-411 23-446 0 0,-136 15-85 0 0,307-52 381 0 0,-41-15-99 0 0,-252 53-199 0 0,-44 10 1 0 0,139-17-1 0 0,406 15 514 0 0,-246 18-233 0 0,-2-1-33 0 0,79 30 66 0 0,-318-13-277 0 0,-79-7-141 0 0,58 7 25 0 0,-11-3 38 0 0,-84-5-42 0 0,0 0 0 0 0,1 2 0 0 0,43 10 0 0 0,-64-10-49 0 0,-10-3-35 0 0,1 0-1 0 0,-1 0 1 0 0,0 0 0 0 0,1 0 0 0 0,-1 1 0 0 0,0-1 0 0 0,0 0-1 0 0,1 1 1 0 0,-1-1 0 0 0,0 1 0 0 0,0-1 0 0 0,1 1-1 0 0,-1 0 1 0 0,0-1 0 0 0,0 1 0 0 0,0 0 0 0 0,0 0 0 0 0,0 0-1 0 0,0 0 1 0 0,0 0 0 0 0,0 0 0 0 0,-1 0 0 0 0,2 2 0 0 0,-4 0 2 0 0,0-1 0 0 0,0 0 0 0 0,0 0 1 0 0,-1 0-1 0 0,1-1 0 0 0,-1 1 0 0 0,1-1 0 0 0,-1 1 1 0 0,0-1-1 0 0,-3 2 0 0 0,5-3-2 0 0,-48 21 136 0 0,-1-1 1 0 0,0-4 0 0 0,-101 21 0 0 0,65-23-1837 0 0,-125 4 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09.46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0 101 9648 0 0,'26'1'68'0'0,"-11"0"27"0"0,8 1 103 0 0,-1 0 34 0 0,-6-1-44 0 0,0-1 0 0 0,-1 0 0 0 0,29-4 0 0 0,-13 0 240 0 0,1 2 0 0 0,33 1 0 0 0,-31 2 318 0 0,53-7 0 0 0,-70 4-644 0 0,0 2 0 0 0,0 0 0 0 0,18 3 0 0 0,-9-1-23 0 0,37 0 56 0 0,-29-1-109 0 0,-1 1-1 0 0,0 1 1 0 0,39 10 0 0 0,-34-6-12 0 0,72 5-1 0 0,-71-9-13 0 0,92 10 5 0 0,140 7 5 0 0,-64-13-10 0 0,-104-8 0 0 0,202 7 0 0 0,-241-2 0 0 0,134 16 0 0 0,54 14 0 0 0,-40-7 0 0 0,81-4 34 0 0,-180-19-22 0 0,332-2 102 0 0,-115-4 27 0 0,571 1 568 0 0,75-78 61 0 0,-625 36-399 0 0,-77 20-55 0 0,-57 8 156 0 0,771-54 666 0 0,-730 71-672 0 0,32 1-40 0 0,-115-9-28 0 0,258-3 253 0 0,-32 36-201 0 0,-338-20-388 0 0,471 49 522 0 0,-467-50-504 0 0,80 4 125 0 0,194-7 142 0 0,-58 6 34 0 0,146 26-90 0 0,-276-18-163 0 0,-109-13-105 0 0,391 31 273 0 0,208-45 1 0 0,224-49 92 0 0,-742 56-346 0 0,259-5 146 0 0,-340 9-163 0 0,381-13 172 0 0,36-27 77 0 0,180 2 121 0 0,-2 64-1 0 0,-199-23-173 0 0,-285-6-158 0 0,231-24 136 0 0,-249 14-129 0 0,55-16 32 0 0,19-1 11 0 0,-109 22-64 0 0,152-7 116 0 0,-107 8-111 0 0,145 2 57 0 0,-107 7-31 0 0,-2 7 57 0 0,56 5-13 0 0,-214-13-109 0 0,104 13 63 0 0,-65-7-38 0 0,-50-7-21 0 0,0 0 0 0 0,0 1 1 0 0,0 0-1 0 0,-1 1 0 0 0,1 1 0 0 0,-1 0 0 0 0,21 10 0 0 0,-33-14-15 0 0,0 0 0 0 0,-1 1 0 0 0,1-1 0 0 0,0 0 0 0 0,-1 1 0 0 0,1-1 0 0 0,0 0 0 0 0,-1 1 0 0 0,1-1 0 0 0,-1 1 0 0 0,1 0 0 0 0,-1-1 0 0 0,1 1 0 0 0,-1-1 0 0 0,1 1 0 0 0,-1 0 0 0 0,1-1 0 0 0,-1 1 0 0 0,0 0 0 0 0,0-1 0 0 0,1 1 0 0 0,-1 0 0 0 0,0-1 0 0 0,0 1 0 0 0,0 0 0 0 0,0 0 0 0 0,1-1 0 0 0,-1 2 0 0 0,-1 0-2 0 0,0-1 1 0 0,1 0-1 0 0,-1 0 0 0 0,0 1 0 0 0,1-1 0 0 0,-1 0 1 0 0,0 0-1 0 0,0 0 0 0 0,0 0 0 0 0,0 0 1 0 0,0 0-1 0 0,0 0 0 0 0,0-1 0 0 0,-2 2 1 0 0,-48 21 10 0 0,46-21 1 0 0,-23 7 48 0 0,0-1 0 0 0,0-2 0 0 0,-1-1 0 0 0,-53 3 0 0 0,-106-8-2344 0 0,162-1 902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11.17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5120 0 0,'30'35'7482'0'0,"-27"-25"-6075"0"0,2-4-1416 0 0,-1 1-1 0 0,1-1 1 0 0,0-1 0 0 0,0 1 0 0 0,0-1-1 0 0,1 0 1 0 0,0 0 0 0 0,0 0 0 0 0,0-1-1 0 0,1 0 1 0 0,-1 0 0 0 0,1 0 0 0 0,0-1-1 0 0,13 4 1 0 0,11 2-81 0 0,1-1 0 0 0,37 5-1 0 0,-44-9-18 0 0,174 21-304 0 0,-50 1-34 0 0,-26-4 215 0 0,572 38-406 0 0,-543-59 666 0 0,164-21 0 0 0,-249 15 107 0 0,0 3 1 0 0,90 9-1 0 0,-151-7-87 0 0,0 0 1 0 0,-1 1-1 0 0,1 0 0 0 0,-1 0 0 0 0,1 0 0 0 0,-1 1 0 0 0,1 0 0 0 0,-1 0 0 0 0,0 0 0 0 0,0 1 1 0 0,8 4-1 0 0,-12-5 58 0 0,-1-1-80 0 0,0 1 0 0 0,0-1 0 0 0,0 0 0 0 0,0 1 0 0 0,0-1 0 0 0,-1 0 0 0 0,1 1 0 0 0,-1-1 0 0 0,1 0 0 0 0,-1 0 0 0 0,1 1 0 0 0,-1-1 0 0 0,0 0-1 0 0,1 0 1 0 0,-1 0 0 0 0,-1 1 0 0 0,1 0-21 0 0,-54 61 227 0 0,33-38-445 0 0,0-1 1 0 0,-2-1 0 0 0,-1-1 0 0 0,0-2 0 0 0,-46 29-1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13.90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1 266 3408 0 0,'0'0'47'0'0,"3"-2"-22"0"0,55-15 462 0 0,-46 13-422 0 0,0 2 0 0 0,0-1 0 0 0,0 1 0 0 0,0 1 0 0 0,1 1 0 0 0,21 0 0 0 0,-18 1 57 0 0,33 0 214 0 0,-1 3 0 0 0,77 15 0 0 0,-103-16-151 0 0,42 2 1 0 0,-13-2-61 0 0,103 13 323 0 0,446 60 752 0 0,-133-37-731 0 0,264-3-48 0 0,-190-19 72 0 0,-387-15-310 0 0,483-20 489 0 0,-306-4-167 0 0,478-24 488 0 0,411 2 576 0 0,-1050 40-1243 0 0,200-12 172 0 0,58-14 154 0 0,-64 8-303 0 0,-282 18-249 0 0,270-1 315 0 0,-99 3-199 0 0,103 2 219 0 0,-39 0-129 0 0,1064-105 573 0 0,-792 33-417 0 0,-308 55-270 0 0,-35 3 32 0 0,-15 4 17 0 0,-151 9-180 0 0,256 3 264 0 0,-59-8-162 0 0,-112 0-31 0 0,-28-2 21 0 0,52 1 76 0 0,-139 9-172 0 0,425 18 418 0 0,-139-4-118 0 0,-268-14-310 0 0,39 10 54 0 0,1 0 46 0 0,311 8 411 0 0,-305-14-458 0 0,-8-1-21 0 0,196 18 328 0 0,-72 16-36 0 0,-182-30-275 0 0,45 1 37 0 0,-35-5-50 0 0,143 12 306 0 0,-92-9-141 0 0,-12 9-17 0 0,-37-2-97 0 0,-39-11-72 0 0,-1 0 0 0 0,1 2 0 0 0,-1 1 1 0 0,-1 0-1 0 0,1 2 0 0 0,24 14 0 0 0,-25-12-32 0 0,-12-7-14 0 0,1 0 1 0 0,-1 0-1 0 0,0 1 0 0 0,0 0 0 0 0,-1 0 0 0 0,1 1 0 0 0,-1 0 0 0 0,0 0 0 0 0,-1 0 0 0 0,0 1 0 0 0,0 0 0 0 0,5 8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15.40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1 171 9536 0 0,'16'2'59'0'0,"7"1"213"0"0,-7-1-4 0 0,8 0 203 0 0,-17-2-326 0 0,0 1 1 0 0,0-2-1 0 0,0 1 0 0 0,-1-1 1 0 0,1 0-1 0 0,11-3 1 0 0,28-8 737 0 0,1 2 0 0 0,62-6 0 0 0,43-8 874 0 0,-124 19-1622 0 0,0 1-1 0 0,36 0 1 0 0,15-1 109 0 0,-49 3-149 0 0,0 1 0 0 0,0 1 0 0 0,43 7 0 0 0,27 1-35 0 0,44 1-25 0 0,197 37 0 0 0,2 1-70 0 0,669-19-480 0 0,-601-27 238 0 0,55 13 61 0 0,-356-10 175 0 0,196 11-34 0 0,156 5-41 0 0,-299-15 71 0 0,179 0-46 0 0,289-35-22 0 0,-549 24 106 0 0,358-34-34 0 0,21-18 17 0 0,-178 27 19 0 0,-60 8 2 0 0,291-22 3 0 0,-390 36 0 0 0,860-34 0 0 0,-940 41 0 0 0,316 2 9 0 0,94-4 15 0 0,-193-3 35 0 0,-148 6-30 0 0,-103 1-27 0 0,546 7 187 0 0,204 50 44 0 0,-435-32-16 0 0,-14-5-20 0 0,369 4 219 0 0,-317-19-218 0 0,-217 1-146 0 0,344 5 186 0 0,-201 3-73 0 0,-123-3-95 0 0,-41-6-14 0 0,190 14 129 0 0,174 8 70 0 0,-356-22-183 0 0,400-5 140 0 0,-254-7-124 0 0,-86 4-40 0 0,-189 3-47 0 0,804 3 417 0 0,-750 2-389 0 0,374 39 444 0 0,-205-18-272 0 0,-79-12 22 0 0,115 12 395 0 0,312-8 0 0 0,-300-18-228 0 0,112 17 114 0 0,-385-17-565 0 0,78 4 473 0 0,-52-6-3127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19.03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62 6224 0 0,'13'4'4'0'0,"3"1"12"0"0,9 2 20 0 0,-21-6-29 0 0,1-1 1 0 0,-1 1-1 0 0,1-1 1 0 0,0 1-1 0 0,-1-1 1 0 0,1 0 0 0 0,0-1-1 0 0,-1 1 1 0 0,1-1-1 0 0,-1 0 1 0 0,6-2-1 0 0,31-14 87 0 0,-27 11 18 0 0,0 0 0 0 0,1 0 0 0 0,-1 1 0 0 0,1 1 0 0 0,0 1 0 0 0,24-3 0 0 0,-26 7 72 0 0,-1 0 0 0 0,1 1 0 0 0,-1 1-1 0 0,0 0 1 0 0,0 1 0 0 0,0 0 0 0 0,18 10 0 0 0,-14-7-45 0 0,0 0 0 0 0,30 7 0 0 0,0-4 54 0 0,-19-3-98 0 0,1-2 0 0 0,1 0 1 0 0,36 0-1 0 0,122 4 252 0 0,-168-8-269 0 0,0 1 0 0 0,24 5-1 0 0,-24-3-22 0 0,0-1 1 0 0,24 0-1 0 0,99 4 664 0 0,220 38 1 0 0,-235-25-357 0 0,-76-15-211 0 0,74-2 1 0 0,-20-1 108 0 0,293-6 529 0 0,-64-2-244 0 0,203 55 198 0 0,-3 22-136 0 0,-140-31-219 0 0,-124-16-154 0 0,376 9 306 0 0,-279-20-339 0 0,-59-8 49 0 0,-132-5-142 0 0,261-4 293 0 0,334-18 79 0 0,94 21-98 0 0,-523-1-190 0 0,-70-2 48 0 0,150-11 89 0 0,-178 2-121 0 0,279-6 39 0 0,868-40 691 0 0,-1135 41-751 0 0,663-30 457 0 0,-635 55-464 0 0,57 3 177 0 0,-236-5-297 0 0,102 6 61 0 0,243-1 132 0 0,46-23 81 0 0,-336 9-191 0 0,546 7 350 0 0,-382 11-281 0 0,-56-4-15 0 0,153-20-5 0 0,-350 6-155 0 0,371-46 187 0 0,-298 31-140 0 0,145-21 101 0 0,-73 6-74 0 0,-140 24-59 0 0,113-8 127 0 0,23 1-48 0 0,-72 3-27 0 0,122 6 122 0 0,-89-2-93 0 0,-102 4-11 0 0,74 3 0 0 0,113 2 60 0 0,-160-1-126 0 0,-10-3 1 0 0,-48 2-5 0 0,48 2 0 0 0,26 4 66 0 0,128-15-1 0 0,-163 7-63 0 0,112 4 57 0 0,-90 3-53 0 0,-26-2 6 0 0,1-4 1 0 0,83-14 0 0 0,-142 15-53 0 0,1 1 1 0 0,-1 1 0 0 0,1 0-1 0 0,-1 1 1 0 0,30 4-1 0 0,86 6 84 0 0,-19-2-16 0 0,-43-3-8 0 0,-48-4-32 0 0,0 1 0 0 0,0 1 1 0 0,0 0-1 0 0,32 10 1 0 0,-53-12-37 0 0,-1-1 1 0 0,1 1 0 0 0,0-1 0 0 0,0 1 0 0 0,-1 0 0 0 0,1 0 0 0 0,-1 0 0 0 0,1 0 0 0 0,-1 0 0 0 0,1 0 0 0 0,-1 0 0 0 0,1 1 0 0 0,-1-1 0 0 0,0 0 0 0 0,0 1 0 0 0,0-1 0 0 0,0 1 0 0 0,0-1 0 0 0,0 1 0 0 0,0 0 0 0 0,0-1 0 0 0,0 1 0 0 0,-1 0 0 0 0,1 0 0 0 0,-1-1 0 0 0,1 1 0 0 0,-1 0 0 0 0,0 2 0 0 0,0-2 19 0 0,-18 16 47 0 0,-8-8 167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20.65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0 117 11256 0 0,'13'-3'20'0'0,"6"1"78"0"0,-1 4 65 0 0,10 3 159 0 0,10 1 157 0 0,-12-6-200 0 0,273-48 4506 0 0,-132 41-3716 0 0,-146 6-838 0 0,0 1 0 0 0,24 4 0 0 0,18 0-28 0 0,-25-2-45 0 0,57 9 0 0 0,23 3-87 0 0,206 7 14 0 0,-68-10-85 0 0,18 0-22 0 0,493 32-52 0 0,-360-18 44 0 0,-97-7 11 0 0,124 25-18 0 0,62 4 13 0 0,6-16 22 0 0,-360-22 3 0 0,241 7 8 0 0,774-87 228 0 0,-927 52-148 0 0,386-41 126 0 0,259 2 66 0 0,-739 58-243 0 0,371 7 188 0 0,-65 10-12 0 0,180-42 112 0 0,-415 8-170 0 0,194-19 55 0 0,-265 22-155 0 0,442-47 271 0 0,-506 54-303 0 0,390-22 370 0 0,-72 31-195 0 0,-137-6-42 0 0,48 1 30 0 0,-17 2-13 0 0,130 9 92 0 0,-216-1-132 0 0,-5-1 57 0 0,-107 2-129 0 0,409 46 294 0 0,47 9-55 0 0,-120-17-77 0 0,-277-29-131 0 0,124 18 126 0 0,105 15-45 0 0,-339-46-153 0 0,416 38 251 0 0,-287-40-169 0 0,-42-2-38 0 0,185-4 207 0 0,-105-19-89 0 0,-107 9-97 0 0,194-31 147 0 0,-182 21-114 0 0,-24 9 4 0 0,-64 10-86 0 0,-17 4-31 0 0,-1 1 1 0 0,1-1 0 0 0,-1 0 0 0 0,1 1-1 0 0,0 0 1 0 0,-1-1 0 0 0,1 1 0 0 0,-1 0 0 0 0,1 0-1 0 0,0 0 1 0 0,-1 0 0 0 0,1 0 0 0 0,0 0-1 0 0,-1 0 1 0 0,3 1 0 0 0,-2 0 26 0 0,-2-2-27 0 0,1 1 0 0 0,-1 0-1 0 0,0 0 1 0 0,0 0 0 0 0,0 0-1 0 0,1-1 1 0 0,-1 1 0 0 0,0 0-1 0 0,0 0 1 0 0,0-1 0 0 0,0 1-1 0 0,0 0 1 0 0,0 0 0 0 0,1-1-1 0 0,-1 1 1 0 0,0 0-1 0 0,0 0 1 0 0,0-1 0 0 0,0 1-1 0 0,0 0 1 0 0,0-1 0 0 0,0 1-1 0 0,0 0 1 0 0,0 0 0 0 0,0-1-1 0 0,0 1 1 0 0,0 0 0 0 0,-1 0-1 0 0,1-1 1 0 0,0 1 0 0 0,0-1 0 0 0,-9 5 16 0 0,0 0 0 0 0,-1-1 1 0 0,1 0-1 0 0,-1-1 1 0 0,-17 2-1 0 0,0-1-3447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21.85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10152 0 0,'14'13'372'0'0,"35"-2"6270"0"0,-48-12-6499 0 0,0 1-1 0 0,0 0 1 0 0,2 0 0 0 0,144-8 531 0 0,-84 2-549 0 0,1 4 0 0 0,79 5-1 0 0,-73 1-141 0 0,119-11 0 0 0,-133 4 2 0 0,0 2 0 0 0,98 11 0 0 0,22 0-58 0 0,-105-6 16 0 0,129 23 1 0 0,-50-4-10 0 0,35 7-42 0 0,-12-1 27 0 0,-56-11 39 0 0,52 6 1 0 0,176-6 5 0 0,-23-2 9 0 0,-265-12 29 0 0,29 2 12 0 0,103 21 0 0 0,-109-15 22 0 0,-76-11-29 0 0,-1-1 0 0 0,0 1-1 0 0,0-1 0 0 0,0 0 0 0 0,0 0 0 0 0,0 0 1 0 0,0 0-1 0 0,6-1 0 0 0,-8 1 18 0 0,17-3 665 0 0,-7 2-77 0 0,-8 0-559 0 0,1 0-1 0 0,-1-1 0 0 0,1 1 0 0 0,-1-1 0 0 0,1 0 0 0 0,-1 0 0 0 0,0 0 0 0 0,0 0 0 0 0,0-1 1 0 0,3-2-1 0 0,-4 3 37 0 0,0 0 10 0 0,11-6 177 0 0,5-2 41 0 0,-16 9-134 0 0,5 1-30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22.8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5 11448 0 0,'2'29'4160'0'0,"13"-28"-4138"0"0,0 0 1 0 0,20 6-1 0 0,32 3 0 0 0,3-7-7 0 0,43 0-2 0 0,142-4 12 0 0,-123 2-7 0 0,124 5 24 0 0,-110-2 22 0 0,-61-1-28 0 0,153 7 58 0 0,16 16 112 0 0,-70-4-64 0 0,-143-19-30 0 0,0-2 1 0 0,48-4 0 0 0,-33-1 8 0 0,-34 3-49 0 0,1-1 1 0 0,-1-1 0 0 0,0 0-1 0 0,38-12 1 0 0,-55 13-59 0 0,1-1 0 0 0,-1 1 0 0 0,0-1 0 0 0,0 1-1 0 0,0-1 1 0 0,0-1 0 0 0,0 1 0 0 0,5-6 0 0 0,-9 8-5 0 0,0 0 0 0 0,0-1 0 0 0,0 1 0 0 0,0 0 0 0 0,0-1 0 0 0,0 1 1 0 0,0-1-1 0 0,-1 1 0 0 0,1-1 0 0 0,0 1 0 0 0,-1-1 0 0 0,1 0 0 0 0,-1 1 0 0 0,0-1 0 0 0,0 0 0 0 0,1 1 0 0 0,-1-1 1 0 0,0 0-1 0 0,0 1 0 0 0,-1-1 0 0 0,1 0 0 0 0,0 1 0 0 0,0-1 0 0 0,-1 1 0 0 0,1-1 0 0 0,-1 0 0 0 0,0 1 0 0 0,1-1 0 0 0,-1 1 1 0 0,0-1-1 0 0,0 1 0 0 0,0 0 0 0 0,0-1 0 0 0,0 1 0 0 0,-2-2 0 0 0,-12-13-2142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24.08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16 1 13056 0 0,'1'4'246'0'0,"1"13"-4"0"0,-2-12 0 0 0,-1-5-188 0 0,0 0 0 0 0,0 0-1 0 0,1 0 1 0 0,-1 1 0 0 0,0-1-1 0 0,0 0 1 0 0,0 1 0 0 0,0-1-1 0 0,1 0 1 0 0,-1 1 0 0 0,0-1-1 0 0,0 1 1 0 0,1 0 0 0 0,-1-1-1 0 0,0 1 1 0 0,1-1 0 0 0,-1 1-1 0 0,1 0 1 0 0,-1-1 0 0 0,1 1-1 0 0,-1 0 1 0 0,1 0 0 0 0,-1 0-1 0 0,1-1 1 0 0,0 1 0 0 0,-1 0-1 0 0,1 0 1 0 0,0 0 0 0 0,0 0-1 0 0,0 0 1 0 0,0-1 0 0 0,-1 1-1 0 0,1 0 1 0 0,0 0 0 0 0,1 1 0 0 0,2 30 777 0 0,-2-30-805 0 0,0-1-1 0 0,1 0 1 0 0,-1 1 0 0 0,1-1-1 0 0,-1 0 1 0 0,1 0-1 0 0,0 0 1 0 0,-1 0 0 0 0,1 0-1 0 0,0 0 1 0 0,0-1 0 0 0,0 1-1 0 0,2 0 1 0 0,13 2-3 0 0,22 1 26 0 0,82-7 16 0 0,166 1-20 0 0,-151 4-33 0 0,-124-2-11 0 0,32 0 7 0 0,83-10-1 0 0,44-9 1 0 0,-126 13-1 0 0,51 0 0 0 0,4 0 2 0 0,221-3 60 0 0,-237 10-57 0 0,-59 0-3 0 0,-1 1 0 0 0,32 7 0 0 0,12 2 20 0 0,196 30 85 0 0,-103-13 15 0 0,-67-14-24 0 0,24 3 94 0 0,147 40 0 0 0,-230-48-86 0 0,42 5 0 0 0,-6-2-7 0 0,6 0 113 0 0,148 4 1 0 0,-93-10-65 0 0,-47 0 37 0 0,125 25-1 0 0,-78-11-40 0 0,-77-13-103 0 0,-6-4 33 0 0,1-1 0 0 0,-1-2 0 0 0,1-3 0 0 0,88-16 0 0 0,86-6 154 0 0,-85 11-106 0 0,33 6 346 0 0,-86 12-221 0 0,43-3 178 0 0,-71-8-209 0 0,19 0 226 0 0,-76 7-326 0 0,7 4 254 0 0,-61 0-184 0 0,37-2-133 0 0,0 0 1 0 0,-22-1 0 0 0,24-2-16 0 0,1 2-1 0 0,-1 0 1 0 0,-21 5-1 0 0,-20 1 131 0 0,-58 10 159 0 0,107-16-309 0 0,0 1 0 0 0,0 1 0 0 0,1-1 0 0 0,-1 1 0 0 0,1 0 0 0 0,-1 0 0 0 0,1 1 0 0 0,-9 7 0 0 0,-39 31 408 0 0,0 1-3521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38.12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1 861 8432 0 0,'1'0'0'0'0,"14"2"18"0"0,6-1 57 0 0,1-1 43 0 0,9-5 105 0 0,-28 5-194 0 0,0-1-1 0 0,1 0 0 0 0,-1-1 1 0 0,0 1-1 0 0,0-1 0 0 0,0 1 1 0 0,0-1-1 0 0,0 0 0 0 0,0 0 1 0 0,0 0-1 0 0,-1-1 0 0 0,4-2 1 0 0,-4 2-14 0 0,0 0 1 0 0,0 0 0 0 0,0 0-1 0 0,0 0 1 0 0,0-1 0 0 0,-1 1-1 0 0,1-1 1 0 0,0-3 0 0 0,110-307 2055 0 0,-75 220-1598 0 0,72-171 736 0 0,-96 232-1068 0 0,-10 24-85 0 0,0 0 0 0 0,1 0 0 0 0,0 0 1 0 0,1 0-1 0 0,0 1 0 0 0,0 0 0 0 0,12-15 1 0 0,-16 22-48 0 0,-1 1 1 0 0,1-1 0 0 0,-1 0-1 0 0,1 0 1 0 0,0 0 0 0 0,-1 1-1 0 0,1-1 1 0 0,0 1 0 0 0,0-1-1 0 0,0 0 1 0 0,-1 1 0 0 0,1-1 0 0 0,0 1-1 0 0,0 0 1 0 0,0-1 0 0 0,0 1-1 0 0,0 0 1 0 0,0-1 0 0 0,0 1-1 0 0,0 0 1 0 0,0 0 0 0 0,0 0-1 0 0,0 0 1 0 0,0 0 0 0 0,0 0 0 0 0,0 0-1 0 0,0 0 1 0 0,0 0 0 0 0,0 1-1 0 0,0-1 1 0 0,0 0 0 0 0,0 1-1 0 0,-1-1 1 0 0,1 1 0 0 0,0-1-1 0 0,0 1 1 0 0,0-1 0 0 0,0 1-1 0 0,-1-1 1 0 0,1 1 0 0 0,0 0 0 0 0,0-1-1 0 0,-1 1 1 0 0,1 0 0 0 0,0 1-1 0 0,3 4 40 0 0,-1-1 1 0 0,0 1-1 0 0,-1 0 0 0 0,1 0 0 0 0,2 9 0 0 0,-4-10-29 0 0,36 100 193 0 0,13 40 230 0 0,-6 1-102 0 0,-13-48-57 0 0,-18-62-23 0 0,-2 2 0 0 0,7 42-1 0 0,-18-78-124 0 0,0-2-127 0 0,0 0 0 0 0,-1 0 0 0 0,1 0 0 0 0,0 0 0 0 0,0 0 0 0 0,0 1 0 0 0,0-1 0 0 0,0 0 0 0 0,0 0 0 0 0,0 0 0 0 0,0 0 0 0 0,0 1 0 0 0,0-1 0 0 0,0 0 0 0 0,0 0 0 0 0,0 0 0 0 0,0 0 0 0 0,0 1 0 0 0,0-1 0 0 0,0 0 0 0 0,0 0-1 0 0,0 0 1 0 0,0 0 0 0 0,0 0 0 0 0,0 1 0 0 0,0-1 0 0 0,0 0 0 0 0,0 0 0 0 0,0 0 0 0 0,0 0 0 0 0,0 0 0 0 0,1 1 0 0 0,-1-1 0 0 0,0 0 0 0 0,0 0 0 0 0,0 0 0 0 0,0 0 0 0 0,0 0 0 0 0,0 0 0 0 0,1 0 0 0 0,-1 1 0 0 0,0-1-1 0 0,0 0 1 0 0,0 0 0 0 0,-8-8 284 0 0,0-1-173 0 0,-1-1 0 0 0,2 1 0 0 0,-11-16 0 0 0,14 18-262 0 0,0 0-1 0 0,0 1 1 0 0,-1 0 0 0 0,0 0 0 0 0,0 0-1 0 0,0 1 1 0 0,-1-1 0 0 0,0 1-1 0 0,0 1 1 0 0,0-1 0 0 0,-1 1-1 0 0,-9-5 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38.47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1 126 13264 0 0,'0'0'321'0'0,"4"0"4"0"0,110-10 1597 0 0,-81 8-1435 0 0,1-1 0 0 0,53-12 0 0 0,-18 2 107 0 0,-56 10-540 0 0,0-1-1 0 0,0-1 0 0 0,-1 0 1 0 0,1 0-1 0 0,-1-1 0 0 0,0-1 1 0 0,19-14-1 0 0,2 0 0 0 0,-19 16-121 0 0,-11 4-2161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39.1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0 757 12664 0 0,'26'-6'78'0'0,"17"-4"247"0"0,-36 9-271 0 0,-1-1 0 0 0,1-1 0 0 0,-1 1 0 0 0,0-1 0 0 0,1 0 0 0 0,-1-1 1 0 0,8-5-1 0 0,5-7 320 0 0,0-1 0 0 0,18-21 0 0 0,-32 32-248 0 0,0 0 0 0 0,1 0 1 0 0,0 0-1 0 0,0 1 0 0 0,0 0 0 0 0,0 0 0 0 0,1 1 0 0 0,0-1 0 0 0,0 2 0 0 0,0-1 0 0 0,0 1 1 0 0,0 0-1 0 0,1 0 0 0 0,0 1 0 0 0,-1 0 0 0 0,13-1 0 0 0,-19 3-110 0 0,1 0 0 0 0,-1 0 0 0 0,0 0 0 0 0,0 0 0 0 0,0 1 0 0 0,0-1-1 0 0,0 0 1 0 0,0 1 0 0 0,0-1 0 0 0,0 1 0 0 0,0-1 0 0 0,0 1 0 0 0,0 0 0 0 0,0-1 0 0 0,0 1-1 0 0,0 0 1 0 0,0 0 0 0 0,0 0 0 0 0,-1 0 0 0 0,1-1 0 0 0,0 1 0 0 0,-1 0 0 0 0,1 0 0 0 0,-1 0 0 0 0,1 0-1 0 0,-1 1 1 0 0,1-1 0 0 0,-1 0 0 0 0,0 0 0 0 0,1 0 0 0 0,-1 0 0 0 0,0 2 0 0 0,1 49 344 0 0,-1-31-301 0 0,-24 194 1089 0 0,38-288-103 0 0,60-142-290 0 0,-71 208-703 0 0,-1 1-1 0 0,2 0 1 0 0,-1 0-1 0 0,1 0 1 0 0,-1 0-1 0 0,2 0 1 0 0,-1 1-1 0 0,1 0 1 0 0,-1 0 0 0 0,1 0-1 0 0,12-8 1 0 0,-13 42 256 0 0,-11 51 92 0 0,-1 29 428 0 0,21-141-559 0 0,-6 19-184 0 0,39-77 163 0 0,-44 85-222 0 0,1 0 0 0 0,-1 1-1 0 0,0-1 1 0 0,1 1 0 0 0,0-1-1 0 0,0 1 1 0 0,1 0 0 0 0,-1 0-1 0 0,1 0 1 0 0,-1 0 0 0 0,1 1-1 0 0,1 0 1 0 0,-1 0 0 0 0,0 0 0 0 0,1 0-1 0 0,-1 0 1 0 0,1 1 0 0 0,7-3-1 0 0,-10 5-15 0 0,0 1 0 0 0,-1-1-1 0 0,0 0 1 0 0,1 1 0 0 0,-1-1-1 0 0,1 1 1 0 0,-1-1 0 0 0,1 1-1 0 0,-1 0 1 0 0,0 0 0 0 0,1-1-1 0 0,-1 1 1 0 0,0 0 0 0 0,0 0-1 0 0,0 0 1 0 0,0 0 0 0 0,0 1-1 0 0,0-1 1 0 0,0 0 0 0 0,0 0-1 0 0,0 1 1 0 0,0 1 0 0 0,18 33 153 0 0,-7-2-63 0 0,10 23 24 0 0,-20-53-106 0 0,1 0-1 0 0,-1 0 0 0 0,1 0 0 0 0,0 0 1 0 0,0-1-1 0 0,0 1 0 0 0,0-1 0 0 0,0 1 1 0 0,1-1-1 0 0,6 4 0 0 0,-9-6-11 0 0,1-1 1 0 0,-1 1-1 0 0,1-1 0 0 0,0 1 0 0 0,-1-1 1 0 0,1 0-1 0 0,0 1 0 0 0,-1-1 0 0 0,1 0 0 0 0,0 0 1 0 0,-1 0-1 0 0,1-1 0 0 0,0 1 0 0 0,-1 0 1 0 0,1 0-1 0 0,-1-1 0 0 0,1 1 0 0 0,0-1 1 0 0,-1 0-1 0 0,1 1 0 0 0,-1-1 0 0 0,0 0 0 0 0,1 0 1 0 0,-1 0-1 0 0,1 0 0 0 0,-1 0 0 0 0,0 0 1 0 0,0 0-1 0 0,0-1 0 0 0,0 1 0 0 0,2-2 0 0 0,3-5 19 0 0,1-1 0 0 0,-1 0-1 0 0,8-15 1 0 0,17-38 66 0 0,-3-1 0 0 0,-3-1 1 0 0,28-112-1 0 0,-50 164-77 0 0,26-126 136 0 0,-27 125-125 0 0,0-1 0 0 0,-1 1-1 0 0,-1-1 1 0 0,0 1 0 0 0,-1 0 0 0 0,0-1-1 0 0,-1 1 1 0 0,-5-15 0 0 0,7 28-22 0 0,0 0 0 0 0,0-1 0 0 0,0 1 0 0 0,0 0 0 0 0,0-1 0 0 0,0 1 0 0 0,0 0 0 0 0,0-1 0 0 0,0 1 0 0 0,0 0 0 0 0,0-1 0 0 0,-1 1 0 0 0,1 0 0 0 0,0-1 0 0 0,0 1 0 0 0,0 0 0 0 0,-1 0 0 0 0,1-1 0 0 0,0 1 0 0 0,0 0 0 0 0,-1 0 0 0 0,1-1 0 0 0,0 1 0 0 0,-1 0 0 0 0,1 0 0 0 0,0 0 0 0 0,-1-1 0 0 0,1 1 0 0 0,0 0 0 0 0,-1 0 0 0 0,1 0 0 0 0,0 0 0 0 0,-1 0 0 0 0,1 0 0 0 0,0 0 0 0 0,-1 0 0 0 0,1 0 0 0 0,0 0 0 0 0,-1 0 0 0 0,1 0 0 0 0,-1 0 0 0 0,-12 17 75 0 0,4 3-46 0 0,1 0 0 0 0,1 0 0 0 0,1 1 0 0 0,-5 30 0 0 0,-7 91 78 0 0,14-101-76 0 0,-1-1-7 0 0,0 7 13 0 0,2-1 0 0 0,3 62 1 0 0,12 34 75 0 0,-10-127-96 0 0,1 0-1 0 0,1-1 0 0 0,0 1 1 0 0,1-1-1 0 0,0 0 1 0 0,1 0-1 0 0,9 13 1 0 0,-15-25-16 0 0,1-1 1 0 0,0 1 0 0 0,0-1 0 0 0,0 1 0 0 0,0-1 0 0 0,1 0-1 0 0,-1 1 1 0 0,0-1 0 0 0,1 0 0 0 0,-1 0 0 0 0,0 0 0 0 0,1 0-1 0 0,-1 0 1 0 0,1-1 0 0 0,0 1 0 0 0,-1 0 0 0 0,1-1 0 0 0,0 1-1 0 0,-1-1 1 0 0,1 1 0 0 0,0-1 0 0 0,-1 0 0 0 0,1 0 0 0 0,0 0 0 0 0,0 0-1 0 0,-1 0 1 0 0,1 0 0 0 0,0 0 0 0 0,0-1 0 0 0,-1 1 0 0 0,1-1-1 0 0,0 1 1 0 0,-1-1 0 0 0,1 1 0 0 0,-1-1 0 0 0,1 0 0 0 0,0 0-1 0 0,-1 0 1 0 0,0 0 0 0 0,3-2 0 0 0,4-3 17 0 0,0-1-1 0 0,0 0 1 0 0,-1-1-1 0 0,0 1 1 0 0,10-16 0 0 0,132-220 296 0 0,-90 139-194 0 0,-20 33 55 0 0,-38 69-139 0 0,8 11 46 0 0,-4 3-63 0 0,-1-1 0 0 0,0 0 0 0 0,-1 1 0 0 0,-1 0-1 0 0,2 17 1 0 0,-1-11 9 0 0,0 0 1 0 0,10 32-1 0 0,-8-36-11 0 0,1 0 0 0 0,1-1 0 0 0,0 1 0 0 0,0-2 0 0 0,1 1 0 0 0,12 13 1 0 0,-18-23-16 0 0,1 0 1 0 0,0 0-1 0 0,0 0 1 0 0,0 0 0 0 0,0 0-1 0 0,0-1 1 0 0,1 1-1 0 0,-1-1 1 0 0,1 0-1 0 0,-1 0 1 0 0,1 0 0 0 0,0 0-1 0 0,0-1 1 0 0,0 0-1 0 0,0 0 1 0 0,0 0-1 0 0,0 0 1 0 0,0 0 0 0 0,0-1-1 0 0,1 0 1 0 0,-1 0-1 0 0,0 0 1 0 0,0 0 0 0 0,0-1-1 0 0,0 1 1 0 0,0-1-1 0 0,0 0 1 0 0,7-3-1 0 0,2-1 10 0 0,14-7 29 0 0,0 0-1 0 0,41-26 1 0 0,-12 5-20 0 0,-31 22-3538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39.8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1 883 16687 0 0,'24'1'324'0'0,"12"4"428"0"0,-24-2-545 0 0,-2 0 1 0 0,1 0-1 0 0,0 1 1 0 0,-1 0-1 0 0,1 1 1 0 0,11 8-1 0 0,-19-12-95 0 0,-1 0 0 0 0,1 1-1 0 0,0-1 1 0 0,0-1 0 0 0,0 1 0 0 0,-1 0-1 0 0,1-1 1 0 0,0 1 0 0 0,0-1-1 0 0,0 0 1 0 0,0 0 0 0 0,0 0-1 0 0,0 0 1 0 0,0-1 0 0 0,0 1-1 0 0,0-1 1 0 0,-1 1 0 0 0,1-1-1 0 0,0 0 1 0 0,0 0 0 0 0,-1-1-1 0 0,5-1 1 0 0,-4 1-94 0 0,0 1 0 0 0,-1-1 0 0 0,1 0 0 0 0,0 0 0 0 0,-1 0 0 0 0,1-1 0 0 0,-1 1 0 0 0,0 0 0 0 0,1-1 0 0 0,-1 0 0 0 0,0 1 0 0 0,-1-1 0 0 0,1 0 0 0 0,0 0 0 0 0,-1 0-1 0 0,0 0 1 0 0,0 0 0 0 0,0-1 0 0 0,1-3 0 0 0,17-123 193 0 0,-18 109-192 0 0,1-2-9 0 0,-1-47 1 0 0,-2 63-13 0 0,0 0 0 0 0,0 0 0 0 0,0 0 0 0 0,-1 0 0 0 0,0 0 0 0 0,-1 0 0 0 0,0 0 0 0 0,0 1 1 0 0,0-1-1 0 0,-5-6 0 0 0,7 12-3 0 0,1 1 0 0 0,0-1 0 0 0,-1 1 0 0 0,1-1 0 0 0,0 0 0 0 0,-1 1 0 0 0,1-1 1 0 0,-1 1-1 0 0,1 0 0 0 0,-1-1 0 0 0,1 1 0 0 0,-1-1 0 0 0,0 1 0 0 0,1 0 0 0 0,-1-1 0 0 0,1 1 1 0 0,-1 0-1 0 0,0 0 0 0 0,1-1 0 0 0,-1 1 0 0 0,0 0 0 0 0,1 0 0 0 0,-1 0 0 0 0,0 0 0 0 0,1 0 1 0 0,-1 0-1 0 0,0 0 0 0 0,1 0 0 0 0,-1 0 0 0 0,0 0 0 0 0,1 0 0 0 0,-1 1 0 0 0,0-1 0 0 0,1 0 1 0 0,-1 0-1 0 0,0 1 0 0 0,1-1 0 0 0,-1 0 0 0 0,1 1 0 0 0,-1-1 0 0 0,1 0 0 0 0,-1 1 0 0 0,1-1 1 0 0,-1 1-1 0 0,1-1 0 0 0,-1 1 0 0 0,1-1 0 0 0,-1 1 0 0 0,1 0 0 0 0,0-1 0 0 0,-1 1 0 0 0,-18 34-94 0 0,19-34 97 0 0,-5 12-42 0 0,1 0 0 0 0,1 0 1 0 0,0 0-1 0 0,1 0 0 0 0,0 0 0 0 0,1 1 1 0 0,1 22-1 0 0,1-13-25 0 0,1 0 1 0 0,1-1-1 0 0,11 38 1 0 0,-12-52 43 0 0,0-1 0 0 0,1 1 0 0 0,0-1 0 0 0,1 1 0 0 0,0-1 0 0 0,0 0 0 0 0,0-1 0 0 0,1 1 0 0 0,0-1 0 0 0,9 10 0 0 0,-11-14 17 0 0,-1 0 0 0 0,0 0-1 0 0,1-1 1 0 0,-1 1-1 0 0,1-1 1 0 0,-1 0-1 0 0,1 1 1 0 0,0-1-1 0 0,-1 0 1 0 0,1-1-1 0 0,0 1 1 0 0,0 0-1 0 0,-1-1 1 0 0,1 0-1 0 0,0 1 1 0 0,0-1-1 0 0,0 0 1 0 0,0-1 0 0 0,0 1-1 0 0,0 0 1 0 0,-1-1-1 0 0,1 0 1 0 0,0 1-1 0 0,0-1 1 0 0,-1 0-1 0 0,1-1 1 0 0,0 1-1 0 0,-1 0 1 0 0,1-1-1 0 0,-1 1 1 0 0,4-4-1 0 0,1 0-8 0 0,-1-1-1 0 0,1 0 0 0 0,-1 0 1 0 0,0-1-1 0 0,-1 1 0 0 0,0-1 1 0 0,8-13-1 0 0,27-64-71 0 0,-31 64 74 0 0,25-64-50 0 0,42-159-1 0 0,-38 35 36 0 0,-36 183 27 0 0,-1-1 1 0 0,-2-33-1 0 0,1 50 3 0 0,-1 1 0 0 0,-1 0 0 0 0,0 0-1 0 0,0 0 1 0 0,0 0 0 0 0,-1 0 0 0 0,0 0 0 0 0,-1 1 0 0 0,-8-15-1 0 0,12 21 2 0 0,-1 0-1 0 0,1 0 0 0 0,-1 0 0 0 0,1 1 0 0 0,-1-1 0 0 0,1 0 0 0 0,-1 0 0 0 0,0 1 1 0 0,1-1-1 0 0,-1 0 0 0 0,0 1 0 0 0,0-1 0 0 0,1 1 0 0 0,-1-1 0 0 0,0 1 1 0 0,0-1-1 0 0,0 1 0 0 0,0-1 0 0 0,0 1 0 0 0,0 0 0 0 0,0 0 0 0 0,1-1 1 0 0,-1 1-1 0 0,0 0 0 0 0,0 0 0 0 0,0 0 0 0 0,0 0 0 0 0,0 0 0 0 0,0 0 0 0 0,-2 1 1 0 0,1 0-1 0 0,0 0 1 0 0,0 0 0 0 0,1 1 0 0 0,-1-1-1 0 0,0 1 1 0 0,1-1 0 0 0,-1 1 0 0 0,1 0-1 0 0,0 0 1 0 0,-1-1 0 0 0,1 1 0 0 0,-2 4-1 0 0,-3 8 5 0 0,0 0-1 0 0,1 0 1 0 0,-3 17-1 0 0,-1 7 6 0 0,3-1-1 0 0,-4 65 1 0 0,6-46 4 0 0,0-3 20 0 0,2 1 0 0 0,2-1 0 0 0,3 1 1 0 0,18 97-1 0 0,-19-141-29 0 0,27 110 46 0 0,-24-100-28 0 0,2-1 1 0 0,1 0-1 0 0,0 0 0 0 0,17 27 0 0 0,-23-43-17 0 0,-1-1 1 0 0,1 1-1 0 0,0-1 1 0 0,0 1-1 0 0,0-1 0 0 0,0 1 1 0 0,1-1-1 0 0,-1 0 1 0 0,1 0-1 0 0,-1 0 1 0 0,1-1-1 0 0,0 1 1 0 0,-1-1-1 0 0,1 1 1 0 0,0-1-1 0 0,0 0 1 0 0,0 0-1 0 0,0 0 0 0 0,0 0 1 0 0,0-1-1 0 0,1 1 1 0 0,-1-1-1 0 0,5 0 1 0 0,-2-1 11 0 0,1 0 1 0 0,0-1-1 0 0,-1 1 0 0 0,1-2 1 0 0,-1 1-1 0 0,0-1 0 0 0,1 0 1 0 0,-1 0-1 0 0,6-5 0 0 0,26-18-2594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44.5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0 418 10248 0 0,'5'1'89'0'0,"0"-1"0"0"0,0 0 0 0 0,-1-1 0 0 0,1 1 0 0 0,0-1 0 0 0,-1 0 0 0 0,1 0 0 0 0,4-2 0 0 0,-1 0 75 0 0,0-1-1 0 0,0 0 1 0 0,-1 0 0 0 0,1-1-1 0 0,-1 0 1 0 0,11-10 0 0 0,3-6 336 0 0,0-1 0 0 0,23-33 0 0 0,-32 40-322 0 0,129-148 198 0 0,-129 151-383 0 0,-6-2 3 0 0,-2 3-5 0 0,-4 9-11 0 0,-13 3-61 0 0,9 1 75 0 0,-1 0 0 0 0,1 0 0 0 0,0 0 0 0 0,-1 0 0 0 0,1 1 0 0 0,1 0 0 0 0,-1 0 0 0 0,0 0-1 0 0,1 0 1 0 0,-1 1 0 0 0,1-1 0 0 0,0 1 0 0 0,-5 8 0 0 0,-3 7-26 0 0,-16 35-1 0 0,16-31 13 0 0,0-1-9 0 0,1 1-1 0 0,1 0 0 0 0,0 1 1 0 0,2 0-1 0 0,1 1 0 0 0,1-1 1 0 0,-3 48-1 0 0,8-72 27 0 0,0 1-1 0 0,0-1 1 0 0,0 1-1 0 0,0-1 1 0 0,-1 1 0 0 0,1-1-1 0 0,0 1 1 0 0,0-1 0 0 0,1 1-1 0 0,-1-1 1 0 0,0 1-1 0 0,0-1 1 0 0,0 1 0 0 0,0-1-1 0 0,0 1 1 0 0,1-1 0 0 0,-1 1-1 0 0,0-1 1 0 0,0 1 0 0 0,1-1-1 0 0,-1 0 1 0 0,0 1-1 0 0,0-1 1 0 0,2 1 0 0 0,5-8-19 0 0,7-19 16 0 0,41-146 5 0 0,-55 172 1 0 0,6-23 5 0 0,2 2 0 0 0,14-31 1 0 0,6-10 18 0 0,-24 56 65 0 0,-2 3 140 0 0,-3 16-157 0 0,0 5-7 0 0,1 0 0 0 0,3 29-1 0 0,1 15 90 0 0,-8 144 217 0 0,1-144-213 0 0,0 58 167 0 0,3-107-287 0 0,-1 0 1 0 0,0 0-1 0 0,-4 13 1 0 0,-1 14 103 0 0,-10 37 290 0 0,14-62 101 0 0,2-23-329 0 0,4-34-163 0 0,-3 31 46 0 0,3-19-3 0 0,9-36 1 0 0,-6 38 6 0 0,5-50 1 0 0,-12 73-80 0 0,1 1 0 0 0,-1 0 0 0 0,1 0 1 0 0,0 0-1 0 0,0 0 0 0 0,0 0 0 0 0,1 0 0 0 0,0 0 1 0 0,-1 0-1 0 0,1 0 0 0 0,0 1 0 0 0,4-6 0 0 0,3-13 51 0 0,-8 20-44 0 0,-1 0 0 0 0,1 0-1 0 0,-1 0 1 0 0,1 0 0 0 0,0 0-1 0 0,0 0 1 0 0,0 0 0 0 0,0 0-1 0 0,0 1 1 0 0,2-3-1 0 0,-2 2 276 0 0,-1 18-165 0 0,1-11-81 0 0,1 6 81 0 0,1 0 0 0 0,1 0 0 0 0,8 20 0 0 0,-11-30-115 0 0,-1 0-1 0 0,1 0 1 0 0,0 0-1 0 0,-1 0 1 0 0,1-1-1 0 0,0 1 1 0 0,0 0-1 0 0,-1-1 1 0 0,1 1-1 0 0,0 0 1 0 0,0-1-1 0 0,0 1 1 0 0,0-1-1 0 0,0 0 1 0 0,0 1-1 0 0,0-1 1 0 0,0 0-1 0 0,0 1 1 0 0,0-1 0 0 0,0 0-1 0 0,0 0 1 0 0,0 0-1 0 0,0 0 1 0 0,0 0-1 0 0,0 0 1 0 0,0 0-1 0 0,0 0 1 0 0,0 0-1 0 0,0-1 1 0 0,0 1-1 0 0,0 0 1 0 0,0-1-1 0 0,0 1 1 0 0,0-1-1 0 0,0 1 1 0 0,0-1-1 0 0,0 1 1 0 0,0-1-1 0 0,0 1 1 0 0,0-2-1 0 0,31-29 186 0 0,-29 29-167 0 0,53-69 294 0 0,63-102 0 0 0,-71 100-140 0 0,-44 67-144 0 0,1-1-1 0 0,0 1 1 0 0,0-1 0 0 0,12-10 0 0 0,-14 15 30 0 0,-4 19-17 0 0,-1-1 0 0 0,0 1-1 0 0,-2-1 1 0 0,-5 20 0 0 0,1-8-14 0 0,-25 91 82 0 0,21-83-72 0 0,2 1 1 0 0,1 0-1 0 0,-3 44 0 0 0,11-78-38 0 0,1 1 0 0 0,0 0 0 0 0,0 0 0 0 0,0 0 1 0 0,0 0-1 0 0,1-1 0 0 0,0 1 0 0 0,1 5 0 0 0,-1-8-9 0 0,1-1 0 0 0,-1 1 0 0 0,0-1 0 0 0,0 0 0 0 0,0 0 0 0 0,1 1 0 0 0,-1-1 0 0 0,0 0 0 0 0,0 0 0 0 0,1 0 0 0 0,-1-1 0 0 0,0 1 0 0 0,0 0 0 0 0,1 0 0 0 0,-1-1 0 0 0,0 1 0 0 0,0 0 0 0 0,0-1 0 0 0,0 1 0 0 0,0-1 0 0 0,1 0 0 0 0,-1 1 0 0 0,0-1 0 0 0,0 0 0 0 0,-1 0 0 0 0,3-1 0 0 0,23-29 42 0 0,-17 20-37 0 0,20-30 57 0 0,34-61 0 0 0,-61 99-62 0 0,38-62 80 0 0,4-8 0 0 0,-41 67-63 0 0,1 0-1 0 0,0 1 1 0 0,0-1-1 0 0,9-8 1 0 0,-10 10 20 0 0,6 9 59 0 0,-10 6-67 0 0,0 1-1 0 0,0-1 1 0 0,-1 0 0 0 0,-4 12-1 0 0,-2 7 54 0 0,8-28-79 0 0,-12 67 132 0 0,11-63-115 0 0,1 0 1 0 0,0 0-1 0 0,0 0 0 0 0,0 0 0 0 0,1 0 1 0 0,0 0-1 0 0,0 0 0 0 0,4 11 0 0 0,-5-16-11 0 0,1 0 0 0 0,-1 1-1 0 0,1-1 1 0 0,-1 1 0 0 0,1-1-1 0 0,0 0 1 0 0,0 0 0 0 0,-1 1 0 0 0,1-1-1 0 0,0 0 1 0 0,0 0 0 0 0,0 0-1 0 0,0 0 1 0 0,0 0 0 0 0,1 0-1 0 0,-1 0 1 0 0,0 0 0 0 0,0 0-1 0 0,1-1 1 0 0,-1 1 0 0 0,0 0-1 0 0,3 0 1 0 0,-2-1-1 0 0,-1 0-1 0 0,1-1 1 0 0,-1 1-1 0 0,1 0 0 0 0,-1-1 1 0 0,1 1-1 0 0,-1-1 1 0 0,1 1-1 0 0,-1-1 1 0 0,1 0-1 0 0,-1 1 1 0 0,1-1-1 0 0,-1 0 1 0 0,0 0-1 0 0,0 0 0 0 0,0 0 1 0 0,2-2-1 0 0,6-7 28 0 0,-1 0-1 0 0,-1-1 0 0 0,1 0 0 0 0,5-11 0 0 0,-10 16-32 0 0,62-129 194 0 0,-44 89-117 0 0,-9 23-26 0 0,-1-1 1 0 0,-1 0-1 0 0,-2-1 1 0 0,0 0-1 0 0,-2 0 0 0 0,0-1 1 0 0,-2 0-1 0 0,2-28 1 0 0,-6 52-1 0 0,-2 2-48 0 0,0 0 0 0 0,0 0-1 0 0,0 1 1 0 0,1-1 0 0 0,-1 1 0 0 0,0 0-1 0 0,0 0 1 0 0,1-1 0 0 0,-1 1 0 0 0,0 0-1 0 0,1 0 1 0 0,-1 1 0 0 0,1-1 0 0 0,-1 0-1 0 0,1 0 1 0 0,0 1 0 0 0,0-1 0 0 0,-1 1-1 0 0,1-1 1 0 0,-1 3 0 0 0,-19 37 88 0 0,15-29-68 0 0,-12 35 46 0 0,1 0 1 0 0,-12 57 0 0 0,18-61-23 0 0,8-30-34 0 0,0 0 1 0 0,1 0 0 0 0,-1 15-1 0 0,3-23-7 0 0,0 0 0 0 0,0 0 0 0 0,0 0 0 0 0,1-1 0 0 0,0 1 0 0 0,0 0-1 0 0,0 0 1 0 0,0 0 0 0 0,1 0 0 0 0,2 6 0 0 0,-3-10-1 0 0,0 0-1 0 0,-1 0 1 0 0,1 0-1 0 0,0-1 1 0 0,0 1 0 0 0,0 0-1 0 0,0 0 1 0 0,-1 0 0 0 0,1-1-1 0 0,0 1 1 0 0,0 0-1 0 0,0-1 1 0 0,1 1 0 0 0,-1-1-1 0 0,0 1 1 0 0,0-1-1 0 0,0 1 1 0 0,0-1 0 0 0,0 0-1 0 0,1 0 1 0 0,-1 1 0 0 0,0-1-1 0 0,0 0 1 0 0,0 0-1 0 0,1 0 1 0 0,-1 0 0 0 0,0-1-1 0 0,0 1 1 0 0,0 0 0 0 0,0 0-1 0 0,1-1 1 0 0,-1 1-1 0 0,0-1 1 0 0,0 1 0 0 0,0-1-1 0 0,2 0 1 0 0,31-24-2841 0 0,-33 24 2336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45.7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120 302 15976 0 0,'14'-27'128'0'0,"2"-12"410"0"0,-9 21-189 0 0,-2-1 0 0 0,-1-1 0 0 0,4-27 0 0 0,-5 0 300 0 0,-2 27-478 0 0,1 1 0 0 0,5-22-1 0 0,-7 39-144 0 0,1 1 30 0 0,-1-1-19 0 0,3 9-50 0 0,0 2 4 0 0,-1 1 0 0 0,0 0 0 0 0,-1 0 0 0 0,0-1 0 0 0,0 18 0 0 0,1 20-11 0 0,5 171-167 0 0,-5-109-38 0 0,-1-73 136 0 0,-2 0 0 0 0,-2 0-1 0 0,-9 50 1 0 0,9-70 40 0 0,-1-1 0 0 0,0 0 0 0 0,-1-1 0 0 0,-1 1 0 0 0,0-1 0 0 0,0 0 0 0 0,-2-1 0 0 0,0 1 0 0 0,0-1 0 0 0,-1-1 0 0 0,-12 13 0 0 0,16-21 15 0 0,1 0 0 0 0,-1 0 1 0 0,0-1-1 0 0,0 1 0 0 0,-1-1 0 0 0,1 0 0 0 0,-1-1 1 0 0,1 0-1 0 0,-9 3 0 0 0,12-5 25 0 0,1 1-1 0 0,0-1 1 0 0,-1 0-1 0 0,1 0 1 0 0,-1 0 0 0 0,1 0-1 0 0,0 0 1 0 0,-1 0 0 0 0,1-1-1 0 0,-1 1 1 0 0,1 0-1 0 0,0-1 1 0 0,-1 1 0 0 0,1-1-1 0 0,0 1 1 0 0,0-1 0 0 0,-1 0-1 0 0,0 0 1 0 0,0-1-1 0 0,1 0 1 0 0,0 1 0 0 0,-1-1-1 0 0,1 0 1 0 0,0 0-1 0 0,0 0 1 0 0,0 1 0 0 0,0-1-1 0 0,0 0 1 0 0,1 0-1 0 0,-1 0 1 0 0,0-1 0 0 0,1 1-1 0 0,0 0 1 0 0,-1-3-1 0 0,-2-16-61 0 0,1-1-1 0 0,1 1 1 0 0,1-1-1 0 0,1 0 0 0 0,6-37 1 0 0,-6 51 55 0 0,2 0 1 0 0,-1 0 0 0 0,1 0 0 0 0,0 1 0 0 0,0-1-1 0 0,1 1 1 0 0,0 0 0 0 0,0 0 0 0 0,1 0 0 0 0,0 0-1 0 0,0 1 1 0 0,1 0 0 0 0,0 0 0 0 0,0 0 0 0 0,0 1-1 0 0,1 0 1 0 0,-1 0 0 0 0,8-4 0 0 0,2 2-11 0 0,0-1 0 0 0,1 2 0 0 0,21-6 0 0 0,-22 8 11 0 0,0-1 1 0 0,0-1-1 0 0,-1-1 0 0 0,20-10 1 0 0,-15 3 1 0 0,-1-1 0 0 0,-1-1 0 0 0,25-26 0 0 0,-5 4 1 0 0,112-116-36 0 0,-56 59 48 0 0,-147 140 128 0 0,-61 102 128 0 0,114-146-255 0 0,-38 55 478 0 0,-58 118 0 0 0,91-165-372 0 0,1 0 0 0 0,1 0 0 0 0,0 1 0 0 0,0 0 0 0 0,1-1-1 0 0,0 1 1 0 0,0 11 0 0 0,1-21-93 0 0,1 1 1 0 0,0 0-1 0 0,0-1 0 0 0,0 1 0 0 0,0 0 1 0 0,0-1-1 0 0,0 1 0 0 0,0-1 1 0 0,0 1-1 0 0,1 0 0 0 0,-1-1 0 0 0,0 1 1 0 0,0-1-1 0 0,0 1 0 0 0,1 0 0 0 0,-1-1 1 0 0,0 1-1 0 0,1-1 0 0 0,-1 1 1 0 0,0-1-1 0 0,1 1 0 0 0,-1-1 0 0 0,1 1 1 0 0,-1-1-1 0 0,0 1 0 0 0,1-1 0 0 0,-1 0 1 0 0,1 1-1 0 0,0-1 0 0 0,-1 0 1 0 0,1 1-1 0 0,-1-1 0 0 0,1 0 0 0 0,-1 0 1 0 0,1 0-1 0 0,0 0 0 0 0,-1 1 0 0 0,1-1 1 0 0,0 0-1 0 0,-1 0 0 0 0,1 0 0 0 0,-1 0 1 0 0,1 0-1 0 0,0 0 0 0 0,-1 0 1 0 0,1-1-1 0 0,0 1 0 0 0,2-1 36 0 0,-1 1 0 0 0,0-1 0 0 0,1 0 0 0 0,-1 0 0 0 0,0 0 0 0 0,0 0 0 0 0,0-1 0 0 0,0 1 0 0 0,3-3 0 0 0,17-23 174 0 0,-1-1 0 0 0,-2-1 0 0 0,0-1 0 0 0,-2-1 0 0 0,13-33 0 0 0,10-11 420 0 0,-38 72-604 0 0,-1 1 0 0 0,0-1 0 0 0,1 0 0 0 0,0 1 0 0 0,-1-1 0 0 0,1 1-1 0 0,0 0 1 0 0,0-1 0 0 0,0 1 0 0 0,4-3 0 0 0,-4 4 497 0 0,12 20-213 0 0,39 178 246 0 0,-51-192-530 0 0,-2-5-36 0 0,0 1 0 0 0,0 0 0 0 0,0-1-1 0 0,0 1 1 0 0,0 0 0 0 0,1-1 0 0 0,-1 1 0 0 0,0-1 0 0 0,0 1 0 0 0,1-1-1 0 0,-1 1 1 0 0,0-1 0 0 0,1 1 0 0 0,-1-1 0 0 0,1 1 0 0 0,-1-1 0 0 0,1 1 0 0 0,-1-1-1 0 0,1 1 1 0 0,-1-1 0 0 0,1 0 0 0 0,0 1 0 0 0,8 3 33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47.4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1 720 15272 0 0,'17'-12'126'0'0,"7"-5"206"0"0,-18 12-257 0 0,-1 1 0 0 0,0-1 0 0 0,0 0-1 0 0,-1 0 1 0 0,0-1 0 0 0,0 1 0 0 0,0-1 0 0 0,0 0-1 0 0,3-8 1 0 0,14-38 403 0 0,-3-1-1 0 0,-2-1 1 0 0,-2-1 0 0 0,13-108-1 0 0,-23 117-395 0 0,-2-1 1 0 0,-6-69-1 0 0,4 110-83 0 0,0 5 1 0 0,0-1 0 0 0,0 0 0 0 0,0 1 0 0 0,-1-1 0 0 0,1 0 0 0 0,0 1 0 0 0,-1-1 0 0 0,1 1 0 0 0,-1-1 0 0 0,0 1 0 0 0,1-1 0 0 0,-1 1 0 0 0,0 0 0 0 0,0-1-1 0 0,0 1 1 0 0,0 0 0 0 0,0-1 0 0 0,0 1 0 0 0,-1 0 0 0 0,1 0 0 0 0,-2-1 0 0 0,3 1-1 0 0,-1 1-1 0 0,0-1 0 0 0,1 1 0 0 0,-1-1 0 0 0,0 1 0 0 0,0-1 0 0 0,1 1 1 0 0,-1 0-1 0 0,0-1 0 0 0,0 1 0 0 0,0 0 0 0 0,0 0 0 0 0,0 0 0 0 0,1-1 1 0 0,-1 1-1 0 0,0 0 0 0 0,0 0 0 0 0,0 0 0 0 0,0 0 0 0 0,0 0 0 0 0,0 1 1 0 0,1-1-1 0 0,-1 0 0 0 0,0 0 0 0 0,0 1 0 0 0,0-1 0 0 0,0 0 0 0 0,1 1 1 0 0,-1-1-1 0 0,0 0 0 0 0,0 1 0 0 0,1 0 0 0 0,-1-1 0 0 0,0 1 0 0 0,1-1 1 0 0,-1 1-1 0 0,0 0 0 0 0,1-1 0 0 0,-1 1 0 0 0,1 0 0 0 0,-1-1 0 0 0,1 1 1 0 0,0 0-1 0 0,-1 0 0 0 0,1 0 0 0 0,0 0 0 0 0,-1-1 0 0 0,1 1 0 0 0,0 2 1 0 0,0-3-1 0 0,-6 15-22 0 0,2 0 0 0 0,-1 1 1 0 0,2 0-1 0 0,0-1 0 0 0,1 1 0 0 0,1 0 1 0 0,0 0-1 0 0,2 17 0 0 0,2 10-65 0 0,14 73 0 0 0,-4-58 49 0 0,1 0 1 0 0,37 91-1 0 0,-46-140 40 0 0,-1 0-1 0 0,1 0 1 0 0,0-1-1 0 0,1 1 1 0 0,0-1 0 0 0,0 0-1 0 0,9 7 1 0 0,-14-13 0 0 0,1 0 0 0 0,0 0 0 0 0,0 0 0 0 0,1-1 0 0 0,-1 1 0 0 0,0-1 0 0 0,1 1 0 0 0,-1-1 0 0 0,1 0 0 0 0,-1 0 0 0 0,1 0 0 0 0,-1 0 0 0 0,1 0 0 0 0,0 0 0 0 0,-1-1 0 0 0,1 0 0 0 0,0 1 0 0 0,0-1 0 0 0,0 0 0 0 0,-1 0 0 0 0,1 0 0 0 0,0-1 0 0 0,0 1 0 0 0,-1-1 0 0 0,1 0 0 0 0,0 1 0 0 0,-1-1 0 0 0,1 0 0 0 0,4-3 0 0 0,2-2 17 0 0,-1-1-1 0 0,1 0 0 0 0,-1 0 1 0 0,0-1-1 0 0,-1 0 0 0 0,0 0 1 0 0,0-1-1 0 0,-1 0 0 0 0,0 0 1 0 0,-1-1-1 0 0,0 1 0 0 0,5-14 1 0 0,1-6 72 0 0,-1-1-1 0 0,10-60 1 0 0,-19 83-39 0 0,-1 0 0 0 0,0 0 0 0 0,0 1 0 0 0,0-1 0 0 0,-1 0 0 0 0,0 0-1 0 0,-1 1 1 0 0,0-1 0 0 0,0 0 0 0 0,0 1 0 0 0,-1 0 0 0 0,0-1 0 0 0,-3-5 0 0 0,4 11-33 0 0,1 0 0 0 0,-1 0 0 0 0,0 0 0 0 0,1 1 0 0 0,-1-1 0 0 0,0 1 0 0 0,0-1 0 0 0,0 1 0 0 0,1-1 0 0 0,-1 1 0 0 0,0 0 0 0 0,0 0 0 0 0,0 0 0 0 0,0 0 0 0 0,1 0 0 0 0,-1 1 0 0 0,0-1 0 0 0,0 0 1 0 0,0 1-1 0 0,1-1 0 0 0,-1 1 0 0 0,-2 1 0 0 0,-2 2 25 0 0,1 0 0 0 0,-1 0 1 0 0,0 1-1 0 0,1 0 0 0 0,0 0 1 0 0,0 1-1 0 0,1-1 0 0 0,0 1 1 0 0,0 0-1 0 0,0 0 1 0 0,0 0-1 0 0,1 1 0 0 0,-4 11 1 0 0,-1 4 50 0 0,1 0 1 0 0,2 0 0 0 0,-4 24 0 0 0,7-35-43 0 0,0 0 1 0 0,0 0 0 0 0,1 0-1 0 0,1 0 1 0 0,0 1 0 0 0,0-1 0 0 0,1 0-1 0 0,1 0 1 0 0,0 0 0 0 0,0 0-1 0 0,1 0 1 0 0,6 14 0 0 0,-9-24-44 0 0,1 1 0 0 0,0-1 0 0 0,-1 1 0 0 0,1-1 0 0 0,0 1 0 0 0,0-1 0 0 0,0 0 0 0 0,0 0 0 0 0,0 1 1 0 0,0-1-1 0 0,0 0 0 0 0,0 0 0 0 0,1 0 0 0 0,-1 0 0 0 0,0 0 0 0 0,1 0 0 0 0,-1-1 0 0 0,1 1 0 0 0,-1 0 1 0 0,1-1-1 0 0,-1 1 0 0 0,3 0 0 0 0,-1-1 2 0 0,0 0 0 0 0,1 0 0 0 0,-1 0 0 0 0,0-1 0 0 0,0 1 0 0 0,0-1 0 0 0,0 1 0 0 0,0-1 0 0 0,0 0 0 0 0,6-3 0 0 0,4-3 13 0 0,-1 0 0 0 0,1-1 0 0 0,-2 0 1 0 0,14-12-1 0 0,42-47 61 0 0,-51 49-56 0 0,0 0 0 0 0,2 2 0 0 0,33-25 0 0 0,-28 24 0 0 0,-19 13-22 0 0,2 0 1 0 0,-1 0-1 0 0,0 1 0 0 0,1-1 0 0 0,6-2 0 0 0,-10 6 0 0 0,0-1 0 0 0,1 0 0 0 0,-1 1 0 0 0,0 0 0 0 0,1-1 0 0 0,-1 1 0 0 0,0 0 0 0 0,1 0-1 0 0,-1 0 1 0 0,0 1 0 0 0,1-1 0 0 0,-1 0 0 0 0,0 1 0 0 0,0 0 0 0 0,1-1 0 0 0,-1 1 0 0 0,4 2 0 0 0,-5-2-2 0 0,0 0 0 0 0,0 0 0 0 0,0 0 0 0 0,0 0 0 0 0,0 1-1 0 0,0-1 1 0 0,0 0 0 0 0,-1 0 0 0 0,1 1 0 0 0,0-1 0 0 0,-1 0 0 0 0,1 1 0 0 0,-1-1 0 0 0,1 1 0 0 0,-1-1 0 0 0,0 1 0 0 0,1-1 0 0 0,-1 0 0 0 0,0 4 0 0 0,-1 29 35 0 0,1-28-24 0 0,-3 24 22 0 0,-1-1 0 0 0,-2-1 0 0 0,-1 1 0 0 0,-1-1 0 0 0,-1 0 0 0 0,-16 33 0 0 0,21-52-24 0 0,3-5 5 0 0,-1 0 1 0 0,0 1-1 0 0,0-1 1 0 0,0 0-1 0 0,-1 0 0 0 0,1 0 1 0 0,-1 0-1 0 0,0-1 1 0 0,-4 5-1 0 0,6-7 107 0 0,1-15-25 0 0,3 2-76 0 0,0-1 0 0 0,0 1 0 0 0,2 0 0 0 0,-1 0 0 0 0,1 0-1 0 0,1 0 1 0 0,9-13 0 0 0,56-73 163 0 0,-70 96-181 0 0,1 0 1 0 0,-1 1 0 0 0,1-1 0 0 0,-1 0 0 0 0,1 1 0 0 0,0-1 0 0 0,-1 1 0 0 0,1-1-1 0 0,0 1 1 0 0,0 0 0 0 0,0 0 0 0 0,0 0 0 0 0,0 0 0 0 0,1 0 0 0 0,-1 0 0 0 0,0 1-1 0 0,0-1 1 0 0,1 1 0 0 0,-1-1 0 0 0,0 1 0 0 0,0 0 0 0 0,1 0 0 0 0,3 0 0 0 0,-4 1 4 0 0,1 0-1 0 0,0 0 1 0 0,0 0 0 0 0,0 1 0 0 0,-1-1 0 0 0,1 0 0 0 0,-1 1 0 0 0,1 0 0 0 0,-1 0 0 0 0,0 0 0 0 0,1 0-1 0 0,-1 0 1 0 0,0 0 0 0 0,0 0 0 0 0,-1 1 0 0 0,1-1 0 0 0,2 4 0 0 0,1 4 27 0 0,-1-1 0 0 0,0 0-1 0 0,5 19 1 0 0,4 11 142 0 0,-12-39-175 0 0,-1 1 1 0 0,0-1-1 0 0,0 0 1 0 0,0 1-1 0 0,1-1 1 0 0,-1 0-1 0 0,0 1 1 0 0,0-1-1 0 0,1 1 1 0 0,-1-1-1 0 0,0 0 1 0 0,1 0-1 0 0,-1 1 1 0 0,0-1-1 0 0,1 0 1 0 0,-1 0-1 0 0,0 1 1 0 0,1-1-1 0 0,-1 0 1 0 0,1 0-1 0 0,-1 0 1 0 0,0 1-1 0 0,1-1 1 0 0,-1 0-1 0 0,1 0 1 0 0,-1 0-1 0 0,1 0 1 0 0,-1 0-1 0 0,1 0 1 0 0,-1 0-1 0 0,0 0 1 0 0,1 0-1 0 0,-1 0 1 0 0,1 0-1 0 0,-1-1 1 0 0,1 1-1 0 0,-1 0 1 0 0,0 0-1 0 0,1 0 1 0 0,-1 0-1 0 0,1-1 0 0 0,-1 1 1 0 0,0 0-1 0 0,1 0 1 0 0,-1-1-1 0 0,0 1 1 0 0,1 0-1 0 0,-1-1 1 0 0,0 1-1 0 0,1 0 1 0 0,-1-1-1 0 0,0 1 1 0 0,0-1-1 0 0,0 1 1 0 0,1 0-1 0 0,-1-1 1 0 0,0 1-1 0 0,0-1 1 0 0,12-22 67 0 0,13-54 88 0 0,-12 40-40 0 0,13-64 1 0 0,-21 80-69 0 0,0-15 46 0 0,-2 16-17 0 0,-2 2 65 0 0,-1 17-143 0 0,0 1 1 0 0,0 0-1 0 0,0-1 0 0 0,0 1 0 0 0,0 0 0 0 0,0 0 1 0 0,-1-1-1 0 0,1 1 0 0 0,0 0 0 0 0,0 0 1 0 0,0-1-1 0 0,-1 1 0 0 0,1 0 0 0 0,0 0 0 0 0,0-1 1 0 0,-1 1-1 0 0,1 0 0 0 0,0 0 0 0 0,0 0 1 0 0,-1-1-1 0 0,1 1 0 0 0,0 0 0 0 0,-1 0 0 0 0,1 0 1 0 0,0 0-1 0 0,-1 0 0 0 0,1 0 0 0 0,0 0 0 0 0,0 0 1 0 0,-1 0-1 0 0,1 0 0 0 0,0 0 0 0 0,-1 0 1 0 0,1 0-1 0 0,0 0 0 0 0,-1 0 0 0 0,1 0 0 0 0,0 0 1 0 0,-1 0-1 0 0,1 0 0 0 0,0 0 0 0 0,-1 1 1 0 0,-14 26 107 0 0,11-18-93 0 0,-1-1 0 0 0,2 1 1 0 0,-1 0-1 0 0,1 0 1 0 0,0 0-1 0 0,1 0 1 0 0,0 0-1 0 0,0 1 0 0 0,1-1 1 0 0,0 1-1 0 0,1-1 1 0 0,0 1-1 0 0,2 10 1 0 0,-2-15-4 0 0,0-1 0 0 0,1 1 1 0 0,0 0-1 0 0,0-1 1 0 0,0 1-1 0 0,1-1 1 0 0,-1 1-1 0 0,4 6 1 0 0,-3-9 20 0 0,18 7 72 0 0,-9-10-77 0 0,-1-1-1 0 0,0 0 1 0 0,0 0 0 0 0,1-1-1 0 0,-2-1 1 0 0,1 0-1 0 0,16-9 1 0 0,-26 13-30 0 0,73-29 277 0 0,-71 28-250 0 0,-1 2-20 0 0,0-1 0 0 0,1 1 0 0 0,-1-1 0 0 0,0 1 0 0 0,0-1 0 0 0,0 1 0 0 0,-1 0 0 0 0,1-1 0 0 0,0 1 0 0 0,0 0 0 0 0,0 0 0 0 0,0 0 0 0 0,-1 0 0 0 0,1 0 0 0 0,0 1 0 0 0,-5 27 79 0 0,-2-1 0 0 0,-1 1 0 0 0,-1-1 0 0 0,-21 48 0 0 0,29-75-63 0 0,19-28 170 0 0,42-44-1 0 0,-60 69-186 0 0,1 1-1 0 0,-1 0 0 0 0,0-1 0 0 0,0 1 0 0 0,1 0 1 0 0,-1 0-1 0 0,1 0 0 0 0,-1 0 0 0 0,1 0 0 0 0,-1 0 1 0 0,1 0-1 0 0,0 1 0 0 0,-1-1 0 0 0,1 0 0 0 0,0 1 1 0 0,0 0-1 0 0,-1-1 0 0 0,1 1 0 0 0,0 0 0 0 0,0 0 1 0 0,-1 0-1 0 0,1 0 0 0 0,0 0 0 0 0,0 0 0 0 0,0 1 1 0 0,-1-1-1 0 0,1 1 0 0 0,3 0 0 0 0,-3 1 1 0 0,0-1 1 0 0,-1 1-1 0 0,1-1 1 0 0,-1 1-1 0 0,1 0 0 0 0,-1 0 1 0 0,0 0-1 0 0,1 0 1 0 0,-1 0-1 0 0,0 0 0 0 0,0 0 1 0 0,-1 0-1 0 0,1 0 1 0 0,0 0-1 0 0,-1 0 0 0 0,1 1 1 0 0,-1-1-1 0 0,0 0 1 0 0,1 0-1 0 0,-1 1 0 0 0,-1 2 1 0 0,-2 102 311 0 0,2-105-290 0 0,19-39 66 0 0,-12 23-79 0 0,1 1 0 0 0,0 0 0 0 0,1 0 0 0 0,0 0 0 0 0,1 1 0 0 0,1 0 0 0 0,-1 1 0 0 0,2 0 0 0 0,0 1 0 0 0,15-12 0 0 0,-25 21-15 0 0,0 0 0 0 0,-1 1 0 0 0,1-1 0 0 0,0 1 0 0 0,0 0 0 0 0,0-1 0 0 0,0 1 0 0 0,-1-1 0 0 0,1 1-1 0 0,0 0 1 0 0,0 0 0 0 0,0 0 0 0 0,0-1 0 0 0,0 1 0 0 0,0 0 0 0 0,0 0 0 0 0,0 0 0 0 0,0 0 0 0 0,0 1 0 0 0,-1-1 0 0 0,1 0 0 0 0,0 0 0 0 0,0 0 0 0 0,0 1 0 0 0,0-1-1 0 0,0 0 1 0 0,0 1 0 0 0,-1-1 0 0 0,1 1 0 0 0,0-1 0 0 0,0 1 0 0 0,-1 0 0 0 0,1-1 0 0 0,0 1 0 0 0,-1-1 0 0 0,1 1 0 0 0,-1 0 0 0 0,1 0 0 0 0,0-1 0 0 0,-1 1 0 0 0,0 0-1 0 0,1 0 1 0 0,-1 0 0 0 0,0 0 0 0 0,1 0 0 0 0,-1-1 0 0 0,0 3 0 0 0,2 3 5 0 0,0 0 1 0 0,-1 0-1 0 0,0 1 0 0 0,1 12 0 0 0,-3-2 9 0 0,0 0 0 0 0,-1 1 0 0 0,-1-1 0 0 0,-1 0 0 0 0,-7 21 0 0 0,9-33-9 0 0,0-1 0 0 0,0 1 0 0 0,-1-1 0 0 0,0 1 0 0 0,0-1 0 0 0,0 0 0 0 0,-6 6 0 0 0,1 0 21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47.8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18895 0 0,'0'0'0'0'0,"15"26"0"0"0,-1-10 320 0 0,-4-7 8 0 0,-4 3-8 0 0,-4-2 128 0 0,0 5-200 0 0,-8-3 624 0 0,-4-9-112 0 0,-1-3-608 0 0,3-3 0 0 0,-2-1 152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48.1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13264 0 0,'5'27'186'0'0,"12"14"83"0"0,-14-35-224 0 0,0 0 0 0 0,1 0 0 0 0,0-1 0 0 0,0 1 0 0 0,1-1 0 0 0,0 0 0 0 0,-1 0 0 0 0,2-1 0 0 0,-1 0 0 0 0,0 0 0 0 0,1 0 0 0 0,0 0 0 0 0,0-1 0 0 0,9 4 0 0 0,3-2 140 0 0,0 0-1 0 0,0-1 1 0 0,1-1-1 0 0,-1-1 1 0 0,1-1-1 0 0,35-2 1 0 0,-12-3-1134 0 0,77-17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55.2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1 893 6128 0 0,'21'-1'58'0'0,"1"-6"131"0"0,-20 5-170 0 0,0 0 0 0 0,-1 0 1 0 0,1 0-1 0 0,0 0 1 0 0,-1 0-1 0 0,0 0 0 0 0,1 0 1 0 0,-1 0-1 0 0,0-1 1 0 0,0 1-1 0 0,0 0 0 0 0,-1-1 1 0 0,1 1-1 0 0,0-1 1 0 0,0-4-1 0 0,14-99 1153 0 0,-5-1 0 0 0,-5-179 0 0 0,-5 55-567 0 0,-1 139-63 0 0,1 90-384 0 0,1 3-145 0 0,0 1 0 0 0,1-1-1 0 0,-1 0 1 0 0,0 0 0 0 0,0 1 0 0 0,0-1-1 0 0,0 1 1 0 0,0-1 0 0 0,-1 1-1 0 0,1-1 1 0 0,0 1 0 0 0,-1-1 0 0 0,1 1-1 0 0,0 2 1 0 0,3 5 18 0 0,86 208 466 0 0,-83-200-433 0 0,0 1 144 0 0,1 1-1 0 0,15 25 1 0 0,-22-44-194 0 0,-1 0 1 0 0,0 0-1 0 0,0 1 1 0 0,0-1-1 0 0,0 0 1 0 0,0 1-1 0 0,0-1 0 0 0,0 0 1 0 0,1 0-1 0 0,-1 1 1 0 0,0-1-1 0 0,0 0 1 0 0,0 0-1 0 0,1 0 1 0 0,-1 1-1 0 0,0-1 1 0 0,0 0-1 0 0,1 0 1 0 0,-1 0-1 0 0,0 0 1 0 0,0 0-1 0 0,1 1 1 0 0,-1-1-1 0 0,0 0 1 0 0,1 0-1 0 0,-1 0 1 0 0,0 0-1 0 0,0 0 1 0 0,1 0-1 0 0,-1 0 1 0 0,0 0-1 0 0,1 0 1 0 0,-1 0-1 0 0,0 0 1 0 0,0 0-1 0 0,1 0 1 0 0,-1 0-1 0 0,0 0 1 0 0,1 0-1 0 0,-1-1 1 0 0,0 1-1 0 0,0 0 1 0 0,1 0-1 0 0,-1 0 1 0 0,0 0-1 0 0,0-1 0 0 0,1 1 1 0 0,-1 0-1 0 0,0 0 1 0 0,0 0-1 0 0,0-1 1 0 0,1 1-1 0 0,-1 0 1 0 0,0 0-1 0 0,0-1 1 0 0,0 1-1 0 0,0 0 1 0 0,7-16 317 0 0,-7 15-346 0 0,36-169 966 0 0,-32 147-790 0 0,-2 8-42 0 0,1 0 0 0 0,0 1 0 0 0,7-16 0 0 0,6-48 573 0 0,-13 74-472 0 0,3 2 139 0 0,-4 4-157 0 0,0 9-145 0 0,20 130 669 0 0,-20-79-599 0 0,-2-45-75 0 0,1-1 1 0 0,2 22-1 0 0,8 59 260 0 0,-10-92-294 0 0,0 0 1 0 0,0 0-1 0 0,1-1 0 0 0,0 1 0 0 0,0 0 0 0 0,3 5 0 0 0,-2-6 0 0 0,-1 1 0 0 0,0 0 0 0 0,0 0 0 0 0,0 0 0 0 0,1 10 0 0 0,-2-11 1 0 0,0 0-1 0 0,0-1 0 0 0,0 1 0 0 0,0 0 1 0 0,1 0-1 0 0,-1-1 0 0 0,1 1 1 0 0,0 0-1 0 0,0-1 0 0 0,0 0 0 0 0,1 1 1 0 0,-1-1-1 0 0,1 0 0 0 0,0 0 0 0 0,0-1 1 0 0,0 1-1 0 0,0-1 0 0 0,0 1 0 0 0,0-1 1 0 0,1 0-1 0 0,-1 0 0 0 0,1 0 0 0 0,0-1 1 0 0,-1 1-1 0 0,1-1 0 0 0,0 0 1 0 0,0 0-1 0 0,8 1 0 0 0,-9-2-4 0 0,-1-1-1 0 0,1 1 0 0 0,0-1 1 0 0,0 0-1 0 0,-1 1 1 0 0,1-1-1 0 0,0-1 1 0 0,-1 1-1 0 0,1 0 1 0 0,-1 0-1 0 0,0-1 1 0 0,1 0-1 0 0,-1 1 1 0 0,0-1-1 0 0,0 0 1 0 0,2-2-1 0 0,6-5 61 0 0,-4 5-52 0 0,-1-1-1 0 0,0-1 1 0 0,0 1-1 0 0,-1-1 0 0 0,0 1 1 0 0,0-1-1 0 0,0 0 1 0 0,-1-1-1 0 0,6-11 0 0 0,-4 2 31 0 0,1 0-1 0 0,-2 0 0 0 0,3-19 1 0 0,-6 26-29 0 0,0 1 0 0 0,0 0 0 0 0,-1-1 0 0 0,0 1-1 0 0,-2-14 1 0 0,2 18-1 0 0,-1 1-1 0 0,0-1 1 0 0,0 1-1 0 0,0-1 1 0 0,-1 0-1 0 0,1 1 1 0 0,-1 0-1 0 0,0-1 1 0 0,0 1 0 0 0,0 0-1 0 0,0 0 1 0 0,0 0-1 0 0,-1 0 1 0 0,-3-3-1 0 0,5 6-17 0 0,1 0 0 0 0,-1 0 1 0 0,0-1-1 0 0,1 1 0 0 0,-1 0 0 0 0,0 0 0 0 0,1 0 1 0 0,-1 0-1 0 0,0 0 0 0 0,0 0 0 0 0,1 0 0 0 0,-1 0 1 0 0,0 0-1 0 0,1 0 0 0 0,-1 0 0 0 0,0 0 0 0 0,1 0 1 0 0,-1 1-1 0 0,0-1 0 0 0,1 0 0 0 0,-1 1 0 0 0,0-1 1 0 0,1 0-1 0 0,-1 1 0 0 0,1-1 0 0 0,-1 0 0 0 0,0 1 1 0 0,1-1-1 0 0,-1 1 0 0 0,1-1 0 0 0,0 1 0 0 0,-1 0 1 0 0,1-1-1 0 0,-1 1 0 0 0,1-1 0 0 0,0 1 0 0 0,0 0 1 0 0,-1 1-1 0 0,-14 26 79 0 0,14-25-58 0 0,-5 15 17 0 0,0 1 0 0 0,1 1 0 0 0,1-1-1 0 0,1 1 1 0 0,0 0 0 0 0,1 24 0 0 0,2-38-33 0 0,-2 16 57 0 0,0 1 1 0 0,2-1-1 0 0,1 1 1 0 0,0 0-1 0 0,2-1 1 0 0,0 0 0 0 0,2 1-1 0 0,14 40 1 0 0,-17-57-23 0 0,1 0 0 0 0,0 0 0 0 0,0 0 0 0 0,0 0 0 0 0,8 8 0 0 0,-10-13-30 0 0,0 0 0 0 0,0 0 0 0 0,0 0 0 0 0,0 0 0 0 0,0 0 0 0 0,0 0 0 0 0,1 0 1 0 0,-1 0-1 0 0,0 0 0 0 0,1 0 0 0 0,-1-1 0 0 0,0 1 0 0 0,1-1 0 0 0,-1 1 0 0 0,1-1 0 0 0,-1 0 0 0 0,1 1 0 0 0,0-1 0 0 0,-1 0 1 0 0,1 0-1 0 0,-1 0 0 0 0,1 0 0 0 0,-1 0 0 0 0,1 0 0 0 0,-1-1 0 0 0,1 1 0 0 0,-1 0 0 0 0,1-1 0 0 0,-1 1 0 0 0,1-1 0 0 0,-1 0 1 0 0,2 0-1 0 0,0-1 2 0 0,0-1 1 0 0,0 1-1 0 0,-1 0 1 0 0,1-1-1 0 0,0 0 0 0 0,-1 1 1 0 0,0-1-1 0 0,0 0 1 0 0,0 0-1 0 0,0 0 1 0 0,0-1-1 0 0,-1 1 1 0 0,1 0-1 0 0,1-7 1 0 0,0-2 42 0 0,0 0 0 0 0,-1 0 0 0 0,2-18 0 0 0,4-42 139 0 0,-4 49-114 0 0,-1-1 0 0 0,-1 0 0 0 0,-1 1 0 0 0,-4-36 0 0 0,5 24 237 0 0,7 46-234 0 0,20 50 39 0 0,-13-26-70 0 0,22 36 0 0 0,-29-56-44 0 0,6 10 30 0 0,1 0-1 0 0,31 36 1 0 0,-43-57-32 0 0,0-1 0 0 0,0-1-1 0 0,0 1 1 0 0,1 0 0 0 0,-1-1 0 0 0,1 0-1 0 0,-1 0 1 0 0,1-1 0 0 0,0 1 0 0 0,0-1-1 0 0,0 0 1 0 0,-1 0 0 0 0,1 0 0 0 0,0-1-1 0 0,0 0 1 0 0,0 0 0 0 0,0 0-1 0 0,0 0 1 0 0,7-2 0 0 0,-10 1-7 0 0,0 1 0 0 0,-1 0 0 0 0,1-1 1 0 0,0 0-1 0 0,0 1 0 0 0,-1-1 0 0 0,1 0 0 0 0,0 0 0 0 0,-1 0 0 0 0,1 0 1 0 0,-1 0-1 0 0,1 0 0 0 0,-1 0 0 0 0,0 0 0 0 0,1-1 0 0 0,-1 1 0 0 0,0-1 1 0 0,0 1-1 0 0,0-1 0 0 0,0 1 0 0 0,0-1 0 0 0,0 1 0 0 0,-1-1 1 0 0,1 0-1 0 0,0 0 0 0 0,-1 1 0 0 0,1-1 0 0 0,-1 0 0 0 0,0 0 0 0 0,0 0 1 0 0,0 1-1 0 0,0-3 0 0 0,0-6 9 0 0,-1 0 0 0 0,0 0 0 0 0,-1 0-1 0 0,-5-18 1 0 0,0-1 10 0 0,-29-150 33 0 0,6 25-15 0 0,2 25 7 0 0,26 119-42 0 0,-1 0 0 0 0,0 0-1 0 0,-6-14 1 0 0,-2-9 33 0 0,6 21-14 0 0,3 13 20 0 0,3 23-7 0 0,28 75-1 0 0,-25-75-27 0 0,2 0 1 0 0,1-1-1 0 0,12 30 0 0 0,3 2 20 0 0,-14-33-15 0 0,1-1-1 0 0,17 30 1 0 0,-25-49-15 0 0,25 39 70 0 0,49 62-1 0 0,-67-92-50 0 0,1-1-1 0 0,1 0 1 0 0,0-1-1 0 0,0 0 1 0 0,1-1-1 0 0,0 0 0 0 0,0-1 1 0 0,1 0-1 0 0,0 0 1 0 0,25 9-1 0 0,-35-15-13 0 0,1-1 0 0 0,-1 1 0 0 0,1 0 0 0 0,0-1 0 0 0,-1 1 0 0 0,1-1 0 0 0,-1 0 0 0 0,1 0 0 0 0,0 0 0 0 0,-1 0 0 0 0,1 0 0 0 0,-1-1 0 0 0,1 1 0 0 0,-1-1 0 0 0,1 0 0 0 0,-1 1 0 0 0,1-1 0 0 0,-1 0 0 0 0,1 0 0 0 0,-1-1 0 0 0,0 1 0 0 0,4-4 0 0 0,-3 3 1 0 0,-1-1 1 0 0,0 0 0 0 0,0 0 0 0 0,0 0 0 0 0,0 0 0 0 0,-1-1-1 0 0,1 1 1 0 0,-1 0 0 0 0,0-1 0 0 0,0 1 0 0 0,0-1 0 0 0,0 0-1 0 0,-1 1 1 0 0,0-1 0 0 0,1 1 0 0 0,-2-7 0 0 0,1-7 23 0 0,0-1 1 0 0,-2 1 0 0 0,-3-21-1 0 0,4 34-22 0 0,0 0 0 0 0,0 0 0 0 0,0 0-1 0 0,-1 0 1 0 0,1 0 0 0 0,-1 0 0 0 0,0 0 0 0 0,0 0-1 0 0,0 0 1 0 0,-1 1 0 0 0,0-1 0 0 0,1 1 0 0 0,-1 0 0 0 0,0 0-1 0 0,0 0 1 0 0,-1 0 0 0 0,1 1 0 0 0,-6-4 0 0 0,9 6-7 0 0,-1-1 1 0 0,1 1 0 0 0,-1 0-1 0 0,1-1 1 0 0,-1 1 0 0 0,0 0 0 0 0,1 0-1 0 0,-1 0 1 0 0,0 0 0 0 0,1 0-1 0 0,-1 0 1 0 0,0 0 0 0 0,1 0 0 0 0,-1 0-1 0 0,1 0 1 0 0,-1 0 0 0 0,0 0 0 0 0,1 0-1 0 0,-1 0 1 0 0,0 1 0 0 0,1-1-1 0 0,-1 0 1 0 0,1 0 0 0 0,-1 1 0 0 0,1-1-1 0 0,-1 0 1 0 0,0 1 0 0 0,0 0-1 0 0,-10 20 37 0 0,4 25 16 0 0,7-44-51 0 0,0 18 10 0 0,0 0 1 0 0,2 0-1 0 0,0 0 1 0 0,2 0 0 0 0,0 0-1 0 0,1 0 1 0 0,1-1 0 0 0,15 34-1 0 0,-19-48-8 0 0,0-1 0 0 0,0 0-1 0 0,0 0 1 0 0,1 0 0 0 0,-1 0 0 0 0,1 0-1 0 0,0-1 1 0 0,0 1 0 0 0,0-1-1 0 0,0 0 1 0 0,1 0 0 0 0,-1 0 0 0 0,1 0-1 0 0,0-1 1 0 0,0 1 0 0 0,0-1-1 0 0,0 0 1 0 0,0 0 0 0 0,0 0 0 0 0,0-1-1 0 0,1 0 1 0 0,-1 1 0 0 0,8 0 0 0 0,-11-3-4 0 0,0 1 1 0 0,0-1-1 0 0,0 1 1 0 0,0-1-1 0 0,0 0 1 0 0,0 1 0 0 0,-1-1-1 0 0,1 0 1 0 0,0 0-1 0 0,0 0 1 0 0,-1 1 0 0 0,1-1-1 0 0,0 0 1 0 0,-1 0-1 0 0,1 0 1 0 0,-1 0 0 0 0,0 0-1 0 0,1-2 1 0 0,8-21 20 0 0,-8 22-14 0 0,14-55 32 0 0,-10 38-20 0 0,0 0 0 0 0,9-20 0 0 0,-13 36-6 0 0,0 3-12 0 0,0 1 0 0 0,1-1 0 0 0,-1 1 0 0 0,0-1 0 0 0,0 1 0 0 0,1-1 0 0 0,-1 1 0 0 0,0-1 0 0 0,0 1 0 0 0,0 0-1 0 0,0 0 1 0 0,0 0 0 0 0,0 0 0 0 0,0 0 0 0 0,0 0 0 0 0,0 0 0 0 0,-1 0 0 0 0,1 0 0 0 0,1 1 0 0 0,17 33 1 0 0,-4-8 3 0 0,-10-19-6 0 0,21 25 7 0 0,-24-31-6 0 0,-1-1-1 0 0,1 1 1 0 0,0 0 0 0 0,0-1-1 0 0,0 0 1 0 0,0 1-1 0 0,0-1 1 0 0,0 0-1 0 0,0 0 1 0 0,1 0-1 0 0,-1 0 1 0 0,0-1 0 0 0,1 1-1 0 0,-1-1 1 0 0,5 1-1 0 0,-4-1 1 0 0,1 0-1 0 0,-1-1 1 0 0,1 0-1 0 0,0 1 1 0 0,-1-1-1 0 0,1-1 1 0 0,-1 1 0 0 0,0 0-1 0 0,1-1 1 0 0,-1 0-1 0 0,0 1 1 0 0,0-1-1 0 0,0-1 1 0 0,5-3-1 0 0,2-4 0 0 0,1-1 0 0 0,12-17 0 0 0,8-10 0 0 0,-13 20 1 0 0,0 0-1 0 0,-2-2 0 0 0,17-25 1 0 0,-32 42-3356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55.56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17079 0 0,'0'0'0'0'0,"46"17"0"0"0,-17-7 344 0 0,-4 0 0 0 0,-7-1 0 0 0,-3 2 8 0 0,0 2-224 0 0,16 11 120 0 0,-20-14-112 0 0,-1-3 768 0 0,1 8 568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55.9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62 12960 0 0,'8'0'9'0'0,"13"2"128"0"0,-20-1-110 0 0,1-1 0 0 0,0 1 1 0 0,0-1-1 0 0,0 1 0 0 0,-1 0 1 0 0,1-1-1 0 0,0 1 0 0 0,-1 0 1 0 0,1 0-1 0 0,-1 0 0 0 0,1 1 1 0 0,-1-1-1 0 0,0 0 0 0 0,2 3 1 0 0,-1-3 12 0 0,0 1 0 0 0,0-1 0 0 0,0 0 0 0 0,-1 0 0 0 0,1 1 0 0 0,0-1 0 0 0,0 0 0 0 0,0-1 1 0 0,1 1-1 0 0,-1 0 0 0 0,0-1 0 0 0,0 1 0 0 0,0-1 0 0 0,1 1 0 0 0,-1-1 0 0 0,0 0 0 0 0,0 0 1 0 0,1 0-1 0 0,-1 0 0 0 0,0-1 0 0 0,3 0 0 0 0,51-15 117 0 0,-41 11-82 0 0,14-7 45 0 0,49-26-1 0 0,-46 21-1866 0 0,-26 13-7623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57.33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1 610 12056 0 0,'0'0'2849'0'0,"4"0"-2722"0"0,13-1-44 0 0,0-1 0 0 0,0 0 0 0 0,0-2 0 0 0,-1 0 1 0 0,0-1-1 0 0,32-13 0 0 0,-21 5 59 0 0,0-1 0 0 0,0-1 0 0 0,28-22 0 0 0,-33 19-52 0 0,-1 0 0 0 0,-1-2 0 0 0,0 0-1 0 0,-2-2 1 0 0,24-34 0 0 0,-29 20 48 0 0,-11 25-87 0 0,-1 9 26 0 0,-1 2-73 0 0,-1 0 0 0 0,1 0-1 0 0,0 0 1 0 0,-1 0 0 0 0,1-1-1 0 0,0 1 1 0 0,-1 0 0 0 0,1 0-1 0 0,0 0 1 0 0,-1 0 0 0 0,1 0-1 0 0,-1 0 1 0 0,1 0 0 0 0,0 0-1 0 0,-1 0 1 0 0,1 0 0 0 0,0 0-1 0 0,-1 0 1 0 0,1 0 0 0 0,-1 0-1 0 0,1 0 1 0 0,0 1 0 0 0,-1-1-1 0 0,1 0 1 0 0,0 0 0 0 0,-1 0-1 0 0,1 1 1 0 0,0-1 0 0 0,0 0-1 0 0,-1 0 1 0 0,1 1 0 0 0,-12 12 22 0 0,0 0 1 0 0,1 1-1 0 0,0 1 1 0 0,2 0-1 0 0,0 0 1 0 0,0 1-1 0 0,1 0 1 0 0,-7 23 0 0 0,-38 143 158 0 0,51-172-170 0 0,0 0 1 0 0,1 0 0 0 0,0 0-1 0 0,0 0 1 0 0,1 0 0 0 0,1 0-1 0 0,-1 0 1 0 0,2 0-1 0 0,-1 0 1 0 0,5 14 0 0 0,-4-20-9 0 0,-1 0 1 0 0,0 0 0 0 0,1-1 0 0 0,0 1 0 0 0,0 0-1 0 0,0-1 1 0 0,0 0 0 0 0,1 1 0 0 0,-1-1-1 0 0,1 0 1 0 0,0 0 0 0 0,0-1 0 0 0,0 1 0 0 0,0 0-1 0 0,0-1 1 0 0,1 0 0 0 0,-1 0 0 0 0,1 0-1 0 0,0 0 1 0 0,-1-1 0 0 0,1 1 0 0 0,0-1-1 0 0,0 0 1 0 0,0 0 0 0 0,0 0 0 0 0,0-1 0 0 0,0 1-1 0 0,6-1 1 0 0,4-1 12 0 0,0 0 1 0 0,0 0-1 0 0,-1-2 0 0 0,1 0 0 0 0,-1 0 1 0 0,22-9-1 0 0,74-42 110 0 0,-43 20-18 0 0,-48 25-77 0 0,0-1 0 0 0,-1 0-1 0 0,0-1 1 0 0,-1-1 0 0 0,0-1 0 0 0,-1 0 0 0 0,0-1-1 0 0,-1-1 1 0 0,-1 0 0 0 0,22-30 0 0 0,-28 33-11 0 0,3-3 36 0 0,0-1 0 0 0,-1 0 1 0 0,-1 0-1 0 0,-1-1 1 0 0,11-34-1 0 0,-18 48 115 0 0,-23 5-87 0 0,17 4-71 0 0,-1 0 0 0 0,2 0 0 0 0,-1 0 1 0 0,0 1-1 0 0,-4 8 0 0 0,2-4 3 0 0,-3 6 8 0 0,1 0 0 0 0,1 1 0 0 0,1 0 0 0 0,0 0 0 0 0,1 1 0 0 0,1 0 1 0 0,1 0-1 0 0,1 1 0 0 0,0 0 0 0 0,0 28 0 0 0,3-46-23 0 0,1 1 0 0 0,0-1 0 0 0,0 1 0 0 0,0-1 1 0 0,0 1-1 0 0,0-1 0 0 0,0 1 0 0 0,1-1 0 0 0,-1 0 0 0 0,1 1 0 0 0,0-1 0 0 0,0 0 0 0 0,0 1 0 0 0,0-1 0 0 0,0 0 0 0 0,0 0 1 0 0,0 0-1 0 0,1 0 0 0 0,-1 0 0 0 0,1 0 0 0 0,0 0 0 0 0,-1 0 0 0 0,1-1 0 0 0,0 1 0 0 0,0-1 0 0 0,0 1 0 0 0,0-1 1 0 0,0 0-1 0 0,1 0 0 0 0,-1 0 0 0 0,0 0 0 0 0,4 1 0 0 0,-3-1 0 0 0,0-1 1 0 0,0 0-1 0 0,-1 1 0 0 0,1-1 1 0 0,0 0-1 0 0,0-1 0 0 0,0 1 1 0 0,0 0-1 0 0,0-1 0 0 0,0 0 1 0 0,0 0-1 0 0,-1 0 0 0 0,1 0 1 0 0,0 0-1 0 0,-1 0 0 0 0,1-1 1 0 0,-1 1-1 0 0,1-1 0 0 0,-1 0 1 0 0,1 0-1 0 0,-1 1 0 0 0,0-2 1 0 0,0 1-1 0 0,0 0 0 0 0,0 0 1 0 0,2-5-1 0 0,1-1 5 0 0,0 0 0 0 0,0 0 0 0 0,-1 0 0 0 0,0 0 0 0 0,-1-1 0 0 0,0 0 0 0 0,0 1 0 0 0,-1-1 0 0 0,0 0 0 0 0,0-1-1 0 0,-1 1 1 0 0,0-17 0 0 0,-1 10 8 0 0,-1 0-1 0 0,0 1 0 0 0,-1-1 1 0 0,-1 1-1 0 0,-1 0 0 0 0,-9-28 1 0 0,10 37-7 0 0,0-1 0 0 0,0 1 1 0 0,0 0-1 0 0,-1-1 1 0 0,0 2-1 0 0,0-1 0 0 0,-1 0 1 0 0,1 1-1 0 0,-1 0 1 0 0,-1 0-1 0 0,1 0 1 0 0,-1 1-1 0 0,1 0 0 0 0,-1 0 1 0 0,0 0-1 0 0,-1 1 1 0 0,-12-5-1 0 0,17 7-5 0 0,1 0 0 0 0,-1 1 0 0 0,0-1 0 0 0,0 1 0 0 0,0-1 0 0 0,0 1 0 0 0,0 0 0 0 0,0 0 0 0 0,0 0 0 0 0,1 0 0 0 0,-1 0 0 0 0,0 0 0 0 0,0 1 0 0 0,0-1 0 0 0,0 1 0 0 0,0-1 0 0 0,1 1 0 0 0,-1-1 0 0 0,0 1 0 0 0,0 0 0 0 0,1 0 0 0 0,-1 0 0 0 0,1 0 0 0 0,-1 0 0 0 0,1 1 0 0 0,-1-1 0 0 0,-1 2 0 0 0,0 1 8 0 0,1 0-1 0 0,-1-1 0 0 0,1 2 0 0 0,0-1 0 0 0,0 0 0 0 0,0 0 1 0 0,1 1-1 0 0,-1-1 0 0 0,-1 10 0 0 0,2-9 0 0 0,0 0 0 0 0,1 1 0 0 0,-1-1 0 0 0,1 0-1 0 0,0 1 1 0 0,0-1 0 0 0,1 0 0 0 0,0 1 0 0 0,0-1 0 0 0,0 0 0 0 0,0 0-1 0 0,1 0 1 0 0,0 0 0 0 0,0 0 0 0 0,0 0 0 0 0,0 0 0 0 0,5 5 0 0 0,-5-7-6 0 0,1 0 0 0 0,0-1 0 0 0,-1 1 1 0 0,1-1-1 0 0,0 0 0 0 0,0 0 0 0 0,1 0 0 0 0,-1 0 1 0 0,0 0-1 0 0,1-1 0 0 0,-1 1 0 0 0,1-1 0 0 0,-1 0 1 0 0,1 0-1 0 0,0 0 0 0 0,-1-1 0 0 0,1 1 1 0 0,0-1-1 0 0,-1 0 0 0 0,1 0 0 0 0,0 0 0 0 0,0 0 1 0 0,-1-1-1 0 0,7-1 0 0 0,14-3 37 0 0,-1-2 0 0 0,1 0 0 0 0,24-12 0 0 0,-38 14-26 0 0,0 0-1 0 0,0 0 1 0 0,-1-1-1 0 0,0 0 1 0 0,0-1 0 0 0,0 0-1 0 0,-1 0 1 0 0,0-1-1 0 0,10-11 1 0 0,-15 15-9 0 0,1 0 0 0 0,0 0 0 0 0,0 0 0 0 0,1 1 0 0 0,5-4 0 0 0,-6 5 8 0 0,-1-1 0 0 0,1 0 1 0 0,-1 1-1 0 0,1-1 0 0 0,-1 0 0 0 0,0 0 0 0 0,0-1 0 0 0,0 1 0 0 0,-1-1 1 0 0,3-4-1 0 0,-2 3 9 0 0,5-12 237 0 0,-8 17-260 0 0,0 0 0 0 0,0-1 0 0 0,0 1 0 0 0,0 0 0 0 0,0 0-1 0 0,0-1 1 0 0,0 1 0 0 0,0 0 0 0 0,0 0 0 0 0,0-1 0 0 0,0 1 0 0 0,0 0-1 0 0,0 0 1 0 0,0 0 0 0 0,-1-1 0 0 0,1 1 0 0 0,0 0 0 0 0,0 0 0 0 0,0 0-1 0 0,0-1 1 0 0,0 1 0 0 0,0 0 0 0 0,-1 0 0 0 0,1 0 0 0 0,0 0-1 0 0,0-1 1 0 0,0 1 0 0 0,-1 0 0 0 0,1 0 0 0 0,0 0 0 0 0,0 0 0 0 0,0 0-1 0 0,-1 0 1 0 0,1 0 0 0 0,0-1 0 0 0,0 1 0 0 0,-1 0 0 0 0,1 0-1 0 0,0 0 1 0 0,0 0 0 0 0,0 0 0 0 0,-1 0 0 0 0,1 0 0 0 0,0 0 0 0 0,0 0-1 0 0,-1 0 1 0 0,1 1 0 0 0,0-1 0 0 0,0 0 0 0 0,0 0 0 0 0,-1 0-1 0 0,1 0 1 0 0,0 0 0 0 0,0 0 0 0 0,-1 0 0 0 0,1 0 0 0 0,0 1 0 0 0,0-1-1 0 0,0 0 1 0 0,0 0 0 0 0,-1 0 0 0 0,1 0 0 0 0,0 1 0 0 0,-6 3 21 0 0,1 1 0 0 0,0 0 0 0 0,0 0 0 0 0,0 0 0 0 0,1 0 0 0 0,0 1 0 0 0,0-1 0 0 0,0 1 0 0 0,0 0 0 0 0,1 1 0 0 0,-4 10 0 0 0,0-1 11 0 0,2 0 0 0 0,0 1 0 0 0,0 0 0 0 0,2 0 1 0 0,0 0-1 0 0,1 1 0 0 0,0-1 0 0 0,2 1 0 0 0,1 21 1 0 0,-1-37-29 0 0,1 0-1 0 0,-1 1 1 0 0,1-1 0 0 0,-1 0 0 0 0,1 1 0 0 0,0-1 0 0 0,0 0 0 0 0,0 0 0 0 0,2 3 0 0 0,-2-3-2 0 0,0-1 1 0 0,0 1 0 0 0,-1-1 0 0 0,1 1-1 0 0,0 0 1 0 0,-1-1 0 0 0,1 1 0 0 0,-1 0 0 0 0,1 0-1 0 0,-1-1 1 0 0,0 1 0 0 0,0 2 0 0 0,1-3-1 0 0,0 0 0 0 0,0 0 0 0 0,0 0 0 0 0,0 0 0 0 0,0 0 0 0 0,0 0 0 0 0,1-1 0 0 0,-1 1 0 0 0,0 0 0 0 0,0-1 0 0 0,3 2 0 0 0,-4-2-3 0 0,3 2 8 0 0,1 0-1 0 0,-1-1 0 0 0,0 1 1 0 0,1-1-1 0 0,-1 1 1 0 0,1-1-1 0 0,-1 0 0 0 0,1 0 1 0 0,-1-1-1 0 0,1 1 1 0 0,0-1-1 0 0,-1 0 0 0 0,1 0 1 0 0,0 0-1 0 0,-1 0 1 0 0,1-1-1 0 0,0 1 0 0 0,-1-1 1 0 0,1 0-1 0 0,-1 0 1 0 0,1 0-1 0 0,-1-1 0 0 0,1 1 1 0 0,5-4-1 0 0,-5 2 0 0 0,0 0 1 0 0,0 1-1 0 0,-1-1 0 0 0,1-1 0 0 0,-1 1 0 0 0,0 0 0 0 0,1-1 1 0 0,-2 0-1 0 0,1 0 0 0 0,0 0 0 0 0,-1 0 0 0 0,0 0 1 0 0,0 0-1 0 0,0 0 0 0 0,0-1 0 0 0,-1 1 0 0 0,1-1 0 0 0,0-8 1 0 0,2-24 30 0 0,-2-1 0 0 0,-2 1 0 0 0,-1 0 0 0 0,-2 0 0 0 0,-2 0 0 0 0,-1 0 0 0 0,-22-71 0 0 0,20 81 6 0 0,-8-39 0 0 0,11 39 1 0 0,-13-37-1 0 0,15 42-5 0 0,0 1 23 0 0,3 20 44 0 0,4 20-61 0 0,132 473 282 0 0,-129-466-283 0 0,1-1 1 0 0,1 1-1 0 0,1-2 0 0 0,2 0 0 0 0,19 31 1 0 0,-30-53-40 0 0,0 0 0 0 0,0-1 0 0 0,0 1 0 0 0,1 0 0 0 0,-1-1 0 0 0,1 1 0 0 0,-1-1 0 0 0,1 0 1 0 0,-1 1-1 0 0,1-1 0 0 0,0 0 0 0 0,0 0 0 0 0,3 1 0 0 0,-5-2-3 0 0,1 0 0 0 0,0 0 0 0 0,-1 0-1 0 0,1 0 1 0 0,0 0 0 0 0,0 0 0 0 0,-1 0 0 0 0,1 0 0 0 0,0 0-1 0 0,-1 0 1 0 0,1 0 0 0 0,0-1 0 0 0,-1 1 0 0 0,1 0 0 0 0,0 0-1 0 0,-1-1 1 0 0,1 1 0 0 0,0-1 0 0 0,-1 1 0 0 0,1-1 0 0 0,-1 1-1 0 0,1 0 1 0 0,-1-1 0 0 0,1 0 0 0 0,0 0 0 0 0,1-3 6 0 0,0 0 0 0 0,0 0-1 0 0,-1 1 1 0 0,1-2 0 0 0,-1 1 0 0 0,0 0 0 0 0,0 0 0 0 0,0 0 0 0 0,0-1 0 0 0,-1-6 0 0 0,7-116 279 0 0,-7 67-58 0 0,0 58-174 0 0,2 7-14 0 0,23 79 336 0 0,8 26-3577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57.7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17183 0 0,'0'0'944'0'0,"25"0"144"0"0,-25 12-800 0 0,0 3-144 0 0,0-3 240 0 0,0 3 0 0 0,0-2 8 0 0,0 1 0 0 0,0 3-152 0 0,2 18 264 0 0,0-13-248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8:58.0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200 1 14872 0 0,'0'0'0'0'0,"27"24"224"0"0,-16-7 0 0 0,-9 5 0 0 0,-4 2 8 0 0,-5 4-120 0 0,-19 28 104 0 0,8-21-112 0 0,0-6 207 0 0,0 1 9 0 0,-4-1-8 0 0,0 5 8 0 0,-3-4-96 0 0,-28 14 248 0 0,24-26-240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9:07.46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0 442 14776 0 0,'29'-5'236'0'0,"-23"3"-112"0"0,0 0 1 0 0,-1-1-1 0 0,0 1 0 0 0,0-1 0 0 0,6-4 0 0 0,1-3 352 0 0,0 0 0 0 0,15-17 0 0 0,4-4-64 0 0,56-49-19 0 0,29-20-294 0 0,-113 96-106 0 0,0 1 0 0 0,0-1 0 0 0,-1 1 0 0 0,1-1 0 0 0,-1 0 1 0 0,0 0-1 0 0,0 0 0 0 0,2-8 0 0 0,-3 10-17 0 0,0-1 0 0 0,0 0-1 0 0,0 0 1 0 0,0 1 0 0 0,0-1 0 0 0,1 1-1 0 0,-1-1 1 0 0,1 1 0 0 0,0-1 0 0 0,0 1-1 0 0,0 0 1 0 0,0 0 0 0 0,0 0 0 0 0,3-3-1 0 0,-3 5-69 0 0,-1-4-21 0 0,-1 4 102 0 0,0 0 0 0 0,1 0 1 0 0,-1-1-1 0 0,0 1 0 0 0,0 0 0 0 0,0 0 0 0 0,0 0 0 0 0,1 0 0 0 0,-1-1 0 0 0,0 1 0 0 0,0 0 1 0 0,0 0-1 0 0,0 0 0 0 0,0 0 0 0 0,0-1 0 0 0,0 1 0 0 0,0 0 0 0 0,0 0 0 0 0,0-1 0 0 0,0 1 1 0 0,0 0-1 0 0,0 0 0 0 0,0 0 0 0 0,0-1 0 0 0,0 1 0 0 0,0 0 0 0 0,0 0 0 0 0,0-1 0 0 0,0 1 0 0 0,0 0 1 0 0,0 0-1 0 0,0 0 0 0 0,0-1 0 0 0,0 1 0 0 0,-1 0 0 0 0,1-1 1 0 0,-1 1-1 0 0,1 0 1 0 0,-1-1-1 0 0,1 1 1 0 0,-1 0-1 0 0,0-1 1 0 0,1 1-1 0 0,-1 0 1 0 0,0 0-1 0 0,1 0 1 0 0,-1-1-1 0 0,0 1 1 0 0,1 0-1 0 0,-1 0 1 0 0,0 0-1 0 0,1 0 1 0 0,-1 0-1 0 0,0 0 1 0 0,0 0 0 0 0,1 1-1 0 0,-1-1 1 0 0,0 0-1 0 0,1 0 1 0 0,-1 0-1 0 0,0 1 1 0 0,-22 13-187 0 0,-15 24-15 0 0,12-5 35 0 0,-41 66 1 0 0,42-57 36 0 0,14-27 95 0 0,1 1 0 0 0,1 0 0 0 0,0 1 0 0 0,1 0 0 0 0,1 0 0 0 0,1 0-1 0 0,0 1 1 0 0,-6 34 0 0 0,12-49 37 0 0,0 0-1 0 0,0 0 0 0 0,0 0 1 0 0,1 0-1 0 0,-1 0 0 0 0,1 0 1 0 0,-1 0-1 0 0,1 0 0 0 0,0 0 1 0 0,0 0-1 0 0,2 3 0 0 0,-3-5 11 0 0,1-1-1 0 0,-1 1 1 0 0,0 0 0 0 0,1 0-1 0 0,-1 0 1 0 0,1 0-1 0 0,-1 0 1 0 0,1 0-1 0 0,-1 0 1 0 0,1-1 0 0 0,-1 1-1 0 0,1 0 1 0 0,0 0-1 0 0,0-1 1 0 0,-1 1 0 0 0,1-1-1 0 0,0 1 1 0 0,0-1-1 0 0,0 1 1 0 0,0-1 0 0 0,0 1-1 0 0,0-1 1 0 0,0 0-1 0 0,-1 1 1 0 0,1-1-1 0 0,0 0 1 0 0,0 0 0 0 0,0 0-1 0 0,0 1 1 0 0,0-1-1 0 0,0 0 1 0 0,0-1 0 0 0,0 1-1 0 0,1 0 1 0 0,3 0-3 0 0,21-2 7 0 0,0-2 1 0 0,34-7-1 0 0,-51 7 3 0 0,0 1 0 0 0,0-1 0 0 0,0 0 0 0 0,-1-1 0 0 0,0 0 0 0 0,10-8 1 0 0,27-15 62 0 0,-24 15-28 0 0,-1-1-1 0 0,-1-1 1 0 0,0 0-1 0 0,-1-1 0 0 0,20-25 1 0 0,-26 29-5 0 0,51-55 297 0 0,-4-2 0 0 0,58-88 0 0 0,-115 155-290 0 0,-1-6 417 0 0,-36 42-277 0 0,18-19-134 0 0,1 1 0 0 0,1 0 1 0 0,0 1-1 0 0,-13 21 0 0 0,-63 92 194 0 0,76-105-194 0 0,9-17-28 0 0,0 1 0 0 0,1-1 0 0 0,0 1 0 0 0,0 0-1 0 0,1 1 1 0 0,0-1 0 0 0,1 1 0 0 0,0-1-1 0 0,-3 20 1 0 0,6-26-11 0 0,0 0 0 0 0,0-1 1 0 0,0 1-1 0 0,1 0 0 0 0,-1-1 0 0 0,1 1 0 0 0,0 0 0 0 0,0-1 1 0 0,0 1-1 0 0,0-1 0 0 0,0 1 0 0 0,0-1 0 0 0,1 1 0 0 0,-1-1 1 0 0,1 0-1 0 0,-1 0 0 0 0,1 0 0 0 0,0 0 0 0 0,0 0 1 0 0,0 0-1 0 0,0 0 0 0 0,0 0 0 0 0,1-1 0 0 0,-1 0 0 0 0,0 1 1 0 0,1-1-1 0 0,-1 0 0 0 0,1 0 0 0 0,0 0 0 0 0,-1 0 0 0 0,1 0 1 0 0,-1-1-1 0 0,1 0 0 0 0,0 1 0 0 0,0-1 0 0 0,-1 0 0 0 0,6 0 1 0 0,-1 0 4 0 0,0-1 0 0 0,0 1 1 0 0,1-1-1 0 0,-1-1 1 0 0,0 1-1 0 0,0-1 1 0 0,0 0-1 0 0,0-1 1 0 0,0 0-1 0 0,-1 0 0 0 0,1 0 1 0 0,-1-1-1 0 0,8-5 1 0 0,-6 3-1 0 0,0-1 0 0 0,0-1 0 0 0,0 1 1 0 0,-1-1-1 0 0,0 0 0 0 0,-1-1 0 0 0,0 0 0 0 0,0 0 0 0 0,-1 0 1 0 0,0 0-1 0 0,0-1 0 0 0,-1 0 0 0 0,3-11 0 0 0,7-26 104 0 0,-6 22-45 0 0,-1-1 0 0 0,5-38 0 0 0,-11 56-52 0 0,0 0 0 0 0,-1 1 0 0 0,0-1 0 0 0,-1 0 0 0 0,0 1 0 0 0,0-1 0 0 0,0 0 0 0 0,-1 1 0 0 0,0 0 0 0 0,-1-1 0 0 0,1 1 0 0 0,-1 0 0 0 0,-5-7 0 0 0,5 8 6 0 0,-1 1-1 0 0,1 0 1 0 0,-1 0-1 0 0,0 0 1 0 0,-6-5-1 0 0,9 9-18 0 0,-1 0-1 0 0,1-1 1 0 0,-1 1-1 0 0,0 0 0 0 0,1 0 1 0 0,-1 0-1 0 0,0 0 0 0 0,0 0 1 0 0,0 1-1 0 0,0-1 0 0 0,0 0 1 0 0,0 1-1 0 0,0-1 1 0 0,0 1-1 0 0,0 0 0 0 0,0 0 1 0 0,0 0-1 0 0,0 0 0 0 0,0 0 1 0 0,-2 1-1 0 0,2-1 15 0 0,-1 1-17 0 0,1 1 0 0 0,0-1 1 0 0,-1 1-1 0 0,1-1 0 0 0,0 1 0 0 0,0 0 0 0 0,0 0 0 0 0,0 0 0 0 0,1 0 1 0 0,-1 0-1 0 0,0 0 0 0 0,1 0 0 0 0,-1 0 0 0 0,1 1 0 0 0,0-1 1 0 0,0 1-1 0 0,0-1 0 0 0,-1 6 0 0 0,1 14 23 0 0,1 1 0 0 0,1-1-1 0 0,0 1 1 0 0,6 23 0 0 0,-4-28-16 0 0,-2-7 4 0 0,0-1 0 0 0,1 1 1 0 0,1 0-1 0 0,0-1 1 0 0,0 1-1 0 0,1-1 0 0 0,0 0 1 0 0,0 0-1 0 0,1-1 0 0 0,1 1 1 0 0,0-1-1 0 0,10 13 0 0 0,-14-21-10 0 0,0 1-1 0 0,0-1 0 0 0,0 0 0 0 0,-1 0 1 0 0,1 0-1 0 0,0 0 0 0 0,0-1 1 0 0,0 1-1 0 0,0 0 0 0 0,1-1 0 0 0,-1 0 1 0 0,0 1-1 0 0,0-1 0 0 0,0 0 1 0 0,0 0-1 0 0,0 0 0 0 0,0 0 0 0 0,4-1 1 0 0,-1 0 7 0 0,0 0-1 0 0,-1 0 1 0 0,1-1 0 0 0,0 1 0 0 0,-1-1 0 0 0,9-4 0 0 0,-9 3 2 0 0,1-1-1 0 0,0 0 1 0 0,-1 0-1 0 0,0 0 1 0 0,0 0 0 0 0,0-1-1 0 0,0 1 1 0 0,-1-1-1 0 0,1 0 1 0 0,2-7-1 0 0,23-59 168 0 0,-23 54-120 0 0,0 0 0 0 0,14-25 1 0 0,-15 34 67 0 0,0-1 0 0 0,-1 0 0 0 0,0 0 0 0 0,-1 0 0 0 0,0 0 1 0 0,0 0-1 0 0,2-18 0 0 0,-8 111 149 0 0,-4 0 0 0 0,-4 0-1 0 0,-3 0 1 0 0,-46 151 0 0 0,20-134 58 0 0,39-99-302 0 0,2-17 70 0 0,2-11-50 0 0,1 0 1 0 0,2 0 0 0 0,0 1 0 0 0,1 0 0 0 0,16-33 0 0 0,-22 55-53 0 0,0-2 10 0 0,1 0 1 0 0,1 0 0 0 0,-1 0 0 0 0,1 0 0 0 0,-1 0 0 0 0,1 1 0 0 0,1-1 0 0 0,-1 1-1 0 0,6-6 1 0 0,-7 9 0 0 0,11 2 42 0 0,3 5-17 0 0,-12-4-28 0 0,0 0 0 0 0,0 0 0 0 0,0-1 0 0 0,1 1 0 0 0,-1-1 0 0 0,0 0 0 0 0,0-1 0 0 0,7 1 0 0 0,11-21 69 0 0,-16 15-72 0 0,-1-1 1 0 0,1 0 0 0 0,-1 0 0 0 0,0 0 0 0 0,-1-1 0 0 0,0 1-1 0 0,0-1 1 0 0,6-15 0 0 0,5-7 26 0 0,76-152 304 0 0,-87 172-307 0 0,-3 7-2 0 0,0 2-30 0 0,-1 0 1 0 0,0 0-1 0 0,0-1 1 0 0,1 1-1 0 0,-1 0 0 0 0,0 0 1 0 0,1 0-1 0 0,-1 0 1 0 0,0 0-1 0 0,1 0 1 0 0,-1 0-1 0 0,0 0 0 0 0,1 0 1 0 0,-1 0-1 0 0,0 0 1 0 0,0 0-1 0 0,1 0 1 0 0,-1 0-1 0 0,0 1 0 0 0,1-1 1 0 0,-1 0-1 0 0,0 0 1 0 0,0 0-1 0 0,1 0 0 0 0,-1 1 1 0 0,0-1-1 0 0,0 0 1 0 0,1 0-1 0 0,-1 0 1 0 0,0 1-1 0 0,0-1 0 0 0,1 1 1 0 0,-1 22 48 0 0,1 1 1 0 0,9 44-1 0 0,-7-56-29 0 0,0-1-1 0 0,0 1 0 0 0,1-1 1 0 0,0-1-1 0 0,1 1 0 0 0,1-1 1 0 0,0 1-1 0 0,8 10 1 0 0,-14-21-19 0 0,0 1 0 0 0,1 0 1 0 0,-1-1-1 0 0,1 1 0 0 0,0-1 1 0 0,-1 1-1 0 0,1-1 0 0 0,-1 1 1 0 0,1-1-1 0 0,0 1 0 0 0,-1-1 1 0 0,1 0-1 0 0,0 1 0 0 0,-1-1 1 0 0,1 0-1 0 0,0 0 0 0 0,0 1 1 0 0,-1-1-1 0 0,1 0 0 0 0,0 0 1 0 0,0 0-1 0 0,-1 0 1 0 0,1 0-1 0 0,0 0 0 0 0,0 0 1 0 0,0 0-1 0 0,-1 0 0 0 0,1 0 1 0 0,0-1-1 0 0,0 1 0 0 0,-1 0 1 0 0,1 0-1 0 0,0-1 0 0 0,-1 1 1 0 0,1 0-1 0 0,0-1 0 0 0,-1 1 1 0 0,1-1-1 0 0,0 1 0 0 0,-1-1 1 0 0,1 1-1 0 0,-1-1 0 0 0,1 0 1 0 0,-1 1-1 0 0,1-1 1 0 0,-1 0-1 0 0,18-28 77 0 0,-8 4 3 0 0,-1 0 1 0 0,7-32-1 0 0,8-25 106 0 0,-8 33-64 0 0,-16 47-105 0 0,3 0-4 0 0,0-1 0 0 0,-1 0 1 0 0,1 0-1 0 0,-1 0 0 0 0,0 0 0 0 0,0-1 1 0 0,0 1-1 0 0,0-1 0 0 0,2-4 1 0 0,-4 6-3 0 0,10-5 136 0 0,-11 8-18 0 0,-2 3-142 0 0,-3 2 19 0 0,1 0-1 0 0,0 1 0 0 0,0-1 1 0 0,1 1-1 0 0,0 0 0 0 0,0 0 1 0 0,-3 10-1 0 0,2-3 2 0 0,0 0 0 0 0,1 0 0 0 0,1 1 0 0 0,1 0 0 0 0,0 0 0 0 0,0 0 0 0 0,2 0 0 0 0,0-1 0 0 0,1 1 0 0 0,0 0 0 0 0,1 0 0 0 0,0 0 0 0 0,8 23 0 0 0,-9-37-8 0 0,-1 1 0 0 0,1 0-1 0 0,-1-1 1 0 0,1 1 0 0 0,0 0 0 0 0,-1-1 0 0 0,1 1 0 0 0,0-1 0 0 0,0 1 0 0 0,0-1-1 0 0,0 0 1 0 0,0 1 0 0 0,1-1 0 0 0,-1 0 0 0 0,0 0 0 0 0,1 0 0 0 0,-1 0 0 0 0,0 0-1 0 0,1 0 1 0 0,-1 0 0 0 0,1 0 0 0 0,0-1 0 0 0,-1 1 0 0 0,1 0 0 0 0,0-1 0 0 0,2 1-1 0 0,-2-1 6 0 0,-1 0 2 0 0,2-1-3 0 0,-3 1-5 0 0,1 0-1 0 0,-1 0 1 0 0,1 0-1 0 0,-1 0 1 0 0,1 0-1 0 0,-1-1 1 0 0,1 1-1 0 0,-1 0 1 0 0,1 0-1 0 0,-1 0 1 0 0,1 0-1 0 0,-1-1 1 0 0,1 1 0 0 0,-1 0-1 0 0,1-1 1 0 0,-1 1-1 0 0,0 0 1 0 0,1-1-1 0 0,-1 1 1 0 0,1 0-1 0 0,-1-1 1 0 0,0 1-1 0 0,1-1 1 0 0,-1 1-1 0 0,0 0 1 0 0,0-1 0 0 0,1 1-1 0 0,-1-1 1 0 0,0 1-1 0 0,0-1 1 0 0,0 1-1 0 0,0-1 1 0 0,0 1-1 0 0,0-1 1 0 0,0 1-1 0 0,0-2 1 0 0,5-14 12 0 0,6-21 14 0 0,-1-1-1 0 0,6-57 1 0 0,-15 36 21 0 0,-1 58-40 0 0,0 3 0 0 0,-1 43 6 0 0,0-30-13 0 0,1 0 1 0 0,0 1-1 0 0,2-1 1 0 0,0 0-1 0 0,0-1 1 0 0,9 28-1 0 0,-4-26-1 0 0,1-16 0 0 0,3-17 0 0 0,-10 15 0 0 0,1 0 0 0 0,14-23 0 0 0,31-38 0 0 0,-41 56 2 0 0,1 0 0 0 0,0 0 0 0 0,0 1 1 0 0,1 0-1 0 0,0 0 0 0 0,0 1 0 0 0,0 0 0 0 0,1 1 0 0 0,9-4 0 0 0,-17 7-1 0 0,0 1-1 0 0,0-1 0 0 0,0 1 1 0 0,0 0-1 0 0,0 0 0 0 0,0 0 0 0 0,0-1 1 0 0,0 1-1 0 0,0 0 0 0 0,0 0 0 0 0,0 0 1 0 0,0 0-1 0 0,0 1 0 0 0,0-1 1 0 0,0 0-1 0 0,0 0 0 0 0,0 1 0 0 0,0-1 1 0 0,0 0-1 0 0,-1 1 0 0 0,1-1 0 0 0,0 1 1 0 0,0-1-1 0 0,0 1 0 0 0,0-1 1 0 0,0 1-1 0 0,-1 0 0 0 0,1 0 0 0 0,0-1 1 0 0,-1 1-1 0 0,1 0 0 0 0,0 0 1 0 0,-1 0-1 0 0,1-1 0 0 0,0 2 0 0 0,8 29 2 0 0,-9-27-2 0 0,4 16 4 0 0,-1 1-1 0 0,-1 0 0 0 0,-1 23 0 0 0,4 36 7 0 0,-3-32-315 0 0,-2-34-2863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9:07.8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16575 0 0,'0'0'408'0'0,"30"5"2232"0"0,-21-5-1760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9:08.2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1 326 13560 0 0,'17'5'97'0'0,"11"-1"292"0"0,-22-3-293 0 0,0-1 1 0 0,0 1-1 0 0,-1 1 1 0 0,1-1-1 0 0,0 1 0 0 0,8 3 1 0 0,-10-2 310 0 0,22 7 635 0 0,-25-10-1037 0 0,0 0 0 0 0,0 0 0 0 0,0 0 1 0 0,0 0-1 0 0,0-1 0 0 0,0 1 0 0 0,0 0 0 0 0,0-1 1 0 0,0 1-1 0 0,0 0 0 0 0,0-1 0 0 0,0 1 0 0 0,0-1 1 0 0,0 0-1 0 0,0 1 0 0 0,-1-1 0 0 0,1 0 0 0 0,0 1 1 0 0,-1-1-1 0 0,1 0 0 0 0,0 0 0 0 0,-1 0 0 0 0,1 0 1 0 0,-1 1-1 0 0,1-1 0 0 0,-1 0 0 0 0,1-1 1 0 0,5-15 9 0 0,0 1 1 0 0,-1-1-1 0 0,-1 1 1 0 0,-1-1-1 0 0,0-1 1 0 0,-1 1-1 0 0,-1 0 1 0 0,-1-19 0 0 0,0 16-34 0 0,1-1 1 0 0,1 1 0 0 0,0 0-1 0 0,2 0 1 0 0,6-20 0 0 0,-5 20-30 0 0,-5 19 44 0 0,0 1-1 0 0,0 0 1 0 0,0-1 0 0 0,0 1-1 0 0,0-1 1 0 0,0 1 0 0 0,0 0 0 0 0,0-1-1 0 0,0 1 1 0 0,0 0 0 0 0,0-1-1 0 0,0 1 1 0 0,0-1 0 0 0,0 1-1 0 0,-1 0 1 0 0,1-1 0 0 0,0 1-1 0 0,0 0 1 0 0,0-1 0 0 0,0 1 0 0 0,-1 0-1 0 0,1-1 1 0 0,0 1 0 0 0,0 0-1 0 0,-1 0 1 0 0,1-1 0 0 0,0 1-1 0 0,-1 0 1 0 0,1 0 0 0 0,0-1 0 0 0,-1 1-1 0 0,1 0 1 0 0,0 0 0 0 0,-1 0-1 0 0,1 0 1 0 0,0-1 0 0 0,-1 1-1 0 0,1 0 1 0 0,-1 0 0 0 0,1 0-1 0 0,-1 0 1 0 0,-1 0-26 0 0,11 20-47 0 0,-1 20 44 0 0,-2 0 0 0 0,2 59 0 0 0,0 8 12 0 0,-2-61 17 0 0,-5-34 3 0 0,0 1 0 0 0,1-1 0 0 0,0 0 0 0 0,1 0 1 0 0,0 0-1 0 0,1 0 0 0 0,0 0 0 0 0,8 14 1 0 0,-10-24 24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9:08.5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12 11352 0 0,'8'-2'109'0'0,"17"-2"120"0"0,-9-1 709 0 0,-14 5 1448 0 0,6 6-4040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9:11.5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0 527 9440 0 0,'18'2'30'0'0,"20"2"77"0"0,-11-3 141 0 0,22 6 471 0 0,-39-7-664 0 0,-1 0 0 0 0,1-1 1 0 0,0 0-1 0 0,0 0 0 0 0,-1-1 1 0 0,1 0-1 0 0,-1-1 0 0 0,1 0 1 0 0,-1 0-1 0 0,0-1 0 0 0,0 0 1 0 0,-1-1-1 0 0,9-5 0 0 0,-13 5-33 0 0,0 0-1 0 0,0 0 1 0 0,-1 0-1 0 0,0 0 1 0 0,0 0 0 0 0,0-1-1 0 0,0 0 1 0 0,-1 1-1 0 0,0-1 1 0 0,0 0-1 0 0,-1 0 1 0 0,2-11-1 0 0,0-4 5 0 0,0-1 1 0 0,-2 1-1 0 0,0-1 0 0 0,-1 1 0 0 0,-1-1 0 0 0,-2 1 1 0 0,0 0-1 0 0,-1-1 0 0 0,-1 1 0 0 0,-8-21 0 0 0,13 40-22 0 0,-1 0 0 0 0,1 1 0 0 0,-1-1 0 0 0,0 1 0 0 0,1-1 0 0 0,-1 1 0 0 0,0-1 0 0 0,0 1 0 0 0,0-1-1 0 0,0 1 1 0 0,0 0 0 0 0,0-1 0 0 0,0 1 0 0 0,0 0 0 0 0,-1 0 0 0 0,1 0 0 0 0,0 0 0 0 0,-1 0 0 0 0,1 0 0 0 0,-1 1 0 0 0,1-1-1 0 0,-1 0 1 0 0,1 1 0 0 0,-1-1 0 0 0,0 1 0 0 0,1-1 0 0 0,-1 1 0 0 0,0 0 0 0 0,1 0 0 0 0,-1 0 0 0 0,0 0 0 0 0,-1 0 0 0 0,1 0-2 0 0,0 1 1 0 0,0 0 0 0 0,0 0 0 0 0,0 0 0 0 0,0-1 0 0 0,1 2 0 0 0,-1-1 0 0 0,0 0 0 0 0,1 0 0 0 0,-1 0 0 0 0,1 1 0 0 0,-1-1 0 0 0,1 1 0 0 0,0-1 0 0 0,-1 1 0 0 0,1 0-1 0 0,0 0 1 0 0,0-1 0 0 0,0 1 0 0 0,1 0 0 0 0,-1 0 0 0 0,0 0 0 0 0,1 0 0 0 0,-2 3 0 0 0,-4 24 24 0 0,0 1 18 0 0,1 0 0 0 0,-2 44-1 0 0,6-61-16 0 0,1-1 0 0 0,1 0 0 0 0,0 1 0 0 0,1-1 0 0 0,0 0 0 0 0,1 0 0 0 0,8 22 0 0 0,-10-32-17 0 0,0 0-1 0 0,0 0 0 0 0,0 0 1 0 0,0 0-1 0 0,0-1 1 0 0,0 1-1 0 0,1-1 0 0 0,-1 1 1 0 0,1-1-1 0 0,-1 1 1 0 0,1-1-1 0 0,-1 0 0 0 0,1 0 1 0 0,0 0-1 0 0,0 0 0 0 0,0 0 1 0 0,-1 0-1 0 0,1 0 1 0 0,0 0-1 0 0,0-1 0 0 0,0 1 1 0 0,0-1-1 0 0,0 0 1 0 0,0 1-1 0 0,0-1 0 0 0,1 0 1 0 0,-1 0-1 0 0,0 0 0 0 0,0-1 1 0 0,0 1-1 0 0,0 0 1 0 0,0-1-1 0 0,3-1 0 0 0,8-2 69 0 0,0-1 0 0 0,0 0 0 0 0,-1-1 0 0 0,14-9 0 0 0,-5 4-8 0 0,-16 8-39 0 0,72-32 556 0 0,-75 35-220 0 0,-1 0-338 0 0,-1 1 0 0 0,1 0 0 0 0,0 0 0 0 0,0-1-1 0 0,0 1 1 0 0,-1 0 0 0 0,1 0 0 0 0,0 0 0 0 0,-1 0 0 0 0,1 0 0 0 0,-1 0 0 0 0,1 0 0 0 0,-1 0 0 0 0,1 0 0 0 0,-1 2 0 0 0,0 6 80 0 0,-1 0-1 0 0,-1-1 1 0 0,0 1 0 0 0,0-1 0 0 0,0 1 0 0 0,-1-1 0 0 0,-6 12 0 0 0,-9 31 464 0 0,18-51-548 0 0,0 1 0 0 0,0 0 0 0 0,0-1 0 0 0,0 1 1 0 0,0 0-1 0 0,0-1 0 0 0,-1 1 0 0 0,1 0 0 0 0,0-1 0 0 0,-1 1 0 0 0,1 0 0 0 0,0-1 1 0 0,-1 1-1 0 0,1-1 0 0 0,-1 1 0 0 0,1-1 0 0 0,-1 1 0 0 0,1-1 0 0 0,-1 1 1 0 0,1-1-1 0 0,-1 0 0 0 0,0 1 0 0 0,1-1 0 0 0,-1 0 0 0 0,1 1 0 0 0,-1-1 0 0 0,-1 1 1 0 0,1-1 873 0 0,49-95-261 0 0,-35 65-345 0 0,2 1 0 0 0,21-31 0 0 0,-34 58-245 0 0,0 1-1 0 0,0 0 0 0 0,0 0 1 0 0,0 0-1 0 0,0 1 1 0 0,0-1-1 0 0,0 0 1 0 0,1 1-1 0 0,-1-1 1 0 0,0 1-1 0 0,1 0 0 0 0,-1 0 1 0 0,0 0-1 0 0,0 0 1 0 0,1 0-1 0 0,-1 0 1 0 0,0 1-1 0 0,0-1 1 0 0,1 1-1 0 0,2 1 0 0 0,-4-2 40 0 0,4 3-41 0 0,-1 0-1 0 0,1-1 1 0 0,0 1-1 0 0,0-1 1 0 0,0-1-1 0 0,5 3 1 0 0,-6-3-27 0 0,0 0 0 0 0,-1-1 0 0 0,1 1 0 0 0,-1-1 0 0 0,1 1 0 0 0,0-1 0 0 0,0 0 0 0 0,-1 0 0 0 0,1-1 0 0 0,0 1 0 0 0,-1-1 0 0 0,1 0 0 0 0,-1 0 0 0 0,1 0 0 0 0,-1 0 0 0 0,1 0 0 0 0,-1-1 0 0 0,0 0 0 0 0,1 1 0 0 0,-1-1 0 0 0,0-1 0 0 0,0 1 0 0 0,0 0 0 0 0,3-5 0 0 0,3-4 14 0 0,-1 0 0 0 0,-1 0-1 0 0,0 0 1 0 0,-1-1 0 0 0,7-18 0 0 0,-7 15 52 0 0,1 1 0 0 0,12-18 0 0 0,-15 14 150 0 0,-6 14-21 0 0,-4 13-154 0 0,-11 27 10 0 0,2 0 0 0 0,2 2 0 0 0,1-1-1 0 0,2 2 1 0 0,2-1 0 0 0,-4 51 0 0 0,11-84-54 0 0,1 0-1 0 0,0 0 1 0 0,0 1-1 0 0,1-1 1 0 0,-1 0 0 0 0,1 0-1 0 0,0 0 1 0 0,3 7 0 0 0,-1-2 38 0 0,-3-9-50 0 0,0-1-1 0 0,0 1 1 0 0,1-1-1 0 0,-1 1 1 0 0,0-1 0 0 0,1 1-1 0 0,-1-1 1 0 0,0 1-1 0 0,1-1 1 0 0,-1 0-1 0 0,0 1 1 0 0,1-1-1 0 0,-1 0 1 0 0,1 1-1 0 0,-1-1 1 0 0,1 0-1 0 0,-1 1 1 0 0,1-1-1 0 0,-1 0 1 0 0,1 0 0 0 0,-1 0-1 0 0,1 1 1 0 0,0-1-1 0 0,-1 0 1 0 0,1 0-1 0 0,-1 0 1 0 0,1 0-1 0 0,-1 0 1 0 0,1 0-1 0 0,-1 0 1 0 0,1 0-1 0 0,0 0 1 0 0,-1-1-1 0 0,1 1 1 0 0,-1 0 0 0 0,1 0-1 0 0,-1 0 1 0 0,1-1-1 0 0,-1 1 1 0 0,1 0-1 0 0,-1 0 1 0 0,1-1-1 0 0,0 1 1 0 0,18-14 81 0 0,-2-19 23 0 0,-2-1 0 0 0,22-68 0 0 0,-7 18 28 0 0,-23 65-58 0 0,-1 0 0 0 0,7-32 0 0 0,-13 49-44 0 0,1-4 70 0 0,1 8-2 0 0,2 12-43 0 0,-7 44 23 0 0,-12 73 0 0 0,4-50-24 0 0,9-63-39 0 0,0 0 0 0 0,-2-1 0 0 0,0 1-1 0 0,-1-1 1 0 0,-1 0 0 0 0,0 0 0 0 0,-1-1 0 0 0,-1 0 0 0 0,-1 0 0 0 0,-20 28 0 0 0,26-41-11 0 0,1 0 1 0 0,-1 0-1 0 0,0 0 1 0 0,0-1 0 0 0,0 1-1 0 0,0-1 1 0 0,0 0 0 0 0,-1 0-1 0 0,1 0 1 0 0,-1-1-1 0 0,1 1 1 0 0,-1-1 0 0 0,-4 2-1 0 0,5-4-1 0 0,1 0 0 0 0,-1 0 0 0 0,1 1 0 0 0,-1-1 0 0 0,1-1 0 0 0,0 1 0 0 0,-1 0 0 0 0,1 0 0 0 0,0-1 0 0 0,0 0 0 0 0,0 1 0 0 0,0-1 0 0 0,0 0 0 0 0,0 0 0 0 0,-2-3 0 0 0,-54-62 264 0 0,57 67-261 0 0,0-1-1 0 0,0 0 1 0 0,0 1-1 0 0,0-1 1 0 0,0 0 0 0 0,0 0-1 0 0,1 0 1 0 0,-1 0-1 0 0,0 0 1 0 0,1 0-1 0 0,-1 0 1 0 0,0 0-1 0 0,1 0 1 0 0,-1 0-1 0 0,1 0 1 0 0,0-1-1 0 0,-1 1 1 0 0,1 0 0 0 0,0 0-1 0 0,0 0 1 0 0,0 0-1 0 0,0-1 1 0 0,0 1-1 0 0,0 0 1 0 0,0 0-1 0 0,0 0 1 0 0,0-1-1 0 0,0 1 1 0 0,1-1 0 0 0,1-1 1 0 0,0 0 1 0 0,0 0 0 0 0,0 0 0 0 0,0 1 0 0 0,0-1 0 0 0,0 1 0 0 0,1-1 0 0 0,-1 1 0 0 0,4-2 0 0 0,275-200 327 0 0,-259 186-326 0 0,65-56 44 0 0,-8 4-8 0 0,-47 44-9 0 0,33-38 0 0 0,-58 59-32 0 0,-2 0 16 0 0,-4-3-17 0 0,-9 7 0 0 0,7 1-7 0 0,0 1 0 0 0,0-1 0 0 0,0 0 0 0 0,0 0-1 0 0,0 0 1 0 0,0 1 0 0 0,0-1 0 0 0,0 0 0 0 0,0 1 0 0 0,1-1 0 0 0,-1 1-1 0 0,0-1 1 0 0,0 1 0 0 0,0 0 0 0 0,0-1 0 0 0,1 1 0 0 0,-1 0 0 0 0,0-1-1 0 0,1 1 1 0 0,-1 0 0 0 0,0 1 0 0 0,-2 2 3 0 0,-4 4 1 0 0,0 1 1 0 0,0 0-1 0 0,1 0 0 0 0,0 1 1 0 0,0 0-1 0 0,1 0 1 0 0,1 0-1 0 0,-1 1 0 0 0,-2 12 1 0 0,1-2 9 0 0,1 1 0 0 0,0 0-1 0 0,-1 37 1 0 0,6-45-3 0 0,0 0 0 0 0,2 1 0 0 0,0-1 0 0 0,0 0 0 0 0,6 18 0 0 0,-8-31-10 0 0,0-1-1 0 0,1 1 1 0 0,-1 0 0 0 0,0 0-1 0 0,1 0 1 0 0,-1-1 0 0 0,1 1-1 0 0,-1 0 1 0 0,0-1 0 0 0,1 1-1 0 0,0 0 1 0 0,-1-1-1 0 0,1 1 1 0 0,-1-1 0 0 0,1 1-1 0 0,0-1 1 0 0,-1 1 0 0 0,1-1-1 0 0,0 1 1 0 0,0-1 0 0 0,-1 0-1 0 0,1 1 1 0 0,0-1-1 0 0,0 0 1 0 0,-1 0 0 0 0,1 1-1 0 0,0-1 1 0 0,0 0 0 0 0,0 0-1 0 0,0 0 1 0 0,-1 0 0 0 0,1 0-1 0 0,0 0 1 0 0,0 0-1 0 0,0 0 1 0 0,0-1 0 0 0,-1 1-1 0 0,1 0 1 0 0,0 0 0 0 0,0-1-1 0 0,-1 1 1 0 0,1-1-1 0 0,0 1 1 0 0,0 0 0 0 0,-1-1-1 0 0,1 1 1 0 0,0-1 0 0 0,-1 0-1 0 0,1 1 1 0 0,-1-1 0 0 0,1 1-1 0 0,0-2 1 0 0,2-5 8 0 0,-1 1-1 0 0,1-1 1 0 0,-2 0 0 0 0,1 1-1 0 0,-1-1 1 0 0,0 0 0 0 0,0 0-1 0 0,-1-12 1 0 0,2-13 32 0 0,-1 26-35 0 0,0 2 2 0 0,0 0 0 0 0,0 0 1 0 0,-1 0-1 0 0,0 0 0 0 0,0 0 1 0 0,0 0-1 0 0,0 0 0 0 0,0 0 1 0 0,-1 0-1 0 0,0 0 0 0 0,0 0 1 0 0,0 0-1 0 0,-2-5 1 0 0,2 7 6 0 0,-6-18 166 0 0,27 16-90 0 0,-18 3-85 0 0,0 1 0 0 0,1 0 0 0 0,-1 0 0 0 0,0-1 0 0 0,1 1 0 0 0,-1-1-1 0 0,0 0 1 0 0,0 0 0 0 0,1 0 0 0 0,2-2 0 0 0,65-30 99 0 0,-5 2 67 0 0,-62 30-156 0 0,9-7 72 0 0,-11 7-82 0 0,-1 0 1 0 0,1 1 0 0 0,-1-1 0 0 0,1 0 0 0 0,0 1 0 0 0,-1-1 0 0 0,1 1-1 0 0,0-1 1 0 0,0 1 0 0 0,-1-1 0 0 0,1 1 0 0 0,0 0 0 0 0,0-1 0 0 0,0 1-1 0 0,-1 0 1 0 0,1 0 0 0 0,0 0 0 0 0,0 0 0 0 0,0-1 0 0 0,1 1-1 0 0,-2 1-3 0 0,1-1-1 0 0,0 0 0 0 0,-1 1 0 0 0,1-1 0 0 0,0 1 0 0 0,-1-1 1 0 0,1 1-1 0 0,0-1 0 0 0,-1 1 0 0 0,1-1 0 0 0,-1 1 0 0 0,1-1 0 0 0,-1 1 1 0 0,1 0-1 0 0,-1-1 0 0 0,0 1 0 0 0,1 0 0 0 0,-1-1 0 0 0,0 1 0 0 0,1 0 1 0 0,-1 0-1 0 0,0-1 0 0 0,0 1 0 0 0,0 0 0 0 0,0 0 0 0 0,0 0 0 0 0,0 1 1 0 0,2 26 44 0 0,-1-23-45 0 0,-2 19 32 0 0,0 1 0 0 0,-4 25 0 0 0,-2 35 43 0 0,5-72-56 0 0,0 0 0 0 0,-1 1-1 0 0,0-1 1 0 0,-1 0 0 0 0,0 0-1 0 0,-10 19 1 0 0,13-29 11 0 0,-7-1 47 0 0,5-1 13 0 0,1-9-86 0 0,2-2 8 0 0,1 1 0 0 0,0-1-1 0 0,0 1 1 0 0,1 0-1 0 0,0-1 1 0 0,0 1-1 0 0,1 0 1 0 0,1 0 0 0 0,-1 1-1 0 0,8-14 1 0 0,1 2 42 0 0,1 0 0 0 0,31-36 0 0 0,-40 51-41 0 0,1 0-1 0 0,-1 0 0 0 0,1 0 1 0 0,1 1-1 0 0,-1 0 0 0 0,0 0 0 0 0,9-4 1 0 0,-13 7-13 0 0,1 0 0 0 0,-1 1 0 0 0,1-1 0 0 0,-1 1 0 0 0,0 0 0 0 0,1-1 0 0 0,-1 1 0 0 0,1 0 0 0 0,-1 0 0 0 0,1 0 0 0 0,-1 0 0 0 0,1 0 0 0 0,-1 0 0 0 0,0 1 0 0 0,1-1 0 0 0,-1 0 0 0 0,1 1 0 0 0,-1-1 0 0 0,0 1 0 0 0,1-1 0 0 0,-1 1 0 0 0,0 0 0 0 0,1-1 0 0 0,-1 1 0 0 0,0 0 0 0 0,0 0 0 0 0,0 0 0 0 0,0 0 0 0 0,0 0 0 0 0,0 0 0 0 0,0 0 0 0 0,0 1 0 0 0,0-1 0 0 0,-1 0 0 0 0,1 0 0 0 0,0 1 0 0 0,-1-1 0 0 0,1 0 0 0 0,-1 1 0 0 0,1 1 0 0 0,32 97 165 0 0,-31-93-151 0 0,-1-2 7 0 0,2 0 77 0 0,13-19-74 0 0,21-24 45 0 0,-30 33-64 0 0,-6 4-3 0 0,9-3 9 0 0,-8 5-12 0 0,-1-1 0 0 0,0 1-1 0 0,0 0 1 0 0,1-1 0 0 0,-1 1 0 0 0,0 0 0 0 0,0 0 0 0 0,0 0 0 0 0,0 0-1 0 0,0 0 1 0 0,0 0 0 0 0,0 0 0 0 0,0 0 0 0 0,1 2 0 0 0,2 4 0 0 0,-1-4 4 0 0,3 3-4 0 0,-3-3 4 0 0,3 3-4 0 0,-3-5 4 0 0,3-1-4 0 0,-3 0 4 0 0,3 0-2 0 0,-3 0 6 0 0,4 0-7 0 0,1-1-3 0 0,0-7 0 0 0,3-4 0 0 0,91-103 0 0 0,-4 8 0 0 0,-52 65 0 0 0,-41 38 0 0 0,5-9 0 0 0,10-14 0 0 0,-12 17 0 0 0,1 2 0 0 0,-2-1 0 0 0,-9-2 0 0 0,1 9-315 0 0,-4-3 813 0 0,-8 0-4374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19:12.4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17 16479 0 0,'14'0'47'0'0,"12"0"827"0"0,8 4 461 0 0,-32-3-693 0 0,3 8 311 0 0,-2-5-855 0 0,1 0 1 0 0,0-1-1 0 0,-1 1 0 0 0,1-1 0 0 0,0 0 1 0 0,6 3-1 0 0,18 14 123 0 0,-15-7-127 0 0,69 71 239 0 0,-51-50-282 0 0,38 31-1 0 0,-64-60-28 0 0,1 1-59 0 0,0-1 1 0 0,1 0 0 0 0,0 0-1 0 0,11 6 1 0 0,-16-10 22 0 0,0 0-1 0 0,0 0 1 0 0,0 0-1 0 0,0-1 1 0 0,1 1-1 0 0,-1-1 1 0 0,0 1 0 0 0,0-1-1 0 0,0 0 1 0 0,0 0-1 0 0,0 0 1 0 0,0 0-1 0 0,1 0 1 0 0,-1-1 0 0 0,0 1-1 0 0,0-1 1 0 0,0 1-1 0 0,0-1 1 0 0,0 0-1 0 0,0 1 1 0 0,0-1 0 0 0,0 0-1 0 0,3-3 1 0 0,4-4-33 0 0,0-1 0 0 0,-1 1 1 0 0,0-2-1 0 0,0 1 0 0 0,-1-1 1 0 0,0-1-1 0 0,-1 1 0 0 0,9-22 1 0 0,11-16-69 0 0,48-52-68 0 0,-67 90 177 0 0,0 0 4 0 0,1 2 2 0 0,1 1 0 0 0,-1-3 0 0 0,-2 4 2 0 0,-25 31 14 0 0,10-15-12 0 0,1 1 1 0 0,0 0-1 0 0,0 1 1 0 0,2-1-1 0 0,-1 1 1 0 0,1 0-1 0 0,-5 18 1 0 0,-23 92 96 0 0,32-104-49 0 0,0 0 1 0 0,1 0-1 0 0,1 1 0 0 0,1-1 0 0 0,5 34 1 0 0,-4-40 41 0 0,-2-12-85 0 0,0 1 1 0 0,0 0-1 0 0,0 0 0 0 0,1 0 1 0 0,-1-1-1 0 0,0 1 0 0 0,1 0 1 0 0,-1 0-1 0 0,0-1 0 0 0,1 1 1 0 0,-1 0-1 0 0,1-1 0 0 0,-1 1 1 0 0,1-1-1 0 0,0 1 0 0 0,-1-1 1 0 0,1 1-1 0 0,0-1 0 0 0,-1 1 1 0 0,1-1-1 0 0,0 1 0 0 0,-1-1 1 0 0,1 0-1 0 0,0 1 0 0 0,0-1 1 0 0,0 0-1 0 0,-1 0 0 0 0,1 0 1 0 0,0 1-1 0 0,0-1 0 0 0,0 0 1 0 0,-1 0-1 0 0,1 0 0 0 0,2-1 1 0 0,-2 1 8 0 0,1 0 0 0 0,0 0 0 0 0,0 0 0 0 0,0-1 0 0 0,0 1 0 0 0,0-1 0 0 0,-1 0 0 0 0,1 1 0 0 0,0-1 0 0 0,-1 0 0 0 0,1 0 0 0 0,0 0 0 0 0,-1 0 0 0 0,3-2 0 0 0,2-5 32 0 0,0 0-1 0 0,-1 0 0 0 0,0-1 1 0 0,-1 0-1 0 0,0 0 1 0 0,0 0-1 0 0,-1 0 0 0 0,4-15 1 0 0,-1-4 105 0 0,5-48 0 0 0,-13 20 53 0 0,0 5-39 0 0,-5-25 270 0 0,7 74-378 0 0,-1-9 261 0 0,0 12-306 0 0,0 0 0 0 0,1 0 0 0 0,-1 0 0 0 0,1 0 0 0 0,-1 0 0 0 0,1 0 0 0 0,0 0 0 0 0,-1 0 0 0 0,1 0 0 0 0,0 1 1 0 0,0-1-1 0 0,0 0 0 0 0,-1 0 0 0 0,1 0 0 0 0,0 0 0 0 0,1 0 0 0 0,-1 0 0 0 0,0 0 0 0 0,0 0 0 0 0,1 2 0 0 0,2 42 94 0 0,-3-36-84 0 0,1 4-5 0 0,2 23 106 0 0,11 61 1 0 0,-11-74-56 0 0,-3-20-58 0 0,0 0 0 0 0,0 0 0 0 0,1 0 0 0 0,-1 0 0 0 0,1 0 0 0 0,0 0 0 0 0,0 0 0 0 0,0 0 0 0 0,2 4 0 0 0,-1-4 78 0 0,-2-3-90 0 0,0 0 0 0 0,0 0 1 0 0,-1 0-1 0 0,1 1 0 0 0,0-1 0 0 0,0 0 1 0 0,0 0-1 0 0,0 0 0 0 0,0 1 1 0 0,0-1-1 0 0,0 0 0 0 0,0 0 0 0 0,0 0 1 0 0,1 1-1 0 0,-1-1 0 0 0,0 0 0 0 0,0 0 1 0 0,0 0-1 0 0,0 1 0 0 0,0-1 0 0 0,0 0 1 0 0,0 0-1 0 0,0 0 0 0 0,0 0 0 0 0,1 1 1 0 0,-1-1-1 0 0,0 0 0 0 0,0 0 0 0 0,0 0 1 0 0,0 0-1 0 0,1 0 0 0 0,-1 1 0 0 0,0-1 1 0 0,0 0-1 0 0,0 0 0 0 0,0 0 1 0 0,1 0-1 0 0,-1 0 0 0 0,0 0 0 0 0,0 0 1 0 0,0 0-1 0 0,1 0 0 0 0,-1 0 0 0 0,0 0 1 0 0,1 0-1 0 0,10-7 100 0 0,7-12-19 0 0,28-45 63 0 0,10-12-25 0 0,-49 68-91 0 0,0 1 0 0 0,1-1 1 0 0,0 1-1 0 0,0 1 0 0 0,1 0 1 0 0,17-10-1 0 0,-25 15-25 0 0,1 1 1 0 0,-1-1 0 0 0,0 0-1 0 0,1 1 1 0 0,-1-1-1 0 0,0 1 1 0 0,1 0-1 0 0,-1-1 1 0 0,0 1 0 0 0,1 0-1 0 0,-1 0 1 0 0,1 0-1 0 0,-1 0 1 0 0,0 0 0 0 0,1 0-1 0 0,-1 0 1 0 0,1 1-1 0 0,-1-1 1 0 0,0 0-1 0 0,1 1 1 0 0,-1-1 0 0 0,0 1-1 0 0,1-1 1 0 0,-1 1-1 0 0,0 0 1 0 0,0 0-1 0 0,0 0 1 0 0,0-1 0 0 0,1 1-1 0 0,-1 0 1 0 0,0 0-1 0 0,-1 0 1 0 0,1 0-1 0 0,0 1 1 0 0,0-1 0 0 0,0 0-1 0 0,-1 0 1 0 0,1 0-1 0 0,0 1 1 0 0,-1-1-1 0 0,1 3 1 0 0,3 6 14 0 0,-1 1 0 0 0,-1-1 0 0 0,1 1 0 0 0,0 17 1 0 0,20 313 288 0 0,-17-309-12 0 0,-2-3-3713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12.5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 26 6632 0 0,'0'-5'54'0'0,"1"-11"-3"0"0,-1 12 56 0 0,-1 4-89 0 0,1 0 0 0 0,-1 0-1 0 0,1 0 1 0 0,-1 0 0 0 0,1 0 0 0 0,-1 0 0 0 0,1 0 0 0 0,-1 0 0 0 0,0 0 0 0 0,1 1-1 0 0,-1-1 1 0 0,1 0 0 0 0,-1 0 0 0 0,1 0 0 0 0,0 1 0 0 0,-1-1 0 0 0,1 0 0 0 0,-1 1-1 0 0,1-1 1 0 0,-1 0 0 0 0,1 1 0 0 0,0-1 0 0 0,-1 1 0 0 0,1-1 0 0 0,0 0 0 0 0,-1 1-1 0 0,1-1 1 0 0,0 1 0 0 0,0-1 0 0 0,-1 1 0 0 0,1-1 0 0 0,0 1 0 0 0,0-1 0 0 0,0 1-1 0 0,0 0 1 0 0,0-1 0 0 0,0 1 0 0 0,0-1 0 0 0,0 1 0 0 0,0-1 0 0 0,0 1 0 0 0,0-1-1 0 0,0 1 1 0 0,0-1 0 0 0,0 1 0 0 0,0-1 0 0 0,1 1 0 0 0,-1-1 0 0 0,0 1 0 0 0,0-1-1 0 0,1 1 1 0 0,-1-1 0 0 0,0 1 0 0 0,1-1 0 0 0,-1 1 0 0 0,0-1 0 0 0,1 0 0 0 0,-1 1-1 0 0,0-1 1 0 0,1 0 0 0 0,-1 1 0 0 0,1-1 0 0 0,0 1 0 0 0,11 5 221 0 0,0 0 0 0 0,1 0 1 0 0,15 4-1 0 0,13 6-44 0 0,17 4 161 0 0,0-2 1 0 0,0-2 0 0 0,118 14-1 0 0,-156-28-281 0 0,1 0 0 0 0,-1-2 1 0 0,1 0-1 0 0,-1-2 0 0 0,0 0 0 0 0,0-1 0 0 0,1-1 0 0 0,-2 0 0 0 0,35-14 0 0 0,-34 9 204 0 0,-14 3-351 0 0,-10 3-836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13.0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167 8 8936 0 0,'21'1'81'0'0,"4"-1"6"0"0,-7-1 478 0 0,-21 0-494 0 0,-1 0 2 0 0,0 0 1 0 0,-1-1-1 0 0,1 2 1 0 0,-1-1-1 0 0,1 0 1 0 0,-1 1-1 0 0,1 0 1 0 0,-1 0-1 0 0,1 0 1 0 0,-1 1-1 0 0,1-1 1 0 0,-1 1-1 0 0,1 0 1 0 0,-9 3-1 0 0,2 1-11 0 0,0 1-1 0 0,0 0 1 0 0,0 1 0 0 0,1 0-1 0 0,0 0 1 0 0,1 1-1 0 0,-1 0 1 0 0,1 1-1 0 0,1 0 1 0 0,0 0-1 0 0,-13 20 1 0 0,18-23-55 0 0,0-1 0 0 0,0 1 0 0 0,0 0 1 0 0,1 0-1 0 0,0 0 0 0 0,0 0 0 0 0,0 0 0 0 0,1 1 0 0 0,0-1 0 0 0,0 0 1 0 0,1 1-1 0 0,-1-1 0 0 0,2 1 0 0 0,-1-1 0 0 0,1 1 0 0 0,0-1 0 0 0,0 0 1 0 0,0 0-1 0 0,1 1 0 0 0,0-1 0 0 0,0 0 0 0 0,1 0 0 0 0,0-1 0 0 0,4 9 1 0 0,5 2 2 0 0,1-1 0 0 0,0 1 1 0 0,1-2-1 0 0,0 0 0 0 0,1-1 0 0 0,1-1 1 0 0,0 0-1 0 0,18 10 0 0 0,34 26 10 0 0,-10-12 25 0 0,-23-17-4 0 0,-21-10-17 0 0,0-2-1 0 0,1 1 1 0 0,-1-2-1 0 0,1 0 0 0 0,1-1 1 0 0,-1-1-1 0 0,1 0 1 0 0,20 2-1 0 0,-33-6-77 0 0,-1 0 0 0 0,0 0 0 0 0,0-1 0 0 0,1 1 1 0 0,-1-1-1 0 0,0 1 0 0 0,0-1 0 0 0,0 0 0 0 0,0 0 0 0 0,0 0 0 0 0,0 0 0 0 0,0 0 1 0 0,0 0-1 0 0,0-1 0 0 0,2-1 0 0 0,-2 2-511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13.8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1 848 8640 0 0,'0'0'588'0'0,"2"-4"-482"0"0,5-12 34 0 0,-5 11-5 0 0,-5-30 1126 0 0,13-227-586 0 0,-5 206-641 0 0,3 0-1 0 0,25-90 1 0 0,-18 79-32 0 0,-14 55-2 0 0,1-1 0 0 0,1 1 1 0 0,1 0-1 0 0,-1 0 0 0 0,9-17 0 0 0,9-30-8 0 0,-20 49 5 0 0,-1 10 3 0 0,0-1 0 0 0,0 1-1 0 0,1 0 1 0 0,-1 0 0 0 0,0-1-1 0 0,0 1 1 0 0,0 0 0 0 0,0 0 0 0 0,1 0-1 0 0,-1-1 1 0 0,0 1 0 0 0,0 0-1 0 0,0 0 1 0 0,1 0 0 0 0,-1 0-1 0 0,0 0 1 0 0,0-1 0 0 0,1 1-1 0 0,-1 0 1 0 0,0 0 0 0 0,0 0 0 0 0,1 0-1 0 0,-1 0 1 0 0,0 0 0 0 0,0 0-1 0 0,1 0 1 0 0,-1 0 0 0 0,0 0-1 0 0,1 0 1 0 0,-1 0 0 0 0,0 0-1 0 0,0 0 1 0 0,1 0 0 0 0,-1 0-1 0 0,0 0 1 0 0,0 0 0 0 0,1 1 0 0 0,-1-1-1 0 0,0 0 1 0 0,0 0 0 0 0,1 0-1 0 0,-1 1 1 0 0,3 12-4 0 0,6 38-5 0 0,18 56-1 0 0,1 19 6 0 0,2 5-1 0 0,-10-34 4 0 0,-10-47 0 0 0,-8-35 2 0 0,1 1-1 0 0,1-1 0 0 0,0 1 0 0 0,1-1 1 0 0,11 22-1 0 0,-16-36 1 0 0,0-1-1 0 0,0 1 1 0 0,0-1 0 0 0,1 1-1 0 0,-1-1 1 0 0,0 1 0 0 0,0-1-1 0 0,0 1 1 0 0,1-1 0 0 0,-1 1-1 0 0,0-1 1 0 0,1 1 0 0 0,-1-1-1 0 0,0 1 1 0 0,1-1 0 0 0,-1 0-1 0 0,1 1 1 0 0,-1-1 0 0 0,1 0-1 0 0,-1 1 1 0 0,1-1 0 0 0,-1 0-1 0 0,1 1 1 0 0,-1-1 0 0 0,1 0-1 0 0,-1 0 1 0 0,1 0-1 0 0,-1 0 1 0 0,1 0 0 0 0,-1 1-1 0 0,1-1 1 0 0,0 0 0 0 0,-1 0-1 0 0,1 0 1 0 0,-1 0 0 0 0,1-1-1 0 0,-1 1 1 0 0,1 0 0 0 0,-1 0-1 0 0,1 0 1 0 0,-1 0 0 0 0,1-1-1 0 0,0 1 1 0 0,-1 0 0 0 0,0 0-1 0 0,1-1 1 0 0,-1 1 0 0 0,1 0-1 0 0,-1-1 1 0 0,1 1 0 0 0,-1 0-1 0 0,0-1 1 0 0,1 1 0 0 0,-1-1-1 0 0,1 0 1 0 0,15-34 15 0 0,122-412 221 0 0,-114 366-176 0 0,-18 63-19 0 0,-1-1 1 0 0,-1 1 0 0 0,-1-1 0 0 0,0 0 0 0 0,-2 0 0 0 0,0 0-1 0 0,-1-19 1 0 0,-1 37-33 0 0,0 1 0 0 0,0 0 0 0 0,0 0 0 0 0,0 0 0 0 0,1 0 0 0 0,-1-1 0 0 0,0 1 0 0 0,0 0 0 0 0,0 0 0 0 0,0 1 0 0 0,0-1 0 0 0,1 0 0 0 0,-1 0 0 0 0,0 0 0 0 0,0 1 0 0 0,0-1 0 0 0,1 0 0 0 0,-1 1 0 0 0,0-1 0 0 0,0 0 0 0 0,1 1 0 0 0,-1-1 0 0 0,0 1 0 0 0,1-1 0 0 0,-2 2 0 0 0,-6 9 26 0 0,0 0 0 0 0,1 0 0 0 0,1 1-1 0 0,0 0 1 0 0,-7 21 0 0 0,2-7 9 0 0,-39 68 248 0 0,33-63-1032 0 0,-18 42 0 0 0,32-66-7562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14.3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0 252 10040 0 0,'24'-9'213'0'0,"21"-9"332"0"0,-38 15-472 0 0,0-1 1 0 0,0 0-1 0 0,0 0 1 0 0,-1 0 0 0 0,1-1-1 0 0,-1 0 1 0 0,8-8-1 0 0,17-20 678 0 0,-21 24-569 0 0,0-1 1 0 0,-1 0-1 0 0,0-1 0 0 0,-1 0 0 0 0,13-22 0 0 0,-7 13-1 0 0,-12 19-164 0 0,-1-1 0 0 0,1 1 0 0 0,-1-1 1 0 0,0 0-1 0 0,0 1 0 0 0,0-1 0 0 0,1 0 1 0 0,-1 0-1 0 0,-1 1 0 0 0,1-1 0 0 0,0 0 1 0 0,0 0-1 0 0,-1 0 0 0 0,1 0 0 0 0,-1 0 0 0 0,0 0 1 0 0,1-3-1 0 0,-2 4-15 0 0,1 1 0 0 0,-1-1 0 0 0,1 0 0 0 0,0 1 0 0 0,-1-1 0 0 0,1 0-1 0 0,-1 1 1 0 0,0-1 0 0 0,1 1 0 0 0,-1-1 0 0 0,0 1 0 0 0,1-1 0 0 0,-1 1 0 0 0,0-1 0 0 0,1 1 0 0 0,-1 0 0 0 0,0-1 0 0 0,0 1 0 0 0,1 0 0 0 0,-1 0 0 0 0,0-1-1 0 0,0 1 1 0 0,0 0 0 0 0,0 0 0 0 0,1 0 0 0 0,-1 0 0 0 0,0 0 0 0 0,0 0 0 0 0,0 0 0 0 0,1 1 0 0 0,-1-1 0 0 0,0 0 0 0 0,0 0 0 0 0,0 0 0 0 0,1 1 0 0 0,-1-1-1 0 0,0 1 1 0 0,0-1 0 0 0,0 1 0 0 0,-4 4-2 0 0,0 0 1 0 0,1 0-1 0 0,0 1 0 0 0,0-1 0 0 0,0 1 0 0 0,1 0 0 0 0,0 0 1 0 0,0 1-1 0 0,-3 7 0 0 0,-14 59 0 0 0,16-57 0 0 0,-2 10 0 0 0,2 0 0 0 0,-4 51 0 0 0,8-67 0 0 0,0 0 0 0 0,0 1 0 0 0,1-1 0 0 0,0 1 0 0 0,1-1 0 0 0,1 0 0 0 0,-1 0 0 0 0,2 0 0 0 0,6 16 0 0 0,-8-23 1 0 0,0 1 1 0 0,0 0 0 0 0,0-1 0 0 0,1 1-1 0 0,-1-1 1 0 0,1 0 0 0 0,0 0 0 0 0,0 0-1 0 0,0 0 1 0 0,0 0 0 0 0,1-1 0 0 0,-1 1-1 0 0,1-1 1 0 0,-1 0 0 0 0,1 0 0 0 0,0-1-1 0 0,0 1 1 0 0,0-1 0 0 0,0 1 0 0 0,0-1-1 0 0,0 0 1 0 0,0-1 0 0 0,0 1 0 0 0,0-1-1 0 0,0 0 1 0 0,1 0 0 0 0,-1 0 0 0 0,0 0-1 0 0,0-1 1 0 0,0 0 0 0 0,6-1 0 0 0,-6-1 3 0 0,-1 1-1 0 0,0-1 1 0 0,-1 0 0 0 0,1 0 0 0 0,0 0 0 0 0,-1 0 0 0 0,0 0 0 0 0,1-1 0 0 0,1-4 0 0 0,3-8 11 0 0,0 1 0 0 0,-2-1 0 0 0,0 0 0 0 0,5-29 0 0 0,5-17 36 0 0,-11 51-42 0 0,0 0 1 0 0,-2 0 0 0 0,1 0-1 0 0,-1 0 1 0 0,-1 0-1 0 0,0 0 1 0 0,0-1-1 0 0,-1 1 1 0 0,-1 0-1 0 0,-3-22 1 0 0,3 28-1 0 0,-1 1 0 0 0,0-1 0 0 0,0 1 0 0 0,-1 0 0 0 0,1-1 1 0 0,-1 1-1 0 0,0 0 0 0 0,0 1 0 0 0,0-1 0 0 0,0 0 0 0 0,-1 1 0 0 0,1 0 0 0 0,-1 0 0 0 0,0 0 0 0 0,0 0 1 0 0,0 1-1 0 0,-9-5 0 0 0,11 6-3 0 0,0 1 0 0 0,1-1 0 0 0,-1 0 0 0 0,0 1 0 0 0,0-1 0 0 0,-1 1 0 0 0,1 0 0 0 0,0 0 0 0 0,0 0 0 0 0,0 0 0 0 0,0 0 0 0 0,0 0 0 0 0,0 0 0 0 0,0 1 0 0 0,0-1 0 0 0,0 1 0 0 0,0 0-1 0 0,-3 1 1 0 0,3-1 0 0 0,0 1 0 0 0,0 0 0 0 0,0 0 0 0 0,0 0 0 0 0,0 0-1 0 0,0 0 1 0 0,1 0 0 0 0,-1 1 0 0 0,1-1 0 0 0,-1 0-1 0 0,1 1 1 0 0,0-1 0 0 0,0 1 0 0 0,0 0 0 0 0,0-1 0 0 0,0 1-1 0 0,0 5 1 0 0,-3 16 40 0 0,1 0-1 0 0,1 1 0 0 0,1 25 1 0 0,2-36-21 0 0,-1 0 0 0 0,2-1 0 0 0,0 1 0 0 0,1-1 0 0 0,0 0 1 0 0,0 1-1 0 0,7 12 0 0 0,-7-22-12 0 0,0 0-1 0 0,0 0 1 0 0,0 0 0 0 0,0 0 0 0 0,1 0 0 0 0,0-1 0 0 0,0 1-1 0 0,0-1 1 0 0,0 0 0 0 0,0 0 0 0 0,1-1 0 0 0,6 4-1 0 0,-2-2 22 0 0,1 0 0 0 0,-1 0 0 0 0,1-1 0 0 0,18 3 1 0 0,-10-4-456 0 0,1 0 0 0 0,0-2 0 0 0,23-2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15.2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1 730 11048 0 0,'0'0'2044'0'0,"9"-9"-1735"0"0,278-309 404 0 0,-280 306-659 0 0,-8 12-52 0 0,1 0 0 0 0,0 0 0 0 0,0-1 0 0 0,0 1 0 0 0,0 0 0 0 0,0 0 0 0 0,0-1 0 0 0,0 1 0 0 0,0 0 1 0 0,0 0-1 0 0,1-1 0 0 0,-1 1 0 0 0,0 0 0 0 0,0 0 0 0 0,0 0 0 0 0,0-1 0 0 0,0 1 0 0 0,0 0 0 0 0,0 0 0 0 0,1 0 0 0 0,-1-1 0 0 0,0 1 0 0 0,0 0 0 0 0,0 0 0 0 0,0 0 1 0 0,1 0-1 0 0,-1-1 0 0 0,0 1 0 0 0,0 0 0 0 0,0 0 0 0 0,1 0 0 0 0,-1 0 0 0 0,0 0 0 0 0,0 0 0 0 0,0 0 0 0 0,1 0 0 0 0,-1 0 0 0 0,0-1 0 0 0,0 1 0 0 0,1 0 0 0 0,-1 0 1 0 0,0 0-1 0 0,0 0 0 0 0,1 0 0 0 0,-1 1 0 0 0,0-1 0 0 0,0 0 0 0 0,0 0 0 0 0,1 0 0 0 0,-1 0 0 0 0,0 0 0 0 0,0 0 0 0 0,1 0 0 0 0,-1 0 0 0 0,0 0 0 0 0,0 1 0 0 0,0-1 1 0 0,1 0-1 0 0,-1 0 0 0 0,0 0 0 0 0,0 0 0 0 0,0 1 0 0 0,0-1 0 0 0,0 0 0 0 0,1 0 0 0 0,-1 0 0 0 0,0 1 0 0 0,0-1 0 0 0,0 2 1 0 0,0-1 0 0 0,0 1 0 0 0,-1-1 0 0 0,1 1 0 0 0,0-1 0 0 0,-1 1 0 0 0,1-1 0 0 0,-1 0 0 0 0,1 1 0 0 0,-1-1-1 0 0,0 0 1 0 0,0 1 0 0 0,-1 0 0 0 0,1 2 3 0 0,-59 166 85 0 0,47-91-51 0 0,12-76-38 0 0,1-2-1 0 0,-1 0 0 0 0,1 0-1 0 0,0 1 1 0 0,-1-1 0 0 0,1 0-1 0 0,0 1 1 0 0,0-1 0 0 0,0 0-1 0 0,0 0 1 0 0,0 1 0 0 0,0-1-1 0 0,0 0 1 0 0,1 1 0 0 0,-1-1-1 0 0,0 0 1 0 0,1 0 0 0 0,-1 0-1 0 0,1 1 1 0 0,-1-1 0 0 0,1 0-1 0 0,0 0 1 0 0,-1 0 0 0 0,1 0-1 0 0,0 0 1 0 0,0 0 0 0 0,0 0-1 0 0,0 0 1 0 0,0 0 0 0 0,0 0-1 0 0,0-1 1 0 0,0 1 0 0 0,0 0-1 0 0,2 0 1 0 0,-2-1-1 0 0,0 0 1 0 0,0 0-1 0 0,-1 0 0 0 0,1 0 1 0 0,0 0-1 0 0,0 0 0 0 0,-1-1 1 0 0,1 1-1 0 0,0 0 0 0 0,0-1 1 0 0,-1 1-1 0 0,1 0 0 0 0,0-1 1 0 0,-1 1-1 0 0,1-1 0 0 0,0 1 1 0 0,0-2-1 0 0,2 1 1 0 0,27-17 4 0 0,0-1 1 0 0,-2-1 0 0 0,0-1 0 0 0,-1-1 0 0 0,-1-2 0 0 0,38-45 0 0 0,-47 49 33 0 0,-1-2 1 0 0,21-35 0 0 0,-32 48-39 0 0,1-2 203 0 0,-6 11-201 0 0,0 0 0 0 0,0-1 1 0 0,0 1-1 0 0,0 0 1 0 0,-1 0-1 0 0,1 0 1 0 0,0-1-1 0 0,0 1 0 0 0,0 0 1 0 0,0 0-1 0 0,-1-1 1 0 0,1 1-1 0 0,0 0 0 0 0,0 0 1 0 0,0 0-1 0 0,-1 0 1 0 0,1 0-1 0 0,0-1 0 0 0,0 1 1 0 0,-1 0-1 0 0,1 0 1 0 0,0 0-1 0 0,0 0 0 0 0,-1 0 1 0 0,1 0-1 0 0,0 0 1 0 0,0 0-1 0 0,-1 0 1 0 0,1 0-1 0 0,0 0 0 0 0,-1 0 1 0 0,1 0-1 0 0,0 0 1 0 0,0 0-1 0 0,-1 0 0 0 0,1 0 1 0 0,-1 0-1 0 0,0 1 4 0 0,-1 0 0 0 0,1 1 0 0 0,0-1 0 0 0,-1 0-1 0 0,1 0 1 0 0,0 1 0 0 0,0-1 0 0 0,0 1 0 0 0,0-1 0 0 0,0 1 0 0 0,0 0-1 0 0,0-1 1 0 0,0 1 0 0 0,1 0 0 0 0,-1-1 0 0 0,0 3 0 0 0,-2 3 23 0 0,-5 10 30 0 0,-46 111 222 0 0,48-110-178 0 0,1 0 1 0 0,1 0 0 0 0,0 1 0 0 0,1-1 0 0 0,0 30 0 0 0,3-48-99 0 0,0 1 1 0 0,0-1-1 0 0,0 1 1 0 0,0-1-1 0 0,0 0 1 0 0,0 1 0 0 0,0-1-1 0 0,0 1 1 0 0,0-1-1 0 0,0 0 1 0 0,0 1 0 0 0,0-1-1 0 0,1 0 1 0 0,-1 1-1 0 0,0-1 1 0 0,0 0 0 0 0,0 1-1 0 0,1-1 1 0 0,-1 0-1 0 0,0 0 1 0 0,0 1-1 0 0,1-1 1 0 0,-1 0 0 0 0,0 0-1 0 0,1 1 1 0 0,-1-1-1 0 0,0 0 1 0 0,1 0 0 0 0,-1 0-1 0 0,0 1 1 0 0,1-1-1 0 0,-1 0 1 0 0,0 0 0 0 0,1 0-1 0 0,-1 0 1 0 0,1 0-1 0 0,-1 0 1 0 0,0 0-1 0 0,1 0 1 0 0,-1 0 0 0 0,0 0-1 0 0,1 0 1 0 0,-1 0-1 0 0,1 0 1 0 0,-1 0 0 0 0,0 0-1 0 0,1-1 1 0 0,-1 1-1 0 0,0 0 1 0 0,1 0 0 0 0,0-1-1 0 0,18-12 125 0 0,0-16 26 0 0,-1-1 1 0 0,-2-1 0 0 0,15-38-1 0 0,-26 49 211 0 0,-5 17-22 0 0,-1 12-234 0 0,-6 41 159 0 0,4-41-212 0 0,1 1 0 0 0,0 0 0 0 0,1 0 0 0 0,0 0 0 0 0,1 0 0 0 0,0 0 0 0 0,0 0 0 0 0,1 0 0 0 0,1-1 0 0 0,-1 1-1 0 0,6 17 1 0 0,-6-26-52 0 0,-1-1 0 0 0,0 1 0 0 0,1 0-1 0 0,-1-1 1 0 0,0 1 0 0 0,1-1 0 0 0,-1 1-1 0 0,1-1 1 0 0,-1 1 0 0 0,1-1 0 0 0,-1 1-1 0 0,1-1 1 0 0,-1 0 0 0 0,1 1 0 0 0,0-1-1 0 0,-1 0 1 0 0,1 1 0 0 0,-1-1 0 0 0,1 0-1 0 0,0 0 1 0 0,-1 0 0 0 0,1 0 0 0 0,0 1 0 0 0,-1-1-1 0 0,1 0 1 0 0,0 0 0 0 0,-1 0 0 0 0,1 0-1 0 0,0 0 1 0 0,-1-1 0 0 0,1 1 0 0 0,0 0-1 0 0,-1 0 1 0 0,1 0 0 0 0,0 0 0 0 0,-1-1-1 0 0,1 1 1 0 0,-1 0 0 0 0,1-1 0 0 0,-1 1-1 0 0,1 0 1 0 0,0-1 0 0 0,-1 1 0 0 0,1-1-1 0 0,22-21 170 0 0,-13 8-138 0 0,-1-1 1 0 0,-1 0-1 0 0,0-1 0 0 0,-1 0 0 0 0,5-18 0 0 0,9-19 32 0 0,30-89 141 0 0,-27 69-127 0 0,7-37 51 0 0,9-22 148 0 0,-37 126-261 0 0,-1 0-1 0 0,0 0 0 0 0,-1-1 1 0 0,0 1-1 0 0,0-1 0 0 0,1-11 1 0 0,-1 6 126 0 0,-3 24-94 0 0,-61 227 110 0 0,33-94-127 0 0,14-58-16 0 0,-4 32 15 0 0,3-55-117 0 0,-13 54 272 0 0,18-47-2801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20.9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887 89 4216 0 0,'3'-6'1'0'0,"8"-12"1"0"0,-1 11 22 0 0,-9 7-22 0 0,-1 0 0 0 0,0 0 1 0 0,1 0-1 0 0,-1-1 0 0 0,0 1 1 0 0,1 0-1 0 0,-1 0 0 0 0,0 0 1 0 0,1 0-1 0 0,-1-1 1 0 0,0 1-1 0 0,1 0 0 0 0,-1 0 1 0 0,0-1-1 0 0,1 1 0 0 0,-1 0 1 0 0,0 0-1 0 0,0-1 1 0 0,0 1-1 0 0,1 0 0 0 0,-1-1 1 0 0,0 1-1 0 0,0 0 0 0 0,0-1 1 0 0,0 1-1 0 0,1 0 0 0 0,-1-1 1 0 0,0 1-1 0 0,0 0 1 0 0,0-1-1 0 0,0 1 0 0 0,0-1 1 0 0,0 1-1 0 0,0 0 0 0 0,0-1 1 0 0,0 1-1 0 0,0 0 1 0 0,0-1-1 0 0,-1 1 0 0 0,1-1 1 0 0,0 1-1 0 0,0 0 0 0 0,0-1 1 0 0,0 1-1 0 0,0 0 0 0 0,-1 0 1 0 0,1-1-1 0 0,0 1 1 0 0,0 0-1 0 0,-1-1 0 0 0,1 1 1 0 0,0 0-1 0 0,0 0 0 0 0,-1-1 1 0 0,-18-12 136 0 0,3 8-64 0 0,-5-2 73 0 0,0 2 0 0 0,-27-4-1 0 0,41 8-107 0 0,-1 0-1 0 0,1 1 0 0 0,-1 0 1 0 0,0 0-1 0 0,1 1 1 0 0,-1 0-1 0 0,1 1 1 0 0,0 0-1 0 0,-1 0 0 0 0,-10 4 1 0 0,-8 9 62 0 0,1 0 0 0 0,0 1 0 0 0,1 2 0 0 0,1 0 0 0 0,0 2 0 0 0,2 0 0 0 0,0 2 0 0 0,2 0 0 0 0,-30 44 0 0 0,39-50-78 0 0,0 1 0 0 0,2 0 0 0 0,0 1 1 0 0,1 0-1 0 0,0 0 0 0 0,2 1 0 0 0,0 0 0 0 0,1 0 0 0 0,1 0 1 0 0,1 0-1 0 0,1 1 0 0 0,0-1 0 0 0,2 0 0 0 0,5 38 0 0 0,21 68 246 0 0,-5-31 70 0 0,-21-83-290 0 0,0 0 1 0 0,0 0-1 0 0,-1 0 1 0 0,-1 0 0 0 0,1-1-1 0 0,-4 15 1 0 0,-19 64 64 0 0,16-63-60 0 0,-18 56 172 0 0,-62 138 0 0 0,-62 64 81 0 0,134-258-267 0 0,-58 94 216 0 0,65-109-149 0 0,1 1 0 0 0,1 0 0 0 0,0 0 0 0 0,0 0 0 0 0,-3 14 0 0 0,9-25-67 0 0,-1 0-1 0 0,1 0 1 0 0,-1 0 0 0 0,1-1 0 0 0,0 1 0 0 0,0 0 0 0 0,0 0-1 0 0,-1 0 1 0 0,1 0 0 0 0,0 0 0 0 0,0 0 0 0 0,0 0 0 0 0,0 0 0 0 0,0 0-1 0 0,1 0 1 0 0,-1 0 0 0 0,0 0 0 0 0,0 0 0 0 0,1 0 0 0 0,0 1-1 0 0,15-9 512 0 0,0-2-609 0 0,3 0 101 0 0,1 1 0 0 0,1 1 0 0 0,-1 0 0 0 0,1 2 0 0 0,0 0 0 0 0,1 1 0 0 0,32-1 0 0 0,-39 5-5 0 0,1 0 1 0 0,-1 0-1 0 0,1 2 1 0 0,28 6-1 0 0,-37-7-25 0 0,-1 1 0 0 0,1 1 0 0 0,-1-1 1 0 0,0 1-1 0 0,0 0 0 0 0,0 0 0 0 0,0 1 0 0 0,-1-1 0 0 0,0 2 0 0 0,1-1 0 0 0,-1 0 1 0 0,-1 1-1 0 0,1 0 0 0 0,4 6 0 0 0,-3-3 5 0 0,0 1 0 0 0,0 0 1 0 0,-1 0-1 0 0,0 0 0 0 0,-1 1 1 0 0,0 0-1 0 0,-1 0 0 0 0,4 17 0 0 0,-2 0 14 0 0,-2 1 0 0 0,-1-1 0 0 0,-2 42 0 0 0,-13 154 190 0 0,0-78-125 0 0,-5 46 3 0 0,6-85 26 0 0,3 124 0 0 0,20 103 90 0 0,-10-318-208 0 0,29 237 255 0 0,-20-205-212 0 0,3-1 0 0 0,2 0 1 0 0,21 45-1 0 0,-30-77-4 0 0,0 0 0 0 0,1-1-1 0 0,1 0 1 0 0,13 17 0 0 0,-17-25-183 0 0,0 0 0 0 0,0-1 1 0 0,1 1-1 0 0,-1-1 0 0 0,1 0 0 0 0,0 0 0 0 0,0-1 1 0 0,0 1-1 0 0,1-1 0 0 0,-1 0 0 0 0,1-1 0 0 0,11 4 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21.95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0 956 8336 0 0,'27'-4'10'0'0,"-2"0"14"0"0,13-1 14 0 0,-37 5-36 0 0,-1 0 1 0 0,1 0 0 0 0,-1-1 0 0 0,0 1-1 0 0,1 0 1 0 0,-1-1 0 0 0,1 1 0 0 0,-1 0-1 0 0,0-1 1 0 0,1 1 0 0 0,-1-1 0 0 0,0 1-1 0 0,1-1 1 0 0,-1 1 0 0 0,0-1 0 0 0,0 1-1 0 0,0-1 1 0 0,1 1 0 0 0,-1-1 0 0 0,0 1-1 0 0,0-1 1 0 0,0 1 0 0 0,0-1 0 0 0,0 1-1 0 0,0-1 1 0 0,0 1 0 0 0,0-1 0 0 0,0 1-1 0 0,0-1 1 0 0,0 1 0 0 0,0-1 0 0 0,-1 0-1 0 0,-3-17 42 0 0,-2 10-10 0 0,1 0 0 0 0,1-1-1 0 0,-1 1 1 0 0,1-1 0 0 0,1 0-1 0 0,-1 0 1 0 0,2-1-1 0 0,-1 1 1 0 0,1-1 0 0 0,1 1-1 0 0,0-1 1 0 0,0 0 0 0 0,1-14-1 0 0,3-16 9 0 0,14-80 0 0 0,-7 63-3 0 0,28-149 42 0 0,-33 184-73 0 0,0 0-1 0 0,9-24 1 0 0,7-23-7 0 0,5-38 8 0 0,-25 101-4 0 0,1 10-1 0 0,0 14 1 0 0,-6 13-4 0 0,-2-1 0 0 0,-10 35 0 0 0,-6 34 2 0 0,1 97-1 0 0,19-156 10 0 0,2-1 1 0 0,2 1-1 0 0,8 41 0 0 0,-6-66 8 0 0,0 0 0 0 0,2 0 0 0 0,-1 0 0 0 0,2-1-1 0 0,0 0 1 0 0,1 0 0 0 0,0 0 0 0 0,1-1 0 0 0,0-1 0 0 0,1 1 0 0 0,1-2-1 0 0,0 1 1 0 0,0-1 0 0 0,1-1 0 0 0,1 0 0 0 0,-1-1 0 0 0,2 0 0 0 0,-1-1 0 0 0,16 6-1 0 0,-27-12-3 0 0,1-1-1 0 0,0 0 0 0 0,0 0 1 0 0,0 0-1 0 0,0 0 0 0 0,0-1 1 0 0,0 1-1 0 0,0-1 0 0 0,0 0 1 0 0,1 0-1 0 0,-1 0 0 0 0,0 0 1 0 0,0 0-1 0 0,0-1 0 0 0,0 1 1 0 0,0-1-1 0 0,0 0 0 0 0,0 0 1 0 0,0 0-1 0 0,0 0 0 0 0,3-3 1 0 0,-3 2 5 0 0,0-1 1 0 0,0 1-1 0 0,0-1 1 0 0,-1 0-1 0 0,1 0 1 0 0,-1-1-1 0 0,0 1 1 0 0,0 0-1 0 0,0-1 1 0 0,0 1-1 0 0,0-1 1 0 0,-1 0-1 0 0,1 1 1 0 0,-1-1-1 0 0,1-7 1 0 0,5-35 168 0 0,4-79 0 0 0,-5 31-41 0 0,4-31-14 0 0,-7 62 0 0 0,3 0 1 0 0,20-88-1 0 0,0 80-4 0 0,-18 53-83 0 0,-2 0 0 0 0,9-33 0 0 0,13-24 263 0 0,-27 73-182 0 0,-19 44 118 0 0,5 17-533 0 0,-3 0 1 0 0,-28 68 0 0 0,43-123 55 0 0,-3 7-7876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22.51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0 480 8936 0 0,'2'-4'7'0'0,"0"0"1"0"0,0 1 0 0 0,1-1 0 0 0,-1 0-1 0 0,1 1 1 0 0,3-4 0 0 0,38-29 187 0 0,-35 30-160 0 0,0 0 0 0 0,-1-1 0 0 0,0 0 0 0 0,8-10 0 0 0,-5 3 7 0 0,18-19 164 0 0,17-14 168 0 0,-17 14-227 0 0,114-124 572 0 0,-124 135-611 0 0,-13 17-65 0 0,0-2 1 0 0,-1 1-1 0 0,0-1 0 0 0,0 0 0 0 0,0 0 1 0 0,-1 0-1 0 0,5-10 0 0 0,-8 15 55 0 0,-6 2-91 0 0,0 1 0 0 0,1-1 1 0 0,-1 1-1 0 0,1 1 0 0 0,-1-1 1 0 0,1 0-1 0 0,0 1 1 0 0,0 0-1 0 0,0 0 0 0 0,0 1 1 0 0,0-1-1 0 0,-6 5 0 0 0,-42 41 16 0 0,33-29-7 0 0,-8 8 5 0 0,-30 35 0 0 0,47-49-13 0 0,1 0 0 0 0,0 0 0 0 0,1 1 0 0 0,1 1 0 0 0,-9 22 0 0 0,0-1 5 0 0,11-25-7 0 0,1 0 1 0 0,0 0-1 0 0,-4 14 0 0 0,7-16-2 0 0,0 0-1 0 0,1-1 1 0 0,-1 1-1 0 0,2 0 0 0 0,-1-1 1 0 0,1 1-1 0 0,0-1 1 0 0,1 1-1 0 0,0-1 0 0 0,1 0 1 0 0,-1 1-1 0 0,7 12 1 0 0,-5-11 1 0 0,-3-9-5 0 0,-1 0 1 0 0,1-1-1 0 0,-1 1 1 0 0,1 0-1 0 0,0-1 1 0 0,-1 1-1 0 0,1 0 0 0 0,0-1 1 0 0,-1 1-1 0 0,1-1 1 0 0,0 1-1 0 0,0-1 1 0 0,0 1-1 0 0,0-1 1 0 0,-1 0-1 0 0,1 1 1 0 0,0-1-1 0 0,0 0 1 0 0,0 0-1 0 0,0 0 1 0 0,1 1-1 0 0,23 0 9 0 0,-19-2-4 0 0,2 1-2 0 0,0 0 1 0 0,0 0-1 0 0,0-1 1 0 0,0-1-1 0 0,0 0 1 0 0,0 0-1 0 0,0 0 1 0 0,0-1-1 0 0,-1 0 1 0 0,1 0-1 0 0,-1-1 1 0 0,0 0-1 0 0,0 0 1 0 0,-1-1-1 0 0,12-9 1 0 0,19-22 11 0 0,-28 28-11 0 0,0 0 0 0 0,-1 0 1 0 0,1-1-1 0 0,-2 0 1 0 0,1 0-1 0 0,-1-1 0 0 0,-1 0 1 0 0,0 0-1 0 0,0 0 0 0 0,-1-1 1 0 0,0 0-1 0 0,5-16 1 0 0,-4-1 21 0 0,0 1 1 0 0,4-56 0 0 0,-10 73-13 0 0,0 1 0 0 0,0-1 0 0 0,-1 1 1 0 0,-1-1-1 0 0,1 1 0 0 0,-2 0 0 0 0,1 0 0 0 0,-1 0 0 0 0,-1 0 0 0 0,1 0 0 0 0,-2 0 1 0 0,-7-12-1 0 0,11 19-8 0 0,1 1 0 0 0,-1 0 0 0 0,0 0 1 0 0,1 0-1 0 0,-1 0 0 0 0,0 0 1 0 0,0 0-1 0 0,1 0 0 0 0,-1 0 0 0 0,0 0 1 0 0,0 0-1 0 0,0 1 0 0 0,0-1 0 0 0,0 0 1 0 0,0 0-1 0 0,-1 1 0 0 0,1-1 1 0 0,0 1-1 0 0,0-1 0 0 0,0 1 0 0 0,-1 0 1 0 0,1-1-1 0 0,0 1 0 0 0,0 0 1 0 0,-1 0-1 0 0,1 0 0 0 0,0 0 0 0 0,0 0 1 0 0,-1 0-1 0 0,1 0 0 0 0,0 0 0 0 0,0 1 1 0 0,-1-1-1 0 0,1 0 0 0 0,0 1 1 0 0,0-1-1 0 0,0 1 0 0 0,-1-1 0 0 0,1 1 1 0 0,0 0-1 0 0,-1 1 0 0 0,-4 3 28 0 0,0 1-1 0 0,1-1 1 0 0,0 1-1 0 0,0 1 1 0 0,-6 10-1 0 0,0 0 47 0 0,3-5-45 0 0,0 0 0 0 0,1 1 0 0 0,0 0 1 0 0,1 1-1 0 0,1-1 0 0 0,0 1 1 0 0,1 0-1 0 0,-4 28 0 0 0,2-1 187 0 0,0 81 0 0 0,7-113-194 0 0,0 0-1 0 0,1 1 1 0 0,0-1 0 0 0,1 0-1 0 0,0 0 1 0 0,0-1 0 0 0,1 1-1 0 0,0-1 1 0 0,1 0 0 0 0,6 10-1 0 0,11 23 140 0 0,-20-37-293 0 0,1 0 0 0 0,-1 0 0 0 0,1 0 0 0 0,0 0 0 0 0,0-1 0 0 0,1 1 0 0 0,-1-1 0 0 0,1 0 1 0 0,-1 1-1 0 0,1-2 0 0 0,8 6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23.8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1 696 10152 0 0,'6'-10'106'0'0,"0"-1"1"0"0,1 1-1 0 0,12-16 1 0 0,3 3 120 0 0,30-25 0 0 0,-20 19-10 0 0,17-30 432 0 0,-2 14-425 0 0,27-22 120 0 0,39-37 127 0 0,-83 76-378 0 0,-1 0 0 0 0,28-39 0 0 0,13-12-32 0 0,-34 38-60 0 0,-35 40-7 0 0,-1 0 5 0 0,0 1 0 0 0,-1 0 1 0 0,1-1-1 0 0,-1 1 0 0 0,1 0 1 0 0,0-1-1 0 0,-1 1 0 0 0,1 0 1 0 0,-1-1-1 0 0,1 1 0 0 0,-1 0 1 0 0,1 0-1 0 0,-1 0 0 0 0,1-1 1 0 0,-1 1-1 0 0,1 0 0 0 0,-1 0 1 0 0,0 0-1 0 0,1 0 0 0 0,-1 0 1 0 0,0 0-1 0 0,-9 4-6 0 0,0 1 1 0 0,1-1-1 0 0,-1 2 1 0 0,1-1-1 0 0,0 1 0 0 0,-8 8 1 0 0,-53 49-52 0 0,25-20 26 0 0,-93 96-23 0 0,131-131 51 0 0,2 0-1 0 0,-1 0 1 0 0,-8 17 0 0 0,-15 23-13 0 0,22-38 13 0 0,0 0 0 0 0,1 0 1 0 0,0 1-1 0 0,1 0 1 0 0,0-1-1 0 0,-4 16 0 0 0,6-20 0 0 0,0 1 0 0 0,0 0-1 0 0,-1-1 1 0 0,-8 11 0 0 0,7-11 0 0 0,1 0 1 0 0,0 0-1 0 0,1 0 1 0 0,-6 13 0 0 0,-14 12-15 0 0,27-24 13 0 0,13 5-19 0 0,-15-11 24 0 0,-1-1-1 0 0,1 0 1 0 0,0 0 0 0 0,-1 1-1 0 0,1-1 1 0 0,-1 0 0 0 0,1-1-1 0 0,-1 1 1 0 0,1 0-1 0 0,0 0 1 0 0,-1-1 0 0 0,1 1-1 0 0,-1-1 1 0 0,1 1 0 0 0,-1-1-1 0 0,0 0 1 0 0,1 0 0 0 0,-1 1-1 0 0,0-1 1 0 0,1 0 0 0 0,-1 0-1 0 0,0 0 1 0 0,0 0 0 0 0,2-3-1 0 0,7-4 2 0 0,146-84 60 0 0,-42 26 43 0 0,-106 61-95 0 0,16-10 44 0 0,-1-1 1 0 0,0-1-1 0 0,-2 0 1 0 0,34-36-1 0 0,34-34 129 0 0,-84 82-162 0 0,-1 1 0 0 0,1 0 0 0 0,0-1 0 0 0,0 2 1 0 0,9-6-1 0 0,5-11 152 0 0,-21 22 140 0 0,-9 9-246 0 0,1 0 1 0 0,-18 26 0 0 0,-4 21-7 0 0,-2 1 46 0 0,2 3 0 0 0,-37 100-1 0 0,68-156-94 0 0,-1-1 0 0 0,1 1 0 0 0,0 0 0 0 0,0-1 0 0 0,1 1 0 0 0,0 0 0 0 0,0 0 0 0 0,0-1 0 0 0,0 1 0 0 0,1 0 0 0 0,0 0 0 0 0,3 7 0 0 0,-4-11 25 0 0,20-4 76 0 0,-6-11-91 0 0,0-1 1 0 0,-1-1-1 0 0,-1 0 0 0 0,-1 0 1 0 0,0-1-1 0 0,-1-1 0 0 0,-1 0 1 0 0,14-32-1 0 0,-5 15 23 0 0,-15 29-36 0 0,0 0 0 0 0,0 0 1 0 0,-1 0-1 0 0,1 0 0 0 0,-1-1 1 0 0,0 1-1 0 0,2-11 1 0 0,-1-7 121 0 0,9-40 1 0 0,-27 121 123 0 0,-12 85 0 0 0,26-135-245 0 0,0 2 17 0 0,0 0 0 0 0,1 1 0 0 0,0-1 0 0 0,1 0 0 0 0,3 20 0 0 0,-4-28-17 0 0,1 0-1 0 0,-1 1 1 0 0,1-1-1 0 0,0 0 1 0 0,0 0 0 0 0,0 0-1 0 0,0 0 1 0 0,0 0-1 0 0,0 0 1 0 0,0 0 0 0 0,1-1-1 0 0,-1 1 1 0 0,1 0-1 0 0,-1-1 1 0 0,1 1-1 0 0,0-1 1 0 0,0 1 0 0 0,0-1-1 0 0,-1 0 1 0 0,5 2-1 0 0,-1-1 15 0 0,0-1-1 0 0,0 0 0 0 0,0 1 0 0 0,0-2 0 0 0,1 1 1 0 0,-1 0-1 0 0,0-1 0 0 0,8-1 0 0 0,-2 0-5 0 0,1 0 0 0 0,-1-1-1 0 0,0 0 1 0 0,0-1 0 0 0,0 0-1 0 0,0-1 1 0 0,0 0 0 0 0,-1-1 0 0 0,0 0-1 0 0,0-1 1 0 0,0 0 0 0 0,0-1-1 0 0,-1 0 1 0 0,0 0 0 0 0,-1 0 0 0 0,0-2-1 0 0,0 1 1 0 0,0-1 0 0 0,-1 0-1 0 0,8-13 1 0 0,2-8 11 0 0,-1 1-1 0 0,-1-2 1 0 0,-1 0-1 0 0,-2-1 1 0 0,13-55-1 0 0,-18 61-3 0 0,-2 0 0 0 0,0 0 0 0 0,-2 0 0 0 0,-1-1 0 0 0,-2-39 0 0 0,-2 52 3 0 0,-1 0 1 0 0,0 0-1 0 0,0 0 0 0 0,-7-15 0 0 0,9 28-4 0 0,-3-4-5 0 0,4 5-17 0 0,0-1 1 0 0,0 1-1 0 0,0 0 1 0 0,-1-1 0 0 0,1 1-1 0 0,0-1 1 0 0,0 1-1 0 0,0 0 1 0 0,-1-1-1 0 0,1 1 1 0 0,0 0-1 0 0,0 0 1 0 0,-1-1-1 0 0,1 1 1 0 0,0 0 0 0 0,-1-1-1 0 0,1 1 1 0 0,0 0-1 0 0,-1 0 1 0 0,1 0-1 0 0,0-1 1 0 0,-1 1-1 0 0,1 0 1 0 0,0 0-1 0 0,-1 0 1 0 0,1 0-1 0 0,-1 0 1 0 0,1 0 0 0 0,0 0-1 0 0,-1 0 1 0 0,1 0-1 0 0,-1 0 1 0 0,1 0-1 0 0,0 0 1 0 0,-1 0-1 0 0,1 0 1 0 0,-1 0-1 0 0,1 0 1 0 0,0 0 0 0 0,-1 0-1 0 0,1 1 1 0 0,0-1-1 0 0,-1 0 1 0 0,1 0-1 0 0,0 0 1 0 0,-1 1-1 0 0,1-1 1 0 0,0 0-1 0 0,-1 0 1 0 0,1 1 0 0 0,0-1-1 0 0,0 0 1 0 0,-1 1-1 0 0,-9 9 9 0 0,1 1-1 0 0,0 0 1 0 0,0 0-1 0 0,1 0 1 0 0,1 1-1 0 0,0 1 1 0 0,0-1-1 0 0,1 1 1 0 0,1 0 0 0 0,-6 20-1 0 0,-2 18 9 0 0,-10 76-1 0 0,17-89-6 0 0,1-3-1 0 0,2 1 0 0 0,1-1 1 0 0,1 1-1 0 0,8 68 0 0 0,-3-79-4 0 0,1-1 1 0 0,1 1-1 0 0,1-2 1 0 0,2 1-1 0 0,0-1 1 0 0,1 0-1 0 0,24 38 0 0 0,13 17 53 0 0,31 44-2284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29.78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1 225 4216 0 0,'17'1'0'0'0,"3"0"2"0"0,8 2 1 0 0,1-1 2 0 0,13 4 1 0 0,-22 0 7 0 0,2-3 127 0 0,0 4 135 0 0,-2-6-225 0 0,0 2 1 0 0,-1 0-1 0 0,1 2 1 0 0,-1 0-1 0 0,34 14 1 0 0,33 9 134 0 0,-64-24-130 0 0,38 2 0 0 0,-15-2 6 0 0,132 16 140 0 0,-63-10-100 0 0,-29-5-20 0 0,-20 2 33 0 0,0-4 0 0 0,0-2 0 0 0,0-3 0 0 0,76-12 0 0 0,33-7 632 0 0,227 4 0 0 0,-200 22 484 0 0,-131 0-868 0 0,1-4 0 0 0,0-3-1 0 0,89-13 1 0 0,-36-2 399 0 0,135 0-1 0 0,-178 18-236 0 0,98 12-1 0 0,19 1 125 0 0,204-1 245 0 0,124-19 45 0 0,-431 2-618 0 0,121 10 1 0 0,-26 1 91 0 0,-134-8-261 0 0,155 8 238 0 0,-42 3 103 0 0,-6-3-203 0 0,-100-7-41 0 0,68 10-1 0 0,-49-4-108 0 0,-51-5-59 0 0,32 6-1 0 0,184 23 479 0 0,-108-15-346 0 0,-59-10-23 0 0,-49-4-41 0 0,41 6 0 0 0,-26-2 12 0 0,83-1 0 0 0,-82-3-61 0 0,748-28 1085 0 0,-642 21-1037 0 0,45-4 128 0 0,-7-3 2 0 0,-3 0-131 0 0,802-67 217 0 0,-940 77-350 0 0,-3 0-5 0 0,146-13 24 0 0,147-11 11 0 0,-186 17-30 0 0,461 9 27 0 0,-286 11-39 0 0,-102-14-1 0 0,-115 1 0 0 0,421-8 0 0 0,-369 6 0 0 0,58 0 0 0 0,190-13 13 0 0,-3-27 5 0 0,-348 38-17 0 0,72-11 22 0 0,89-8 2 0 0,-1 2 13 0 0,153-8 123 0 0,-319 31-133 0 0,682-18 317 0 0,-422 7-227 0 0,-58 10 31 0 0,-71 2-54 0 0,93-6 118 0 0,-154 0-44 0 0,151 12 0 0 0,-266-5-159 0 0,350 22 242 0 0,238 6 152 0 0,-67-20-76 0 0,-340-5-240 0 0,-75 4-16 0 0,18 1 43 0 0,91-6 45 0 0,79 0 58 0 0,-244-4-174 0 0,331 3 228 0 0,-382-2-267 0 0,224 20 152 0 0,-178-14-106 0 0,-27-4-14 0 0,39 9 0 0 0,127 21 130 0 0,-163-28-141 0 0,207 41 203 0 0,-175-32-97 0 0,-50-10-103 0 0,-9-1-12 0 0,1-1-1 0 0,-1 0 1 0 0,1-1-1 0 0,-1 1 1 0 0,1-1-1 0 0,5 0 0 0 0,-8 0 30 0 0,3-1 283 0 0,-11 5-318 0 0,-1-1-1 0 0,0 0 1 0 0,0 0 0 0 0,0 0-1 0 0,-1-1 1 0 0,1 0 0 0 0,0 0-1 0 0,-1-1 1 0 0,1 0-1 0 0,-1-1 1 0 0,0 1 0 0 0,-8-2-1 0 0,5 0-4 0 0,1 1 0 0 0,-1-2 0 0 0,0 0 0 0 0,1 0-1 0 0,0-1 1 0 0,0 0 0 0 0,0-1 0 0 0,-16-7 0 0 0,-2-8-1060 0 0,-33-29 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31.84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0 113 8936 0 0,'21'-2'103'0'0,"8"-1"341"0"0,1 2 161 0 0,-12 1-251 0 0,12-1 44 0 0,-30 1-360 0 0,1 0 1 0 0,-1-1 0 0 0,0 1-1 0 0,1-1 1 0 0,-1 1 0 0 0,1-1-1 0 0,-1 1 1 0 0,0-1 0 0 0,1 1-1 0 0,-1-1 1 0 0,0 1 0 0 0,0-1-1 0 0,1 1 1 0 0,-1-1 0 0 0,-9-11 1730 0 0,9 11-1710 0 0,-1 1 0 0 0,1 0 0 0 0,0-1 0 0 0,0 1 1 0 0,0-1-1 0 0,0 1 0 0 0,0-1 0 0 0,0 1 1 0 0,0-1-1 0 0,0 1 0 0 0,0-1 0 0 0,18-5 1182 0 0,45 6-506 0 0,-51 0-753 0 0,13-1 101 0 0,45-9 0 0 0,-47 6-62 0 0,44-2 0 0 0,85 8 29 0 0,77 0-55 0 0,46 11-22 0 0,-36 0 8 0 0,324-15 11 0 0,135-3 14 0 0,-237 25 21 0 0,-363-13-12 0 0,678 0 71 0 0,-643-9-68 0 0,159-7 19 0 0,75 5 23 0 0,0-1-3 0 0,-87-5 38 0 0,-115 1-46 0 0,-130 8-49 0 0,554-23 485 0 0,153-23 123 0 0,95 52 488 0 0,-257 42-632 0 0,-468-38-365 0 0,162 7 85 0 0,164-2 137 0 0,-428-14-317 0 0,149 3 85 0 0,112 10 89 0 0,53 16 2 0 0,-141-14-57 0 0,452 9 358 0 0,-109-32-161 0 0,-319 3-148 0 0,-42-6-50 0 0,-96 5 14 0 0,93 3 1 0 0,189 6 258 0 0,-190-5-133 0 0,109-10 15 0 0,-43-1 30 0 0,57 5-71 0 0,-146 7-141 0 0,172 8 138 0 0,-84 4-11 0 0,-95-7-113 0 0,175 5 51 0 0,-64-15-17 0 0,-60-2-41 0 0,166-8 163 0 0,-218 8-182 0 0,-65 7 45 0 0,87 10 1 0 0,-42 0-46 0 0,-5-3-24 0 0,101 3 81 0 0,-100-7-56 0 0,50 0 28 0 0,50-14 84 0 0,118-4 69 0 0,-272 13-192 0 0,58-10 0 0 0,46-4 48 0 0,563 38 391 0 0,-487-23-341 0 0,-230 2-169 0 0,91-10 87 0 0,-60 6-50 0 0,42-2 1 0 0,200 4 148 0 0,-147-2-96 0 0,204-3 125 0 0,-8-3-47 0 0,-193 5-90 0 0,1 9 11 0 0,-28 1-24 0 0,28 1 45 0 0,-74-5-30 0 0,0 3 1 0 0,66 13-1 0 0,-95-10-42 0 0,-23-5-30 0 0,-1 0 0 0 0,1 0-1 0 0,0-1 1 0 0,-1 0 0 0 0,9 0-1 0 0,2 0 26 0 0,-1 1 0 0 0,27 6 0 0 0,-25-4-6 0 0,108 18 220 0 0,-105-20-207 0 0,18 3 29 0 0,-33-3 132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21T14:20:33.89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19 119 6328 0 0,'7'-4'24'0'0,"3"-4"4"0"0,-2 6 64 0 0,-9 2-72 0 0,0 0 1 0 0,-1-1 0 0 0,1 1 0 0 0,0 0-1 0 0,0-1 1 0 0,0 1 0 0 0,0-1-1 0 0,0 1 1 0 0,-1-1 0 0 0,1 0-1 0 0,0 1 1 0 0,0-1 0 0 0,0 0-1 0 0,1 0 1 0 0,-1 0 0 0 0,0 0-1 0 0,0 0 1 0 0,0 0 0 0 0,1 0-1 0 0,-1 0 1 0 0,0-2 0 0 0,-13-27 566 0 0,9 18-348 0 0,4 10 48 0 0,1 1-266 0 0,-1 1-1 0 0,1 0 1 0 0,0-1 0 0 0,0 1 0 0 0,0 0-1 0 0,0 0 1 0 0,0-1 0 0 0,0 1 0 0 0,0 0-1 0 0,0-1 1 0 0,0 1 0 0 0,0 0 0 0 0,0-1 0 0 0,0 1-1 0 0,0 0 1 0 0,0-1 0 0 0,0 1 0 0 0,0 0-1 0 0,0 0 1 0 0,0-1 0 0 0,1 1 0 0 0,-1 0-1 0 0,0 0 1 0 0,0-1 0 0 0,0 1 0 0 0,0 0 0 0 0,1 0-1 0 0,-1-1 1 0 0,0 1 0 0 0,0 0 0 0 0,1 0-1 0 0,-1 0 1 0 0,0-1 0 0 0,0 1 0 0 0,1 0-1 0 0,-1 0 1 0 0,0 0 0 0 0,0 0 0 0 0,1 0 0 0 0,-1-1-1 0 0,0 1 1 0 0,1 0 0 0 0,-1 0 0 0 0,0 0-1 0 0,1 0 1 0 0,-1 0 0 0 0,0 0 0 0 0,0 0-1 0 0,1 0 1 0 0,-1 0 0 0 0,0 0 0 0 0,1 0 0 0 0,-1 1-1 0 0,0-1 1 0 0,1 0 0 0 0,-1 0 0 0 0,0 0-1 0 0,0 0 1 0 0,1 0 0 0 0,-1 0 0 0 0,0 1-1 0 0,0-1 1 0 0,1 0 0 0 0,-1 1 0 0 0,11 1-106 0 0,321 47 782 0 0,-152-26-557 0 0,160 12 176 0 0,-132-16-169 0 0,-22-10-5 0 0,11 1 69 0 0,118 6 171 0 0,-45-7-82 0 0,-197-8-206 0 0,-51-2-56 0 0,-1 2-1 0 0,43 5 0 0 0,206 36 302 0 0,-21-17-62 0 0,-215-23-219 0 0,216 1 455 0 0,-148-4 22 0 0,328 13 1154 0 0,-338-6-1063 0 0,169-10 0 0 0,119-44 810 0 0,-89 12-631 0 0,-142 8-348 0 0,-66 11-305 0 0,119-32 310 0 0,-74 16-236 0 0,-95 25-146 0 0,68-16 225 0 0,168-19 1 0 0,-231 40-258 0 0,265-7 379 0 0,-286 11-371 0 0,172 13 333 0 0,-151-9-297 0 0,-1 2 0 0 0,71 22 0 0 0,55 21 433 0 0,312 56-1 0 0,-411-98-378 0 0,70-1 0 0 0,-38-2-36 0 0,-88-5-101 0 0,207 24 246 0 0,-33 3-49 0 0,-102-15-93 0 0,1-3-1 0 0,0-4 0 0 0,85-6 1 0 0,86-17 89 0 0,-101 6-108 0 0,-40 5-2 0 0,97-7 60 0 0,4 7-35 0 0,-64 5-38 0 0,261-10 143 0 0,189-36-14 0 0,-385 22-146 0 0,2 10 0 0 0,-1 9-1 0 0,305 28 1 0 0,-71 43 70 0 0,-407-57-114 0 0,397 52 107 0 0,198-65 16 0 0,-502 0-132 0 0,426-32 32 0 0,-312 18-26 0 0,-8-6 57 0 0,-153 12-3389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43475" y="2146363"/>
            <a:ext cx="5857049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9970" y="462343"/>
            <a:ext cx="352405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8373" y="1635912"/>
            <a:ext cx="8327252" cy="3634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47" Type="http://schemas.openxmlformats.org/officeDocument/2006/relationships/image" Target="../media/image24.png"/><Relationship Id="rId50" Type="http://schemas.openxmlformats.org/officeDocument/2006/relationships/customXml" Target="../ink/ink26.xml"/><Relationship Id="rId7" Type="http://schemas.openxmlformats.org/officeDocument/2006/relationships/image" Target="../media/image4.png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19.png"/><Relationship Id="rId40" Type="http://schemas.openxmlformats.org/officeDocument/2006/relationships/customXml" Target="../ink/ink21.xml"/><Relationship Id="rId45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25.png"/><Relationship Id="rId10" Type="http://schemas.openxmlformats.org/officeDocument/2006/relationships/customXml" Target="../ink/ink6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4" Type="http://schemas.openxmlformats.org/officeDocument/2006/relationships/customXml" Target="../ink/ink23.xml"/><Relationship Id="rId4" Type="http://schemas.openxmlformats.org/officeDocument/2006/relationships/customXml" Target="../ink/ink3.xml"/><Relationship Id="rId9" Type="http://schemas.openxmlformats.org/officeDocument/2006/relationships/image" Target="../media/image5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4.png"/><Relationship Id="rId30" Type="http://schemas.openxmlformats.org/officeDocument/2006/relationships/customXml" Target="../ink/ink16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5.xml"/><Relationship Id="rId8" Type="http://schemas.openxmlformats.org/officeDocument/2006/relationships/customXml" Target="../ink/ink5.xml"/><Relationship Id="rId51" Type="http://schemas.openxmlformats.org/officeDocument/2006/relationships/image" Target="../media/image26.png"/><Relationship Id="rId3" Type="http://schemas.openxmlformats.org/officeDocument/2006/relationships/image" Target="../media/image2.png"/><Relationship Id="rId12" Type="http://schemas.openxmlformats.org/officeDocument/2006/relationships/customXml" Target="../ink/ink7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20" Type="http://schemas.openxmlformats.org/officeDocument/2006/relationships/customXml" Target="../ink/ink11.xml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32.png"/><Relationship Id="rId18" Type="http://schemas.openxmlformats.org/officeDocument/2006/relationships/customXml" Target="../ink/ink35.xml"/><Relationship Id="rId3" Type="http://schemas.openxmlformats.org/officeDocument/2006/relationships/image" Target="../media/image27.png"/><Relationship Id="rId21" Type="http://schemas.openxmlformats.org/officeDocument/2006/relationships/image" Target="../media/image36.png"/><Relationship Id="rId7" Type="http://schemas.openxmlformats.org/officeDocument/2006/relationships/image" Target="../media/image29.png"/><Relationship Id="rId12" Type="http://schemas.openxmlformats.org/officeDocument/2006/relationships/customXml" Target="../ink/ink32.xml"/><Relationship Id="rId17" Type="http://schemas.openxmlformats.org/officeDocument/2006/relationships/image" Target="../media/image34.png"/><Relationship Id="rId2" Type="http://schemas.openxmlformats.org/officeDocument/2006/relationships/customXml" Target="../ink/ink27.xml"/><Relationship Id="rId16" Type="http://schemas.openxmlformats.org/officeDocument/2006/relationships/customXml" Target="../ink/ink34.xml"/><Relationship Id="rId20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10" Type="http://schemas.openxmlformats.org/officeDocument/2006/relationships/customXml" Target="../ink/ink31.xml"/><Relationship Id="rId19" Type="http://schemas.openxmlformats.org/officeDocument/2006/relationships/image" Target="../media/image35.png"/><Relationship Id="rId4" Type="http://schemas.openxmlformats.org/officeDocument/2006/relationships/customXml" Target="../ink/ink28.xml"/><Relationship Id="rId9" Type="http://schemas.openxmlformats.org/officeDocument/2006/relationships/image" Target="../media/image30.png"/><Relationship Id="rId14" Type="http://schemas.openxmlformats.org/officeDocument/2006/relationships/customXml" Target="../ink/ink3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42.png"/><Relationship Id="rId18" Type="http://schemas.openxmlformats.org/officeDocument/2006/relationships/customXml" Target="../ink/ink45.xml"/><Relationship Id="rId26" Type="http://schemas.openxmlformats.org/officeDocument/2006/relationships/customXml" Target="../ink/ink49.xml"/><Relationship Id="rId3" Type="http://schemas.openxmlformats.org/officeDocument/2006/relationships/image" Target="../media/image37.png"/><Relationship Id="rId21" Type="http://schemas.openxmlformats.org/officeDocument/2006/relationships/image" Target="../media/image46.png"/><Relationship Id="rId7" Type="http://schemas.openxmlformats.org/officeDocument/2006/relationships/image" Target="../media/image39.png"/><Relationship Id="rId12" Type="http://schemas.openxmlformats.org/officeDocument/2006/relationships/customXml" Target="../ink/ink42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2" Type="http://schemas.openxmlformats.org/officeDocument/2006/relationships/customXml" Target="../ink/ink37.xml"/><Relationship Id="rId16" Type="http://schemas.openxmlformats.org/officeDocument/2006/relationships/customXml" Target="../ink/ink44.xml"/><Relationship Id="rId20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11" Type="http://schemas.openxmlformats.org/officeDocument/2006/relationships/image" Target="../media/image41.png"/><Relationship Id="rId24" Type="http://schemas.openxmlformats.org/officeDocument/2006/relationships/customXml" Target="../ink/ink48.xml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10" Type="http://schemas.openxmlformats.org/officeDocument/2006/relationships/customXml" Target="../ink/ink41.xml"/><Relationship Id="rId19" Type="http://schemas.openxmlformats.org/officeDocument/2006/relationships/image" Target="../media/image45.png"/><Relationship Id="rId4" Type="http://schemas.openxmlformats.org/officeDocument/2006/relationships/customXml" Target="../ink/ink38.xml"/><Relationship Id="rId9" Type="http://schemas.openxmlformats.org/officeDocument/2006/relationships/image" Target="../media/image40.png"/><Relationship Id="rId14" Type="http://schemas.openxmlformats.org/officeDocument/2006/relationships/customXml" Target="../ink/ink43.xml"/><Relationship Id="rId22" Type="http://schemas.openxmlformats.org/officeDocument/2006/relationships/customXml" Target="../ink/ink47.xml"/><Relationship Id="rId27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customXml" Target="../ink/ink58.xml"/><Relationship Id="rId26" Type="http://schemas.openxmlformats.org/officeDocument/2006/relationships/customXml" Target="../ink/ink62.xml"/><Relationship Id="rId3" Type="http://schemas.openxmlformats.org/officeDocument/2006/relationships/image" Target="../media/image50.png"/><Relationship Id="rId21" Type="http://schemas.openxmlformats.org/officeDocument/2006/relationships/image" Target="../media/image59.png"/><Relationship Id="rId34" Type="http://schemas.openxmlformats.org/officeDocument/2006/relationships/customXml" Target="../ink/ink66.xml"/><Relationship Id="rId7" Type="http://schemas.openxmlformats.org/officeDocument/2006/relationships/image" Target="../media/image52.png"/><Relationship Id="rId12" Type="http://schemas.openxmlformats.org/officeDocument/2006/relationships/customXml" Target="../ink/ink55.xml"/><Relationship Id="rId17" Type="http://schemas.openxmlformats.org/officeDocument/2006/relationships/image" Target="../media/image57.png"/><Relationship Id="rId25" Type="http://schemas.openxmlformats.org/officeDocument/2006/relationships/image" Target="../media/image61.png"/><Relationship Id="rId33" Type="http://schemas.openxmlformats.org/officeDocument/2006/relationships/image" Target="../media/image65.png"/><Relationship Id="rId2" Type="http://schemas.openxmlformats.org/officeDocument/2006/relationships/customXml" Target="../ink/ink50.xml"/><Relationship Id="rId16" Type="http://schemas.openxmlformats.org/officeDocument/2006/relationships/customXml" Target="../ink/ink57.xml"/><Relationship Id="rId20" Type="http://schemas.openxmlformats.org/officeDocument/2006/relationships/customXml" Target="../ink/ink59.xml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.xml"/><Relationship Id="rId11" Type="http://schemas.openxmlformats.org/officeDocument/2006/relationships/image" Target="../media/image54.png"/><Relationship Id="rId24" Type="http://schemas.openxmlformats.org/officeDocument/2006/relationships/customXml" Target="../ink/ink61.xml"/><Relationship Id="rId32" Type="http://schemas.openxmlformats.org/officeDocument/2006/relationships/customXml" Target="../ink/ink65.xml"/><Relationship Id="rId5" Type="http://schemas.openxmlformats.org/officeDocument/2006/relationships/image" Target="../media/image51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28" Type="http://schemas.openxmlformats.org/officeDocument/2006/relationships/customXml" Target="../ink/ink63.xml"/><Relationship Id="rId10" Type="http://schemas.openxmlformats.org/officeDocument/2006/relationships/customXml" Target="../ink/ink54.xml"/><Relationship Id="rId19" Type="http://schemas.openxmlformats.org/officeDocument/2006/relationships/image" Target="../media/image58.png"/><Relationship Id="rId31" Type="http://schemas.openxmlformats.org/officeDocument/2006/relationships/image" Target="../media/image64.png"/><Relationship Id="rId4" Type="http://schemas.openxmlformats.org/officeDocument/2006/relationships/customXml" Target="../ink/ink51.xml"/><Relationship Id="rId9" Type="http://schemas.openxmlformats.org/officeDocument/2006/relationships/image" Target="../media/image53.png"/><Relationship Id="rId14" Type="http://schemas.openxmlformats.org/officeDocument/2006/relationships/customXml" Target="../ink/ink56.xml"/><Relationship Id="rId22" Type="http://schemas.openxmlformats.org/officeDocument/2006/relationships/customXml" Target="../ink/ink60.xml"/><Relationship Id="rId27" Type="http://schemas.openxmlformats.org/officeDocument/2006/relationships/image" Target="../media/image62.png"/><Relationship Id="rId30" Type="http://schemas.openxmlformats.org/officeDocument/2006/relationships/customXml" Target="../ink/ink64.xml"/><Relationship Id="rId35" Type="http://schemas.openxmlformats.org/officeDocument/2006/relationships/image" Target="../media/image66.png"/><Relationship Id="rId8" Type="http://schemas.openxmlformats.org/officeDocument/2006/relationships/customXml" Target="../ink/ink53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9.xml"/><Relationship Id="rId21" Type="http://schemas.openxmlformats.org/officeDocument/2006/relationships/image" Target="../media/image76.png"/><Relationship Id="rId34" Type="http://schemas.openxmlformats.org/officeDocument/2006/relationships/customXml" Target="../ink/ink83.xml"/><Relationship Id="rId42" Type="http://schemas.openxmlformats.org/officeDocument/2006/relationships/customXml" Target="../ink/ink87.xml"/><Relationship Id="rId47" Type="http://schemas.openxmlformats.org/officeDocument/2006/relationships/image" Target="../media/image89.png"/><Relationship Id="rId50" Type="http://schemas.openxmlformats.org/officeDocument/2006/relationships/customXml" Target="../ink/ink91.xml"/><Relationship Id="rId55" Type="http://schemas.openxmlformats.org/officeDocument/2006/relationships/image" Target="../media/image93.png"/><Relationship Id="rId63" Type="http://schemas.openxmlformats.org/officeDocument/2006/relationships/image" Target="../media/image97.png"/><Relationship Id="rId7" Type="http://schemas.openxmlformats.org/officeDocument/2006/relationships/image" Target="../media/image69.png"/><Relationship Id="rId2" Type="http://schemas.openxmlformats.org/officeDocument/2006/relationships/customXml" Target="../ink/ink67.xml"/><Relationship Id="rId16" Type="http://schemas.openxmlformats.org/officeDocument/2006/relationships/customXml" Target="../ink/ink74.xml"/><Relationship Id="rId29" Type="http://schemas.openxmlformats.org/officeDocument/2006/relationships/image" Target="../media/image80.png"/><Relationship Id="rId11" Type="http://schemas.openxmlformats.org/officeDocument/2006/relationships/image" Target="../media/image71.png"/><Relationship Id="rId24" Type="http://schemas.openxmlformats.org/officeDocument/2006/relationships/customXml" Target="../ink/ink78.xml"/><Relationship Id="rId32" Type="http://schemas.openxmlformats.org/officeDocument/2006/relationships/customXml" Target="../ink/ink82.xml"/><Relationship Id="rId37" Type="http://schemas.openxmlformats.org/officeDocument/2006/relationships/image" Target="../media/image84.png"/><Relationship Id="rId40" Type="http://schemas.openxmlformats.org/officeDocument/2006/relationships/customXml" Target="../ink/ink86.xml"/><Relationship Id="rId45" Type="http://schemas.openxmlformats.org/officeDocument/2006/relationships/image" Target="../media/image88.png"/><Relationship Id="rId53" Type="http://schemas.openxmlformats.org/officeDocument/2006/relationships/image" Target="../media/image92.png"/><Relationship Id="rId58" Type="http://schemas.openxmlformats.org/officeDocument/2006/relationships/customXml" Target="../ink/ink95.xml"/><Relationship Id="rId66" Type="http://schemas.openxmlformats.org/officeDocument/2006/relationships/customXml" Target="../ink/ink99.xml"/><Relationship Id="rId5" Type="http://schemas.openxmlformats.org/officeDocument/2006/relationships/image" Target="../media/image68.png"/><Relationship Id="rId61" Type="http://schemas.openxmlformats.org/officeDocument/2006/relationships/image" Target="../media/image96.png"/><Relationship Id="rId19" Type="http://schemas.openxmlformats.org/officeDocument/2006/relationships/image" Target="../media/image75.png"/><Relationship Id="rId14" Type="http://schemas.openxmlformats.org/officeDocument/2006/relationships/customXml" Target="../ink/ink73.xml"/><Relationship Id="rId22" Type="http://schemas.openxmlformats.org/officeDocument/2006/relationships/customXml" Target="../ink/ink77.xml"/><Relationship Id="rId27" Type="http://schemas.openxmlformats.org/officeDocument/2006/relationships/image" Target="../media/image79.png"/><Relationship Id="rId30" Type="http://schemas.openxmlformats.org/officeDocument/2006/relationships/customXml" Target="../ink/ink81.xml"/><Relationship Id="rId35" Type="http://schemas.openxmlformats.org/officeDocument/2006/relationships/image" Target="../media/image83.png"/><Relationship Id="rId43" Type="http://schemas.openxmlformats.org/officeDocument/2006/relationships/image" Target="../media/image87.png"/><Relationship Id="rId48" Type="http://schemas.openxmlformats.org/officeDocument/2006/relationships/customXml" Target="../ink/ink90.xml"/><Relationship Id="rId56" Type="http://schemas.openxmlformats.org/officeDocument/2006/relationships/customXml" Target="../ink/ink94.xml"/><Relationship Id="rId64" Type="http://schemas.openxmlformats.org/officeDocument/2006/relationships/customXml" Target="../ink/ink98.xml"/><Relationship Id="rId8" Type="http://schemas.openxmlformats.org/officeDocument/2006/relationships/customXml" Target="../ink/ink70.xml"/><Relationship Id="rId51" Type="http://schemas.openxmlformats.org/officeDocument/2006/relationships/image" Target="../media/image91.png"/><Relationship Id="rId3" Type="http://schemas.openxmlformats.org/officeDocument/2006/relationships/image" Target="../media/image67.png"/><Relationship Id="rId12" Type="http://schemas.openxmlformats.org/officeDocument/2006/relationships/customXml" Target="../ink/ink72.xml"/><Relationship Id="rId17" Type="http://schemas.openxmlformats.org/officeDocument/2006/relationships/image" Target="../media/image74.png"/><Relationship Id="rId25" Type="http://schemas.openxmlformats.org/officeDocument/2006/relationships/image" Target="../media/image78.png"/><Relationship Id="rId33" Type="http://schemas.openxmlformats.org/officeDocument/2006/relationships/image" Target="../media/image82.png"/><Relationship Id="rId38" Type="http://schemas.openxmlformats.org/officeDocument/2006/relationships/customXml" Target="../ink/ink85.xml"/><Relationship Id="rId46" Type="http://schemas.openxmlformats.org/officeDocument/2006/relationships/customXml" Target="../ink/ink89.xml"/><Relationship Id="rId59" Type="http://schemas.openxmlformats.org/officeDocument/2006/relationships/image" Target="../media/image95.png"/><Relationship Id="rId67" Type="http://schemas.openxmlformats.org/officeDocument/2006/relationships/image" Target="../media/image99.png"/><Relationship Id="rId20" Type="http://schemas.openxmlformats.org/officeDocument/2006/relationships/customXml" Target="../ink/ink76.xml"/><Relationship Id="rId41" Type="http://schemas.openxmlformats.org/officeDocument/2006/relationships/image" Target="../media/image86.png"/><Relationship Id="rId54" Type="http://schemas.openxmlformats.org/officeDocument/2006/relationships/customXml" Target="../ink/ink93.xml"/><Relationship Id="rId62" Type="http://schemas.openxmlformats.org/officeDocument/2006/relationships/customXml" Target="../ink/ink9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Relationship Id="rId15" Type="http://schemas.openxmlformats.org/officeDocument/2006/relationships/image" Target="../media/image73.png"/><Relationship Id="rId23" Type="http://schemas.openxmlformats.org/officeDocument/2006/relationships/image" Target="../media/image77.png"/><Relationship Id="rId28" Type="http://schemas.openxmlformats.org/officeDocument/2006/relationships/customXml" Target="../ink/ink80.xml"/><Relationship Id="rId36" Type="http://schemas.openxmlformats.org/officeDocument/2006/relationships/customXml" Target="../ink/ink84.xml"/><Relationship Id="rId49" Type="http://schemas.openxmlformats.org/officeDocument/2006/relationships/image" Target="../media/image90.png"/><Relationship Id="rId57" Type="http://schemas.openxmlformats.org/officeDocument/2006/relationships/image" Target="../media/image94.png"/><Relationship Id="rId10" Type="http://schemas.openxmlformats.org/officeDocument/2006/relationships/customXml" Target="../ink/ink71.xml"/><Relationship Id="rId31" Type="http://schemas.openxmlformats.org/officeDocument/2006/relationships/image" Target="../media/image81.png"/><Relationship Id="rId44" Type="http://schemas.openxmlformats.org/officeDocument/2006/relationships/customXml" Target="../ink/ink88.xml"/><Relationship Id="rId52" Type="http://schemas.openxmlformats.org/officeDocument/2006/relationships/customXml" Target="../ink/ink92.xml"/><Relationship Id="rId60" Type="http://schemas.openxmlformats.org/officeDocument/2006/relationships/customXml" Target="../ink/ink96.xml"/><Relationship Id="rId65" Type="http://schemas.openxmlformats.org/officeDocument/2006/relationships/image" Target="../media/image98.png"/><Relationship Id="rId4" Type="http://schemas.openxmlformats.org/officeDocument/2006/relationships/customXml" Target="../ink/ink68.xml"/><Relationship Id="rId9" Type="http://schemas.openxmlformats.org/officeDocument/2006/relationships/image" Target="../media/image70.png"/><Relationship Id="rId13" Type="http://schemas.openxmlformats.org/officeDocument/2006/relationships/image" Target="../media/image72.png"/><Relationship Id="rId18" Type="http://schemas.openxmlformats.org/officeDocument/2006/relationships/customXml" Target="../ink/ink75.xml"/><Relationship Id="rId39" Type="http://schemas.openxmlformats.org/officeDocument/2006/relationships/image" Target="../media/image8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3.xml"/><Relationship Id="rId13" Type="http://schemas.openxmlformats.org/officeDocument/2006/relationships/image" Target="../media/image105.png"/><Relationship Id="rId18" Type="http://schemas.openxmlformats.org/officeDocument/2006/relationships/customXml" Target="../ink/ink108.xml"/><Relationship Id="rId3" Type="http://schemas.openxmlformats.org/officeDocument/2006/relationships/image" Target="../media/image100.png"/><Relationship Id="rId21" Type="http://schemas.openxmlformats.org/officeDocument/2006/relationships/image" Target="../media/image109.png"/><Relationship Id="rId7" Type="http://schemas.openxmlformats.org/officeDocument/2006/relationships/image" Target="../media/image102.png"/><Relationship Id="rId12" Type="http://schemas.openxmlformats.org/officeDocument/2006/relationships/customXml" Target="../ink/ink105.xml"/><Relationship Id="rId17" Type="http://schemas.openxmlformats.org/officeDocument/2006/relationships/image" Target="../media/image107.png"/><Relationship Id="rId25" Type="http://schemas.openxmlformats.org/officeDocument/2006/relationships/image" Target="../media/image111.png"/><Relationship Id="rId2" Type="http://schemas.openxmlformats.org/officeDocument/2006/relationships/customXml" Target="../ink/ink100.xml"/><Relationship Id="rId16" Type="http://schemas.openxmlformats.org/officeDocument/2006/relationships/customXml" Target="../ink/ink107.xml"/><Relationship Id="rId20" Type="http://schemas.openxmlformats.org/officeDocument/2006/relationships/customXml" Target="../ink/ink10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.xml"/><Relationship Id="rId11" Type="http://schemas.openxmlformats.org/officeDocument/2006/relationships/image" Target="../media/image104.png"/><Relationship Id="rId24" Type="http://schemas.openxmlformats.org/officeDocument/2006/relationships/customXml" Target="../ink/ink111.xml"/><Relationship Id="rId5" Type="http://schemas.openxmlformats.org/officeDocument/2006/relationships/image" Target="../media/image101.png"/><Relationship Id="rId15" Type="http://schemas.openxmlformats.org/officeDocument/2006/relationships/image" Target="../media/image106.png"/><Relationship Id="rId23" Type="http://schemas.openxmlformats.org/officeDocument/2006/relationships/image" Target="../media/image110.png"/><Relationship Id="rId10" Type="http://schemas.openxmlformats.org/officeDocument/2006/relationships/customXml" Target="../ink/ink104.xml"/><Relationship Id="rId19" Type="http://schemas.openxmlformats.org/officeDocument/2006/relationships/image" Target="../media/image108.png"/><Relationship Id="rId4" Type="http://schemas.openxmlformats.org/officeDocument/2006/relationships/customXml" Target="../ink/ink101.xml"/><Relationship Id="rId9" Type="http://schemas.openxmlformats.org/officeDocument/2006/relationships/image" Target="../media/image103.png"/><Relationship Id="rId14" Type="http://schemas.openxmlformats.org/officeDocument/2006/relationships/customXml" Target="../ink/ink106.xml"/><Relationship Id="rId22" Type="http://schemas.openxmlformats.org/officeDocument/2006/relationships/customXml" Target="../ink/ink1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28420" marR="5080" indent="-131572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Instant</a:t>
            </a:r>
            <a:r>
              <a:rPr spc="-5" dirty="0"/>
              <a:t> Messaging</a:t>
            </a:r>
            <a:r>
              <a:rPr spc="15" dirty="0"/>
              <a:t> </a:t>
            </a:r>
            <a:r>
              <a:rPr dirty="0"/>
              <a:t>service </a:t>
            </a:r>
            <a:r>
              <a:rPr spc="-980" dirty="0"/>
              <a:t> </a:t>
            </a:r>
            <a:r>
              <a:rPr spc="-5" dirty="0"/>
              <a:t>with</a:t>
            </a:r>
            <a:r>
              <a:rPr spc="5" dirty="0"/>
              <a:t> </a:t>
            </a:r>
            <a:r>
              <a:rPr spc="-15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158" y="3893311"/>
            <a:ext cx="3046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88888"/>
                </a:solidFill>
                <a:latin typeface="Calibri"/>
                <a:cs typeface="Calibri"/>
              </a:rPr>
              <a:t>Juan Luis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Gorricho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94" y="462343"/>
            <a:ext cx="3460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Third</a:t>
            </a:r>
            <a:r>
              <a:rPr spc="-30" dirty="0"/>
              <a:t> </a:t>
            </a:r>
            <a:r>
              <a:rPr spc="-1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115"/>
            <a:ext cx="7972425" cy="43688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4965" marR="212090" indent="-342900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This is a </a:t>
            </a:r>
            <a:r>
              <a:rPr sz="3000" spc="-10" dirty="0">
                <a:latin typeface="Calibri"/>
                <a:cs typeface="Calibri"/>
              </a:rPr>
              <a:t>second </a:t>
            </a:r>
            <a:r>
              <a:rPr sz="3000" spc="-15" dirty="0">
                <a:latin typeface="Calibri"/>
                <a:cs typeface="Calibri"/>
              </a:rPr>
              <a:t>remote </a:t>
            </a:r>
            <a:r>
              <a:rPr sz="3000" spc="-10" dirty="0">
                <a:latin typeface="Calibri"/>
                <a:cs typeface="Calibri"/>
              </a:rPr>
              <a:t>approach </a:t>
            </a:r>
            <a:r>
              <a:rPr sz="3000" spc="-5" dirty="0">
                <a:latin typeface="Calibri"/>
                <a:cs typeface="Calibri"/>
              </a:rPr>
              <a:t>implementing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instant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messaging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service.</a:t>
            </a:r>
            <a:endParaRPr sz="3000">
              <a:latin typeface="Calibri"/>
              <a:cs typeface="Calibri"/>
            </a:endParaRPr>
          </a:p>
          <a:p>
            <a:pPr marL="354965" marR="5080" indent="-342900">
              <a:lnSpc>
                <a:spcPts val="324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This </a:t>
            </a:r>
            <a:r>
              <a:rPr sz="3000" spc="-10" dirty="0">
                <a:latin typeface="Calibri"/>
                <a:cs typeface="Calibri"/>
              </a:rPr>
              <a:t>approach </a:t>
            </a:r>
            <a:r>
              <a:rPr sz="3000" spc="-15" dirty="0">
                <a:latin typeface="Calibri"/>
                <a:cs typeface="Calibri"/>
              </a:rPr>
              <a:t>focuses </a:t>
            </a:r>
            <a:r>
              <a:rPr sz="3000" dirty="0">
                <a:latin typeface="Calibri"/>
                <a:cs typeface="Calibri"/>
              </a:rPr>
              <a:t>on using a </a:t>
            </a:r>
            <a:r>
              <a:rPr sz="3000" spc="-10" dirty="0">
                <a:latin typeface="Calibri"/>
                <a:cs typeface="Calibri"/>
              </a:rPr>
              <a:t>web application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service, </a:t>
            </a:r>
            <a:r>
              <a:rPr sz="3000" spc="-5" dirty="0">
                <a:latin typeface="Calibri"/>
                <a:cs typeface="Calibri"/>
              </a:rPr>
              <a:t>including </a:t>
            </a:r>
            <a:r>
              <a:rPr sz="3000" b="1" spc="-15" dirty="0">
                <a:latin typeface="Calibri"/>
                <a:cs typeface="Calibri"/>
              </a:rPr>
              <a:t>persistence at </a:t>
            </a:r>
            <a:r>
              <a:rPr sz="3000" b="1" spc="-5" dirty="0">
                <a:latin typeface="Calibri"/>
                <a:cs typeface="Calibri"/>
              </a:rPr>
              <a:t>the server</a:t>
            </a:r>
            <a:r>
              <a:rPr sz="3000" spc="-5" dirty="0">
                <a:latin typeface="Calibri"/>
                <a:cs typeface="Calibri"/>
              </a:rPr>
              <a:t>;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accessing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using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REST </a:t>
            </a:r>
            <a:r>
              <a:rPr sz="3000" spc="-5" dirty="0">
                <a:latin typeface="Calibri"/>
                <a:cs typeface="Calibri"/>
              </a:rPr>
              <a:t>API.</a:t>
            </a:r>
            <a:endParaRPr sz="3000">
              <a:latin typeface="Calibri"/>
              <a:cs typeface="Calibri"/>
            </a:endParaRPr>
          </a:p>
          <a:p>
            <a:pPr marL="354965" marR="62230" indent="-342900">
              <a:lnSpc>
                <a:spcPts val="324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approach </a:t>
            </a:r>
            <a:r>
              <a:rPr sz="3000" spc="-5" dirty="0">
                <a:latin typeface="Calibri"/>
                <a:cs typeface="Calibri"/>
              </a:rPr>
              <a:t>uses </a:t>
            </a:r>
            <a:r>
              <a:rPr sz="3000" spc="-10" dirty="0">
                <a:latin typeface="Calibri"/>
                <a:cs typeface="Calibri"/>
              </a:rPr>
              <a:t>Swing clients instead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Internet </a:t>
            </a:r>
            <a:r>
              <a:rPr sz="3000" spc="-20" dirty="0">
                <a:latin typeface="Calibri"/>
                <a:cs typeface="Calibri"/>
              </a:rPr>
              <a:t>browsers,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b="1" spc="-10" dirty="0">
                <a:latin typeface="Calibri"/>
                <a:cs typeface="Calibri"/>
              </a:rPr>
              <a:t>asynchronous 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behavior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spc="-10" dirty="0">
                <a:latin typeface="Calibri"/>
                <a:cs typeface="Calibri"/>
              </a:rPr>
              <a:t>implemented </a:t>
            </a:r>
            <a:r>
              <a:rPr sz="3000" spc="-5" dirty="0">
                <a:latin typeface="Calibri"/>
                <a:cs typeface="Calibri"/>
              </a:rPr>
              <a:t>with </a:t>
            </a:r>
            <a:r>
              <a:rPr sz="3000" dirty="0">
                <a:latin typeface="Calibri"/>
                <a:cs typeface="Calibri"/>
              </a:rPr>
              <a:t>a pushing </a:t>
            </a:r>
            <a:r>
              <a:rPr sz="3000" spc="-25" dirty="0">
                <a:latin typeface="Calibri"/>
                <a:cs typeface="Calibri"/>
              </a:rPr>
              <a:t>strategy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using a </a:t>
            </a:r>
            <a:r>
              <a:rPr sz="3000" spc="-25" dirty="0">
                <a:latin typeface="Calibri"/>
                <a:cs typeface="Calibri"/>
              </a:rPr>
              <a:t>WebSockets </a:t>
            </a:r>
            <a:r>
              <a:rPr sz="3000" spc="-35" dirty="0">
                <a:latin typeface="Calibri"/>
                <a:cs typeface="Calibri"/>
              </a:rPr>
              <a:t>library.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client </a:t>
            </a:r>
            <a:r>
              <a:rPr sz="3000" dirty="0">
                <a:latin typeface="Calibri"/>
                <a:cs typeface="Calibri"/>
              </a:rPr>
              <a:t>has no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persistence.</a:t>
            </a:r>
            <a:endParaRPr sz="30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7FAAB34C-9F30-C9F0-B880-FA358804C2ED}"/>
                  </a:ext>
                </a:extLst>
              </p14:cNvPr>
              <p14:cNvContentPartPr/>
              <p14:nvPr/>
            </p14:nvContentPartPr>
            <p14:xfrm>
              <a:off x="700497" y="1834710"/>
              <a:ext cx="200160" cy="3906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7FAAB34C-9F30-C9F0-B880-FA358804C2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6857" y="1727070"/>
                <a:ext cx="307800" cy="412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94" y="462343"/>
            <a:ext cx="3460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Third</a:t>
            </a:r>
            <a:r>
              <a:rPr spc="-30" dirty="0"/>
              <a:t> </a:t>
            </a:r>
            <a:r>
              <a:rPr spc="-1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540"/>
            <a:ext cx="7808595" cy="432308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On considering </a:t>
            </a:r>
            <a:r>
              <a:rPr sz="3000" spc="-15" dirty="0">
                <a:latin typeface="Calibri"/>
                <a:cs typeface="Calibri"/>
              </a:rPr>
              <a:t>persistence there </a:t>
            </a:r>
            <a:r>
              <a:rPr sz="3000" dirty="0">
                <a:latin typeface="Calibri"/>
                <a:cs typeface="Calibri"/>
              </a:rPr>
              <a:t>is a </a:t>
            </a:r>
            <a:r>
              <a:rPr sz="3000" spc="-15" dirty="0">
                <a:latin typeface="Calibri"/>
                <a:cs typeface="Calibri"/>
              </a:rPr>
              <a:t>substantial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change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implementation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approach.</a:t>
            </a:r>
            <a:endParaRPr sz="3000">
              <a:latin typeface="Calibri"/>
              <a:cs typeface="Calibri"/>
            </a:endParaRPr>
          </a:p>
          <a:p>
            <a:pPr marL="354965" marR="31750" indent="-342900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25" dirty="0">
                <a:latin typeface="Calibri"/>
                <a:cs typeface="Calibri"/>
              </a:rPr>
              <a:t>exercise </a:t>
            </a:r>
            <a:r>
              <a:rPr sz="3000" spc="-10" dirty="0">
                <a:latin typeface="Calibri"/>
                <a:cs typeface="Calibri"/>
              </a:rPr>
              <a:t>must </a:t>
            </a:r>
            <a:r>
              <a:rPr sz="3000" dirty="0">
                <a:latin typeface="Calibri"/>
                <a:cs typeface="Calibri"/>
              </a:rPr>
              <a:t>be </a:t>
            </a:r>
            <a:r>
              <a:rPr sz="3000" spc="-10" dirty="0">
                <a:latin typeface="Calibri"/>
                <a:cs typeface="Calibri"/>
              </a:rPr>
              <a:t>solved focusing almost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exclusively </a:t>
            </a:r>
            <a:r>
              <a:rPr sz="3000" dirty="0">
                <a:latin typeface="Calibri"/>
                <a:cs typeface="Calibri"/>
              </a:rPr>
              <a:t>on handling </a:t>
            </a:r>
            <a:r>
              <a:rPr sz="3000" spc="-10" dirty="0">
                <a:latin typeface="Calibri"/>
                <a:cs typeface="Calibri"/>
              </a:rPr>
              <a:t>tables </a:t>
            </a:r>
            <a:r>
              <a:rPr sz="3000" dirty="0">
                <a:latin typeface="Calibri"/>
                <a:cs typeface="Calibri"/>
              </a:rPr>
              <a:t>of a ddbb. This is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consistent </a:t>
            </a:r>
            <a:r>
              <a:rPr sz="3000" spc="-5" dirty="0">
                <a:latin typeface="Calibri"/>
                <a:cs typeface="Calibri"/>
              </a:rPr>
              <a:t>with the </a:t>
            </a:r>
            <a:r>
              <a:rPr sz="3000" spc="-10" dirty="0">
                <a:latin typeface="Calibri"/>
                <a:cs typeface="Calibri"/>
              </a:rPr>
              <a:t>common </a:t>
            </a:r>
            <a:r>
              <a:rPr sz="3000" dirty="0">
                <a:latin typeface="Calibri"/>
                <a:cs typeface="Calibri"/>
              </a:rPr>
              <a:t>use of </a:t>
            </a:r>
            <a:r>
              <a:rPr sz="3000" spc="-10" dirty="0">
                <a:latin typeface="Calibri"/>
                <a:cs typeface="Calibri"/>
              </a:rPr>
              <a:t>RESTful web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services, only </a:t>
            </a:r>
            <a:r>
              <a:rPr sz="3000" spc="-5" dirty="0">
                <a:latin typeface="Calibri"/>
                <a:cs typeface="Calibri"/>
              </a:rPr>
              <a:t>managing </a:t>
            </a:r>
            <a:r>
              <a:rPr sz="3000" spc="-15" dirty="0">
                <a:latin typeface="Calibri"/>
                <a:cs typeface="Calibri"/>
              </a:rPr>
              <a:t>resources </a:t>
            </a:r>
            <a:r>
              <a:rPr sz="3000" dirty="0">
                <a:latin typeface="Calibri"/>
                <a:cs typeface="Calibri"/>
              </a:rPr>
              <a:t>in a </a:t>
            </a:r>
            <a:r>
              <a:rPr sz="3000" spc="-20" dirty="0">
                <a:latin typeface="Calibri"/>
                <a:cs typeface="Calibri"/>
              </a:rPr>
              <a:t>stateless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fashion, </a:t>
            </a:r>
            <a:r>
              <a:rPr sz="3000" dirty="0">
                <a:latin typeface="Calibri"/>
                <a:cs typeface="Calibri"/>
              </a:rPr>
              <a:t>not </a:t>
            </a:r>
            <a:r>
              <a:rPr sz="3000" spc="-5" dirty="0">
                <a:latin typeface="Calibri"/>
                <a:cs typeface="Calibri"/>
              </a:rPr>
              <a:t>looking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dirty="0">
                <a:latin typeface="Calibri"/>
                <a:cs typeface="Calibri"/>
              </a:rPr>
              <a:t>an </a:t>
            </a:r>
            <a:r>
              <a:rPr sz="3000" spc="-5" dirty="0">
                <a:latin typeface="Calibri"/>
                <a:cs typeface="Calibri"/>
              </a:rPr>
              <a:t>implement </a:t>
            </a:r>
            <a:r>
              <a:rPr sz="3000" dirty="0">
                <a:latin typeface="Calibri"/>
                <a:cs typeface="Calibri"/>
              </a:rPr>
              <a:t>of an </a:t>
            </a:r>
            <a:r>
              <a:rPr sz="3000" spc="-5" dirty="0">
                <a:latin typeface="Calibri"/>
                <a:cs typeface="Calibri"/>
              </a:rPr>
              <a:t>RPC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tool.</a:t>
            </a:r>
            <a:endParaRPr sz="3000">
              <a:latin typeface="Calibri"/>
              <a:cs typeface="Calibri"/>
            </a:endParaRPr>
          </a:p>
          <a:p>
            <a:pPr marL="355600" marR="274320" indent="-342900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25" dirty="0">
                <a:latin typeface="Calibri"/>
                <a:cs typeface="Calibri"/>
              </a:rPr>
              <a:t>Consequently,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this</a:t>
            </a:r>
            <a:r>
              <a:rPr sz="3000" spc="-10" dirty="0">
                <a:latin typeface="Calibri"/>
                <a:cs typeface="Calibri"/>
              </a:rPr>
              <a:t> approach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client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implementation </a:t>
            </a:r>
            <a:r>
              <a:rPr sz="3000" spc="-5" dirty="0">
                <a:latin typeface="Calibri"/>
                <a:cs typeface="Calibri"/>
              </a:rPr>
              <a:t>turns </a:t>
            </a:r>
            <a:r>
              <a:rPr sz="3000" spc="-20" dirty="0">
                <a:latin typeface="Calibri"/>
                <a:cs typeface="Calibri"/>
              </a:rPr>
              <a:t>into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sequence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send/receive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records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(rows)</a:t>
            </a:r>
            <a:r>
              <a:rPr sz="3000" spc="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those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tables.</a:t>
            </a:r>
            <a:endParaRPr sz="30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D956336-CA92-2810-A25D-80BBAD3D3734}"/>
                  </a:ext>
                </a:extLst>
              </p14:cNvPr>
              <p14:cNvContentPartPr/>
              <p14:nvPr/>
            </p14:nvContentPartPr>
            <p14:xfrm>
              <a:off x="906057" y="1649310"/>
              <a:ext cx="7478640" cy="1929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D956336-CA92-2810-A25D-80BBAD3D37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057" y="1541310"/>
                <a:ext cx="7586280" cy="40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7F814AE-63C7-CDC1-B554-BCD5963063BF}"/>
                  </a:ext>
                </a:extLst>
              </p14:cNvPr>
              <p14:cNvContentPartPr/>
              <p14:nvPr/>
            </p14:nvContentPartPr>
            <p14:xfrm>
              <a:off x="786537" y="2044230"/>
              <a:ext cx="6390000" cy="1742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7F814AE-63C7-CDC1-B554-BCD5963063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2537" y="1936230"/>
                <a:ext cx="6497640" cy="38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upo 17">
            <a:extLst>
              <a:ext uri="{FF2B5EF4-FFF2-40B4-BE49-F238E27FC236}">
                <a16:creationId xmlns:a16="http://schemas.microsoft.com/office/drawing/2014/main" id="{66D8483E-FC58-ECA8-D5F6-E196D2CBFA5D}"/>
              </a:ext>
            </a:extLst>
          </p:cNvPr>
          <p:cNvGrpSpPr/>
          <p:nvPr/>
        </p:nvGrpSpPr>
        <p:grpSpPr>
          <a:xfrm>
            <a:off x="1125657" y="1099590"/>
            <a:ext cx="3821040" cy="439200"/>
            <a:chOff x="1125657" y="1099590"/>
            <a:chExt cx="3821040" cy="43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AAB5EE71-0B0F-9500-64E0-2B94E9164EE9}"/>
                    </a:ext>
                  </a:extLst>
                </p14:cNvPr>
                <p14:cNvContentPartPr/>
                <p14:nvPr/>
              </p14:nvContentPartPr>
              <p14:xfrm>
                <a:off x="1125657" y="1224870"/>
                <a:ext cx="725400" cy="2836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AAB5EE71-0B0F-9500-64E0-2B94E9164E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1337" y="1220550"/>
                  <a:ext cx="734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C4D2D0B7-A712-0813-9456-7E00807AF9F3}"/>
                    </a:ext>
                  </a:extLst>
                </p14:cNvPr>
                <p14:cNvContentPartPr/>
                <p14:nvPr/>
              </p14:nvContentPartPr>
              <p14:xfrm>
                <a:off x="1882017" y="1187790"/>
                <a:ext cx="467640" cy="2923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C4D2D0B7-A712-0813-9456-7E00807AF9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77697" y="1183470"/>
                  <a:ext cx="476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CB9FA793-EA2C-C18F-22A1-8C27B724DC57}"/>
                    </a:ext>
                  </a:extLst>
                </p14:cNvPr>
                <p14:cNvContentPartPr/>
                <p14:nvPr/>
              </p14:nvContentPartPr>
              <p14:xfrm>
                <a:off x="2283417" y="1246110"/>
                <a:ext cx="49680" cy="403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CB9FA793-EA2C-C18F-22A1-8C27B724DC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79097" y="1241790"/>
                  <a:ext cx="58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75D7C35F-2EC1-4BF9-B387-F858858F1409}"/>
                    </a:ext>
                  </a:extLst>
                </p14:cNvPr>
                <p14:cNvContentPartPr/>
                <p14:nvPr/>
              </p14:nvContentPartPr>
              <p14:xfrm>
                <a:off x="1751337" y="1270590"/>
                <a:ext cx="360" cy="36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75D7C35F-2EC1-4BF9-B387-F858858F14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47017" y="126627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31C9E5CE-ED95-A900-BD89-96A705B4DCEA}"/>
                    </a:ext>
                  </a:extLst>
                </p14:cNvPr>
                <p14:cNvContentPartPr/>
                <p14:nvPr/>
              </p14:nvContentPartPr>
              <p14:xfrm>
                <a:off x="2600937" y="1099590"/>
                <a:ext cx="751320" cy="43920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31C9E5CE-ED95-A900-BD89-96A705B4DC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96617" y="1095270"/>
                  <a:ext cx="7599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81FB089-D4CC-A3DD-9776-94156DD202AE}"/>
                    </a:ext>
                  </a:extLst>
                </p14:cNvPr>
                <p14:cNvContentPartPr/>
                <p14:nvPr/>
              </p14:nvContentPartPr>
              <p14:xfrm>
                <a:off x="3148857" y="1252950"/>
                <a:ext cx="41400" cy="244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81FB089-D4CC-A3DD-9776-94156DD202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44537" y="1248630"/>
                  <a:ext cx="50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1498C41-354A-3FE3-617F-7ED1C6E7C219}"/>
                    </a:ext>
                  </a:extLst>
                </p14:cNvPr>
                <p14:cNvContentPartPr/>
                <p14:nvPr/>
              </p14:nvContentPartPr>
              <p14:xfrm>
                <a:off x="3516057" y="1325310"/>
                <a:ext cx="122040" cy="331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1498C41-354A-3FE3-617F-7ED1C6E7C2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11737" y="1320990"/>
                  <a:ext cx="130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74E316B5-AFD3-D54D-2397-C336CC276632}"/>
                    </a:ext>
                  </a:extLst>
                </p14:cNvPr>
                <p14:cNvContentPartPr/>
                <p14:nvPr/>
              </p14:nvContentPartPr>
              <p14:xfrm>
                <a:off x="3703617" y="1181310"/>
                <a:ext cx="109080" cy="2070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74E316B5-AFD3-D54D-2397-C336CC27663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99297" y="1176990"/>
                  <a:ext cx="1177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711974D1-E6CA-D12D-02DB-DBA33CDE99E4}"/>
                    </a:ext>
                  </a:extLst>
                </p14:cNvPr>
                <p14:cNvContentPartPr/>
                <p14:nvPr/>
              </p14:nvContentPartPr>
              <p14:xfrm>
                <a:off x="3782097" y="1126950"/>
                <a:ext cx="1164600" cy="2602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711974D1-E6CA-D12D-02DB-DBA33CDE99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77777" y="1122630"/>
                  <a:ext cx="1173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E0AE7C86-8AE9-F71E-B944-B4E572F5A6A5}"/>
                    </a:ext>
                  </a:extLst>
                </p14:cNvPr>
                <p14:cNvContentPartPr/>
                <p14:nvPr/>
              </p14:nvContentPartPr>
              <p14:xfrm>
                <a:off x="4600737" y="1249350"/>
                <a:ext cx="40320" cy="1620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E0AE7C86-8AE9-F71E-B944-B4E572F5A6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96417" y="1245030"/>
                  <a:ext cx="4896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C3576180-1B98-5D2E-DFF8-BE764831AB8D}"/>
                  </a:ext>
                </a:extLst>
              </p14:cNvPr>
              <p14:cNvContentPartPr/>
              <p14:nvPr/>
            </p14:nvContentPartPr>
            <p14:xfrm>
              <a:off x="5196897" y="1126230"/>
              <a:ext cx="396360" cy="23544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C3576180-1B98-5D2E-DFF8-BE764831AB8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92577" y="1121910"/>
                <a:ext cx="4050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upo 33">
            <a:extLst>
              <a:ext uri="{FF2B5EF4-FFF2-40B4-BE49-F238E27FC236}">
                <a16:creationId xmlns:a16="http://schemas.microsoft.com/office/drawing/2014/main" id="{48F1D43D-6E52-C8E5-2F07-E5D82EA8EDB8}"/>
              </a:ext>
            </a:extLst>
          </p:cNvPr>
          <p:cNvGrpSpPr/>
          <p:nvPr/>
        </p:nvGrpSpPr>
        <p:grpSpPr>
          <a:xfrm>
            <a:off x="5758137" y="1110750"/>
            <a:ext cx="1704960" cy="253440"/>
            <a:chOff x="5758137" y="1110750"/>
            <a:chExt cx="170496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239101C3-6C7E-C8AD-2395-570B6E477D77}"/>
                    </a:ext>
                  </a:extLst>
                </p14:cNvPr>
                <p14:cNvContentPartPr/>
                <p14:nvPr/>
              </p14:nvContentPartPr>
              <p14:xfrm>
                <a:off x="5758137" y="1110750"/>
                <a:ext cx="231120" cy="2127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239101C3-6C7E-C8AD-2395-570B6E477D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53817" y="1106430"/>
                  <a:ext cx="239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095B68C-04AF-DDA5-9E6B-90A92A630A70}"/>
                    </a:ext>
                  </a:extLst>
                </p14:cNvPr>
                <p14:cNvContentPartPr/>
                <p14:nvPr/>
              </p14:nvContentPartPr>
              <p14:xfrm>
                <a:off x="5786217" y="1171590"/>
                <a:ext cx="191520" cy="169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095B68C-04AF-DDA5-9E6B-90A92A630A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81897" y="1167270"/>
                  <a:ext cx="200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2982AA8A-6606-5CDC-60C2-1F83A83BF178}"/>
                    </a:ext>
                  </a:extLst>
                </p14:cNvPr>
                <p14:cNvContentPartPr/>
                <p14:nvPr/>
              </p14:nvContentPartPr>
              <p14:xfrm>
                <a:off x="6201657" y="1112190"/>
                <a:ext cx="1208880" cy="2520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2982AA8A-6606-5CDC-60C2-1F83A83BF1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97337" y="1107870"/>
                  <a:ext cx="1217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8EB96E7C-C654-33F3-9C8E-922FD21EF5A1}"/>
                    </a:ext>
                  </a:extLst>
                </p14:cNvPr>
                <p14:cNvContentPartPr/>
                <p14:nvPr/>
              </p14:nvContentPartPr>
              <p14:xfrm>
                <a:off x="7374177" y="1145310"/>
                <a:ext cx="88920" cy="1620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8EB96E7C-C654-33F3-9C8E-922FD21EF5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69857" y="1140990"/>
                  <a:ext cx="975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D80D9FDB-5850-8C2C-141C-806A1FA8782B}"/>
                    </a:ext>
                  </a:extLst>
                </p14:cNvPr>
                <p14:cNvContentPartPr/>
                <p14:nvPr/>
              </p14:nvContentPartPr>
              <p14:xfrm>
                <a:off x="6792057" y="1146030"/>
                <a:ext cx="138240" cy="226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D80D9FDB-5850-8C2C-141C-806A1FA878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87737" y="1141710"/>
                  <a:ext cx="146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33986150-4435-DF2C-5421-4C88E8C740B0}"/>
                    </a:ext>
                  </a:extLst>
                </p14:cNvPr>
                <p14:cNvContentPartPr/>
                <p14:nvPr/>
              </p14:nvContentPartPr>
              <p14:xfrm>
                <a:off x="6631857" y="1209750"/>
                <a:ext cx="37080" cy="687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33986150-4435-DF2C-5421-4C88E8C740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27537" y="1205430"/>
                  <a:ext cx="45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30713EB9-C914-3053-42D2-F4F8351AE4F8}"/>
                    </a:ext>
                  </a:extLst>
                </p14:cNvPr>
                <p14:cNvContentPartPr/>
                <p14:nvPr/>
              </p14:nvContentPartPr>
              <p14:xfrm>
                <a:off x="6635817" y="1165110"/>
                <a:ext cx="38160" cy="190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30713EB9-C914-3053-42D2-F4F8351AE4F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31497" y="1160790"/>
                  <a:ext cx="4680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11B497C7-2E79-38CF-2F91-CF9775E1F738}"/>
                  </a:ext>
                </a:extLst>
              </p14:cNvPr>
              <p14:cNvContentPartPr/>
              <p14:nvPr/>
            </p14:nvContentPartPr>
            <p14:xfrm>
              <a:off x="884817" y="2518710"/>
              <a:ext cx="6731640" cy="21924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11B497C7-2E79-38CF-2F91-CF9775E1F73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0817" y="2411070"/>
                <a:ext cx="683928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4B89C556-DC5F-2112-3ECF-9DBD455EE02C}"/>
                  </a:ext>
                </a:extLst>
              </p14:cNvPr>
              <p14:cNvContentPartPr/>
              <p14:nvPr/>
            </p14:nvContentPartPr>
            <p14:xfrm>
              <a:off x="890577" y="2918670"/>
              <a:ext cx="6163200" cy="22320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4B89C556-DC5F-2112-3ECF-9DBD455EE02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36937" y="2810670"/>
                <a:ext cx="627084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D3F264D8-4D45-EF31-1633-8B0A2F8427AD}"/>
                  </a:ext>
                </a:extLst>
              </p14:cNvPr>
              <p14:cNvContentPartPr/>
              <p14:nvPr/>
            </p14:nvContentPartPr>
            <p14:xfrm>
              <a:off x="7122177" y="2924430"/>
              <a:ext cx="1404720" cy="9504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D3F264D8-4D45-EF31-1633-8B0A2F8427A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068177" y="2816430"/>
                <a:ext cx="15123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4E1463E0-F0F1-5500-7F94-5D8EACC53BFB}"/>
                  </a:ext>
                </a:extLst>
              </p14:cNvPr>
              <p14:cNvContentPartPr/>
              <p14:nvPr/>
            </p14:nvContentPartPr>
            <p14:xfrm>
              <a:off x="903537" y="3226830"/>
              <a:ext cx="7656480" cy="19656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4E1463E0-F0F1-5500-7F94-5D8EACC53BF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9537" y="3119190"/>
                <a:ext cx="776412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883A7765-DC76-04F4-5F5D-955D2E14BAD5}"/>
                  </a:ext>
                </a:extLst>
              </p14:cNvPr>
              <p14:cNvContentPartPr/>
              <p14:nvPr/>
            </p14:nvContentPartPr>
            <p14:xfrm>
              <a:off x="876177" y="3707790"/>
              <a:ext cx="1170720" cy="6624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883A7765-DC76-04F4-5F5D-955D2E14BAD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2537" y="3600150"/>
                <a:ext cx="1278360" cy="28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94" y="462343"/>
            <a:ext cx="3460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Third</a:t>
            </a:r>
            <a:r>
              <a:rPr spc="-30" dirty="0"/>
              <a:t> </a:t>
            </a:r>
            <a:r>
              <a:rPr spc="-1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540"/>
            <a:ext cx="7818120" cy="432308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marR="294640" indent="-342900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Now the close functionality </a:t>
            </a:r>
            <a:r>
              <a:rPr sz="3000" spc="-15" dirty="0">
                <a:latin typeface="Calibri"/>
                <a:cs typeface="Calibri"/>
              </a:rPr>
              <a:t>at </a:t>
            </a:r>
            <a:r>
              <a:rPr sz="3000" spc="-10" dirty="0">
                <a:latin typeface="Calibri"/>
                <a:cs typeface="Calibri"/>
              </a:rPr>
              <a:t>SwingClient </a:t>
            </a:r>
            <a:r>
              <a:rPr sz="3000" b="1" dirty="0">
                <a:latin typeface="Calibri"/>
                <a:cs typeface="Calibri"/>
              </a:rPr>
              <a:t>will </a:t>
            </a:r>
            <a:r>
              <a:rPr sz="3000" b="1" spc="-66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not </a:t>
            </a:r>
            <a:r>
              <a:rPr sz="3000" spc="-5" dirty="0">
                <a:latin typeface="Calibri"/>
                <a:cs typeface="Calibri"/>
              </a:rPr>
              <a:t>unsubscribe the </a:t>
            </a:r>
            <a:r>
              <a:rPr sz="3000" spc="-10" dirty="0">
                <a:latin typeface="Calibri"/>
                <a:cs typeface="Calibri"/>
              </a:rPr>
              <a:t>client </a:t>
            </a: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dirty="0">
                <a:latin typeface="Calibri"/>
                <a:cs typeface="Calibri"/>
              </a:rPr>
              <a:t>all </a:t>
            </a:r>
            <a:r>
              <a:rPr sz="3000" spc="-5" dirty="0">
                <a:latin typeface="Calibri"/>
                <a:cs typeface="Calibri"/>
              </a:rPr>
              <a:t>her/his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subscriptions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b="1" dirty="0">
                <a:latin typeface="Calibri"/>
                <a:cs typeface="Calibri"/>
              </a:rPr>
              <a:t>will </a:t>
            </a:r>
            <a:r>
              <a:rPr sz="3000" b="1" spc="-5" dirty="0">
                <a:latin typeface="Calibri"/>
                <a:cs typeface="Calibri"/>
              </a:rPr>
              <a:t>not </a:t>
            </a:r>
            <a:r>
              <a:rPr sz="3000" spc="-15" dirty="0">
                <a:latin typeface="Calibri"/>
                <a:cs typeface="Calibri"/>
              </a:rPr>
              <a:t>remove </a:t>
            </a:r>
            <a:r>
              <a:rPr sz="3000" spc="-5" dirty="0">
                <a:latin typeface="Calibri"/>
                <a:cs typeface="Calibri"/>
              </a:rPr>
              <a:t>her/his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publishing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profile,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that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was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case.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25" dirty="0">
                <a:latin typeface="Calibri"/>
                <a:cs typeface="Calibri"/>
              </a:rPr>
              <a:t>Consequently,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after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logging </a:t>
            </a:r>
            <a:r>
              <a:rPr sz="3000" spc="-20" dirty="0">
                <a:latin typeface="Calibri"/>
                <a:cs typeface="Calibri"/>
              </a:rPr>
              <a:t>into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system,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SwingClient must </a:t>
            </a:r>
            <a:r>
              <a:rPr sz="3000" spc="-15" dirty="0">
                <a:latin typeface="Calibri"/>
                <a:cs typeface="Calibri"/>
              </a:rPr>
              <a:t>retrieve </a:t>
            </a:r>
            <a:r>
              <a:rPr sz="3000" spc="-5" dirty="0">
                <a:latin typeface="Calibri"/>
                <a:cs typeface="Calibri"/>
              </a:rPr>
              <a:t>the user </a:t>
            </a:r>
            <a:r>
              <a:rPr sz="3000" spc="-10" dirty="0">
                <a:latin typeface="Calibri"/>
                <a:cs typeface="Calibri"/>
              </a:rPr>
              <a:t>profile: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topic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she/he</a:t>
            </a:r>
            <a:r>
              <a:rPr sz="3000" spc="-15" dirty="0">
                <a:latin typeface="Calibri"/>
                <a:cs typeface="Calibri"/>
              </a:rPr>
              <a:t> was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publisher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65" dirty="0">
                <a:latin typeface="Calibri"/>
                <a:cs typeface="Calibri"/>
              </a:rPr>
              <a:t>of,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if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that's</a:t>
            </a:r>
            <a:r>
              <a:rPr sz="3000" spc="-5" dirty="0">
                <a:latin typeface="Calibri"/>
                <a:cs typeface="Calibri"/>
              </a:rPr>
              <a:t> the</a:t>
            </a:r>
            <a:r>
              <a:rPr sz="3000" spc="-10" dirty="0">
                <a:latin typeface="Calibri"/>
                <a:cs typeface="Calibri"/>
              </a:rPr>
              <a:t> case; </a:t>
            </a:r>
            <a:r>
              <a:rPr sz="3000" spc="-5" dirty="0">
                <a:latin typeface="Calibri"/>
                <a:cs typeface="Calibri"/>
              </a:rPr>
              <a:t> her/his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subscriptions,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all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messages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those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subscriptions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well.</a:t>
            </a:r>
            <a:endParaRPr sz="3000">
              <a:latin typeface="Calibri"/>
              <a:cs typeface="Calibri"/>
            </a:endParaRPr>
          </a:p>
          <a:p>
            <a:pPr marL="355600" marR="569595" indent="-3429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b="1" spc="-10" dirty="0">
                <a:latin typeface="Calibri"/>
                <a:cs typeface="Calibri"/>
              </a:rPr>
              <a:t>Note</a:t>
            </a:r>
            <a:r>
              <a:rPr sz="3000" spc="-10" dirty="0">
                <a:latin typeface="Calibri"/>
                <a:cs typeface="Calibri"/>
              </a:rPr>
              <a:t>: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login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done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without user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input</a:t>
            </a:r>
            <a:r>
              <a:rPr sz="3000" spc="-20" dirty="0">
                <a:latin typeface="Calibri"/>
                <a:cs typeface="Calibri"/>
              </a:rPr>
              <a:t> to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preserve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UI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from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previous</a:t>
            </a:r>
            <a:r>
              <a:rPr sz="3000" spc="-20" dirty="0">
                <a:latin typeface="Calibri"/>
                <a:cs typeface="Calibri"/>
              </a:rPr>
              <a:t> exercises.</a:t>
            </a:r>
            <a:endParaRPr sz="30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2E437BF-CE19-B80D-180B-AE000DF703D5}"/>
                  </a:ext>
                </a:extLst>
              </p14:cNvPr>
              <p14:cNvContentPartPr/>
              <p14:nvPr/>
            </p14:nvContentPartPr>
            <p14:xfrm>
              <a:off x="1025577" y="1680270"/>
              <a:ext cx="6920640" cy="1544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2E437BF-CE19-B80D-180B-AE000DF703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1577" y="1572270"/>
                <a:ext cx="702828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1A58C44-3CFA-797F-B713-49426A07346F}"/>
                  </a:ext>
                </a:extLst>
              </p14:cNvPr>
              <p14:cNvContentPartPr/>
              <p14:nvPr/>
            </p14:nvContentPartPr>
            <p14:xfrm>
              <a:off x="841617" y="2033070"/>
              <a:ext cx="6490440" cy="2336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1A58C44-3CFA-797F-B713-49426A0734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7977" y="1925070"/>
                <a:ext cx="659808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93CA5CAB-2D02-834C-98F9-45707D601DFE}"/>
                  </a:ext>
                </a:extLst>
              </p14:cNvPr>
              <p14:cNvContentPartPr/>
              <p14:nvPr/>
            </p14:nvContentPartPr>
            <p14:xfrm>
              <a:off x="989577" y="2480910"/>
              <a:ext cx="31320" cy="82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93CA5CAB-2D02-834C-98F9-45707D601DF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5577" y="2372910"/>
                <a:ext cx="1389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2A0908E-0BCD-FF3C-554E-5703B3F770F1}"/>
                  </a:ext>
                </a:extLst>
              </p14:cNvPr>
              <p14:cNvContentPartPr/>
              <p14:nvPr/>
            </p14:nvContentPartPr>
            <p14:xfrm>
              <a:off x="974097" y="2448150"/>
              <a:ext cx="6213600" cy="13320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2A0908E-0BCD-FF3C-554E-5703B3F770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0457" y="2340510"/>
                <a:ext cx="632124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9D1E06D6-D357-D15C-7D56-9CC508A00F16}"/>
                  </a:ext>
                </a:extLst>
              </p14:cNvPr>
              <p14:cNvContentPartPr/>
              <p14:nvPr/>
            </p14:nvContentPartPr>
            <p14:xfrm>
              <a:off x="972657" y="2829750"/>
              <a:ext cx="5772240" cy="1540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9D1E06D6-D357-D15C-7D56-9CC508A00F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657" y="2721750"/>
                <a:ext cx="587988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F014E676-CBFF-D707-8811-9284A4F9E399}"/>
                  </a:ext>
                </a:extLst>
              </p14:cNvPr>
              <p14:cNvContentPartPr/>
              <p14:nvPr/>
            </p14:nvContentPartPr>
            <p14:xfrm>
              <a:off x="1172097" y="3207390"/>
              <a:ext cx="6947640" cy="25992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F014E676-CBFF-D707-8811-9284A4F9E39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8457" y="3099750"/>
                <a:ext cx="705528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BA9A8C89-24CB-82A9-1F6A-6FF431938213}"/>
                  </a:ext>
                </a:extLst>
              </p14:cNvPr>
              <p14:cNvContentPartPr/>
              <p14:nvPr/>
            </p14:nvContentPartPr>
            <p14:xfrm>
              <a:off x="802737" y="3321150"/>
              <a:ext cx="695880" cy="831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BA9A8C89-24CB-82A9-1F6A-6FF43193821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9097" y="3213150"/>
                <a:ext cx="8035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1AA556EA-4CBD-B2CE-98E5-52A52905C58A}"/>
                  </a:ext>
                </a:extLst>
              </p14:cNvPr>
              <p14:cNvContentPartPr/>
              <p14:nvPr/>
            </p14:nvContentPartPr>
            <p14:xfrm>
              <a:off x="939177" y="3582150"/>
              <a:ext cx="6460920" cy="15516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1AA556EA-4CBD-B2CE-98E5-52A52905C5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5177" y="3474150"/>
                <a:ext cx="65685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CCC8504C-A558-E6C4-6C98-5C743A69B6D7}"/>
                  </a:ext>
                </a:extLst>
              </p14:cNvPr>
              <p14:cNvContentPartPr/>
              <p14:nvPr/>
            </p14:nvContentPartPr>
            <p14:xfrm>
              <a:off x="707697" y="5009550"/>
              <a:ext cx="128520" cy="100008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CCC8504C-A558-E6C4-6C98-5C743A69B6D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53697" y="4901550"/>
                <a:ext cx="236160" cy="12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3BF97E0C-615B-4586-4644-2CB070A8B606}"/>
                  </a:ext>
                </a:extLst>
              </p14:cNvPr>
              <p14:cNvContentPartPr/>
              <p14:nvPr/>
            </p14:nvContentPartPr>
            <p14:xfrm>
              <a:off x="663417" y="3718950"/>
              <a:ext cx="75240" cy="17755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3BF97E0C-615B-4586-4644-2CB070A8B60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9777" y="3610950"/>
                <a:ext cx="182880" cy="199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94" y="462343"/>
            <a:ext cx="346075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Third</a:t>
            </a:r>
            <a:r>
              <a:rPr spc="-30" dirty="0"/>
              <a:t> </a:t>
            </a:r>
            <a:r>
              <a:rPr spc="-1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8835"/>
            <a:ext cx="8176895" cy="432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4069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30" dirty="0">
                <a:latin typeface="Calibri"/>
                <a:cs typeface="Calibri"/>
              </a:rPr>
              <a:t>Finally,</a:t>
            </a:r>
            <a:r>
              <a:rPr sz="3000" spc="-5" dirty="0">
                <a:latin typeface="Calibri"/>
                <a:cs typeface="Calibri"/>
              </a:rPr>
              <a:t> the original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mechanism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broadcasting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 messages </a:t>
            </a: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publisher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all </a:t>
            </a:r>
            <a:r>
              <a:rPr sz="3000" spc="-5" dirty="0">
                <a:latin typeface="Calibri"/>
                <a:cs typeface="Calibri"/>
              </a:rPr>
              <a:t>its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subscribers, </a:t>
            </a:r>
            <a:r>
              <a:rPr sz="3000" dirty="0">
                <a:latin typeface="Calibri"/>
                <a:cs typeface="Calibri"/>
              </a:rPr>
              <a:t>as </a:t>
            </a:r>
            <a:r>
              <a:rPr sz="3000" spc="-10" dirty="0">
                <a:latin typeface="Calibri"/>
                <a:cs typeface="Calibri"/>
              </a:rPr>
              <a:t>developed </a:t>
            </a:r>
            <a:r>
              <a:rPr sz="3000" dirty="0">
                <a:latin typeface="Calibri"/>
                <a:cs typeface="Calibri"/>
              </a:rPr>
              <a:t>on our </a:t>
            </a:r>
            <a:r>
              <a:rPr sz="3000" spc="-20" dirty="0">
                <a:latin typeface="Calibri"/>
                <a:cs typeface="Calibri"/>
              </a:rPr>
              <a:t>first </a:t>
            </a:r>
            <a:r>
              <a:rPr sz="3000" spc="-15" dirty="0">
                <a:latin typeface="Calibri"/>
                <a:cs typeface="Calibri"/>
              </a:rPr>
              <a:t>two </a:t>
            </a:r>
            <a:r>
              <a:rPr sz="3000" spc="-10" dirty="0">
                <a:latin typeface="Calibri"/>
                <a:cs typeface="Calibri"/>
              </a:rPr>
              <a:t> approaches, </a:t>
            </a:r>
            <a:r>
              <a:rPr sz="3000" spc="-15" dirty="0">
                <a:latin typeface="Calibri"/>
                <a:cs typeface="Calibri"/>
              </a:rPr>
              <a:t>here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spc="-10" dirty="0">
                <a:latin typeface="Calibri"/>
                <a:cs typeface="Calibri"/>
              </a:rPr>
              <a:t>moved </a:t>
            </a:r>
            <a:r>
              <a:rPr sz="3000" spc="-15" dirty="0">
                <a:latin typeface="Calibri"/>
                <a:cs typeface="Calibri"/>
              </a:rPr>
              <a:t>entirely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WebSocketServer</a:t>
            </a:r>
            <a:r>
              <a:rPr sz="3000" spc="-25" dirty="0">
                <a:latin typeface="Calibri"/>
                <a:cs typeface="Calibri"/>
              </a:rPr>
              <a:t> java </a:t>
            </a:r>
            <a:r>
              <a:rPr sz="3000" spc="-5" dirty="0">
                <a:latin typeface="Calibri"/>
                <a:cs typeface="Calibri"/>
              </a:rPr>
              <a:t>class.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45" dirty="0">
                <a:latin typeface="Calibri"/>
                <a:cs typeface="Calibri"/>
              </a:rPr>
              <a:t>Pay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attention to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methods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notifyNewMessage()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notifyTopicClose()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40" dirty="0">
                <a:latin typeface="Calibri"/>
                <a:cs typeface="Calibri"/>
              </a:rPr>
              <a:t>WebSocketServer.</a:t>
            </a:r>
            <a:endParaRPr sz="3000">
              <a:latin typeface="Calibri"/>
              <a:cs typeface="Calibri"/>
            </a:endParaRPr>
          </a:p>
          <a:p>
            <a:pPr marL="355600" marR="260985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Nevertheless,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from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client's </a:t>
            </a:r>
            <a:r>
              <a:rPr sz="3000" spc="-15" dirty="0">
                <a:latin typeface="Calibri"/>
                <a:cs typeface="Calibri"/>
              </a:rPr>
              <a:t>perspective </a:t>
            </a:r>
            <a:r>
              <a:rPr sz="3000" spc="-5" dirty="0">
                <a:latin typeface="Calibri"/>
                <a:cs typeface="Calibri"/>
              </a:rPr>
              <a:t>this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something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unnoticeable.</a:t>
            </a:r>
            <a:endParaRPr sz="30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C45A8AD4-502A-9342-9F3C-A9F8A14E956D}"/>
                  </a:ext>
                </a:extLst>
              </p14:cNvPr>
              <p14:cNvContentPartPr/>
              <p14:nvPr/>
            </p14:nvContentPartPr>
            <p14:xfrm>
              <a:off x="750537" y="1746870"/>
              <a:ext cx="131760" cy="22269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C45A8AD4-502A-9342-9F3C-A9F8A14E95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6897" y="1639230"/>
                <a:ext cx="239400" cy="24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64C48E45-6397-FAE6-6D8C-7E92A3ECFEBC}"/>
                  </a:ext>
                </a:extLst>
              </p14:cNvPr>
              <p14:cNvContentPartPr/>
              <p14:nvPr/>
            </p14:nvContentPartPr>
            <p14:xfrm>
              <a:off x="895617" y="4156350"/>
              <a:ext cx="7852680" cy="1234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64C48E45-6397-FAE6-6D8C-7E92A3ECFE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1617" y="4048350"/>
                <a:ext cx="79603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EE656A2F-786B-8FA7-4459-84FD106BA038}"/>
                  </a:ext>
                </a:extLst>
              </p14:cNvPr>
              <p14:cNvContentPartPr/>
              <p14:nvPr/>
            </p14:nvContentPartPr>
            <p14:xfrm>
              <a:off x="887697" y="4702110"/>
              <a:ext cx="4759920" cy="950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EE656A2F-786B-8FA7-4459-84FD106BA0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3697" y="4594470"/>
                <a:ext cx="48675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BD0BD9AD-F705-C362-467B-12E0BC93E6D7}"/>
                  </a:ext>
                </a:extLst>
              </p14:cNvPr>
              <p14:cNvContentPartPr/>
              <p14:nvPr/>
            </p14:nvContentPartPr>
            <p14:xfrm>
              <a:off x="5504337" y="4651710"/>
              <a:ext cx="1903320" cy="1944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BD0BD9AD-F705-C362-467B-12E0BC93E6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50697" y="4544070"/>
                <a:ext cx="201096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B47BADFA-6C2F-1321-D04F-6EA9D1C96D55}"/>
                  </a:ext>
                </a:extLst>
              </p14:cNvPr>
              <p14:cNvContentPartPr/>
              <p14:nvPr/>
            </p14:nvContentPartPr>
            <p14:xfrm>
              <a:off x="4012137" y="3267870"/>
              <a:ext cx="21240" cy="162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B47BADFA-6C2F-1321-D04F-6EA9D1C96D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58137" y="3160230"/>
                <a:ext cx="1288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45E0AFBE-9F47-F273-77BB-8C9E0666CC6A}"/>
                  </a:ext>
                </a:extLst>
              </p14:cNvPr>
              <p14:cNvContentPartPr/>
              <p14:nvPr/>
            </p14:nvContentPartPr>
            <p14:xfrm>
              <a:off x="3986217" y="3136830"/>
              <a:ext cx="3574800" cy="12168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45E0AFBE-9F47-F273-77BB-8C9E0666CC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32577" y="3029190"/>
                <a:ext cx="368244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E739C715-8232-F738-338D-C06EDB86D232}"/>
                  </a:ext>
                </a:extLst>
              </p14:cNvPr>
              <p14:cNvContentPartPr/>
              <p14:nvPr/>
            </p14:nvContentPartPr>
            <p14:xfrm>
              <a:off x="936657" y="3629670"/>
              <a:ext cx="4084920" cy="14904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E739C715-8232-F738-338D-C06EDB86D23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2657" y="3522030"/>
                <a:ext cx="419256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54133435-E6BF-DC0A-E703-9777766D2D54}"/>
                  </a:ext>
                </a:extLst>
              </p14:cNvPr>
              <p14:cNvContentPartPr/>
              <p14:nvPr/>
            </p14:nvContentPartPr>
            <p14:xfrm>
              <a:off x="6298857" y="1821390"/>
              <a:ext cx="2097360" cy="13824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54133435-E6BF-DC0A-E703-9777766D2D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45217" y="1713390"/>
                <a:ext cx="22050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8DE908F9-D584-9AA2-4F4D-5459C861AD7E}"/>
                  </a:ext>
                </a:extLst>
              </p14:cNvPr>
              <p14:cNvContentPartPr/>
              <p14:nvPr/>
            </p14:nvContentPartPr>
            <p14:xfrm>
              <a:off x="958257" y="2238990"/>
              <a:ext cx="5981400" cy="14004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8DE908F9-D584-9AA2-4F4D-5459C861AD7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4617" y="2131350"/>
                <a:ext cx="608904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D5E8898A-5585-CF5D-1E8F-BAF2A26C1313}"/>
                  </a:ext>
                </a:extLst>
              </p14:cNvPr>
              <p14:cNvContentPartPr/>
              <p14:nvPr/>
            </p14:nvContentPartPr>
            <p14:xfrm>
              <a:off x="1053657" y="2733990"/>
              <a:ext cx="1595160" cy="17820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D5E8898A-5585-CF5D-1E8F-BAF2A26C131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9657" y="2625990"/>
                <a:ext cx="170280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8684B02A-BAAB-1766-2ACE-E7508AEDCBE2}"/>
                  </a:ext>
                </a:extLst>
              </p14:cNvPr>
              <p14:cNvContentPartPr/>
              <p14:nvPr/>
            </p14:nvContentPartPr>
            <p14:xfrm>
              <a:off x="1064457" y="5064270"/>
              <a:ext cx="7637400" cy="1843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8684B02A-BAAB-1766-2ACE-E7508AEDCBE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0817" y="4956630"/>
                <a:ext cx="774504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D52C53A6-B665-D8D8-65B6-9CE71BCF5DBB}"/>
                  </a:ext>
                </a:extLst>
              </p14:cNvPr>
              <p14:cNvContentPartPr/>
              <p14:nvPr/>
            </p14:nvContentPartPr>
            <p14:xfrm>
              <a:off x="1002177" y="5624430"/>
              <a:ext cx="3843000" cy="28548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D52C53A6-B665-D8D8-65B6-9CE71BCF5DB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8537" y="5516430"/>
                <a:ext cx="395064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3C84732E-0FA2-FC92-58CA-05DCE691CBA3}"/>
                  </a:ext>
                </a:extLst>
              </p14:cNvPr>
              <p14:cNvContentPartPr/>
              <p14:nvPr/>
            </p14:nvContentPartPr>
            <p14:xfrm>
              <a:off x="5069817" y="5152110"/>
              <a:ext cx="3588480" cy="19476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3C84732E-0FA2-FC92-58CA-05DCE691CBA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15817" y="5044110"/>
                <a:ext cx="3696120" cy="41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Exercise</a:t>
            </a:r>
            <a:r>
              <a:rPr spc="-35" dirty="0"/>
              <a:t> </a:t>
            </a:r>
            <a:r>
              <a:rPr spc="-5" dirty="0"/>
              <a:t>-</a:t>
            </a:r>
            <a:r>
              <a:rPr spc="-40" dirty="0"/>
              <a:t> </a:t>
            </a:r>
            <a:r>
              <a:rPr spc="-10" dirty="0"/>
              <a:t>client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1005" marR="499109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pc="-5" dirty="0"/>
              <a:t>Open</a:t>
            </a:r>
            <a:r>
              <a:rPr spc="10" dirty="0"/>
              <a:t> </a:t>
            </a:r>
            <a:r>
              <a:rPr spc="-5" dirty="0"/>
              <a:t>the: </a:t>
            </a:r>
            <a:r>
              <a:rPr dirty="0"/>
              <a:t> </a:t>
            </a:r>
            <a:r>
              <a:rPr spc="-10" dirty="0"/>
              <a:t>InstantMessagingRemote_client_with_ddbb.</a:t>
            </a:r>
          </a:p>
          <a:p>
            <a:pPr marL="421005" marR="5969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pc="-65" dirty="0"/>
              <a:t>Try</a:t>
            </a:r>
            <a:r>
              <a:rPr dirty="0"/>
              <a:t> </a:t>
            </a:r>
            <a:r>
              <a:rPr spc="-20" dirty="0"/>
              <a:t>to</a:t>
            </a:r>
            <a:r>
              <a:rPr dirty="0"/>
              <a:t> </a:t>
            </a:r>
            <a:r>
              <a:rPr spc="-20" dirty="0"/>
              <a:t>understand</a:t>
            </a:r>
            <a:r>
              <a:rPr spc="35"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10" dirty="0"/>
              <a:t>coding</a:t>
            </a:r>
            <a:r>
              <a:rPr spc="25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30" dirty="0"/>
              <a:t>Java</a:t>
            </a:r>
            <a:r>
              <a:rPr spc="20" dirty="0"/>
              <a:t> </a:t>
            </a:r>
            <a:r>
              <a:rPr spc="-10" dirty="0"/>
              <a:t>classes </a:t>
            </a:r>
            <a:r>
              <a:rPr spc="-705" dirty="0"/>
              <a:t> </a:t>
            </a:r>
            <a:r>
              <a:rPr spc="-5" dirty="0"/>
              <a:t>included</a:t>
            </a:r>
            <a:r>
              <a:rPr spc="20" dirty="0"/>
              <a:t> </a:t>
            </a:r>
            <a:r>
              <a:rPr spc="-5" dirty="0"/>
              <a:t>in</a:t>
            </a:r>
            <a:r>
              <a:rPr spc="25" dirty="0"/>
              <a:t> </a:t>
            </a:r>
            <a:r>
              <a:rPr spc="-50" dirty="0"/>
              <a:t>apiREST.</a:t>
            </a:r>
          </a:p>
          <a:p>
            <a:pPr marL="421005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21005" algn="l"/>
                <a:tab pos="421640" algn="l"/>
              </a:tabLst>
            </a:pPr>
            <a:r>
              <a:rPr spc="-65" dirty="0"/>
              <a:t>Try</a:t>
            </a:r>
            <a:r>
              <a:rPr dirty="0"/>
              <a:t> </a:t>
            </a:r>
            <a:r>
              <a:rPr spc="-20" dirty="0"/>
              <a:t>to</a:t>
            </a:r>
            <a:r>
              <a:rPr dirty="0"/>
              <a:t> </a:t>
            </a:r>
            <a:r>
              <a:rPr spc="-20" dirty="0"/>
              <a:t>understand</a:t>
            </a:r>
            <a:r>
              <a:rPr spc="30" dirty="0"/>
              <a:t> </a:t>
            </a:r>
            <a:r>
              <a:rPr spc="-10" dirty="0"/>
              <a:t>how</a:t>
            </a:r>
            <a:r>
              <a:rPr spc="15" dirty="0"/>
              <a:t> </a:t>
            </a:r>
            <a:r>
              <a:rPr spc="-5" dirty="0"/>
              <a:t>the PublisherStub,</a:t>
            </a:r>
            <a:r>
              <a:rPr spc="30" dirty="0"/>
              <a:t> </a:t>
            </a:r>
            <a:r>
              <a:rPr spc="-5" dirty="0"/>
              <a:t>the </a:t>
            </a:r>
            <a:r>
              <a:rPr dirty="0"/>
              <a:t> </a:t>
            </a:r>
            <a:r>
              <a:rPr spc="-5" dirty="0"/>
              <a:t>SubscriberImpl</a:t>
            </a:r>
            <a:r>
              <a:rPr spc="30" dirty="0"/>
              <a:t> </a:t>
            </a:r>
            <a:r>
              <a:rPr spc="-5" dirty="0"/>
              <a:t>and</a:t>
            </a:r>
            <a:r>
              <a:rPr spc="20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25" dirty="0"/>
              <a:t>TopicManagerStub</a:t>
            </a:r>
            <a:r>
              <a:rPr spc="30" dirty="0"/>
              <a:t> </a:t>
            </a:r>
            <a:r>
              <a:rPr spc="-25" dirty="0"/>
              <a:t>have </a:t>
            </a:r>
            <a:r>
              <a:rPr spc="-710" dirty="0"/>
              <a:t> </a:t>
            </a:r>
            <a:r>
              <a:rPr spc="-5" dirty="0"/>
              <a:t>been</a:t>
            </a:r>
            <a:r>
              <a:rPr spc="5" dirty="0"/>
              <a:t> </a:t>
            </a:r>
            <a:r>
              <a:rPr spc="-20" dirty="0"/>
              <a:t>programmed.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5E3C9D37-1B43-E894-53D5-035BA205AA25}"/>
                  </a:ext>
                </a:extLst>
              </p14:cNvPr>
              <p14:cNvContentPartPr/>
              <p14:nvPr/>
            </p14:nvContentPartPr>
            <p14:xfrm>
              <a:off x="904617" y="1893390"/>
              <a:ext cx="1390320" cy="511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5E3C9D37-1B43-E894-53D5-035BA205AA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617" y="1785390"/>
                <a:ext cx="14979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EE2E7797-DACD-B851-2B24-7FB7AE76587C}"/>
                  </a:ext>
                </a:extLst>
              </p14:cNvPr>
              <p14:cNvContentPartPr/>
              <p14:nvPr/>
            </p14:nvContentPartPr>
            <p14:xfrm>
              <a:off x="823257" y="2271030"/>
              <a:ext cx="7402680" cy="2437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EE2E7797-DACD-B851-2B24-7FB7AE7658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9617" y="2163390"/>
                <a:ext cx="751032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E19865FF-DECC-E895-488C-99724162F097}"/>
                  </a:ext>
                </a:extLst>
              </p14:cNvPr>
              <p14:cNvContentPartPr/>
              <p14:nvPr/>
            </p14:nvContentPartPr>
            <p14:xfrm>
              <a:off x="1060497" y="2869350"/>
              <a:ext cx="7690320" cy="1641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E19865FF-DECC-E895-488C-99724162F0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6857" y="2761350"/>
                <a:ext cx="779796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6FD71110-FB57-8BD0-09FC-687B17096E41}"/>
                  </a:ext>
                </a:extLst>
              </p14:cNvPr>
              <p14:cNvContentPartPr/>
              <p14:nvPr/>
            </p14:nvContentPartPr>
            <p14:xfrm>
              <a:off x="765657" y="3387390"/>
              <a:ext cx="3211560" cy="18000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6FD71110-FB57-8BD0-09FC-687B17096E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1657" y="3279750"/>
                <a:ext cx="33192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58C18CBC-D7AD-8917-082A-E32D51B0D117}"/>
                  </a:ext>
                </a:extLst>
              </p14:cNvPr>
              <p14:cNvContentPartPr/>
              <p14:nvPr/>
            </p14:nvContentPartPr>
            <p14:xfrm>
              <a:off x="1905417" y="3995070"/>
              <a:ext cx="1853280" cy="10152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58C18CBC-D7AD-8917-082A-E32D51B0D1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1417" y="3887070"/>
                <a:ext cx="19609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3B118694-8E8D-ECFE-B8B1-728FD4AE2198}"/>
                  </a:ext>
                </a:extLst>
              </p14:cNvPr>
              <p14:cNvContentPartPr/>
              <p14:nvPr/>
            </p14:nvContentPartPr>
            <p14:xfrm>
              <a:off x="5348457" y="3992910"/>
              <a:ext cx="99720" cy="219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3B118694-8E8D-ECFE-B8B1-728FD4AE219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94457" y="3885270"/>
                <a:ext cx="2073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F5787FAA-7054-CC48-127B-6F463FDE9771}"/>
                  </a:ext>
                </a:extLst>
              </p14:cNvPr>
              <p14:cNvContentPartPr/>
              <p14:nvPr/>
            </p14:nvContentPartPr>
            <p14:xfrm>
              <a:off x="5271417" y="4020270"/>
              <a:ext cx="2417040" cy="1148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F5787FAA-7054-CC48-127B-6F463FDE97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17417" y="3912630"/>
                <a:ext cx="25246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B4CC4F21-3759-B0D5-8BD6-F0886038027F}"/>
                  </a:ext>
                </a:extLst>
              </p14:cNvPr>
              <p14:cNvContentPartPr/>
              <p14:nvPr/>
            </p14:nvContentPartPr>
            <p14:xfrm>
              <a:off x="865737" y="4500510"/>
              <a:ext cx="2436840" cy="15480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B4CC4F21-3759-B0D5-8BD6-F0886038027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2097" y="4392510"/>
                <a:ext cx="25444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313E5010-05CD-AF17-A9EA-4C70C7810D2F}"/>
                  </a:ext>
                </a:extLst>
              </p14:cNvPr>
              <p14:cNvContentPartPr/>
              <p14:nvPr/>
            </p14:nvContentPartPr>
            <p14:xfrm>
              <a:off x="4796577" y="4473870"/>
              <a:ext cx="3171600" cy="9936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313E5010-05CD-AF17-A9EA-4C70C7810D2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42577" y="4365870"/>
                <a:ext cx="3279240" cy="31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o 24">
            <a:extLst>
              <a:ext uri="{FF2B5EF4-FFF2-40B4-BE49-F238E27FC236}">
                <a16:creationId xmlns:a16="http://schemas.microsoft.com/office/drawing/2014/main" id="{FB17D445-F096-A640-CAAB-1705DC59DD0D}"/>
              </a:ext>
            </a:extLst>
          </p:cNvPr>
          <p:cNvGrpSpPr/>
          <p:nvPr/>
        </p:nvGrpSpPr>
        <p:grpSpPr>
          <a:xfrm>
            <a:off x="2139417" y="1181310"/>
            <a:ext cx="3833280" cy="450000"/>
            <a:chOff x="2139417" y="1181310"/>
            <a:chExt cx="383328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808CDDD-9C5D-2832-837F-0FEF46A4FB4E}"/>
                    </a:ext>
                  </a:extLst>
                </p14:cNvPr>
                <p14:cNvContentPartPr/>
                <p14:nvPr/>
              </p14:nvContentPartPr>
              <p14:xfrm>
                <a:off x="2139417" y="1206150"/>
                <a:ext cx="613440" cy="3139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808CDDD-9C5D-2832-837F-0FEF46A4FB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35097" y="1201830"/>
                  <a:ext cx="622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473494A4-DDA0-D736-3DBA-9877FDF8DE09}"/>
                    </a:ext>
                  </a:extLst>
                </p14:cNvPr>
                <p14:cNvContentPartPr/>
                <p14:nvPr/>
              </p14:nvContentPartPr>
              <p14:xfrm>
                <a:off x="2715777" y="1313070"/>
                <a:ext cx="99720" cy="259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473494A4-DDA0-D736-3DBA-9877FDF8DE0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11457" y="1308750"/>
                  <a:ext cx="1083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96D5F703-952D-4F75-C811-AC26B3B57E39}"/>
                    </a:ext>
                  </a:extLst>
                </p14:cNvPr>
                <p14:cNvContentPartPr/>
                <p14:nvPr/>
              </p14:nvContentPartPr>
              <p14:xfrm>
                <a:off x="2423457" y="1340790"/>
                <a:ext cx="79920" cy="270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96D5F703-952D-4F75-C811-AC26B3B57E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19137" y="1336470"/>
                  <a:ext cx="885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B0168A8D-6A57-3D3D-810F-700F2A34FDBF}"/>
                    </a:ext>
                  </a:extLst>
                </p14:cNvPr>
                <p14:cNvContentPartPr/>
                <p14:nvPr/>
              </p14:nvContentPartPr>
              <p14:xfrm>
                <a:off x="2863737" y="1382550"/>
                <a:ext cx="384120" cy="1828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B0168A8D-6A57-3D3D-810F-700F2A34FDB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59417" y="1378230"/>
                  <a:ext cx="3927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DF466142-0041-D694-6B4B-E2F461F899F2}"/>
                    </a:ext>
                  </a:extLst>
                </p14:cNvPr>
                <p14:cNvContentPartPr/>
                <p14:nvPr/>
              </p14:nvContentPartPr>
              <p14:xfrm>
                <a:off x="3351537" y="1181310"/>
                <a:ext cx="478080" cy="3945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DF466142-0041-D694-6B4B-E2F461F899F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47217" y="1176990"/>
                  <a:ext cx="48672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ABE3A29B-3784-9E22-D4A9-267E553A376F}"/>
                    </a:ext>
                  </a:extLst>
                </p14:cNvPr>
                <p14:cNvContentPartPr/>
                <p14:nvPr/>
              </p14:nvContentPartPr>
              <p14:xfrm>
                <a:off x="3948417" y="1326390"/>
                <a:ext cx="1267920" cy="3049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ABE3A29B-3784-9E22-D4A9-267E553A37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44097" y="1322070"/>
                  <a:ext cx="12765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B3553464-1F22-A670-B541-D1947052CE2E}"/>
                    </a:ext>
                  </a:extLst>
                </p14:cNvPr>
                <p14:cNvContentPartPr/>
                <p14:nvPr/>
              </p14:nvContentPartPr>
              <p14:xfrm>
                <a:off x="5026617" y="1317390"/>
                <a:ext cx="324000" cy="2253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B3553464-1F22-A670-B541-D1947052CE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22297" y="1313070"/>
                  <a:ext cx="332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10172324-9132-DDA1-41D5-EB596440D120}"/>
                    </a:ext>
                  </a:extLst>
                </p14:cNvPr>
                <p14:cNvContentPartPr/>
                <p14:nvPr/>
              </p14:nvContentPartPr>
              <p14:xfrm>
                <a:off x="5555457" y="1331070"/>
                <a:ext cx="417240" cy="2131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10172324-9132-DDA1-41D5-EB596440D1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51137" y="1326750"/>
                  <a:ext cx="425880" cy="221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Exercise</a:t>
            </a:r>
            <a:r>
              <a:rPr spc="-35" dirty="0"/>
              <a:t> </a:t>
            </a:r>
            <a:r>
              <a:rPr spc="-5" dirty="0"/>
              <a:t>-</a:t>
            </a:r>
            <a:r>
              <a:rPr spc="-40" dirty="0"/>
              <a:t> </a:t>
            </a:r>
            <a:r>
              <a:rPr spc="-10" dirty="0"/>
              <a:t>client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7896225" cy="44577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marR="459740" indent="-342900">
              <a:lnSpc>
                <a:spcPts val="346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SwingClient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previous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version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except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for:</a:t>
            </a:r>
            <a:endParaRPr sz="3200">
              <a:latin typeface="Calibri"/>
              <a:cs typeface="Calibri"/>
            </a:endParaRPr>
          </a:p>
          <a:p>
            <a:pPr marL="755015" marR="154940" lvl="1" indent="-285750">
              <a:lnSpc>
                <a:spcPts val="302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The additional </a:t>
            </a:r>
            <a:r>
              <a:rPr sz="2800" spc="-15" dirty="0">
                <a:latin typeface="Calibri"/>
                <a:cs typeface="Calibri"/>
              </a:rPr>
              <a:t>programming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method: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clientSetup()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where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you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restore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profile,</a:t>
            </a:r>
            <a:endParaRPr sz="2800">
              <a:latin typeface="Calibri"/>
              <a:cs typeface="Calibri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68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20" dirty="0">
                <a:latin typeface="Calibri"/>
                <a:cs typeface="Calibri"/>
              </a:rPr>
              <a:t>Avoid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removing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user</a:t>
            </a:r>
            <a:r>
              <a:rPr sz="2800" dirty="0">
                <a:latin typeface="Calibri"/>
                <a:cs typeface="Calibri"/>
              </a:rPr>
              <a:t> as</a:t>
            </a:r>
            <a:r>
              <a:rPr sz="2800" spc="-5" dirty="0">
                <a:latin typeface="Calibri"/>
                <a:cs typeface="Calibri"/>
              </a:rPr>
              <a:t> publisher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subscriber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topic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closing 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application.</a:t>
            </a:r>
            <a:endParaRPr sz="2800">
              <a:latin typeface="Calibri"/>
              <a:cs typeface="Calibri"/>
            </a:endParaRPr>
          </a:p>
          <a:p>
            <a:pPr marL="354965" marR="37465" indent="-342900">
              <a:lnSpc>
                <a:spcPts val="3460"/>
              </a:lnSpc>
              <a:spcBef>
                <a:spcPts val="7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WebSocketClient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similar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way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you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did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previous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version.</a:t>
            </a:r>
            <a:endParaRPr sz="3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DF852C30-221E-D8F1-93D5-36A3A99E56CF}"/>
                  </a:ext>
                </a:extLst>
              </p14:cNvPr>
              <p14:cNvContentPartPr/>
              <p14:nvPr/>
            </p14:nvContentPartPr>
            <p14:xfrm>
              <a:off x="1024497" y="1756590"/>
              <a:ext cx="6997680" cy="1350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DF852C30-221E-D8F1-93D5-36A3A99E56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0497" y="1648950"/>
                <a:ext cx="710532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12A81B5-83FE-FD8E-18E0-9475F8226080}"/>
                  </a:ext>
                </a:extLst>
              </p14:cNvPr>
              <p14:cNvContentPartPr/>
              <p14:nvPr/>
            </p14:nvContentPartPr>
            <p14:xfrm>
              <a:off x="956457" y="2100750"/>
              <a:ext cx="5153400" cy="1353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12A81B5-83FE-FD8E-18E0-9475F82260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2457" y="1992750"/>
                <a:ext cx="52610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46D54C4-E03E-3B69-0391-615EBB0F7F0B}"/>
                  </a:ext>
                </a:extLst>
              </p14:cNvPr>
              <p14:cNvContentPartPr/>
              <p14:nvPr/>
            </p14:nvContentPartPr>
            <p14:xfrm>
              <a:off x="1396017" y="2694390"/>
              <a:ext cx="6288480" cy="2253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46D54C4-E03E-3B69-0391-615EBB0F7F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42377" y="2586750"/>
                <a:ext cx="639612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84D95808-6084-82FB-6D94-2E0295DEC077}"/>
                  </a:ext>
                </a:extLst>
              </p14:cNvPr>
              <p14:cNvContentPartPr/>
              <p14:nvPr/>
            </p14:nvContentPartPr>
            <p14:xfrm>
              <a:off x="1371897" y="3090750"/>
              <a:ext cx="6896520" cy="1072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84D95808-6084-82FB-6D94-2E0295DEC0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7897" y="2982750"/>
                <a:ext cx="70041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CB421822-1B0D-03C2-A658-73C6A748E66D}"/>
                  </a:ext>
                </a:extLst>
              </p14:cNvPr>
              <p14:cNvContentPartPr/>
              <p14:nvPr/>
            </p14:nvContentPartPr>
            <p14:xfrm>
              <a:off x="1414377" y="3528870"/>
              <a:ext cx="824400" cy="1958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CB421822-1B0D-03C2-A658-73C6A748E6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60377" y="3421230"/>
                <a:ext cx="93204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13CA9291-E74C-B06F-0FA9-ACB80F4691E9}"/>
                  </a:ext>
                </a:extLst>
              </p14:cNvPr>
              <p14:cNvContentPartPr/>
              <p14:nvPr/>
            </p14:nvContentPartPr>
            <p14:xfrm>
              <a:off x="1438497" y="3924150"/>
              <a:ext cx="5775480" cy="1648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13CA9291-E74C-B06F-0FA9-ACB80F4691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84857" y="3816150"/>
                <a:ext cx="588312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3CEDCF73-CD86-3C7A-9C32-308159FC6D44}"/>
                  </a:ext>
                </a:extLst>
              </p14:cNvPr>
              <p14:cNvContentPartPr/>
              <p14:nvPr/>
            </p14:nvContentPartPr>
            <p14:xfrm>
              <a:off x="1394937" y="4346790"/>
              <a:ext cx="7012440" cy="1382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3CEDCF73-CD86-3C7A-9C32-308159FC6D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1297" y="4239150"/>
                <a:ext cx="712008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06CBC629-011B-D177-9EB8-AB5C410AED27}"/>
                  </a:ext>
                </a:extLst>
              </p14:cNvPr>
              <p14:cNvContentPartPr/>
              <p14:nvPr/>
            </p14:nvContentPartPr>
            <p14:xfrm>
              <a:off x="962217" y="4816230"/>
              <a:ext cx="7477920" cy="1620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06CBC629-011B-D177-9EB8-AB5C410AED2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8577" y="4708590"/>
                <a:ext cx="758556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C3562367-EE19-821B-5E4A-03447808F995}"/>
                  </a:ext>
                </a:extLst>
              </p14:cNvPr>
              <p14:cNvContentPartPr/>
              <p14:nvPr/>
            </p14:nvContentPartPr>
            <p14:xfrm>
              <a:off x="975177" y="5290710"/>
              <a:ext cx="6486840" cy="1368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C3562367-EE19-821B-5E4A-03447808F99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1177" y="5182710"/>
                <a:ext cx="659448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651C1093-883B-A09A-44A8-9082C6C9BD29}"/>
                  </a:ext>
                </a:extLst>
              </p14:cNvPr>
              <p14:cNvContentPartPr/>
              <p14:nvPr/>
            </p14:nvContentPartPr>
            <p14:xfrm>
              <a:off x="943137" y="5750070"/>
              <a:ext cx="1252440" cy="954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651C1093-883B-A09A-44A8-9082C6C9BD2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9137" y="5642430"/>
                <a:ext cx="13600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1C79FE99-48EC-DA44-1950-D39130FD78D6}"/>
                  </a:ext>
                </a:extLst>
              </p14:cNvPr>
              <p14:cNvContentPartPr/>
              <p14:nvPr/>
            </p14:nvContentPartPr>
            <p14:xfrm>
              <a:off x="937017" y="5324910"/>
              <a:ext cx="830520" cy="4860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1C79FE99-48EC-DA44-1950-D39130FD78D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83377" y="5216910"/>
                <a:ext cx="9381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B2AC2FB2-0EE8-168C-5A0D-5616E56D0BA5}"/>
                  </a:ext>
                </a:extLst>
              </p14:cNvPr>
              <p14:cNvContentPartPr/>
              <p14:nvPr/>
            </p14:nvContentPartPr>
            <p14:xfrm>
              <a:off x="903177" y="4855470"/>
              <a:ext cx="1812240" cy="16092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B2AC2FB2-0EE8-168C-5A0D-5616E56D0BA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9177" y="4747830"/>
                <a:ext cx="1919880" cy="37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upo 20">
            <a:extLst>
              <a:ext uri="{FF2B5EF4-FFF2-40B4-BE49-F238E27FC236}">
                <a16:creationId xmlns:a16="http://schemas.microsoft.com/office/drawing/2014/main" id="{268E1395-70A8-C628-AAEC-CF7D369B796E}"/>
              </a:ext>
            </a:extLst>
          </p:cNvPr>
          <p:cNvGrpSpPr/>
          <p:nvPr/>
        </p:nvGrpSpPr>
        <p:grpSpPr>
          <a:xfrm>
            <a:off x="1550097" y="1253310"/>
            <a:ext cx="1227960" cy="367560"/>
            <a:chOff x="1550097" y="1253310"/>
            <a:chExt cx="122796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2E230377-1AF5-AB20-5F31-1C8D1A874DC2}"/>
                    </a:ext>
                  </a:extLst>
                </p14:cNvPr>
                <p14:cNvContentPartPr/>
                <p14:nvPr/>
              </p14:nvContentPartPr>
              <p14:xfrm>
                <a:off x="1550097" y="1293630"/>
                <a:ext cx="263880" cy="3110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2E230377-1AF5-AB20-5F31-1C8D1A874DC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45777" y="1289310"/>
                  <a:ext cx="2725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476BD86C-A325-9275-5D75-424262D57084}"/>
                    </a:ext>
                  </a:extLst>
                </p14:cNvPr>
                <p14:cNvContentPartPr/>
                <p14:nvPr/>
              </p14:nvContentPartPr>
              <p14:xfrm>
                <a:off x="1645497" y="1460310"/>
                <a:ext cx="184320" cy="457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476BD86C-A325-9275-5D75-424262D570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41177" y="1455990"/>
                  <a:ext cx="192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24580BC-86C8-2B02-9FEE-608C519FDF78}"/>
                    </a:ext>
                  </a:extLst>
                </p14:cNvPr>
                <p14:cNvContentPartPr/>
                <p14:nvPr/>
              </p14:nvContentPartPr>
              <p14:xfrm>
                <a:off x="1804257" y="1302270"/>
                <a:ext cx="625680" cy="3186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24580BC-86C8-2B02-9FEE-608C519FDF7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99937" y="1297950"/>
                  <a:ext cx="6343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DDF0BC47-88BA-9E4A-A2A6-67112F1E51B5}"/>
                    </a:ext>
                  </a:extLst>
                </p14:cNvPr>
                <p14:cNvContentPartPr/>
                <p14:nvPr/>
              </p14:nvContentPartPr>
              <p14:xfrm>
                <a:off x="2510937" y="1253310"/>
                <a:ext cx="267120" cy="3556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DDF0BC47-88BA-9E4A-A2A6-67112F1E51B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06617" y="1248990"/>
                  <a:ext cx="27576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19FF8A2-4B6E-739A-3307-7593EC879993}"/>
              </a:ext>
            </a:extLst>
          </p:cNvPr>
          <p:cNvGrpSpPr/>
          <p:nvPr/>
        </p:nvGrpSpPr>
        <p:grpSpPr>
          <a:xfrm>
            <a:off x="2863377" y="1211910"/>
            <a:ext cx="1535040" cy="394920"/>
            <a:chOff x="2863377" y="1211910"/>
            <a:chExt cx="153504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47AA6161-EE16-C8AF-7B3A-7D917101EFA6}"/>
                    </a:ext>
                  </a:extLst>
                </p14:cNvPr>
                <p14:cNvContentPartPr/>
                <p14:nvPr/>
              </p14:nvContentPartPr>
              <p14:xfrm>
                <a:off x="2863377" y="1310550"/>
                <a:ext cx="417240" cy="2962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47AA6161-EE16-C8AF-7B3A-7D917101EFA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59057" y="1306230"/>
                  <a:ext cx="425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57C7D629-0205-2A69-FD47-55E870922DB7}"/>
                    </a:ext>
                  </a:extLst>
                </p14:cNvPr>
                <p14:cNvContentPartPr/>
                <p14:nvPr/>
              </p14:nvContentPartPr>
              <p14:xfrm>
                <a:off x="3447297" y="1293270"/>
                <a:ext cx="240840" cy="3117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57C7D629-0205-2A69-FD47-55E870922D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42977" y="1288950"/>
                  <a:ext cx="249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1C9E3AFA-D6C5-1400-2A7D-B6107A3850C5}"/>
                    </a:ext>
                  </a:extLst>
                </p14:cNvPr>
                <p14:cNvContentPartPr/>
                <p14:nvPr/>
              </p14:nvContentPartPr>
              <p14:xfrm>
                <a:off x="3876057" y="1211910"/>
                <a:ext cx="522360" cy="2912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1C9E3AFA-D6C5-1400-2A7D-B6107A3850C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71737" y="1207590"/>
                  <a:ext cx="531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20BA87E-EC6D-51DC-14D9-253374993046}"/>
                    </a:ext>
                  </a:extLst>
                </p14:cNvPr>
                <p14:cNvContentPartPr/>
                <p14:nvPr/>
              </p14:nvContentPartPr>
              <p14:xfrm>
                <a:off x="4273497" y="1277070"/>
                <a:ext cx="18000" cy="374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20BA87E-EC6D-51DC-14D9-2533749930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69177" y="1272750"/>
                  <a:ext cx="26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DA44A266-6738-C38F-6858-EA2FBEEC489C}"/>
                    </a:ext>
                  </a:extLst>
                </p14:cNvPr>
                <p14:cNvContentPartPr/>
                <p14:nvPr/>
              </p14:nvContentPartPr>
              <p14:xfrm>
                <a:off x="3912057" y="1275990"/>
                <a:ext cx="154440" cy="590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DA44A266-6738-C38F-6858-EA2FBEEC489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07737" y="1271670"/>
                  <a:ext cx="16308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F6F6138-0501-EC61-003E-BAC490F68364}"/>
              </a:ext>
            </a:extLst>
          </p:cNvPr>
          <p:cNvGrpSpPr/>
          <p:nvPr/>
        </p:nvGrpSpPr>
        <p:grpSpPr>
          <a:xfrm>
            <a:off x="2648817" y="5796510"/>
            <a:ext cx="1403640" cy="402480"/>
            <a:chOff x="2648817" y="5796510"/>
            <a:chExt cx="1403640" cy="40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DBF8705F-34CB-7A35-7879-9665BC588BBA}"/>
                    </a:ext>
                  </a:extLst>
                </p14:cNvPr>
                <p14:cNvContentPartPr/>
                <p14:nvPr/>
              </p14:nvContentPartPr>
              <p14:xfrm>
                <a:off x="2648817" y="5852670"/>
                <a:ext cx="636840" cy="3214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DBF8705F-34CB-7A35-7879-9665BC588B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44497" y="5848350"/>
                  <a:ext cx="6454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EB5E1B53-517E-EB20-4CE4-57A2CB4BC582}"/>
                    </a:ext>
                  </a:extLst>
                </p14:cNvPr>
                <p14:cNvContentPartPr/>
                <p14:nvPr/>
              </p14:nvContentPartPr>
              <p14:xfrm>
                <a:off x="3236337" y="6061830"/>
                <a:ext cx="76320" cy="457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EB5E1B53-517E-EB20-4CE4-57A2CB4BC58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32017" y="6057510"/>
                  <a:ext cx="84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A7E4480D-CDBC-1B1B-1C81-3A5F9CDFA2B7}"/>
                    </a:ext>
                  </a:extLst>
                </p14:cNvPr>
                <p14:cNvContentPartPr/>
                <p14:nvPr/>
              </p14:nvContentPartPr>
              <p14:xfrm>
                <a:off x="2916657" y="5900190"/>
                <a:ext cx="115560" cy="342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A7E4480D-CDBC-1B1B-1C81-3A5F9CDFA2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12337" y="5895870"/>
                  <a:ext cx="124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0C76DEBC-C849-EDEA-189B-6E5E77432D66}"/>
                    </a:ext>
                  </a:extLst>
                </p14:cNvPr>
                <p14:cNvContentPartPr/>
                <p14:nvPr/>
              </p14:nvContentPartPr>
              <p14:xfrm>
                <a:off x="3410217" y="5796510"/>
                <a:ext cx="535320" cy="2966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0C76DEBC-C849-EDEA-189B-6E5E77432D6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05897" y="5792190"/>
                  <a:ext cx="5439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D2E7585D-A9C1-9156-E505-1AE8FA7F0402}"/>
                    </a:ext>
                  </a:extLst>
                </p14:cNvPr>
                <p14:cNvContentPartPr/>
                <p14:nvPr/>
              </p14:nvContentPartPr>
              <p14:xfrm>
                <a:off x="3906657" y="5851230"/>
                <a:ext cx="10800" cy="561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D2E7585D-A9C1-9156-E505-1AE8FA7F04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02337" y="5846910"/>
                  <a:ext cx="19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AC1BB35D-0D15-E8D5-798E-C7E9C31B2F30}"/>
                    </a:ext>
                  </a:extLst>
                </p14:cNvPr>
                <p14:cNvContentPartPr/>
                <p14:nvPr/>
              </p14:nvContentPartPr>
              <p14:xfrm>
                <a:off x="3965697" y="6047070"/>
                <a:ext cx="86760" cy="1519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AC1BB35D-0D15-E8D5-798E-C7E9C31B2F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61377" y="6042750"/>
                  <a:ext cx="9540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BCD492DB-6B82-E3B1-93B0-0E1D42CFF9C8}"/>
              </a:ext>
            </a:extLst>
          </p:cNvPr>
          <p:cNvGrpSpPr/>
          <p:nvPr/>
        </p:nvGrpSpPr>
        <p:grpSpPr>
          <a:xfrm>
            <a:off x="4267017" y="5832870"/>
            <a:ext cx="1906560" cy="282600"/>
            <a:chOff x="4267017" y="5832870"/>
            <a:chExt cx="190656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902CB595-2D7F-067D-BFCF-93DEFC83271D}"/>
                    </a:ext>
                  </a:extLst>
                </p14:cNvPr>
                <p14:cNvContentPartPr/>
                <p14:nvPr/>
              </p14:nvContentPartPr>
              <p14:xfrm>
                <a:off x="4267017" y="5855190"/>
                <a:ext cx="614160" cy="2602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902CB595-2D7F-067D-BFCF-93DEFC8327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62697" y="5850870"/>
                  <a:ext cx="6228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888D3EF6-0DB8-118B-38F6-D5CD93464461}"/>
                    </a:ext>
                  </a:extLst>
                </p14:cNvPr>
                <p14:cNvContentPartPr/>
                <p14:nvPr/>
              </p14:nvContentPartPr>
              <p14:xfrm>
                <a:off x="4656177" y="5864550"/>
                <a:ext cx="14760" cy="21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888D3EF6-0DB8-118B-38F6-D5CD934644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51857" y="5860230"/>
                  <a:ext cx="2340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A7FB8C03-6C13-ACF3-2C64-EFBE8833FAB6}"/>
                    </a:ext>
                  </a:extLst>
                </p14:cNvPr>
                <p14:cNvContentPartPr/>
                <p14:nvPr/>
              </p14:nvContentPartPr>
              <p14:xfrm>
                <a:off x="5001057" y="5880030"/>
                <a:ext cx="97200" cy="1720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A7FB8C03-6C13-ACF3-2C64-EFBE8833FA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96737" y="5875710"/>
                  <a:ext cx="105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85398920-02CF-5885-736F-ADF8D0C90CB3}"/>
                    </a:ext>
                  </a:extLst>
                </p14:cNvPr>
                <p14:cNvContentPartPr/>
                <p14:nvPr/>
              </p14:nvContentPartPr>
              <p14:xfrm>
                <a:off x="5074857" y="5853750"/>
                <a:ext cx="21600" cy="432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85398920-02CF-5885-736F-ADF8D0C90C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70537" y="5849430"/>
                  <a:ext cx="3024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80193ADC-CD77-3721-6384-C7BB3B9F9618}"/>
                    </a:ext>
                  </a:extLst>
                </p14:cNvPr>
                <p14:cNvContentPartPr/>
                <p14:nvPr/>
              </p14:nvContentPartPr>
              <p14:xfrm>
                <a:off x="5232897" y="5832870"/>
                <a:ext cx="727560" cy="2602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80193ADC-CD77-3721-6384-C7BB3B9F961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28577" y="5828550"/>
                  <a:ext cx="7362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6761CC18-9A37-0111-7547-2C3D3DC0E054}"/>
                    </a:ext>
                  </a:extLst>
                </p14:cNvPr>
                <p14:cNvContentPartPr/>
                <p14:nvPr/>
              </p14:nvContentPartPr>
              <p14:xfrm>
                <a:off x="5819337" y="5864910"/>
                <a:ext cx="354240" cy="2091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6761CC18-9A37-0111-7547-2C3D3DC0E0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15017" y="5860590"/>
                  <a:ext cx="362880" cy="217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308" y="462343"/>
            <a:ext cx="369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Exercise</a:t>
            </a:r>
            <a:r>
              <a:rPr spc="-35" dirty="0"/>
              <a:t> </a:t>
            </a:r>
            <a:r>
              <a:rPr spc="-5" dirty="0"/>
              <a:t>-</a:t>
            </a:r>
            <a:r>
              <a:rPr spc="-40" dirty="0"/>
              <a:t> </a:t>
            </a:r>
            <a:r>
              <a:rPr spc="-5"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9471"/>
            <a:ext cx="7886065" cy="42195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Import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instantmessaging.sql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file.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Open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web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project: </a:t>
            </a:r>
            <a:r>
              <a:rPr sz="3200" spc="-10" dirty="0">
                <a:latin typeface="Calibri"/>
                <a:cs typeface="Calibri"/>
              </a:rPr>
              <a:t> InstantMessagingRemote_server_with_ddbb.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Add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instantmessaging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connection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data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base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necessary.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Import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GSON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library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if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necessary.</a:t>
            </a:r>
            <a:endParaRPr sz="3200">
              <a:latin typeface="Calibri"/>
              <a:cs typeface="Calibri"/>
            </a:endParaRPr>
          </a:p>
          <a:p>
            <a:pPr marL="355600" marR="6667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programming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facades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WebSocketServer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side.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C765435-A03F-EA59-95E7-3097F33B211B}"/>
              </a:ext>
            </a:extLst>
          </p:cNvPr>
          <p:cNvGrpSpPr/>
          <p:nvPr/>
        </p:nvGrpSpPr>
        <p:grpSpPr>
          <a:xfrm>
            <a:off x="6991497" y="1699350"/>
            <a:ext cx="1180080" cy="328320"/>
            <a:chOff x="6991497" y="1699350"/>
            <a:chExt cx="118008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1F947907-EB60-F15A-E5B7-BA15EACFBB60}"/>
                    </a:ext>
                  </a:extLst>
                </p14:cNvPr>
                <p14:cNvContentPartPr/>
                <p14:nvPr/>
              </p14:nvContentPartPr>
              <p14:xfrm>
                <a:off x="7013097" y="1876110"/>
                <a:ext cx="261360" cy="5652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1F947907-EB60-F15A-E5B7-BA15EACFBB6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08777" y="1871790"/>
                  <a:ext cx="270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206514A3-E6F8-03DD-6C45-C8FAEE2C0D39}"/>
                    </a:ext>
                  </a:extLst>
                </p14:cNvPr>
                <p14:cNvContentPartPr/>
                <p14:nvPr/>
              </p14:nvContentPartPr>
              <p14:xfrm>
                <a:off x="6991497" y="1822110"/>
                <a:ext cx="189360" cy="2055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206514A3-E6F8-03DD-6C45-C8FAEE2C0D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87177" y="1817790"/>
                  <a:ext cx="198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A1980DF9-4E9A-815A-CB22-6F8DB17F90B8}"/>
                    </a:ext>
                  </a:extLst>
                </p14:cNvPr>
                <p14:cNvContentPartPr/>
                <p14:nvPr/>
              </p14:nvContentPartPr>
              <p14:xfrm>
                <a:off x="7434657" y="1699350"/>
                <a:ext cx="188280" cy="3056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A1980DF9-4E9A-815A-CB22-6F8DB17F90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30337" y="1695030"/>
                  <a:ext cx="1969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B95753D-5B32-B7F5-BAAE-C221A5EE4A8C}"/>
                    </a:ext>
                  </a:extLst>
                </p14:cNvPr>
                <p14:cNvContentPartPr/>
                <p14:nvPr/>
              </p14:nvContentPartPr>
              <p14:xfrm>
                <a:off x="7588017" y="1830750"/>
                <a:ext cx="172800" cy="1663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B95753D-5B32-B7F5-BAAE-C221A5EE4A8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83697" y="1826430"/>
                  <a:ext cx="1814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EA2DAB18-BA98-A790-6A29-EC864FCE5A32}"/>
                    </a:ext>
                  </a:extLst>
                </p14:cNvPr>
                <p14:cNvContentPartPr/>
                <p14:nvPr/>
              </p14:nvContentPartPr>
              <p14:xfrm>
                <a:off x="7861977" y="1717350"/>
                <a:ext cx="309600" cy="30816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EA2DAB18-BA98-A790-6A29-EC864FCE5A3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57657" y="1713030"/>
                  <a:ext cx="31824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69FC4F0-A60D-7B33-00B7-1EC6BC9FF350}"/>
              </a:ext>
            </a:extLst>
          </p:cNvPr>
          <p:cNvGrpSpPr/>
          <p:nvPr/>
        </p:nvGrpSpPr>
        <p:grpSpPr>
          <a:xfrm>
            <a:off x="40257" y="3286590"/>
            <a:ext cx="867240" cy="1418040"/>
            <a:chOff x="40257" y="3286590"/>
            <a:chExt cx="867240" cy="14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11DF92B-B243-D2DC-9616-EFB6E632183C}"/>
                    </a:ext>
                  </a:extLst>
                </p14:cNvPr>
                <p14:cNvContentPartPr/>
                <p14:nvPr/>
              </p14:nvContentPartPr>
              <p14:xfrm>
                <a:off x="576297" y="3286590"/>
                <a:ext cx="331200" cy="14180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11DF92B-B243-D2DC-9616-EFB6E63218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1977" y="3282270"/>
                  <a:ext cx="339840" cy="14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E5C5F5C-6210-04FC-0025-9A4675F47310}"/>
                    </a:ext>
                  </a:extLst>
                </p14:cNvPr>
                <p14:cNvContentPartPr/>
                <p14:nvPr/>
              </p14:nvContentPartPr>
              <p14:xfrm>
                <a:off x="116577" y="3439590"/>
                <a:ext cx="214920" cy="3502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E5C5F5C-6210-04FC-0025-9A4675F473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2257" y="3435270"/>
                  <a:ext cx="2235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CCD5CE9-998C-7370-0906-96E2FDDD9F63}"/>
                    </a:ext>
                  </a:extLst>
                </p14:cNvPr>
                <p14:cNvContentPartPr/>
                <p14:nvPr/>
              </p14:nvContentPartPr>
              <p14:xfrm>
                <a:off x="265257" y="3602310"/>
                <a:ext cx="173520" cy="2106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CCD5CE9-998C-7370-0906-96E2FDDD9F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0937" y="3597990"/>
                  <a:ext cx="182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3AF4439F-B63B-96BA-A0AF-8EC3E1BD4D3E}"/>
                    </a:ext>
                  </a:extLst>
                </p14:cNvPr>
                <p14:cNvContentPartPr/>
                <p14:nvPr/>
              </p14:nvContentPartPr>
              <p14:xfrm>
                <a:off x="40257" y="3986070"/>
                <a:ext cx="416160" cy="3762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3AF4439F-B63B-96BA-A0AF-8EC3E1BD4D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937" y="3981750"/>
                  <a:ext cx="424800" cy="38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1CF574D0-437B-DD28-3D4B-7F3E3B329F4E}"/>
                  </a:ext>
                </a:extLst>
              </p14:cNvPr>
              <p14:cNvContentPartPr/>
              <p14:nvPr/>
            </p14:nvContentPartPr>
            <p14:xfrm>
              <a:off x="921177" y="4929630"/>
              <a:ext cx="7192440" cy="15948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1CF574D0-437B-DD28-3D4B-7F3E3B329F4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537" y="4821630"/>
                <a:ext cx="730008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26E25930-C679-94A3-0F75-BFACDB71756C}"/>
                  </a:ext>
                </a:extLst>
              </p14:cNvPr>
              <p14:cNvContentPartPr/>
              <p14:nvPr/>
            </p14:nvContentPartPr>
            <p14:xfrm>
              <a:off x="917937" y="5490150"/>
              <a:ext cx="7261200" cy="6336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26E25930-C679-94A3-0F75-BFACDB71756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63937" y="5382150"/>
                <a:ext cx="736884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C524808E-581B-EC97-562F-D6D253D0569B}"/>
                  </a:ext>
                </a:extLst>
              </p14:cNvPr>
              <p14:cNvContentPartPr/>
              <p14:nvPr/>
            </p14:nvContentPartPr>
            <p14:xfrm>
              <a:off x="878337" y="4895790"/>
              <a:ext cx="5080680" cy="11160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C524808E-581B-EC97-562F-D6D253D0569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4697" y="4788150"/>
                <a:ext cx="5188320" cy="32724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CuadroTexto 17">
            <a:extLst>
              <a:ext uri="{FF2B5EF4-FFF2-40B4-BE49-F238E27FC236}">
                <a16:creationId xmlns:a16="http://schemas.microsoft.com/office/drawing/2014/main" id="{18844C47-AA9B-8E51-0E62-15B50844FAD0}"/>
              </a:ext>
            </a:extLst>
          </p:cNvPr>
          <p:cNvSpPr txBox="1"/>
          <p:nvPr/>
        </p:nvSpPr>
        <p:spPr>
          <a:xfrm>
            <a:off x="456417" y="5821681"/>
            <a:ext cx="8077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Els methods de les </a:t>
            </a:r>
            <a:r>
              <a:rPr lang="en-GB" dirty="0" err="1"/>
              <a:t>facedes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</a:t>
            </a:r>
            <a:r>
              <a:rPr lang="en-GB" dirty="0" err="1"/>
              <a:t>estan</a:t>
            </a:r>
            <a:r>
              <a:rPr lang="en-GB" dirty="0"/>
              <a:t> </a:t>
            </a:r>
            <a:r>
              <a:rPr lang="en-GB" dirty="0" err="1"/>
              <a:t>creats</a:t>
            </a:r>
            <a:r>
              <a:rPr lang="en-GB" dirty="0"/>
              <a:t>, </a:t>
            </a:r>
            <a:r>
              <a:rPr lang="en-GB" dirty="0" err="1"/>
              <a:t>però</a:t>
            </a:r>
            <a:r>
              <a:rPr lang="en-GB" dirty="0"/>
              <a:t> </a:t>
            </a:r>
            <a:r>
              <a:rPr lang="en-GB" dirty="0" err="1"/>
              <a:t>s’ha</a:t>
            </a:r>
            <a:r>
              <a:rPr lang="en-GB" dirty="0"/>
              <a:t> de </a:t>
            </a:r>
            <a:r>
              <a:rPr lang="en-GB" dirty="0" err="1"/>
              <a:t>picar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codi</a:t>
            </a:r>
            <a:r>
              <a:rPr lang="en-GB" dirty="0"/>
              <a:t> </a:t>
            </a:r>
            <a:r>
              <a:rPr lang="en-GB" dirty="0" err="1"/>
              <a:t>dels</a:t>
            </a:r>
            <a:r>
              <a:rPr lang="en-GB" dirty="0"/>
              <a:t>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4308" y="462343"/>
            <a:ext cx="369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Exercise</a:t>
            </a:r>
            <a:r>
              <a:rPr spc="-35" dirty="0"/>
              <a:t> </a:t>
            </a:r>
            <a:r>
              <a:rPr spc="-5" dirty="0"/>
              <a:t>-</a:t>
            </a:r>
            <a:r>
              <a:rPr spc="-40" dirty="0"/>
              <a:t> </a:t>
            </a:r>
            <a:r>
              <a:rPr spc="-5"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312"/>
            <a:ext cx="7896225" cy="304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Review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schema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classes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following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slide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better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understanding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exercise.</a:t>
            </a:r>
            <a:endParaRPr sz="3200">
              <a:latin typeface="Calibri"/>
              <a:cs typeface="Calibri"/>
            </a:endParaRPr>
          </a:p>
          <a:p>
            <a:pPr marL="355600" marR="53975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Run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separately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two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three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clients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different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login/password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values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test</a:t>
            </a:r>
            <a:r>
              <a:rPr sz="3200" spc="-5" dirty="0">
                <a:latin typeface="Calibri"/>
                <a:cs typeface="Calibri"/>
              </a:rPr>
              <a:t> the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660" y="495871"/>
            <a:ext cx="79673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Schema</a:t>
            </a:r>
            <a:r>
              <a:rPr sz="4000" spc="-30" dirty="0"/>
              <a:t> </a:t>
            </a:r>
            <a:r>
              <a:rPr sz="4000" dirty="0"/>
              <a:t>of</a:t>
            </a:r>
            <a:r>
              <a:rPr sz="4000" spc="-15" dirty="0"/>
              <a:t> </a:t>
            </a:r>
            <a:r>
              <a:rPr sz="4000" spc="-5" dirty="0"/>
              <a:t>classes</a:t>
            </a:r>
            <a:r>
              <a:rPr sz="4000" spc="-30" dirty="0"/>
              <a:t> for</a:t>
            </a:r>
            <a:r>
              <a:rPr sz="4000" spc="-15" dirty="0"/>
              <a:t> </a:t>
            </a:r>
            <a:r>
              <a:rPr sz="4000" dirty="0"/>
              <a:t>a</a:t>
            </a:r>
            <a:r>
              <a:rPr sz="4000" spc="-15" dirty="0"/>
              <a:t> remote</a:t>
            </a:r>
            <a:r>
              <a:rPr sz="4000" spc="-20" dirty="0"/>
              <a:t> </a:t>
            </a:r>
            <a:r>
              <a:rPr sz="4000" dirty="0"/>
              <a:t>service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318770" y="1480019"/>
            <a:ext cx="4886960" cy="4744085"/>
            <a:chOff x="318770" y="1480019"/>
            <a:chExt cx="4886960" cy="4744085"/>
          </a:xfrm>
        </p:grpSpPr>
        <p:sp>
          <p:nvSpPr>
            <p:cNvPr id="4" name="object 4"/>
            <p:cNvSpPr/>
            <p:nvPr/>
          </p:nvSpPr>
          <p:spPr>
            <a:xfrm>
              <a:off x="323532" y="1484782"/>
              <a:ext cx="4877435" cy="4734560"/>
            </a:xfrm>
            <a:custGeom>
              <a:avLst/>
              <a:gdLst/>
              <a:ahLst/>
              <a:cxnLst/>
              <a:rect l="l" t="t" r="r" b="b"/>
              <a:pathLst>
                <a:path w="4877435" h="4734560">
                  <a:moveTo>
                    <a:pt x="4876965" y="0"/>
                  </a:moveTo>
                  <a:lnTo>
                    <a:pt x="0" y="0"/>
                  </a:lnTo>
                  <a:lnTo>
                    <a:pt x="0" y="4734242"/>
                  </a:lnTo>
                  <a:lnTo>
                    <a:pt x="4876965" y="4734242"/>
                  </a:lnTo>
                  <a:lnTo>
                    <a:pt x="4876965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532" y="1484782"/>
              <a:ext cx="4877435" cy="4734560"/>
            </a:xfrm>
            <a:custGeom>
              <a:avLst/>
              <a:gdLst/>
              <a:ahLst/>
              <a:cxnLst/>
              <a:rect l="l" t="t" r="r" b="b"/>
              <a:pathLst>
                <a:path w="4877435" h="4734560">
                  <a:moveTo>
                    <a:pt x="0" y="0"/>
                  </a:moveTo>
                  <a:lnTo>
                    <a:pt x="4876965" y="0"/>
                  </a:lnTo>
                  <a:lnTo>
                    <a:pt x="4876965" y="4734242"/>
                  </a:lnTo>
                  <a:lnTo>
                    <a:pt x="0" y="47342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1984" y="2254726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21984" y="2254726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713796" y="2381902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WebSocket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13796" y="2656222"/>
            <a:ext cx="563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Cli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49114" y="2990853"/>
            <a:ext cx="2466340" cy="2586990"/>
            <a:chOff x="1849114" y="2990853"/>
            <a:chExt cx="2466340" cy="2586990"/>
          </a:xfrm>
        </p:grpSpPr>
        <p:sp>
          <p:nvSpPr>
            <p:cNvPr id="11" name="object 11"/>
            <p:cNvSpPr/>
            <p:nvPr/>
          </p:nvSpPr>
          <p:spPr>
            <a:xfrm>
              <a:off x="2864021" y="3028837"/>
              <a:ext cx="707390" cy="528320"/>
            </a:xfrm>
            <a:custGeom>
              <a:avLst/>
              <a:gdLst/>
              <a:ahLst/>
              <a:cxnLst/>
              <a:rect l="l" t="t" r="r" b="b"/>
              <a:pathLst>
                <a:path w="707389" h="528320">
                  <a:moveTo>
                    <a:pt x="0" y="527799"/>
                  </a:moveTo>
                  <a:lnTo>
                    <a:pt x="70707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38134" y="2990853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4" h="76200">
                  <a:moveTo>
                    <a:pt x="83845" y="0"/>
                  </a:moveTo>
                  <a:lnTo>
                    <a:pt x="0" y="15049"/>
                  </a:lnTo>
                  <a:lnTo>
                    <a:pt x="45580" y="76111"/>
                  </a:lnTo>
                  <a:lnTo>
                    <a:pt x="838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59594" y="470918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59594" y="470918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53877" y="36053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5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53877" y="360531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5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1595" y="5670498"/>
            <a:ext cx="8426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IM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client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80242" y="3788954"/>
            <a:ext cx="1785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TopicManagerStub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2861" y="3738422"/>
            <a:ext cx="1123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87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topic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12563" y="1480019"/>
            <a:ext cx="7151370" cy="4744085"/>
            <a:chOff x="1512563" y="1480019"/>
            <a:chExt cx="7151370" cy="4744085"/>
          </a:xfrm>
        </p:grpSpPr>
        <p:sp>
          <p:nvSpPr>
            <p:cNvPr id="21" name="object 21"/>
            <p:cNvSpPr/>
            <p:nvPr/>
          </p:nvSpPr>
          <p:spPr>
            <a:xfrm>
              <a:off x="1518913" y="4010125"/>
              <a:ext cx="215900" cy="0"/>
            </a:xfrm>
            <a:custGeom>
              <a:avLst/>
              <a:gdLst/>
              <a:ahLst/>
              <a:cxnLst/>
              <a:rect l="l" t="t" r="r" b="b"/>
              <a:pathLst>
                <a:path w="215900">
                  <a:moveTo>
                    <a:pt x="0" y="0"/>
                  </a:moveTo>
                  <a:lnTo>
                    <a:pt x="2159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22116" y="39720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37758" y="1484782"/>
              <a:ext cx="3221355" cy="4734560"/>
            </a:xfrm>
            <a:custGeom>
              <a:avLst/>
              <a:gdLst/>
              <a:ahLst/>
              <a:cxnLst/>
              <a:rect l="l" t="t" r="r" b="b"/>
              <a:pathLst>
                <a:path w="3221354" h="4734560">
                  <a:moveTo>
                    <a:pt x="3221037" y="0"/>
                  </a:moveTo>
                  <a:lnTo>
                    <a:pt x="0" y="0"/>
                  </a:lnTo>
                  <a:lnTo>
                    <a:pt x="0" y="4734242"/>
                  </a:lnTo>
                  <a:lnTo>
                    <a:pt x="3221037" y="4734242"/>
                  </a:lnTo>
                  <a:lnTo>
                    <a:pt x="3221037" y="0"/>
                  </a:lnTo>
                  <a:close/>
                </a:path>
              </a:pathLst>
            </a:custGeom>
            <a:solidFill>
              <a:srgbClr val="00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37758" y="1484782"/>
              <a:ext cx="3221355" cy="4734560"/>
            </a:xfrm>
            <a:custGeom>
              <a:avLst/>
              <a:gdLst/>
              <a:ahLst/>
              <a:cxnLst/>
              <a:rect l="l" t="t" r="r" b="b"/>
              <a:pathLst>
                <a:path w="3221354" h="4734560">
                  <a:moveTo>
                    <a:pt x="0" y="0"/>
                  </a:moveTo>
                  <a:lnTo>
                    <a:pt x="3221037" y="0"/>
                  </a:lnTo>
                  <a:lnTo>
                    <a:pt x="3221037" y="4734242"/>
                  </a:lnTo>
                  <a:lnTo>
                    <a:pt x="0" y="473424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48275" y="338679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48275" y="3386792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04897" y="5166565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04897" y="5166565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867335" y="5332510"/>
            <a:ext cx="149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MessageFacade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67335" y="5606830"/>
            <a:ext cx="47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73148" y="5670609"/>
            <a:ext cx="909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IM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server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645122" y="2853730"/>
            <a:ext cx="1160780" cy="873125"/>
            <a:chOff x="5645122" y="2853730"/>
            <a:chExt cx="1160780" cy="873125"/>
          </a:xfrm>
        </p:grpSpPr>
        <p:sp>
          <p:nvSpPr>
            <p:cNvPr id="33" name="object 33"/>
            <p:cNvSpPr/>
            <p:nvPr/>
          </p:nvSpPr>
          <p:spPr>
            <a:xfrm>
              <a:off x="5649884" y="2858493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49884" y="2858493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807965" y="3017062"/>
            <a:ext cx="1182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To</a:t>
            </a:r>
            <a:r>
              <a:rPr sz="1800" dirty="0">
                <a:latin typeface="Calibri"/>
                <a:cs typeface="Calibri"/>
              </a:rPr>
              <a:t>pi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Fa</a:t>
            </a:r>
            <a:r>
              <a:rPr sz="1800" spc="-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ade  </a:t>
            </a:r>
            <a:r>
              <a:rPr sz="1800" spc="-5" dirty="0">
                <a:latin typeface="Calibri"/>
                <a:cs typeface="Calibri"/>
              </a:rPr>
              <a:t>REST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592065" y="4570514"/>
            <a:ext cx="3987800" cy="888365"/>
            <a:chOff x="1592065" y="4570514"/>
            <a:chExt cx="3987800" cy="888365"/>
          </a:xfrm>
        </p:grpSpPr>
        <p:sp>
          <p:nvSpPr>
            <p:cNvPr id="37" name="object 37"/>
            <p:cNvSpPr/>
            <p:nvPr/>
          </p:nvSpPr>
          <p:spPr>
            <a:xfrm>
              <a:off x="4584463" y="5166565"/>
              <a:ext cx="934085" cy="259079"/>
            </a:xfrm>
            <a:custGeom>
              <a:avLst/>
              <a:gdLst/>
              <a:ahLst/>
              <a:cxnLst/>
              <a:rect l="l" t="t" r="r" b="b"/>
              <a:pathLst>
                <a:path w="934085" h="259079">
                  <a:moveTo>
                    <a:pt x="0" y="0"/>
                  </a:moveTo>
                  <a:lnTo>
                    <a:pt x="933831" y="25859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495885" y="5385055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20345" y="0"/>
                  </a:moveTo>
                  <a:lnTo>
                    <a:pt x="0" y="73431"/>
                  </a:lnTo>
                  <a:lnTo>
                    <a:pt x="83616" y="57061"/>
                  </a:lnTo>
                  <a:lnTo>
                    <a:pt x="203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93652" y="4576864"/>
              <a:ext cx="400050" cy="292735"/>
            </a:xfrm>
            <a:custGeom>
              <a:avLst/>
              <a:gdLst/>
              <a:ahLst/>
              <a:cxnLst/>
              <a:rect l="l" t="t" r="r" b="b"/>
              <a:pathLst>
                <a:path w="400050" h="292735">
                  <a:moveTo>
                    <a:pt x="0" y="0"/>
                  </a:moveTo>
                  <a:lnTo>
                    <a:pt x="399618" y="29268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60521" y="4831299"/>
              <a:ext cx="84455" cy="76200"/>
            </a:xfrm>
            <a:custGeom>
              <a:avLst/>
              <a:gdLst/>
              <a:ahLst/>
              <a:cxnLst/>
              <a:rect l="l" t="t" r="r" b="b"/>
              <a:pathLst>
                <a:path w="84455" h="76200">
                  <a:moveTo>
                    <a:pt x="45021" y="0"/>
                  </a:moveTo>
                  <a:lnTo>
                    <a:pt x="0" y="61468"/>
                  </a:lnTo>
                  <a:lnTo>
                    <a:pt x="83985" y="75768"/>
                  </a:lnTo>
                  <a:lnTo>
                    <a:pt x="450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98415" y="5172793"/>
              <a:ext cx="1414780" cy="6985"/>
            </a:xfrm>
            <a:custGeom>
              <a:avLst/>
              <a:gdLst/>
              <a:ahLst/>
              <a:cxnLst/>
              <a:rect l="l" t="t" r="r" b="b"/>
              <a:pathLst>
                <a:path w="1414780" h="6985">
                  <a:moveTo>
                    <a:pt x="0" y="6591"/>
                  </a:moveTo>
                  <a:lnTo>
                    <a:pt x="141442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99967" y="5134753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0" y="0"/>
                  </a:moveTo>
                  <a:lnTo>
                    <a:pt x="355" y="76200"/>
                  </a:lnTo>
                  <a:lnTo>
                    <a:pt x="76377" y="377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92861" y="4946815"/>
            <a:ext cx="11239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869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mess.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65818" y="4974856"/>
            <a:ext cx="1315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PublisherStub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545687" y="1632983"/>
            <a:ext cx="1160780" cy="873125"/>
            <a:chOff x="5545687" y="1632983"/>
            <a:chExt cx="1160780" cy="873125"/>
          </a:xfrm>
        </p:grpSpPr>
        <p:sp>
          <p:nvSpPr>
            <p:cNvPr id="46" name="object 46"/>
            <p:cNvSpPr/>
            <p:nvPr/>
          </p:nvSpPr>
          <p:spPr>
            <a:xfrm>
              <a:off x="5550449" y="1637746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50449" y="1637746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658236" y="1822626"/>
            <a:ext cx="1079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W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bS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ket  Server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826137" y="2251445"/>
            <a:ext cx="3034665" cy="2710180"/>
            <a:chOff x="3826137" y="2251445"/>
            <a:chExt cx="3034665" cy="2710180"/>
          </a:xfrm>
        </p:grpSpPr>
        <p:sp>
          <p:nvSpPr>
            <p:cNvPr id="50" name="object 50"/>
            <p:cNvSpPr/>
            <p:nvPr/>
          </p:nvSpPr>
          <p:spPr>
            <a:xfrm>
              <a:off x="4834400" y="2285158"/>
              <a:ext cx="654685" cy="169545"/>
            </a:xfrm>
            <a:custGeom>
              <a:avLst/>
              <a:gdLst/>
              <a:ahLst/>
              <a:cxnLst/>
              <a:rect l="l" t="t" r="r" b="b"/>
              <a:pathLst>
                <a:path w="654685" h="169544">
                  <a:moveTo>
                    <a:pt x="654570" y="0"/>
                  </a:moveTo>
                  <a:lnTo>
                    <a:pt x="0" y="169265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772914" y="2251455"/>
              <a:ext cx="777875" cy="236854"/>
            </a:xfrm>
            <a:custGeom>
              <a:avLst/>
              <a:gdLst/>
              <a:ahLst/>
              <a:cxnLst/>
              <a:rect l="l" t="t" r="r" b="b"/>
              <a:pathLst>
                <a:path w="777875" h="236855">
                  <a:moveTo>
                    <a:pt x="83312" y="236677"/>
                  </a:moveTo>
                  <a:lnTo>
                    <a:pt x="64236" y="162902"/>
                  </a:lnTo>
                  <a:lnTo>
                    <a:pt x="0" y="218871"/>
                  </a:lnTo>
                  <a:lnTo>
                    <a:pt x="83312" y="236677"/>
                  </a:lnTo>
                  <a:close/>
                </a:path>
                <a:path w="777875" h="236855">
                  <a:moveTo>
                    <a:pt x="777532" y="17818"/>
                  </a:moveTo>
                  <a:lnTo>
                    <a:pt x="694220" y="0"/>
                  </a:lnTo>
                  <a:lnTo>
                    <a:pt x="713295" y="73774"/>
                  </a:lnTo>
                  <a:lnTo>
                    <a:pt x="777532" y="178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487" y="3466305"/>
              <a:ext cx="1756410" cy="502284"/>
            </a:xfrm>
            <a:custGeom>
              <a:avLst/>
              <a:gdLst/>
              <a:ahLst/>
              <a:cxnLst/>
              <a:rect l="l" t="t" r="r" b="b"/>
              <a:pathLst>
                <a:path w="1756410" h="502285">
                  <a:moveTo>
                    <a:pt x="0" y="501713"/>
                  </a:moveTo>
                  <a:lnTo>
                    <a:pt x="1756333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66153" y="3433164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0" y="0"/>
                  </a:moveTo>
                  <a:lnTo>
                    <a:pt x="20929" y="73266"/>
                  </a:lnTo>
                  <a:lnTo>
                    <a:pt x="83731" y="15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704897" y="4092714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704897" y="4092714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4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910020" y="4471579"/>
            <a:ext cx="4229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934574" y="3524894"/>
            <a:ext cx="154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PublisherFacade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34574" y="3799215"/>
            <a:ext cx="477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849114" y="2122487"/>
            <a:ext cx="6625590" cy="3541395"/>
            <a:chOff x="1849114" y="2122487"/>
            <a:chExt cx="6625590" cy="3541395"/>
          </a:xfrm>
        </p:grpSpPr>
        <p:sp>
          <p:nvSpPr>
            <p:cNvPr id="60" name="object 60"/>
            <p:cNvSpPr/>
            <p:nvPr/>
          </p:nvSpPr>
          <p:spPr>
            <a:xfrm>
              <a:off x="8469765" y="2858493"/>
              <a:ext cx="0" cy="2800350"/>
            </a:xfrm>
            <a:custGeom>
              <a:avLst/>
              <a:gdLst/>
              <a:ahLst/>
              <a:cxnLst/>
              <a:rect l="l" t="t" r="r" b="b"/>
              <a:pathLst>
                <a:path h="2800350">
                  <a:moveTo>
                    <a:pt x="0" y="280035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53877" y="21272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5" h="863600">
                  <a:moveTo>
                    <a:pt x="575475" y="0"/>
                  </a:moveTo>
                  <a:lnTo>
                    <a:pt x="520052" y="1976"/>
                  </a:lnTo>
                  <a:lnTo>
                    <a:pt x="466120" y="7785"/>
                  </a:lnTo>
                  <a:lnTo>
                    <a:pt x="413920" y="17246"/>
                  </a:lnTo>
                  <a:lnTo>
                    <a:pt x="363692" y="30178"/>
                  </a:lnTo>
                  <a:lnTo>
                    <a:pt x="315679" y="46399"/>
                  </a:lnTo>
                  <a:lnTo>
                    <a:pt x="270121" y="65730"/>
                  </a:lnTo>
                  <a:lnTo>
                    <a:pt x="227260" y="87988"/>
                  </a:lnTo>
                  <a:lnTo>
                    <a:pt x="187336" y="112993"/>
                  </a:lnTo>
                  <a:lnTo>
                    <a:pt x="150591" y="140564"/>
                  </a:lnTo>
                  <a:lnTo>
                    <a:pt x="117265" y="170521"/>
                  </a:lnTo>
                  <a:lnTo>
                    <a:pt x="87601" y="202681"/>
                  </a:lnTo>
                  <a:lnTo>
                    <a:pt x="61838" y="236865"/>
                  </a:lnTo>
                  <a:lnTo>
                    <a:pt x="40219" y="272891"/>
                  </a:lnTo>
                  <a:lnTo>
                    <a:pt x="22985" y="310578"/>
                  </a:lnTo>
                  <a:lnTo>
                    <a:pt x="10376" y="349746"/>
                  </a:lnTo>
                  <a:lnTo>
                    <a:pt x="2634" y="390214"/>
                  </a:lnTo>
                  <a:lnTo>
                    <a:pt x="0" y="431800"/>
                  </a:lnTo>
                  <a:lnTo>
                    <a:pt x="2634" y="473385"/>
                  </a:lnTo>
                  <a:lnTo>
                    <a:pt x="10376" y="513853"/>
                  </a:lnTo>
                  <a:lnTo>
                    <a:pt x="22985" y="553021"/>
                  </a:lnTo>
                  <a:lnTo>
                    <a:pt x="40219" y="590708"/>
                  </a:lnTo>
                  <a:lnTo>
                    <a:pt x="61838" y="626734"/>
                  </a:lnTo>
                  <a:lnTo>
                    <a:pt x="87601" y="660918"/>
                  </a:lnTo>
                  <a:lnTo>
                    <a:pt x="117265" y="693078"/>
                  </a:lnTo>
                  <a:lnTo>
                    <a:pt x="150591" y="723035"/>
                  </a:lnTo>
                  <a:lnTo>
                    <a:pt x="187336" y="750606"/>
                  </a:lnTo>
                  <a:lnTo>
                    <a:pt x="227260" y="775611"/>
                  </a:lnTo>
                  <a:lnTo>
                    <a:pt x="270121" y="797869"/>
                  </a:lnTo>
                  <a:lnTo>
                    <a:pt x="315679" y="817200"/>
                  </a:lnTo>
                  <a:lnTo>
                    <a:pt x="363692" y="833421"/>
                  </a:lnTo>
                  <a:lnTo>
                    <a:pt x="413920" y="846353"/>
                  </a:lnTo>
                  <a:lnTo>
                    <a:pt x="466120" y="855814"/>
                  </a:lnTo>
                  <a:lnTo>
                    <a:pt x="520052" y="861623"/>
                  </a:lnTo>
                  <a:lnTo>
                    <a:pt x="575475" y="863600"/>
                  </a:lnTo>
                  <a:lnTo>
                    <a:pt x="630895" y="861623"/>
                  </a:lnTo>
                  <a:lnTo>
                    <a:pt x="684825" y="855814"/>
                  </a:lnTo>
                  <a:lnTo>
                    <a:pt x="737024" y="846353"/>
                  </a:lnTo>
                  <a:lnTo>
                    <a:pt x="787250" y="833421"/>
                  </a:lnTo>
                  <a:lnTo>
                    <a:pt x="835262" y="817200"/>
                  </a:lnTo>
                  <a:lnTo>
                    <a:pt x="880819" y="797869"/>
                  </a:lnTo>
                  <a:lnTo>
                    <a:pt x="923679" y="775611"/>
                  </a:lnTo>
                  <a:lnTo>
                    <a:pt x="963603" y="750606"/>
                  </a:lnTo>
                  <a:lnTo>
                    <a:pt x="1000347" y="723035"/>
                  </a:lnTo>
                  <a:lnTo>
                    <a:pt x="1033672" y="693078"/>
                  </a:lnTo>
                  <a:lnTo>
                    <a:pt x="1063336" y="660918"/>
                  </a:lnTo>
                  <a:lnTo>
                    <a:pt x="1089098" y="626734"/>
                  </a:lnTo>
                  <a:lnTo>
                    <a:pt x="1110717" y="590708"/>
                  </a:lnTo>
                  <a:lnTo>
                    <a:pt x="1127952" y="553021"/>
                  </a:lnTo>
                  <a:lnTo>
                    <a:pt x="1140560" y="513853"/>
                  </a:lnTo>
                  <a:lnTo>
                    <a:pt x="1148303" y="473385"/>
                  </a:lnTo>
                  <a:lnTo>
                    <a:pt x="1150937" y="431800"/>
                  </a:lnTo>
                  <a:lnTo>
                    <a:pt x="1148303" y="390214"/>
                  </a:lnTo>
                  <a:lnTo>
                    <a:pt x="1140560" y="349746"/>
                  </a:lnTo>
                  <a:lnTo>
                    <a:pt x="1127952" y="310578"/>
                  </a:lnTo>
                  <a:lnTo>
                    <a:pt x="1110717" y="272891"/>
                  </a:lnTo>
                  <a:lnTo>
                    <a:pt x="1089098" y="236865"/>
                  </a:lnTo>
                  <a:lnTo>
                    <a:pt x="1063336" y="202681"/>
                  </a:lnTo>
                  <a:lnTo>
                    <a:pt x="1033672" y="170521"/>
                  </a:lnTo>
                  <a:lnTo>
                    <a:pt x="1000347" y="140564"/>
                  </a:lnTo>
                  <a:lnTo>
                    <a:pt x="963603" y="112993"/>
                  </a:lnTo>
                  <a:lnTo>
                    <a:pt x="923679" y="87988"/>
                  </a:lnTo>
                  <a:lnTo>
                    <a:pt x="880819" y="65730"/>
                  </a:lnTo>
                  <a:lnTo>
                    <a:pt x="835262" y="46399"/>
                  </a:lnTo>
                  <a:lnTo>
                    <a:pt x="787250" y="30178"/>
                  </a:lnTo>
                  <a:lnTo>
                    <a:pt x="737024" y="17246"/>
                  </a:lnTo>
                  <a:lnTo>
                    <a:pt x="684825" y="7785"/>
                  </a:lnTo>
                  <a:lnTo>
                    <a:pt x="630895" y="1976"/>
                  </a:lnTo>
                  <a:lnTo>
                    <a:pt x="57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853877" y="2127250"/>
              <a:ext cx="1151255" cy="863600"/>
            </a:xfrm>
            <a:custGeom>
              <a:avLst/>
              <a:gdLst/>
              <a:ahLst/>
              <a:cxnLst/>
              <a:rect l="l" t="t" r="r" b="b"/>
              <a:pathLst>
                <a:path w="1151255" h="863600">
                  <a:moveTo>
                    <a:pt x="0" y="431800"/>
                  </a:moveTo>
                  <a:lnTo>
                    <a:pt x="2634" y="390214"/>
                  </a:lnTo>
                  <a:lnTo>
                    <a:pt x="10376" y="349746"/>
                  </a:lnTo>
                  <a:lnTo>
                    <a:pt x="22985" y="310578"/>
                  </a:lnTo>
                  <a:lnTo>
                    <a:pt x="40219" y="272891"/>
                  </a:lnTo>
                  <a:lnTo>
                    <a:pt x="61838" y="236865"/>
                  </a:lnTo>
                  <a:lnTo>
                    <a:pt x="87601" y="202681"/>
                  </a:lnTo>
                  <a:lnTo>
                    <a:pt x="117265" y="170521"/>
                  </a:lnTo>
                  <a:lnTo>
                    <a:pt x="150591" y="140564"/>
                  </a:lnTo>
                  <a:lnTo>
                    <a:pt x="187336" y="112993"/>
                  </a:lnTo>
                  <a:lnTo>
                    <a:pt x="227260" y="87988"/>
                  </a:lnTo>
                  <a:lnTo>
                    <a:pt x="270121" y="65730"/>
                  </a:lnTo>
                  <a:lnTo>
                    <a:pt x="315679" y="46399"/>
                  </a:lnTo>
                  <a:lnTo>
                    <a:pt x="363692" y="30178"/>
                  </a:lnTo>
                  <a:lnTo>
                    <a:pt x="413920" y="17246"/>
                  </a:lnTo>
                  <a:lnTo>
                    <a:pt x="466120" y="7785"/>
                  </a:lnTo>
                  <a:lnTo>
                    <a:pt x="520052" y="1976"/>
                  </a:lnTo>
                  <a:lnTo>
                    <a:pt x="575475" y="0"/>
                  </a:lnTo>
                  <a:lnTo>
                    <a:pt x="630895" y="1976"/>
                  </a:lnTo>
                  <a:lnTo>
                    <a:pt x="684825" y="7785"/>
                  </a:lnTo>
                  <a:lnTo>
                    <a:pt x="737024" y="17246"/>
                  </a:lnTo>
                  <a:lnTo>
                    <a:pt x="787250" y="30178"/>
                  </a:lnTo>
                  <a:lnTo>
                    <a:pt x="835262" y="46399"/>
                  </a:lnTo>
                  <a:lnTo>
                    <a:pt x="880819" y="65730"/>
                  </a:lnTo>
                  <a:lnTo>
                    <a:pt x="923679" y="87988"/>
                  </a:lnTo>
                  <a:lnTo>
                    <a:pt x="963603" y="112993"/>
                  </a:lnTo>
                  <a:lnTo>
                    <a:pt x="1000347" y="140564"/>
                  </a:lnTo>
                  <a:lnTo>
                    <a:pt x="1033672" y="170521"/>
                  </a:lnTo>
                  <a:lnTo>
                    <a:pt x="1063336" y="202681"/>
                  </a:lnTo>
                  <a:lnTo>
                    <a:pt x="1089098" y="236865"/>
                  </a:lnTo>
                  <a:lnTo>
                    <a:pt x="1110717" y="272891"/>
                  </a:lnTo>
                  <a:lnTo>
                    <a:pt x="1127952" y="310578"/>
                  </a:lnTo>
                  <a:lnTo>
                    <a:pt x="1140560" y="349746"/>
                  </a:lnTo>
                  <a:lnTo>
                    <a:pt x="1148303" y="390214"/>
                  </a:lnTo>
                  <a:lnTo>
                    <a:pt x="1150937" y="431800"/>
                  </a:lnTo>
                  <a:lnTo>
                    <a:pt x="1148303" y="473385"/>
                  </a:lnTo>
                  <a:lnTo>
                    <a:pt x="1140560" y="513853"/>
                  </a:lnTo>
                  <a:lnTo>
                    <a:pt x="1127952" y="553021"/>
                  </a:lnTo>
                  <a:lnTo>
                    <a:pt x="1110717" y="590708"/>
                  </a:lnTo>
                  <a:lnTo>
                    <a:pt x="1089098" y="626734"/>
                  </a:lnTo>
                  <a:lnTo>
                    <a:pt x="1063336" y="660918"/>
                  </a:lnTo>
                  <a:lnTo>
                    <a:pt x="1033672" y="693078"/>
                  </a:lnTo>
                  <a:lnTo>
                    <a:pt x="1000347" y="723035"/>
                  </a:lnTo>
                  <a:lnTo>
                    <a:pt x="963603" y="750606"/>
                  </a:lnTo>
                  <a:lnTo>
                    <a:pt x="923679" y="775611"/>
                  </a:lnTo>
                  <a:lnTo>
                    <a:pt x="880819" y="797869"/>
                  </a:lnTo>
                  <a:lnTo>
                    <a:pt x="835262" y="817200"/>
                  </a:lnTo>
                  <a:lnTo>
                    <a:pt x="787250" y="833421"/>
                  </a:lnTo>
                  <a:lnTo>
                    <a:pt x="737024" y="846353"/>
                  </a:lnTo>
                  <a:lnTo>
                    <a:pt x="684825" y="855814"/>
                  </a:lnTo>
                  <a:lnTo>
                    <a:pt x="630895" y="861623"/>
                  </a:lnTo>
                  <a:lnTo>
                    <a:pt x="575475" y="863600"/>
                  </a:lnTo>
                  <a:lnTo>
                    <a:pt x="520052" y="861623"/>
                  </a:lnTo>
                  <a:lnTo>
                    <a:pt x="466120" y="855814"/>
                  </a:lnTo>
                  <a:lnTo>
                    <a:pt x="413920" y="846353"/>
                  </a:lnTo>
                  <a:lnTo>
                    <a:pt x="363692" y="833421"/>
                  </a:lnTo>
                  <a:lnTo>
                    <a:pt x="315679" y="817200"/>
                  </a:lnTo>
                  <a:lnTo>
                    <a:pt x="270121" y="797869"/>
                  </a:lnTo>
                  <a:lnTo>
                    <a:pt x="227260" y="775611"/>
                  </a:lnTo>
                  <a:lnTo>
                    <a:pt x="187336" y="750606"/>
                  </a:lnTo>
                  <a:lnTo>
                    <a:pt x="150591" y="723035"/>
                  </a:lnTo>
                  <a:lnTo>
                    <a:pt x="117265" y="693078"/>
                  </a:lnTo>
                  <a:lnTo>
                    <a:pt x="87601" y="660918"/>
                  </a:lnTo>
                  <a:lnTo>
                    <a:pt x="61838" y="626734"/>
                  </a:lnTo>
                  <a:lnTo>
                    <a:pt x="40219" y="590708"/>
                  </a:lnTo>
                  <a:lnTo>
                    <a:pt x="22985" y="553021"/>
                  </a:lnTo>
                  <a:lnTo>
                    <a:pt x="10376" y="513853"/>
                  </a:lnTo>
                  <a:lnTo>
                    <a:pt x="2634" y="473385"/>
                  </a:lnTo>
                  <a:lnTo>
                    <a:pt x="0" y="431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932617" y="2363061"/>
            <a:ext cx="1003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Subscriber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23532" y="2269261"/>
            <a:ext cx="115125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805"/>
              </a:spcBef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subs.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487163" y="2431511"/>
            <a:ext cx="6989445" cy="3232150"/>
            <a:chOff x="1487163" y="2431511"/>
            <a:chExt cx="6989445" cy="3232150"/>
          </a:xfrm>
        </p:grpSpPr>
        <p:sp>
          <p:nvSpPr>
            <p:cNvPr id="66" name="object 66"/>
            <p:cNvSpPr/>
            <p:nvPr/>
          </p:nvSpPr>
          <p:spPr>
            <a:xfrm>
              <a:off x="1487163" y="2535958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53866" y="24978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172595" y="2617990"/>
              <a:ext cx="361950" cy="0"/>
            </a:xfrm>
            <a:custGeom>
              <a:avLst/>
              <a:gdLst/>
              <a:ahLst/>
              <a:cxnLst/>
              <a:rect l="l" t="t" r="r" b="b"/>
              <a:pathLst>
                <a:path w="361950">
                  <a:moveTo>
                    <a:pt x="361797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109090" y="257989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399833" y="3341091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04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361737" y="348043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972547" y="5658844"/>
              <a:ext cx="1497330" cy="0"/>
            </a:xfrm>
            <a:custGeom>
              <a:avLst/>
              <a:gdLst/>
              <a:ahLst/>
              <a:cxnLst/>
              <a:rect l="l" t="t" r="r" b="b"/>
              <a:pathLst>
                <a:path w="1497329">
                  <a:moveTo>
                    <a:pt x="0" y="0"/>
                  </a:moveTo>
                  <a:lnTo>
                    <a:pt x="149721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62504" y="2465491"/>
              <a:ext cx="1607820" cy="393065"/>
            </a:xfrm>
            <a:custGeom>
              <a:avLst/>
              <a:gdLst/>
              <a:ahLst/>
              <a:cxnLst/>
              <a:rect l="l" t="t" r="r" b="b"/>
              <a:pathLst>
                <a:path w="1607820" h="393064">
                  <a:moveTo>
                    <a:pt x="1607261" y="39300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00814" y="2431511"/>
              <a:ext cx="83185" cy="74295"/>
            </a:xfrm>
            <a:custGeom>
              <a:avLst/>
              <a:gdLst/>
              <a:ahLst/>
              <a:cxnLst/>
              <a:rect l="l" t="t" r="r" b="b"/>
              <a:pathLst>
                <a:path w="83184" h="74294">
                  <a:moveTo>
                    <a:pt x="83070" y="0"/>
                  </a:moveTo>
                  <a:lnTo>
                    <a:pt x="0" y="18897"/>
                  </a:lnTo>
                  <a:lnTo>
                    <a:pt x="64973" y="74015"/>
                  </a:lnTo>
                  <a:lnTo>
                    <a:pt x="830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921709" y="3854434"/>
              <a:ext cx="2816225" cy="113030"/>
            </a:xfrm>
            <a:custGeom>
              <a:avLst/>
              <a:gdLst/>
              <a:ahLst/>
              <a:cxnLst/>
              <a:rect l="l" t="t" r="r" b="b"/>
              <a:pathLst>
                <a:path w="2816225" h="113029">
                  <a:moveTo>
                    <a:pt x="0" y="112610"/>
                  </a:moveTo>
                  <a:lnTo>
                    <a:pt x="281566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723156" y="3816884"/>
              <a:ext cx="78105" cy="76200"/>
            </a:xfrm>
            <a:custGeom>
              <a:avLst/>
              <a:gdLst/>
              <a:ahLst/>
              <a:cxnLst/>
              <a:rect l="l" t="t" r="r" b="b"/>
              <a:pathLst>
                <a:path w="78104" h="76200">
                  <a:moveTo>
                    <a:pt x="0" y="0"/>
                  </a:moveTo>
                  <a:lnTo>
                    <a:pt x="3048" y="76136"/>
                  </a:lnTo>
                  <a:lnTo>
                    <a:pt x="77660" y="350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863901" y="3967045"/>
              <a:ext cx="1654810" cy="469265"/>
            </a:xfrm>
            <a:custGeom>
              <a:avLst/>
              <a:gdLst/>
              <a:ahLst/>
              <a:cxnLst/>
              <a:rect l="l" t="t" r="r" b="b"/>
              <a:pathLst>
                <a:path w="1654810" h="469264">
                  <a:moveTo>
                    <a:pt x="0" y="0"/>
                  </a:moveTo>
                  <a:lnTo>
                    <a:pt x="1654505" y="46868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495791" y="4395607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20777" y="0"/>
                  </a:moveTo>
                  <a:lnTo>
                    <a:pt x="0" y="73317"/>
                  </a:lnTo>
                  <a:lnTo>
                    <a:pt x="83705" y="57429"/>
                  </a:lnTo>
                  <a:lnTo>
                    <a:pt x="207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498907" y="2672841"/>
            <a:ext cx="4229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</a:t>
            </a:r>
            <a:r>
              <a:rPr sz="1800" spc="-5" dirty="0">
                <a:latin typeface="Calibri"/>
                <a:cs typeface="Calibri"/>
              </a:rPr>
              <a:t>ew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007229" y="5594508"/>
            <a:ext cx="1808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(one per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publisher)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80043" y="1536630"/>
            <a:ext cx="13646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 marR="5080" indent="-1054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(only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webSockets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mapping)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15055" y="3069589"/>
            <a:ext cx="254000" cy="19939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...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649071" y="3182331"/>
            <a:ext cx="375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131849" y="3091978"/>
            <a:ext cx="20885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7" baseline="-21604" dirty="0">
                <a:latin typeface="Calibri"/>
                <a:cs typeface="Calibri"/>
              </a:rPr>
              <a:t>subs.</a:t>
            </a:r>
            <a:r>
              <a:rPr sz="2700" spc="209" baseline="-21604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(only one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endParaRPr sz="1800">
              <a:latin typeface="Calibri"/>
              <a:cs typeface="Calibri"/>
            </a:endParaRPr>
          </a:p>
          <a:p>
            <a:pPr marL="63754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subs.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mapping)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836627" y="1776441"/>
            <a:ext cx="264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(only one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topic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allowed)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867073" y="4286926"/>
            <a:ext cx="1660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SubscriberFacade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REST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611</Words>
  <Application>Microsoft Office PowerPoint</Application>
  <PresentationFormat>Presentación en pantalla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 MT</vt:lpstr>
      <vt:lpstr>Calibri</vt:lpstr>
      <vt:lpstr>Office Theme</vt:lpstr>
      <vt:lpstr>Instant Messaging service  with database</vt:lpstr>
      <vt:lpstr>Third approach</vt:lpstr>
      <vt:lpstr>Third approach</vt:lpstr>
      <vt:lpstr>Third approach</vt:lpstr>
      <vt:lpstr>Third approach</vt:lpstr>
      <vt:lpstr>Exercise - client</vt:lpstr>
      <vt:lpstr>Exercise - client</vt:lpstr>
      <vt:lpstr>Exercise - server</vt:lpstr>
      <vt:lpstr>Exercise - server</vt:lpstr>
      <vt:lpstr>Schema of classes for a remote service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Instant messaging service</dc:title>
  <cp:lastModifiedBy>Sergi Salvà</cp:lastModifiedBy>
  <cp:revision>1</cp:revision>
  <dcterms:created xsi:type="dcterms:W3CDTF">2023-09-18T18:47:42Z</dcterms:created>
  <dcterms:modified xsi:type="dcterms:W3CDTF">2023-11-21T16:37:07Z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