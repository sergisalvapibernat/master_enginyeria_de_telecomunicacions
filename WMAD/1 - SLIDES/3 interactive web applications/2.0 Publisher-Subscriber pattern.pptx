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0:53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1284 1 10448 0 0,'-7'2'75'0'0,"1"-1"-22"0"0,-6 2 74 0 0,3 0-26 0 0,1 1 19 0 0,2-1-29 0 0,-1 2 66 0 0,3-1-37 0 0,-2 4 110 0 0,3 3-137 0 0,-1-1 1 0 0,1 1-1 0 0,1-1 0 0 0,0 1 0 0 0,-1 21 0 0 0,2 63 128 0 0,1-60-89 0 0,21 587 1176 0 0,-9-147-951 0 0,-11-300-272 0 0,-23 874 500 0 0,-40-1-235 0 0,39-691-236 0 0,-36 526 85 0 0,-6 35-6 0 0,17-458-122 0 0,17-179-22 0 0,-60 468 119 0 0,80-669-143 0 0,-130 877 177 0 0,-32 187 52 0 0,125-803-207 0 0,31-216-24 0 0,-83 697 152 0 0,38 102 113 0 0,44-626-204 0 0,-9 158 91 0 0,-52 615 293 0 0,39-803-352 0 0,20-155-7 0 0,-7 20 77 0 0,23-118-156 0 0,3-14-12 0 0,0 0 0 0 0,1 0 0 0 0,-1 1 1 0 0,1-1-1 0 0,-1 0 0 0 0,1 0 1 0 0,0 1-1 0 0,0-1 0 0 0,0 0 0 0 0,-1 1 1 0 0,1-1-1 0 0,0 0 0 0 0,1 1 0 0 0,-1 1 1 0 0,0-1 102 0 0,-1-7-91 0 0,0 1 0 0 0,-1-1 0 0 0,1 1 0 0 0,1-1 0 0 0,-1-8 0 0 0,0 11-21 0 0,0-6 7 0 0,-25-278 212 0 0,19 154-194 0 0,-8-128 8 0 0,8 196-34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4608" y="2481643"/>
            <a:ext cx="651478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2194" y="638556"/>
            <a:ext cx="679961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608" y="2481643"/>
            <a:ext cx="651255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Calibri"/>
                <a:cs typeface="Calibri"/>
              </a:rPr>
              <a:t>Publisher-Subscriber</a:t>
            </a:r>
            <a:r>
              <a:rPr sz="4400" spc="-35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pattern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158" y="3893311"/>
            <a:ext cx="3046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88888"/>
                </a:solidFill>
                <a:latin typeface="Calibri"/>
                <a:cs typeface="Calibri"/>
              </a:rPr>
              <a:t>Juan Luis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Gorricho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Publisher/Subscriber</a:t>
            </a:r>
            <a:r>
              <a:rPr spc="-15" dirty="0"/>
              <a:t> </a:t>
            </a:r>
            <a:r>
              <a:rPr spc="-4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216" y="4737207"/>
            <a:ext cx="4915535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Messages</a:t>
            </a:r>
            <a:r>
              <a:rPr sz="2400" spc="-15" dirty="0">
                <a:latin typeface="Calibri"/>
                <a:cs typeface="Calibri"/>
              </a:rPr>
              <a:t> 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classified</a:t>
            </a:r>
            <a:r>
              <a:rPr sz="2400" spc="-10" dirty="0">
                <a:latin typeface="Calibri"/>
                <a:cs typeface="Calibri"/>
              </a:rPr>
              <a:t> by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topics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Publishers</a:t>
            </a:r>
            <a:r>
              <a:rPr sz="2400" spc="-5" dirty="0">
                <a:latin typeface="Calibri"/>
                <a:cs typeface="Calibri"/>
              </a:rPr>
              <a:t> send messages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 topic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Subscribers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register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specific </a:t>
            </a:r>
            <a:r>
              <a:rPr sz="2400" spc="-10" dirty="0">
                <a:latin typeface="Calibri"/>
                <a:cs typeface="Calibri"/>
              </a:rPr>
              <a:t>topics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3879" y="1836997"/>
            <a:ext cx="6182933" cy="28417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CCA6AA6-918C-D3D3-261A-7DF104067B8E}"/>
                  </a:ext>
                </a:extLst>
              </p14:cNvPr>
              <p14:cNvContentPartPr/>
              <p14:nvPr/>
            </p14:nvContentPartPr>
            <p14:xfrm>
              <a:off x="816057" y="1054590"/>
              <a:ext cx="462240" cy="50529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CCA6AA6-918C-D3D3-261A-7DF104067B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057" y="946950"/>
                <a:ext cx="569880" cy="526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24</Words>
  <Application>Microsoft Office PowerPoint</Application>
  <PresentationFormat>Presentación en pantalla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Calibri</vt:lpstr>
      <vt:lpstr>Office Theme</vt:lpstr>
      <vt:lpstr>Presentación de PowerPoint</vt:lpstr>
      <vt:lpstr>Publisher/Subscriber Pattern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 messaging service</dc:title>
  <cp:lastModifiedBy>Sergi Salvà</cp:lastModifiedBy>
  <cp:revision>1</cp:revision>
  <dcterms:created xsi:type="dcterms:W3CDTF">2023-09-18T18:47:05Z</dcterms:created>
  <dcterms:modified xsi:type="dcterms:W3CDTF">2023-10-31T14:50:02Z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