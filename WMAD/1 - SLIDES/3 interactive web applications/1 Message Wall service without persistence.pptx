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0:27.1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0 270 6928 0 0,'9'11'27'0'0,"-8"-9"-19"0"0,1 0 1 0 0,-1 0 0 0 0,1 0 0 0 0,0 0 0 0 0,0-1 0 0 0,-1 1 0 0 0,1 0-1 0 0,0-1 1 0 0,0 0 0 0 0,1 1 0 0 0,-1-1 0 0 0,0 0 0 0 0,3 1-1 0 0,-3-1 67 0 0,13-35 1532 0 0,-14 32-1549 0 0,0 1-1 0 0,0-1 1 0 0,0 0 0 0 0,1 1 0 0 0,-1-1 0 0 0,1 1-1 0 0,-1-1 1 0 0,1 1 0 0 0,-1 0 0 0 0,1 0 0 0 0,0 0-1 0 0,6-3 1034 0 0,-5-4-728 0 0,-2 4-14 0 0,-8 4-164 0 0,6 0-57 0 0,0 0-109 0 0,1 0 0 0 0,0 0 0 0 0,-1 0 0 0 0,1 0 1 0 0,-1 0-1 0 0,1 0 0 0 0,0 0 0 0 0,-1 0 0 0 0,1 1 0 0 0,0-1 0 0 0,-1 0 0 0 0,1 0 0 0 0,0 0 1 0 0,-1 1-1 0 0,1-1 0 0 0,0 0 0 0 0,0 1 0 0 0,-1-1 0 0 0,1 0 0 0 0,0 0 0 0 0,0 1 0 0 0,0-1 1 0 0,-1 0-1 0 0,1 1 0 0 0,0-1 0 0 0,0 1 0 0 0,0-1 0 0 0,0 0 0 0 0,0 1 0 0 0,53 75 711 0 0,-51-74-699 0 0,0 1-1 0 0,0-1 1 0 0,0 0 0 0 0,0 1 0 0 0,0-1 0 0 0,1 0 0 0 0,-1 0 0 0 0,1-1 0 0 0,0 1 0 0 0,-1 0 0 0 0,1-1-1 0 0,0 0 1 0 0,0 1 0 0 0,0-1 0 0 0,0 0 0 0 0,0-1 0 0 0,0 1 0 0 0,0 0 0 0 0,0-1 0 0 0,6 1 0 0 0,4-2 98 0 0,0 1 0 0 0,0-1 0 0 0,21-5 1 0 0,-18 3-24 0 0,32-7 116 0 0,-21 4-33 0 0,1 1 1 0 0,46-2-1 0 0,-60 6-119 0 0,1-2 1 0 0,0 0-1 0 0,-1 0 0 0 0,1-2 0 0 0,-1 0 1 0 0,22-11-1 0 0,14-4 80 0 0,16-4 74 0 0,-33 11-91 0 0,0 2 0 0 0,38-8 1 0 0,-35 11-2 0 0,-9 2-41 0 0,1 0 0 0 0,-1 2 0 0 0,1 2 0 0 0,39 0 0 0 0,-12 3 17 0 0,-37-2-62 0 0,0 2 0 0 0,0 0 0 0 0,29 6 0 0 0,0 1 135 0 0,0-2-1 0 0,68 2 0 0 0,-62-6-57 0 0,169 6 381 0 0,-192-5-408 0 0,49 11-1 0 0,9 1 149 0 0,108 1 184 0 0,-186-15-395 0 0,279 18 559 0 0,-155-14-328 0 0,40-2 147 0 0,-15 1-110 0 0,2-1 45 0 0,122 4 166 0 0,-243-5-415 0 0,-36-2-89 0 0,37 3 83 0 0,0-1 1 0 0,0-3 0 0 0,0-1-1 0 0,0-2 1 0 0,45-10-1 0 0,6-6 53 0 0,96-7 0 0 0,-32 6-8 0 0,-107 15-77 0 0,0 2-1 0 0,69 3 0 0 0,98 17 115 0 0,-175-12-152 0 0,21 3 37 0 0,0-3 0 0 0,92-5 0 0 0,620-83 105 0 0,-498 41-140 0 0,39-6 18 0 0,-6 27-19 0 0,-25 20-12 0 0,-29 3 33 0 0,377-4 42 0 0,-534 0-63 0 0,201 1 74 0 0,18 16 31 0 0,385 9 116 0 0,-418-17-119 0 0,-62-3-41 0 0,-1 1 27 0 0,7-4 5 0 0,108 3 26 0 0,-237-5-123 0 0,59-3 28 0 0,269-26 101 0 0,-74 8-22 0 0,-125 10-60 0 0,51 10 1 0 0,-145 5-26 0 0,112 4 37 0 0,53 2 19 0 0,-152-10-31 0 0,131 8 45 0 0,13 18-50 0 0,-238-18-46 0 0,62 10 10 0 0,90 15 19 0 0,62 4 28 0 0,-76-19-37 0 0,-84-10-14 0 0,92 6 36 0 0,8-5-9 0 0,-87-6-30 0 0,81-7 43 0 0,-89 0-32 0 0,95-1 43 0 0,-109 3-24 0 0,117 10 1 0 0,47 0 48 0 0,-203-6-63 0 0,99 14 0 0 0,-15 0-2 0 0,-57-11-18 0 0,163 14 62 0 0,-73 3-26 0 0,-93-6-18 0 0,1-3 0 0 0,0-3-1 0 0,1-5 1 0 0,97-8 0 0 0,81-18 29 0 0,-171 21-38 0 0,-31 1-2 0 0,-25 2-4 0 0,0 1 1 0 0,37 7-1 0 0,28 2 7 0 0,-76-10-15 0 0,-17-1-4 0 0,1 0 1 0 0,-1 1 0 0 0,0-1-1 0 0,10 4 1 0 0,-6-2 0 0 0,0-1-1 0 0,0 0 1 0 0,0 0 0 0 0,0-1 0 0 0,0-1-1 0 0,14-2 1 0 0,-14 2 3 0 0,0 0 0 0 0,0 0 0 0 0,1 1 0 0 0,-1 0 0 0 0,23 5 0 0 0,-12-1 11 0 0,47 4 0 0 0,-5-1 15 0 0,-13-2 2 0 0,-38-4-21 0 0,-1 0 0 0 0,1 1 0 0 0,-1 0 0 0 0,22 7 0 0 0,-19-4-3 0 0,0-2 1 0 0,0 1-1 0 0,0-2 1 0 0,0 0-1 0 0,32-2 0 0 0,21 4 27 0 0,-31-3-19 0 0,-1 0-1 0 0,0-3 0 0 0,49-8 1 0 0,-20 3 8 0 0,-57 6-21 0 0,181-10 87 0 0,-138 12-80 0 0,-9-2 6 0 0,0 3 0 0 0,77 12 0 0 0,-49-6 0 0 0,-9-1-1 0 0,-33-3 7 0 0,43 0 0 0 0,3 1 2 0 0,-31-1-19 0 0,-29-4-1 0 0,-1 1 0 0 0,1 1 0 0 0,-1 0 0 0 0,0 1 0 0 0,1 1 0 0 0,-1 0-1 0 0,-1 0 1 0 0,21 11 0 0 0,94 48 55 0 0,-111-55-40 0 0,0-1 0 0 0,34 10 0 0 0,-34-12-2 0 0,0 0 1 0 0,0 1 0 0 0,17 10 0 0 0,-33-16-19 0 0,-1 1 1 0 0,1-1-1 0 0,0 0 1 0 0,0 1 0 0 0,0-1-1 0 0,-1 1 1 0 0,1-1-1 0 0,0 1 1 0 0,0 0-1 0 0,-1-1 1 0 0,1 1-1 0 0,0 0 1 0 0,-1-1-1 0 0,1 1 1 0 0,-1 0 0 0 0,1 0-1 0 0,-1-1 1 0 0,1 1-1 0 0,-1 0 1 0 0,0 0-1 0 0,1 0 1 0 0,-1 1-1 0 0,0-1-1 0 0,0 0 0 0 0,-1 0 0 0 0,1-1 0 0 0,0 1 0 0 0,-1 0 0 0 0,1-1 0 0 0,-1 1 0 0 0,1 0 0 0 0,-1-1 0 0 0,1 1 0 0 0,-1 0 0 0 0,1-1 0 0 0,-1 1-1 0 0,1-1 1 0 0,-1 1 0 0 0,0-1 0 0 0,0 0 0 0 0,1 1 0 0 0,-1-1 0 0 0,-1 1 0 0 0,-45 14 21 0 0,41-14-19 0 0,-13 4 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0:30.0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0 317 8840 0 0,'34'40'6489'0'0,"-25"-43"-5924"0"0,0 0 1 0 0,-1 0-1 0 0,1 0 1 0 0,13-9-1 0 0,-6 4 320 0 0,5-5-311 0 0,-18 11-531 0 0,0 0 0 0 0,1-1 0 0 0,0 1 1 0 0,-1 1-1 0 0,1-1 0 0 0,0 0 0 0 0,0 1 0 0 0,0 0 0 0 0,0 0 0 0 0,0 0 1 0 0,5 0-1 0 0,27-3 197 0 0,-25 3-140 0 0,0 0 1 0 0,0 0-1 0 0,0 1 1 0 0,0 0-1 0 0,13 3 0 0 0,27 6-263 0 0,0-2 0 0 0,1-2 0 0 0,0-2 0 0 0,67-5-1 0 0,-110 1 99 0 0,1 1 0 0 0,0 1-1 0 0,0 0 1 0 0,10 2-1 0 0,29 2-111 0 0,64 3-208 0 0,30 0-30 0 0,26-9 113 0 0,-15 3 122 0 0,-107 1 98 0 0,79-5 0 0 0,122-12-38 0 0,-218 12 107 0 0,-1 2 1 0 0,1 1-1 0 0,43 6 0 0 0,43 3-10 0 0,-55-8 14 0 0,-28-1 1 0 0,33-2 0 0 0,-31-1 6 0 0,0 2 0 0 0,53 6-1 0 0,-72-3 3 0 0,0 1 0 0 0,-1 0 0 0 0,1 0 0 0 0,14 8 0 0 0,31 9 0 0 0,45 12 8 0 0,-71-21-2 0 0,0-1-1 0 0,1-2 1 0 0,74 10 0 0 0,-21-12 16 0 0,-37-1 51 0 0,0-3-1 0 0,1-2 1 0 0,58-6-1 0 0,43-6 289 0 0,-88 7-154 0 0,21 3 130 0 0,116 12 1 0 0,-167-8-261 0 0,316 22 725 0 0,-2-28-228 0 0,121-32 162 0 0,-322 19-535 0 0,-66 5 5 0 0,122 0-1 0 0,-96 6-83 0 0,-35 1-29 0 0,-5 1 1 0 0,53-1 85 0 0,-49 3-104 0 0,38 3 97 0 0,-31 1 3 0 0,129-11 0 0 0,-153 4-132 0 0,91-14 109 0 0,-92 10-70 0 0,66-3 0 0 0,-63 7 12 0 0,1-3 1 0 0,103-27-1 0 0,-156 33-89 0 0,22-4 60 0 0,-1 2 1 0 0,1 1-1 0 0,45 2 0 0 0,-37 0 5 0 0,44-4 0 0 0,148-34 252 0 0,-176 28-276 0 0,209-23 230 0 0,-216 28-212 0 0,80-7 64 0 0,234-30 260 0 0,-111 15-112 0 0,-158 19-214 0 0,78-3 108 0 0,1 7 1 0 0,203 21 0 0 0,-241-11 16 0 0,211-17 0 0 0,-127-1-27 0 0,-121 13-47 0 0,1 4-1 0 0,114 21 0 0 0,-40-1 69 0 0,255 46 116 0 0,-253-50-214 0 0,-106-16-69 0 0,348 13 83 0 0,-178-36-13 0 0,-63 2-34 0 0,63-3 55 0 0,152-6-17 0 0,-280 20-46 0 0,-1-5 0 0 0,110-25 0 0 0,27-4 16 0 0,576-38 62 0 0,-547 54-84 0 0,24-3 8 0 0,29 22 1 0 0,-223 9-23 0 0,195 36 0 0 0,-198-22-10 0 0,59 14 14 0 0,-5 4 0 0 0,232 26 0 0 0,23-46 33 0 0,-188-13-32 0 0,-60-3-2 0 0,44 2 8 0 0,-56 5 12 0 0,-138-7-43 0 0,138 14 46 0 0,266-8-1 0 0,-133-16 0 0 0,-166-3 0 0 0,146-37 1 0 0,-125 25-23 0 0,31-9 8 0 0,-123 24-20 0 0,-1 2 0 0 0,2 2 0 0 0,-1 2 0 0 0,61 3-1 0 0,-102-2-6 0 0,-3 1-6 0 0,0 0 0 0 0,0 0 0 0 0,0 0 0 0 0,0 0 0 0 0,0 0 0 0 0,0 1 0 0 0,0-1 0 0 0,0 0 0 0 0,0 0 0 0 0,0 0 0 0 0,-1 0 0 0 0,1 0 0 0 0,0 1 0 0 0,-1-1 0 0 0,1 0 0 0 0,0 0 0 0 0,-1 0 0 0 0,1 1 0 0 0,-1-1 1 0 0,1 0-1 0 0,-1 1 0 0 0,0-1 0 0 0,1 0 0 0 0,-1 1 0 0 0,0-1 0 0 0,1 1 0 0 0,-1-1 0 0 0,0 1 0 0 0,1-1 0 0 0,-1 1 0 0 0,0 0 0 0 0,0-1 0 0 0,0 1 0 0 0,0 0 0 0 0,1 0 0 0 0,-3-1 0 0 0,2 1 0 0 0,-12-7 0 0 0,0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0:33.3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65 1 4616 0 0,'-21'27'9284'0'0,"17"-27"-8889"0"0,1 1 122 0 0,-8 6-73 0 0,9-5-330 0 0,0 0 0 0 0,0 1 0 0 0,-1-1 0 0 0,2 0 0 0 0,-1 0 0 0 0,0 1 0 0 0,0 0 0 0 0,1-1 0 0 0,-1 1 0 0 0,1 0 0 0 0,0-1 0 0 0,0 1 0 0 0,0 0 1 0 0,0 0-1 0 0,1 0 0 0 0,-1 0 0 0 0,1 0 0 0 0,-1 0 0 0 0,1 0 0 0 0,0 0 0 0 0,0 0 0 0 0,1 0 0 0 0,-1 0 0 0 0,1 0 0 0 0,-1 0 0 0 0,3 5 0 0 0,-2-2-105 0 0,1-1-1 0 0,-1 1 0 0 0,1 0 1 0 0,1-1-1 0 0,-1 0 0 0 0,1 1 1 0 0,0-1-1 0 0,0 0 0 0 0,1 0 0 0 0,-1-1 1 0 0,1 1-1 0 0,0-1 0 0 0,0 0 1 0 0,1 0-1 0 0,-1 0 0 0 0,1-1 1 0 0,0 1-1 0 0,0-1 0 0 0,0 0 0 0 0,0 0 1 0 0,6 1-1 0 0,66 18-351 0 0,-59-19 191 0 0,-2 1 0 0 0,1 1 0 0 0,0 1 0 0 0,22 10 0 0 0,-5 2-464 0 0,60 22-1 0 0,94 9-488 0 0,-175-48 1039 0 0,-1 0 0 0 0,1 0 1 0 0,18-3-1 0 0,13 1-74 0 0,160 1-139 0 0,-88-1 220 0 0,-40 4 41 0 0,-44-1 5 0 0,-1-1 0 0 0,49-6 1 0 0,55-3 19 0 0,-89 6 1 0 0,62-8-1 0 0,47-7 40 0 0,5 0 90 0 0,-129 13-85 0 0,-1 2-1 0 0,61 2 1 0 0,-51 2 99 0 0,43-5 1 0 0,-36 1 42 0 0,73 5 0 0 0,-18 1 128 0 0,64 9 133 0 0,-2 0 83 0 0,-92-9-208 0 0,-41-2-190 0 0,39-2 0 0 0,-19-1 330 0 0,89 10-1 0 0,-36 0-132 0 0,-24-4-180 0 0,82 0 271 0 0,-143-6-356 0 0,289-1 636 0 0,-244 1-453 0 0,1-2-1 0 0,85-16 1 0 0,4 0-6 0 0,136-19 405 0 0,-114 12-345 0 0,-119 18-174 0 0,-10 1 1 0 0,52 0 0 0 0,57-7 74 0 0,-32 5-6 0 0,51 0 52 0 0,19 7-34 0 0,114 7 220 0 0,-274-2-409 0 0,191 25 216 0 0,-157-16-140 0 0,186 29 190 0 0,-128-19-183 0 0,26 2 54 0 0,-72-16-70 0 0,123 9 72 0 0,301-8 330 0 0,-365-8-429 0 0,196-4 135 0 0,111-15 80 0 0,-234 2-129 0 0,19-1-6 0 0,89-19 101 0 0,-254 26-220 0 0,554-107 278 0 0,-307 62-107 0 0,-235 41-145 0 0,1 4 0 0 0,0 3-1 0 0,1 4 1 0 0,97 8 0 0 0,42 0 82 0 0,257-5 76 0 0,-402 2-187 0 0,270 19 116 0 0,-185-1-62 0 0,132 24 69 0 0,-174-18-35 0 0,237 21 1 0 0,-324-44-100 0 0,-1 1-1 0 0,43 11 1 0 0,-2 0 18 0 0,369 49 178 0 0,-347-50-173 0 0,34 3 9 0 0,-85-14-37 0 0,148 3 80 0 0,44-4 13 0 0,34-9 27 0 0,122-8 64 0 0,-251 16-136 0 0,-86 0-19 0 0,72-5 1 0 0,-63-1 5 0 0,65 5 0 0 0,1 0 27 0 0,165 3 59 0 0,-187 5-95 0 0,56 2 29 0 0,-47 0-14 0 0,-7 2 9 0 0,-18-1-1 0 0,-22-5 7 0 0,-55-3-47 0 0,1-1 0 0 0,-1-1 0 0 0,1 0 0 0 0,-1-1 1 0 0,1-1-1 0 0,-1 0 0 0 0,14-2 0 0 0,-21 1 0 0 0,1 1 0 0 0,-1-1-1 0 0,1 2 1 0 0,-1-1 0 0 0,1 0 0 0 0,9 1-1 0 0,-3 1 70 0 0,-10-1 33 0 0,-4 1-119 0 0,0 0 0 0 0,-1 0 0 0 0,1 0 0 0 0,0 0-1 0 0,-1 0 1 0 0,1-1 0 0 0,0 1 0 0 0,-1-1 0 0 0,-3 1-1 0 0,-211 13 110 0 0,171-6-93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0:35.7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369 219 6728 0 0,'-3'16'10876'0'0,"0"-18"-10969"0"0,0 1 229 0 0,0 1-1 0 0,0-1 1 0 0,0 1-1 0 0,0 0 0 0 0,0 0 1 0 0,0 0-1 0 0,0 0 1 0 0,0 0-1 0 0,0 1 0 0 0,0-1 1 0 0,0 1-1 0 0,-6 2 0 0 0,-116 46 341 0 0,16-6-270 0 0,96-39-203 0 0,1 1 0 0 0,0 1 1 0 0,-21 13-1 0 0,31-18-10 0 0,1 0-1 0 0,-4 3-30 0 0,3-4-122 0 0,-2 3-341 0 0,9 4 279 0 0,8 2-38 0 0,2-5-23 0 0,0-1 0 0 0,1 0 0 0 0,-1-2 0 0 0,1 0 0 0 0,0 0 0 0 0,-1-2 0 0 0,25-3-1 0 0,-39 4 273 0 0,78-11-362 0 0,-60 7 292 0 0,0 0 1 0 0,1 2-1 0 0,-1 1 1 0 0,1 0 0 0 0,20 2-1 0 0,184 27-335 0 0,-102-6 288 0 0,-82-13 90 0 0,69 7-1 0 0,180 6 14 0 0,161-1 95 0 0,-253-28 20 0 0,-60 7-9 0 0,95 5 215 0 0,-149 0 3 0 0,128-9 1 0 0,-103 0-140 0 0,97-9 99 0 0,-126 6-87 0 0,31-7 72 0 0,23-1-40 0 0,116 7 356 0 0,-10 5-118 0 0,-207 4-345 0 0,46 6 0 0 0,11 2 59 0 0,-41-7-96 0 0,-4 0 34 0 0,48-4 0 0 0,289-46 670 0 0,-318 40-629 0 0,46-3 101 0 0,37-1-34 0 0,-90 6 37 0 0,112 2 0 0 0,280 20 633 0 0,-309-17-574 0 0,82-4 141 0 0,317-20 403 0 0,-301 21-490 0 0,-91 8-144 0 0,-12 2 127 0 0,243-21 0 0 0,-294 4-231 0 0,145-23 90 0 0,239-39 180 0 0,-320 55-237 0 0,51-4 98 0 0,686-25 425 0 0,-324 45-380 0 0,-426 5-209 0 0,-51 1 3 0 0,113 20 0 0 0,79 31 95 0 0,-121-22-101 0 0,-80-18-34 0 0,316 53 156 0 0,-203-45-112 0 0,254 23 94 0 0,-319-37-139 0 0,143 3 62 0 0,86-10 28 0 0,-244 0-73 0 0,475-15 191 0 0,189-48-2 0 0,-517 41-181 0 0,116-13 21 0 0,-194 18-36 0 0,34-4 11 0 0,96-3 30 0 0,-123 13-42 0 0,109 8 31 0 0,-13 1 7 0 0,-156-5-56 0 0,249-23 104 0 0,-150-14-8 0 0,-206 38-111 0 0,248-42 206 0 0,-97 21-91 0 0,-76 13-88 0 0,-31 4-5 0 0,67-12 35 0 0,-75 10-10 0 0,62-3 0 0 0,-26 3-2 0 0,-72 8-37 0 0,-1 1 1 0 0,0 0-1 0 0,0 1 1 0 0,0 0 0 0 0,26 5-1 0 0,-39-4 0 0 0,13 10 85 0 0,-17 1-92 0 0,1 1 0 0 0,-1-1 0 0 0,-1 0 1 0 0,0 0-1 0 0,-1-1 0 0 0,-8 19 0 0 0,6-17-1 0 0,1 0-1 0 0,1 0 0 0 0,0 0 1 0 0,0 1-1 0 0,-1 19 0 0 0,5-21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1:51.6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1 726 6928 0 0,'4'16'24'0'0,"-2"-9"-6"0"0,-1-2 181 0 0,26-23 1305 0 0,2 18-700 0 0,34 7-420 0 0,-24 5-187 0 0,-4-7-64 0 0,0-3 0 0 0,65-2-1 0 0,-36-2-6 0 0,-7-3-47 0 0,-43 3-41 0 0,1 0 1 0 0,25 1-1 0 0,1 1 13 0 0,-31-1-34 0 0,1 1 1 0 0,-1 0-1 0 0,0 1 1 0 0,21 4-1 0 0,-7-1 23 0 0,0 0 0 0 0,1-2 0 0 0,43 0-1 0 0,-29-2 0 0 0,38-1 58 0 0,26 1 20 0 0,-63 3-73 0 0,-20 0 7 0 0,0-2-1 0 0,35-1 1 0 0,74-5 113 0 0,-64 1-26 0 0,112 9 0 0 0,-31 1 34 0 0,-63-9-77 0 0,-38 1-27 0 0,55 4 0 0 0,-61 0 48 0 0,45-3 1 0 0,27 1 46 0 0,-37 1 89 0 0,1-2-1 0 0,120-19 1 0 0,-19 1 249 0 0,70 11-91 0 0,-120 6-163 0 0,145 1 221 0 0,34-26 96 0 0,-234 13-404 0 0,-48 8-96 0 0,0 2-1 0 0,37-3 1 0 0,145 6 348 0 0,-90-1-147 0 0,176 8 307 0 0,-237-2-434 0 0,0-2-1 0 0,0-2 1 0 0,0-2 0 0 0,68-13-1 0 0,49-6 167 0 0,-11 3 7 0 0,-119 13-225 0 0,0 2-1 0 0,0 2 1 0 0,64 6 0 0 0,14 0 169 0 0,-12-3-84 0 0,-48 1-41 0 0,-1-3 0 0 0,70-9-1 0 0,124-20 155 0 0,-96 12-61 0 0,-13 5-51 0 0,-75 4-55 0 0,1 3 1 0 0,74 5-1 0 0,-28 5-2 0 0,229 4 109 0 0,-228-13-150 0 0,-60 0-11 0 0,62 5 0 0 0,169 3 153 0 0,-168-5-138 0 0,-63-2 4 0 0,78-14-1 0 0,-26 3 7 0 0,4 1 29 0 0,149-9 123 0 0,149 2 139 0 0,-165 17-197 0 0,184-8 103 0 0,-56-9-51 0 0,-82 12-42 0 0,-77 5-24 0 0,-6-19-91 0 0,-99 8-64 0 0,179-25 8 0 0,-58 6-6 0 0,19-3-6 0 0,68-9 0 0 0,157-13-9 0 0,-235 16 3 0 0,-81 12 1 0 0,-105 22-6 0 0,499-70 61 0 0,-351 64 26 0 0,251 14 0 0 0,336 36 315 0 0,-641-23-334 0 0,41 2 34 0 0,116 3 64 0 0,-65-1-36 0 0,-4 6-26 0 0,-57-3 7 0 0,96 7 30 0 0,-215-20-92 0 0,242 13 106 0 0,-114-19-95 0 0,273-3 84 0 0,-137 6-58 0 0,-45 1-18 0 0,4 0 0 0 0,-57 2-33 0 0,-74-6 0 0 0,205-4 34 0 0,302 23 45 0 0,-543-10-67 0 0,144 31-1 0 0,-119-14-8 0 0,61 15 40 0 0,-37-6-5 0 0,-57-13-6 0 0,-86-17-54 0 0,0-1 0 0 0,25 3 0 0 0,29 7 36 0 0,-45-8-8 0 0,1-2 0 0 0,0-1 0 0 0,0-1 0 0 0,62-4 0 0 0,-42 1 30 0 0,-42-1-50 0 0,-1 0-1 0 0,1-1 1 0 0,-1 0-1 0 0,0 0 0 0 0,15-6 1 0 0,-4 1 29 0 0,-15 3-26 0 0,1 1 0 0 0,-1-1 1 0 0,0-1-1 0 0,0 1 0 0 0,4-7 0 0 0,-3 6 30 0 0,-4 4-49 0 0,0 0 0 0 0,0 0 0 0 0,-1 0-1 0 0,1 0 1 0 0,0 0 0 0 0,0-1 0 0 0,-1 1-1 0 0,1 0 1 0 0,-1 0 0 0 0,1 0 0 0 0,-1-1 0 0 0,0 1-1 0 0,1 0 1 0 0,-1-1 0 0 0,0 1 0 0 0,0 0-1 0 0,0-1 1 0 0,0 1 0 0 0,0 0 0 0 0,0-1 0 0 0,0 1-1 0 0,0 0 1 0 0,0 0 0 0 0,-1-1 0 0 0,1 1-1 0 0,-1 0 1 0 0,1 0 0 0 0,-1-1 0 0 0,1 1 0 0 0,-1 0-1 0 0,0 0 1 0 0,1 0 0 0 0,-1 0 0 0 0,-1-2 0 0 0,1 2 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1:53.8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15860 109 14872 0 0,'0'0'998'0'0,"-4"0"-499"0"0,-23 2 263 0 0,-1 2 1 0 0,1 1 0 0 0,0 1-1 0 0,0 2 1 0 0,-50 21 0 0 0,70-26-821 0 0,-21 5 89 0 0,0-1 0 0 0,0-1 0 0 0,0-1 0 0 0,-42 1-1 0 0,44-4-32 0 0,-36 3-421 0 0,-120 27 0 0 0,131-21-197 0 0,-73 5 1 0 0,81-11 407 0 0,17-3 58 0 0,-1 0 0 0 0,0-2 0 0 0,1-1 0 0 0,-1-1 0 0 0,1-1 0 0 0,-46-12-1 0 0,63 13 126 0 0,0 1 0 0 0,-1 0-1 0 0,1 0 1 0 0,-17 1-1 0 0,-15 0-39 0 0,7-2-7 0 0,-52 4 0 0 0,30 1 36 0 0,27-3 15 0 0,1-1-1 0 0,-40-6 0 0 0,48 5 22 0 0,-1 1-1 0 0,0 1 1 0 0,-26 3-1 0 0,-11-1-2 0 0,-16 2 4 0 0,1 4 1 0 0,1 3-1 0 0,-102 27 1 0 0,-43 9 9 0 0,41-29 4 0 0,123-14 28 0 0,0-2 0 0 0,-60-4 0 0 0,-15-16 18 0 0,87 11-9 0 0,16 2 24 0 0,-46-16-1 0 0,46 12-22 0 0,-43-9 1 0 0,-136-8 222 0 0,162 22-172 0 0,-1 2 0 0 0,-82 8 1 0 0,30 0 46 0 0,-97 6 23 0 0,-85 3 292 0 0,174-15-111 0 0,0 4 0 0 0,-196 34 0 0 0,184-15-64 0 0,-146 38 201 0 0,214-49-366 0 0,0-2 0 0 0,0-3 1 0 0,0-1-1 0 0,-56 0 1 0 0,-142-10 531 0 0,144 5-409 0 0,-122 7 122 0 0,89 2-32 0 0,0-7 1 0 0,-249-25-1 0 0,318 20-155 0 0,0 2 1 0 0,-94 13 0 0 0,13 0 83 0 0,71-8-124 0 0,-41 2 15 0 0,84-7-104 0 0,16 1-7 0 0,0-1 1 0 0,-1-1-1 0 0,1 0 1 0 0,-21-5-1 0 0,-81-15 272 0 0,36 8-142 0 0,11 1-56 0 0,-1 3 1 0 0,1 3 0 0 0,-1 3-1 0 0,-84 8 1 0 0,4 2 54 0 0,-20 3-26 0 0,-118 12 29 0 0,-345 35 253 0 0,62-27-150 0 0,379-35-59 0 0,-237-34 1 0 0,385 33-194 0 0,-477-64 258 0 0,444 52-229 0 0,-14-2 12 0 0,74 17-61 0 0,-22-3 40 0 0,-75 0 0 0 0,40 5 56 0 0,-123-19-1 0 0,120 10-16 0 0,-105-1 1 0 0,33 6 8 0 0,85 1-28 0 0,-75 6 0 0 0,-80 23 38 0 0,-139 6-1 0 0,111-14-1 0 0,15 0-34 0 0,-183-22 37 0 0,356 3-82 0 0,0-3 1 0 0,-93-21-1 0 0,116 21-11 0 0,-1 2 0 0 0,1 1 0 0 0,-47 5-1 0 0,7-1 1 0 0,70-2-11 0 0,-247-7 51 0 0,212 6-42 0 0,-46 4 1 0 0,-14 0 7 0 0,8-3 18 0 0,-28-1-11 0 0,-177-35 39 0 0,282 34-55 0 0,1 1 0 0 0,-22 2 0 0 0,25-1 0 0 0,-1 0 0 0 0,1 0 0 0 0,0-1-1 0 0,-16-3 1 0 0,-20-2 18 0 0,42 6-23 0 0,-1-1 0 0 0,1 0 1 0 0,-1 0-1 0 0,1-1 1 0 0,-1 0-1 0 0,-8-3 0 0 0,7 1 3 0 0,-1 1 0 0 0,1 1 0 0 0,-22-3 0 0 0,22 4 1 0 0,1-1 1 0 0,-1 1-1 0 0,0-2 1 0 0,1 1-1 0 0,-14-7 0 0 0,15 6 0 0 0,0 0-1 0 0,0 1 0 0 0,0 0 0 0 0,0 0 0 0 0,0 0 1 0 0,-17 1-1 0 0,17 0-3 0 0,0 0 1 0 0,-1 0 0 0 0,1 0 0 0 0,0-1-1 0 0,0 0 1 0 0,-9-4 0 0 0,-11-6 14 0 0,18 8-12 0 0,0 0 0 0 0,0-1 0 0 0,0 0 0 0 0,0-1 0 0 0,1 0 0 0 0,0 0 0 0 0,0-1 0 0 0,0 0 0 0 0,1-1 0 0 0,-8-8 0 0 0,13 12-6 0 0,0 0 1 0 0,0 0-1 0 0,1 0 1 0 0,-1-1-1 0 0,1 1 1 0 0,0-1-1 0 0,0 0 0 0 0,1 1 1 0 0,-1-1-1 0 0,1 0 1 0 0,0 0-1 0 0,-1-5 1 0 0,2-3 5 0 0,0-1 0 0 0,1 1 0 0 0,3-17 0 0 0,-2 20-7 0 0,2-22 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1:54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17383 0 0,'0'0'1016'0'0,"24"25"-512"0"0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1:55.7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0 267 13968 0 0,'25'11'150'0'0,"-11"-5"59"0"0,8 2 209 0 0,-10-4-166 0 0,0 0 0 0 0,0-1-1 0 0,0-1 1 0 0,0 0 0 0 0,25 1 0 0 0,41 3 653 0 0,-53-3-502 0 0,47 0-1 0 0,1-3-183 0 0,-42 1-136 0 0,42-5 0 0 0,-5 0 28 0 0,-45 3-63 0 0,0-1-1 0 0,33-6 1 0 0,-21 2-23 0 0,0 1 1 0 0,54 1 0 0 0,4 0-5 0 0,50-16-35 0 0,22-2-12 0 0,125 9-84 0 0,110-19-165 0 0,-202 11 190 0 0,-105 12 48 0 0,12-2-12 0 0,124 3 0 0 0,9 12 17 0 0,145 10-17 0 0,-210-1 45 0 0,129 18-2 0 0,313 91 6 0 0,158 16 44 0 0,-717-130-41 0 0,244 38 48 0 0,-10-16 50 0 0,-82-13-5 0 0,-131-12-64 0 0,24 0 14 0 0,63 6 85 0 0,578 96 284 0 0,-624-89-229 0 0,177 5 0 0 0,-193-18-117 0 0,-31-5 68 0 0,1-3 1 0 0,-1-3-1 0 0,102-22 0 0 0,-14 2 162 0 0,223-39 466 0 0,-101 14-408 0 0,209-49 277 0 0,-266 50-350 0 0,205-29 35 0 0,-261 59-24 0 0,297 6 1 0 0,-318 15-208 0 0,442 16 316 0 0,-209 7-100 0 0,-241-13-112 0 0,251-14 1 0 0,-19-32 136 0 0,-47 1 47 0 0,-35-17-139 0 0,-48 6-4 0 0,-54 8-1 0 0,-36 5-11 0 0,150-22 59 0 0,-228 41-182 0 0,77-9 59 0 0,-40 8 4 0 0,39-3 74 0 0,274 20 213 0 0,-24 1-50 0 0,-312-4-219 0 0,115 13-1 0 0,-106-4-56 0 0,24-1 42 0 0,135-8 1 0 0,-224-2-134 0 0,92-6 141 0 0,210 15 1 0 0,-195 0-89 0 0,-26-2-25 0 0,256 20 158 0 0,-234-14-139 0 0,240 27 109 0 0,-281-27-139 0 0,-45-6-9 0 0,74 18 0 0 0,290 69 185 0 0,-295-74-177 0 0,243 23 107 0 0,-321-40-130 0 0,0 2 0 0 0,0 1 0 0 0,62 16 0 0 0,13 3 47 0 0,-75-15-46 0 0,53 5-1 0 0,-59-9-17 0 0,109 5 25 0 0,-79-6-10 0 0,2-2 5 0 0,107-10 0 0 0,-78-6 17 0 0,105-31 0 0 0,-122 27-23 0 0,78-28 22 0 0,-84 24-22 0 0,119-21 49 0 0,-95 24-20 0 0,11 9 31 0 0,-68 10 14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3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0 427 6424 0 0,'11'-1'-2'0'0,"8"0"72"0"0,-9-2 5 0 0,2-5 68 0 0,-10 6 115 0 0,10-15 124 0 0,10-28 97 0 0,71-131 1124 0 0,-71 127-1102 0 0,-18 38-404 0 0,1 0 0 0 0,0 1 0 0 0,8-13 0 0 0,26-37 622 0 0,-37 58-581 0 0,2-2-31 0 0,0 1 64 0 0,4 10-7 0 0,-5 0-135 0 0,-1 0 0 0 0,0 0 1 0 0,0 0-1 0 0,-1 0 0 0 0,1 0 1 0 0,-1 12-1 0 0,2 2 19 0 0,2 25 77 0 0,-1 0 0 0 0,-4 59 0 0 0,-24 139 394 0 0,0 42 302 0 0,14-220-488 0 0,10-65-320 0 0,0-1 1 0 0,1 1 0 0 0,-1-1-1 0 0,0 1 1 0 0,0-1-1 0 0,1 1 1 0 0,-1-1-1 0 0,0 1 1 0 0,1-1-1 0 0,-1 1 1 0 0,0-1-1 0 0,1 1 1 0 0,-1-1-1 0 0,1 1 1 0 0,-1-1-1 0 0,1 0 1 0 0,-1 1 0 0 0,1-1-1 0 0,0 1 1 0 0,1 0 130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11256 0 0,'0'0'241'0'0,"3"-1"6"0"0,35 0 2081 0 0,-38 0-2306 0 0,1 0 1 0 0,0 0 0 0 0,-1 1-1 0 0,1-1 1 0 0,0 0 0 0 0,-1 0 0 0 0,1 0-1 0 0,-1 0 1 0 0,1 0 0 0 0,-1 0 0 0 0,0 0-1 0 0,1 0 1 0 0,-1 0 0 0 0,0-1-1 0 0,1-2 40 0 0,14-22 345 0 0,21-31 1 0 0,-14 24-176 0 0,0-11 124 0 0,-21 43-233 0 0,-2 12-111 0 0,0 0 1 0 0,0 0-1 0 0,-6 20 1 0 0,-3 19-6 0 0,2 10 2 0 0,4-41-4 0 0,2 1 0 0 0,0 0 0 0 0,1-1 0 0 0,1 1 0 0 0,3 27 0 0 0,-3-45-5 0 0,0-1 0 0 0,-1 0 0 0 0,1-1 0 0 0,0 1 0 0 0,0 0 0 0 0,0 0 0 0 0,1 0 0 0 0,-1-1 0 0 0,0 1 0 0 0,0 0 0 0 0,0 0 0 0 0,0-1 0 0 0,1 1 0 0 0,-1 0 0 0 0,0-1 0 0 0,1 1 0 0 0,-1 0 0 0 0,1-1 0 0 0,-1 1 0 0 0,0 0 0 0 0,1-1 0 0 0,0 1 0 0 0,-1-1 0 0 0,1 1 0 0 0,-1-1 0 0 0,1 1 0 0 0,0-1 0 0 0,-1 1 0 0 0,2-1 0 0 0,8 7 0 0 0,0-10 0 0 0,-2-7 0 0 0,-1-1 0 0 0,1-1 0 0 0,-2 1 0 0 0,0-1 0 0 0,0 0 0 0 0,-1-1 0 0 0,0 1 0 0 0,-1-1 0 0 0,4-22 0 0 0,8-23 0 0 0,-8 25 1 0 0,-6 19 1 0 0,1 0 1 0 0,8-25 0 0 0,-10 37 21 0 0,-1-5 65 0 0,-1 10-79 0 0,1 1-1 0 0,0 0 1 0 0,0-1-1 0 0,1 1 1 0 0,-1-1-1 0 0,1 1 1 0 0,-1-1-1 0 0,1 1 1 0 0,3 5-1 0 0,4 24 20 0 0,-3-4 19 0 0,2 0 0 0 0,17 48 0 0 0,-16-59-9 0 0,0 0 0 0 0,1 0 0 0 0,1-1 0 0 0,1-1 0 0 0,0 0 0 0 0,2 0 0 0 0,18 19 0 0 0,-14-19 18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11552 0 0,'14'-3'35'0'0,"7"-1"125"0"0,18-3 355 0 0,-35 6-477 0 0,-1 0 0 0 0,0-1 0 0 0,1 1 0 0 0,-1-1 0 0 0,0 0 1 0 0,0 1-1 0 0,0-1 0 0 0,0-1 0 0 0,0 1 0 0 0,0 0 1 0 0,-1-1-1 0 0,1 1 0 0 0,-1-1 0 0 0,4-5 0 0 0,26-54 539 0 0,-25 47-332 0 0,1 0 1 0 0,0 0-1 0 0,16-20 1 0 0,-22 32-193 0 0,0 0 0 0 0,1 1 0 0 0,-1 0 0 0 0,1-1 1 0 0,0 1-1 0 0,0 0 0 0 0,0 0 0 0 0,0 1 0 0 0,0-1 0 0 0,0 1 0 0 0,0-1 1 0 0,0 1-1 0 0,4-1 0 0 0,-5 4-31 0 0,0-1-1 0 0,0 1 1 0 0,0-1 0 0 0,0 1-1 0 0,0 0 1 0 0,0 0 0 0 0,-1 0-1 0 0,1 0 1 0 0,-1 0 0 0 0,2 2 0 0 0,9 20 25 0 0,-1 0 1 0 0,-1 1 0 0 0,-1 0 0 0 0,-1 0 0 0 0,5 31-1 0 0,-2-14-23 0 0,-2-2-5 0 0,-7-31-10 0 0,-1 0 1 0 0,2 0-1 0 0,-1-1 1 0 0,1 1-1 0 0,0-1 1 0 0,1 1-1 0 0,0-1 1 0 0,0 0-1 0 0,10 13 1 0 0,-12-19 14 0 0,-2-2-24 0 0,0 0 1 0 0,0 0-1 0 0,0-1 1 0 0,0 1 0 0 0,0 0-1 0 0,1 0 1 0 0,-1 0-1 0 0,0-1 1 0 0,0 1 0 0 0,0 0-1 0 0,0 0 1 0 0,0 0-1 0 0,1-1 1 0 0,-1 1 0 0 0,0 0-1 0 0,0 0 1 0 0,0 0 0 0 0,1 0-1 0 0,-1 0 1 0 0,0 0-1 0 0,0-1 1 0 0,0 1 0 0 0,1 0-1 0 0,-1 0 1 0 0,0 0-1 0 0,0 0 1 0 0,1 0 0 0 0,-1 0-1 0 0,0 0 1 0 0,0 0-1 0 0,1 0 1 0 0,-1 0 0 0 0,0 0-1 0 0,0 0 1 0 0,1 0-1 0 0,-1 0 1 0 0,0 0 0 0 0,0 0-1 0 0,0 1 1 0 0,1-1 0 0 0,-1 0-1 0 0,0 0 1 0 0,0 0-1 0 0,0 0 1 0 0,1 0 0 0 0,-1 0-1 0 0,0 1 1 0 0,0-1-1 0 0,0 0 1 0 0,1 0 0 0 0,-1 0-1 0 0,0 1 1 0 0,0-1-1 0 0,0 0 1 0 0,0 0 0 0 0,0 0-1 0 0,0 1 1 0 0,0-1 0 0 0,1 0-1 0 0,-1 0 1 0 0,0 1-1 0 0,0-1 1 0 0,0 0 0 0 0,0 0-1 0 0,0 0 1 0 0,0 1-1 0 0,12-16 42 0 0,-12 15-40 0 0,21-41 81 0 0,-2-1 1 0 0,-2 0 0 0 0,17-68 0 0 0,-28 89-39 0 0,8-49 185 0 0,-14 68-133 0 0,8 10 71 0 0,0 9-126 0 0,-1 0 0 0 0,0 0 0 0 0,-2 0 0 0 0,5 22 0 0 0,-5-20 0 0 0,0 0 0 0 0,1-1 0 0 0,1 0 0 0 0,9 19 0 0 0,-14-33-37 0 0,4 6 34 0 0,0 1 0 0 0,0-2 0 0 0,14 17 0 0 0,-19-24-31 0 0,0-1 0 0 0,1 1 0 0 0,-1-1 0 0 0,0 1 0 0 0,1-1-1 0 0,-1 0 1 0 0,1 0 0 0 0,0 0 0 0 0,-1 0 0 0 0,1 0 0 0 0,0 0 0 0 0,0 0 0 0 0,0-1 0 0 0,-1 1-1 0 0,1 0 1 0 0,0-1 0 0 0,0 0 0 0 0,0 1 0 0 0,0-1 0 0 0,0 0 0 0 0,0 0 0 0 0,0 0 0 0 0,0 0-1 0 0,0-1 1 0 0,0 1 0 0 0,0 0 0 0 0,-1-1 0 0 0,1 1 0 0 0,3-2 0 0 0,-4 0 4 0 0,1-1 0 0 0,0 1 0 0 0,-1-1 1 0 0,0 0-1 0 0,1 1 0 0 0,-1-1 0 0 0,0 0 0 0 0,-1 1 1 0 0,2-6-1 0 0,-2 6 3 0 0,3-13 17 0 0,-1 0-1 0 0,-1 0 1 0 0,-1 0-1 0 0,0 0 0 0 0,-1 1 1 0 0,0-1-1 0 0,-4-15 1 0 0,4 25-21 0 0,-1-25 42 0 0,2 28-46 0 0,0-1-1 0 0,0 0 1 0 0,-1 0-1 0 0,1 1 1 0 0,-1-1-1 0 0,1 0 1 0 0,-1 0-1 0 0,0 1 1 0 0,0-1-1 0 0,0 0 1 0 0,0 1-1 0 0,0-1 1 0 0,-1 1-1 0 0,1 0 1 0 0,-1-1-1 0 0,0 1 1 0 0,-2-3-1 0 0,0 0 17 0 0,2 3-13 0 0,1 1 0 0 0,0-1 1 0 0,-1 0-1 0 0,0 1 0 0 0,1-1 1 0 0,-1 1-1 0 0,0-1 1 0 0,0 1-1 0 0,0 0 0 0 0,0 0 1 0 0,-2-1-1 0 0,2 1 10 0 0,-4 39 85 0 0,8-10-68 0 0,2 0-1 0 0,8 31 1 0 0,-11-52-26 0 0,1 0 0 0 0,1 0 0 0 0,-1 0 0 0 0,1 0 1 0 0,0-1-1 0 0,1 1 0 0 0,-1-1 0 0 0,1 0 0 0 0,1 0 0 0 0,-1 0 0 0 0,1-1 0 0 0,0 1 1 0 0,7 5-1 0 0,-8-8 15 0 0,14-3 34 0 0,-16 0-56 0 0,0 1-1 0 0,0-1 1 0 0,-1 0 0 0 0,1 0 0 0 0,0 0 0 0 0,0 0 0 0 0,-1-1 0 0 0,1 1 0 0 0,0 0-1 0 0,0-1 1 0 0,-1 1 0 0 0,1-1 0 0 0,0 1 0 0 0,-1-1 0 0 0,4-2 0 0 0,63-47 116 0 0,6-4 21 0 0,-68 50-120 0 0,1 0 1 0 0,-1 1-1 0 0,1 0 0 0 0,0 1 0 0 0,0 0 1 0 0,0 0-1 0 0,0 0 0 0 0,0 1 1 0 0,0 0-1 0 0,1 0 0 0 0,-1 1 0 0 0,0 0 1 0 0,1 0-1 0 0,8 2 0 0 0,-12-1-8 0 0,0-1-1 0 0,-1 1 0 0 0,1 1 1 0 0,0-1-1 0 0,-1 0 1 0 0,0 1-1 0 0,1 0 0 0 0,-1 0 1 0 0,0 0-1 0 0,0 0 1 0 0,0 0-1 0 0,0 1 0 0 0,0-1 1 0 0,0 1-1 0 0,-1 0 0 0 0,1 0 1 0 0,-1 0-1 0 0,0 0 1 0 0,0 0-1 0 0,0 1 0 0 0,0-1 1 0 0,-1 0-1 0 0,1 1 0 0 0,-1 0 1 0 0,0-1-1 0 0,0 1 1 0 0,0 0-1 0 0,-1-1 0 0 0,1 6 1 0 0,1 10 18 0 0,-1 0 1 0 0,-1 0 0 0 0,-1 0 0 0 0,-3 24-1 0 0,2-32-14 0 0,-1 0 1 0 0,0 0-1 0 0,0 0 0 0 0,-1 0 0 0 0,0 0 0 0 0,-1-1 1 0 0,0 1-1 0 0,-9 11 0 0 0,14-21-15 0 0,-1 0 0 0 0,1 0 0 0 0,-1-1 0 0 0,1 1 0 0 0,-1 0-1 0 0,1-1 1 0 0,-1 1 0 0 0,1 0 0 0 0,-1-1 0 0 0,0 1 0 0 0,1-1 0 0 0,-1 1 0 0 0,0-1 0 0 0,1 1 0 0 0,-1-1 0 0 0,0 0-1 0 0,0 1 1 0 0,1-1 0 0 0,-1 0 0 0 0,0 1 0 0 0,0-1 0 0 0,0 0 0 0 0,0 0 0 0 0,1 0 0 0 0,-1 0 0 0 0,0 0-1 0 0,0 0 1 0 0,0 0 0 0 0,0 0 0 0 0,1 0 0 0 0,-1 0 0 0 0,0-1 0 0 0,0 1 0 0 0,0 0 0 0 0,1 0 0 0 0,-1-1 0 0 0,0 1-1 0 0,0-1 1 0 0,1 1 0 0 0,-1 0 0 0 0,0-1 0 0 0,1 0 0 0 0,-1 1 0 0 0,0-1 0 0 0,1 1 0 0 0,-1-2 0 0 0,-2-1 2 0 0,0 0 0 0 0,1 0 0 0 0,0-1 1 0 0,-1 0-1 0 0,1 1 0 0 0,1-1 1 0 0,-3-4-1 0 0,2 1 1 0 0,0 0-1 0 0,0 1 1 0 0,0-1 0 0 0,1 0-1 0 0,0 0 1 0 0,0 0 0 0 0,1 0-1 0 0,0 0 1 0 0,0 0 0 0 0,1 0-1 0 0,-1 0 1 0 0,2 0 0 0 0,2-9-1 0 0,-3 13-2 0 0,0 0 0 0 0,1 1 0 0 0,0-1 0 0 0,0 0 0 0 0,0 0-1 0 0,0 1 1 0 0,0-1 0 0 0,1 1 0 0 0,-1 0 0 0 0,1 0 0 0 0,-1 0 0 0 0,1 0-1 0 0,0 0 1 0 0,0 0 0 0 0,0 1 0 0 0,0-1 0 0 0,0 1 0 0 0,0 0-1 0 0,0 0 1 0 0,6-1 0 0 0,3 0 2 0 0,-1 1-1 0 0,1 0 1 0 0,-1 1-1 0 0,15 1 1 0 0,-5 0-3 0 0,-20-1-1 0 0,9-3 5 0 0,5-7-4 0 0,-4 2-1 0 0,7-10 0 0 0,-16 11 0 0 0,-1 2 0 0 0,6-9 0 0 0,-2 0 0 0 0,0-1 0 0 0,-1 1-1 0 0,0-1 1 0 0,2-23 0 0 0,-4 34-5 0 0,0 2 4 0 0,0 0 0 0 0,-1 0 0 0 0,1 1 1 0 0,-1-1-1 0 0,0 0 0 0 0,0 0 0 0 0,0 0 1 0 0,0 0-1 0 0,0-1 0 0 0,0 1 0 0 0,1-4 1 0 0,-2 2-2 0 0,1 2-6 0 0,9-2-13 0 0,-7 11 17 0 0,0-1 1 0 0,1 1 0 0 0,0-1-1 0 0,0 0 1 0 0,1 0 0 0 0,0-1-1 0 0,0 1 1 0 0,0-1-1 0 0,12 9 1 0 0,-15-12 2 0 0,1-1 0 0 0,-1 1 0 0 0,1 0-1 0 0,0-1 1 0 0,0 1 0 0 0,-1-1 0 0 0,1 0 0 0 0,0 0-1 0 0,0 0 1 0 0,0 0 0 0 0,0-1 0 0 0,0 1 0 0 0,0-1 0 0 0,0 0-1 0 0,0 0 1 0 0,1 0 0 0 0,-1 0 0 0 0,0 0 0 0 0,0-1 0 0 0,0 1-1 0 0,0-1 1 0 0,0 0 0 0 0,0 0 0 0 0,0 0 0 0 0,-1 0 0 0 0,5-3-1 0 0,18-15 0 0 0,0-1-1 0 0,34-35 0 0 0,35-51 3 0 0,-81 93 0 0 0,8-5 1 0 0,-21 19 0 0 0,2 7 7 0 0,-27 112 46 0 0,22-102-35 0 0,-14 111 78 0 0,16-118-77 0 0,1 0-1 0 0,0 0 1 0 0,1 0 0 0 0,0 0 0 0 0,1 0 0 0 0,0 0-1 0 0,0-1 1 0 0,1 1 0 0 0,7 14 0 0 0,-10-25-17 0 0,0 1 1 0 0,1 0-1 0 0,-1 0 1 0 0,0 0-1 0 0,1-1 1 0 0,-1 1-1 0 0,1 0 0 0 0,-1 0 1 0 0,1-1-1 0 0,-1 1 1 0 0,1-1-1 0 0,-1 1 1 0 0,1 0-1 0 0,0-1 1 0 0,-1 1-1 0 0,1-1 1 0 0,0 1-1 0 0,0-1 1 0 0,-1 0-1 0 0,1 1 1 0 0,0-1-1 0 0,0 0 0 0 0,0 0 1 0 0,-1 1-1 0 0,1-1 1 0 0,0 0-1 0 0,0 0 1 0 0,0 0-1 0 0,0 0 1 0 0,-1 0-1 0 0,1 0 1 0 0,0 0-1 0 0,0 0 1 0 0,0 0-1 0 0,0-1 1 0 0,-1 1-1 0 0,1 0 1 0 0,0 0-1 0 0,0-1 0 0 0,0 1 1 0 0,-1 0-1 0 0,1-1 1 0 0,0 1-1 0 0,-1-1 1 0 0,1 1-1 0 0,0-1 1 0 0,-1 0-1 0 0,2 0 1 0 0,2-3 17 0 0,0-1 0 0 0,0 1 0 0 0,0-1 0 0 0,0 0 0 0 0,5-9 0 0 0,-1-6 16 0 0,0 1 1 0 0,-2-1 0 0 0,0 0 0 0 0,-1 0 0 0 0,-1-1-1 0 0,0 1 1 0 0,-2-1 0 0 0,-1 0 0 0 0,0 0-1 0 0,-2 0 1 0 0,-5-39 0 0 0,0 43 16 0 0,2 25-20 0 0,0 30-9 0 0,4-21-17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14872 0 0,'0'0'248'0'0,"26"-7"536"0"0,-16-3-440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13464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91 9240 0 0,'23'0'238'0'0,"-8"0"-86"0"0,12 0 1331 0 0,-27 0-1456 0 0,1 0-1 0 0,-1-1 1 0 0,1 1 0 0 0,-1-1 0 0 0,0 1-1 0 0,1-1 1 0 0,-1 1 0 0 0,0-1 0 0 0,1 1-1 0 0,-1-1 1 0 0,0 0 0 0 0,0 1 0 0 0,1-1-1 0 0,-1 1 1 0 0,0-1 0 0 0,0 0-1 0 0,0 1 1 0 0,0-1 0 0 0,0 0 0 0 0,0 1-1 0 0,0-1 1 0 0,0 1 0 0 0,0-1 0 0 0,0 0-1 0 0,0 1 1 0 0,0-1 0 0 0,-1 0 0 0 0,1 1-1 0 0,0-1 1 0 0,-1 0 0 0 0,-5-20 632 0 0,5 17-611 0 0,-1 0 0 0 0,0 0 0 0 0,0 0 0 0 0,-1 1 0 0 0,1-1 0 0 0,-1 1 0 0 0,1 0 0 0 0,-1 0 0 0 0,0 0 0 0 0,-1 0 0 0 0,1 0 0 0 0,0 1 0 0 0,-8-5 0 0 0,11 7-48 0 0,0 0 0 0 0,-1-1-1 0 0,1 1 1 0 0,-1 0 0 0 0,1 0 0 0 0,-1 0 0 0 0,1 0-1 0 0,-1 0 1 0 0,0 0 0 0 0,1 0 0 0 0,-1 0 0 0 0,1 0-1 0 0,-1 0 1 0 0,1 0 0 0 0,-1 0 0 0 0,1 0 0 0 0,-1 0-1 0 0,1 0 1 0 0,-1 0 0 0 0,1 0 0 0 0,-1 1 0 0 0,1-1-1 0 0,-1 0 1 0 0,1 0 0 0 0,0 1 0 0 0,-1-1 0 0 0,1 0-1 0 0,-1 1 1 0 0,1-1 0 0 0,0 0 0 0 0,-1 1 0 0 0,1-1 0 0 0,0 1-1 0 0,-1-1 1 0 0,1 1 0 0 0,0-1 0 0 0,-1 1 0 0 0,1-1-1 0 0,0 0 1 0 0,0 1 0 0 0,0 0 0 0 0,0-1 0 0 0,0 1-1 0 0,-1-1 1 0 0,1 1 0 0 0,0-1 0 0 0,0 1 0 0 0,16 182-142 0 0,-13-157 98 0 0,-1-16 23 0 0,0 0 0 0 0,1 0 0 0 0,6 16 1 0 0,-1-3-19 0 0,-6-19 29 0 0,-1-1 1 0 0,1 1 0 0 0,0-1-1 0 0,0 1 1 0 0,1-1 0 0 0,-1 0 0 0 0,1 0-1 0 0,0 0 1 0 0,-1 0 0 0 0,1 0-1 0 0,1 0 1 0 0,-1-1 0 0 0,0 0-1 0 0,0 1 1 0 0,1-1 0 0 0,0 0 0 0 0,-1-1-1 0 0,1 1 1 0 0,0-1 0 0 0,0 1-1 0 0,0-1 1 0 0,7 1 0 0 0,-6-1 7 0 0,1-1 1 0 0,0 1 0 0 0,-1-1 0 0 0,1 0-1 0 0,0 0 1 0 0,-1 0 0 0 0,1-1-1 0 0,-1 0 1 0 0,1 0 0 0 0,-1-1-1 0 0,1 0 1 0 0,-1 1 0 0 0,0-2 0 0 0,1 1-1 0 0,6-5 1 0 0,-9 5 2 0 0,-1 0 1 0 0,0 0-1 0 0,0-1 1 0 0,1 1-1 0 0,-1-1 0 0 0,-1 1 1 0 0,1-1-1 0 0,0 0 1 0 0,-1 0-1 0 0,1 0 0 0 0,-1 0 1 0 0,0 0-1 0 0,0 0 1 0 0,0 0-1 0 0,0 0 0 0 0,-1 0 1 0 0,1 0-1 0 0,-1-1 0 0 0,0 1 1 0 0,0 0-1 0 0,0 0 1 0 0,0-1-1 0 0,-1-4 0 0 0,0-9 29 0 0,1 8-9 0 0,0 0 0 0 0,-1 0 0 0 0,0 0 0 0 0,-1 0 0 0 0,0 0 0 0 0,0 0 0 0 0,-1 1 0 0 0,0-1 0 0 0,-1 1 0 0 0,0 0 0 0 0,0 0 0 0 0,-1 0 0 0 0,-9-13 0 0 0,12 18-4 0 0,-1-1 0 0 0,0 1-1 0 0,0 0 1 0 0,0 0 0 0 0,-1 0 0 0 0,1 0 0 0 0,-1 0 0 0 0,0 1 0 0 0,1-1 0 0 0,-1 1 0 0 0,0 0 0 0 0,0 0 0 0 0,-1 1-1 0 0,1-1 1 0 0,0 1 0 0 0,0 0 0 0 0,-1 0 0 0 0,1 0 0 0 0,-1 1 0 0 0,1-1 0 0 0,-1 1 0 0 0,1 0 0 0 0,0 1-1 0 0,-1-1 1 0 0,1 1 0 0 0,-1 0 0 0 0,1 0 0 0 0,0 0 0 0 0,-5 2 0 0 0,4 0 1 0 0,0-1 1 0 0,1 1-1 0 0,0 1 0 0 0,0-1 1 0 0,0 0-1 0 0,0 1 1 0 0,0 0-1 0 0,0 0 0 0 0,1 0 1 0 0,0 1-1 0 0,0-1 1 0 0,0 1-1 0 0,1-1 0 0 0,-1 1 1 0 0,1 0-1 0 0,0 0 1 0 0,-2 7-1 0 0,1-2 20 0 0,1 1 0 0 0,-1-1 0 0 0,1 1 0 0 0,1-1 0 0 0,0 1 0 0 0,1 0 0 0 0,1 20 0 0 0,1-20-4 0 0,-1 0 1 0 0,2 0-1 0 0,-1 0 1 0 0,1-1-1 0 0,1 1 1 0 0,0-1-1 0 0,0 0 1 0 0,1 0-1 0 0,1-1 1 0 0,-1 1-1 0 0,2-1 1 0 0,-1 0-1 0 0,1-1 1 0 0,0 1-1 0 0,1-1 1 0 0,0-1-1 0 0,0 0 1 0 0,12 8 0 0 0,18 8 81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1 483 10848 0 0,'0'0'2840'0'0,"7"-5"-2634"0"0,18-17-77 0 0,-1 0 0 0 0,23-29 0 0 0,-19 20-32 0 0,-23 26-64 0 0,1 0-1 0 0,-1 0 1 0 0,1 0-1 0 0,0 1 0 0 0,0 0 1 0 0,1 0-1 0 0,-1 0 1 0 0,1 1-1 0 0,0 0 1 0 0,0 0-1 0 0,10-2 1 0 0,-14 4-19 0 0,0 1 1 0 0,-1-1 0 0 0,1 1 0 0 0,0 0 0 0 0,0 0 0 0 0,-1 0 0 0 0,1 0 0 0 0,0 0 0 0 0,0 1-1 0 0,-1-1 1 0 0,1 1 0 0 0,0 0 0 0 0,-1 0 0 0 0,1 0 0 0 0,-1 0 0 0 0,1 0 0 0 0,-1 0 0 0 0,1 1-1 0 0,-1-1 1 0 0,0 1 0 0 0,0 0 0 0 0,0 0 0 0 0,0 0 0 0 0,0 0 0 0 0,0 0 0 0 0,0 0 0 0 0,-1 0-1 0 0,1 0 1 0 0,1 4 0 0 0,2 8 29 0 0,0 0-1 0 0,0 0 1 0 0,-2 1-1 0 0,0-1 1 0 0,0 1-1 0 0,-1 0 1 0 0,-1-1-1 0 0,-1 1 1 0 0,-2 24-1 0 0,2-8 152 0 0,0-30-89 0 0,7-27 58 0 0,2-8-102 0 0,-5 17-21 0 0,1-1 1 0 0,1 1 0 0 0,0 1 0 0 0,1-1 0 0 0,1 1 0 0 0,0 0-1 0 0,13-17 1 0 0,6-10 105 0 0,-26 41-133 0 0,0-1 0 0 0,0 1 1 0 0,1 0-1 0 0,0 0 0 0 0,-1 0 0 0 0,1 0 1 0 0,0 0-1 0 0,0 0 0 0 0,0 0 1 0 0,0 1-1 0 0,0-1 0 0 0,0 1 0 0 0,0-1 1 0 0,1 1-1 0 0,-1 0 0 0 0,0 0 0 0 0,1 0 1 0 0,-1 0-1 0 0,5-1 0 0 0,1 1 65 0 0,1-1 0 0 0,0 1 0 0 0,17 0 0 0 0,-25 1-32 0 0,1 0-22 0 0,-1-1-14 0 0,0 1 1 0 0,0-1 0 0 0,0 0-1 0 0,0 1 1 0 0,0-1-1 0 0,0 0 1 0 0,0 1-1 0 0,0-1 1 0 0,0 0 0 0 0,-1 0-1 0 0,1 0 1 0 0,0 0-1 0 0,0 0 1 0 0,-1 0-1 0 0,1 0 1 0 0,-1 0-1 0 0,1 0 1 0 0,-1 0 0 0 0,1 0-1 0 0,-1 0 1 0 0,0 0-1 0 0,0 0 1 0 0,1-3-1 0 0,13-52 459 0 0,-14 54-324 0 0,3-3 164 0 0,-3 9-182 0 0,0 0-147 0 0,1 57 316 0 0,14 103-1 0 0,-11-147-227 0 0,0 1-1 0 0,7 18 0 0 0,-9-30-44 0 0,0-1 1 0 0,0-1-1 0 0,0 1 0 0 0,0 0 0 0 0,1 0 0 0 0,0-1 0 0 0,0 0 0 0 0,0 1 1 0 0,0-1-1 0 0,1 0 0 0 0,5 5 0 0 0,-8-9-13 0 0,0 1-1 0 0,1 0 1 0 0,-1 0-1 0 0,0-1 1 0 0,0 1-1 0 0,0-1 1 0 0,1 1-1 0 0,-1-1 1 0 0,0 0-1 0 0,0 1 1 0 0,1-1-1 0 0,-1 0 1 0 0,0 0-1 0 0,1 0 1 0 0,-1 0-1 0 0,0 0 1 0 0,1 0-1 0 0,-1 0 1 0 0,0 0-1 0 0,1-1 1 0 0,-1 1-1 0 0,0 0 1 0 0,1-1-1 0 0,-1 1 1 0 0,0-1-1 0 0,0 1 1 0 0,0-1-1 0 0,0 0 1 0 0,1 0-1 0 0,-1 1 1 0 0,0-1-1 0 0,0 0 1 0 0,0 0-1 0 0,-1 0 1 0 0,1 0-1 0 0,1-2 1 0 0,2-3 22 0 0,1-1 1 0 0,-1 0 0 0 0,-1-1-1 0 0,0 1 1 0 0,3-9 0 0 0,0 0 36 0 0,-1 1-27 0 0,-1 0-1 0 0,-1 0 0 0 0,0-1 1 0 0,-1 1-1 0 0,0-1 0 0 0,-2-18 1 0 0,3-22 55 0 0,-1 33-53 0 0,-2 0-1 0 0,-1 1 1 0 0,0-1-1 0 0,-2 1 1 0 0,0-1-1 0 0,-2 1 1 0 0,-8-24-1 0 0,11 38-37 0 0,1 3 5 0 0,0 1 0 0 0,0-1 0 0 0,0 1 1 0 0,-1-1-1 0 0,1 1 0 0 0,-1 0 1 0 0,-1-1-1 0 0,1 1 0 0 0,-5-5 0 0 0,7 8-11 0 0,0 1 0 0 0,0 0 0 0 0,0 0 0 0 0,-1 0 0 0 0,1 0-1 0 0,0-1 1 0 0,0 1 0 0 0,-1 0 0 0 0,1 0 0 0 0,0 0 0 0 0,0 0 0 0 0,-1 0-1 0 0,1 0 1 0 0,0 0 0 0 0,-1 0 0 0 0,1 0 0 0 0,0 0 0 0 0,0 0-1 0 0,-1 0 1 0 0,1 0 0 0 0,0 0 0 0 0,-1 0 0 0 0,1 0 0 0 0,0 0 0 0 0,0 0-1 0 0,-1 0 1 0 0,1 1 0 0 0,0-1 0 0 0,0 0 0 0 0,-1 0 0 0 0,1 0 0 0 0,0 0-1 0 0,0 0 1 0 0,0 1 0 0 0,-1-1 0 0 0,1 0 0 0 0,0 0 0 0 0,0 1-1 0 0,0-1 1 0 0,-1 0 0 0 0,1 0 0 0 0,0 1 0 0 0,0-1 0 0 0,0 0 0 0 0,0 0-1 0 0,0 1 1 0 0,0-1 0 0 0,0 0 0 0 0,-4 13 20 0 0,-2 30 13 0 0,1 0 0 0 0,3 1 0 0 0,5 73 0 0 0,-2-107-31 0 0,0 1 0 0 0,1-1 0 0 0,0 0 0 0 0,1 0-1 0 0,0 0 1 0 0,0 0 0 0 0,1-1 0 0 0,0 1 0 0 0,1-1 0 0 0,0 0 0 0 0,1 0-1 0 0,9 12 1 0 0,14 11 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1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1 937 13768 0 0,'10'-6'17'0'0,"6"-3"64"0"0,0 2 52 0 0,8-3 124 0 0,-10 4-98 0 0,0 0-1 0 0,0-1 1 0 0,14-9-1 0 0,15-12 501 0 0,-1-2 1 0 0,-1-2-1 0 0,-2-2 0 0 0,56-61 0 0 0,-81 82-427 0 0,11-12 205 0 0,-25 24-432 0 0,0 1-1 0 0,0 0 1 0 0,0 0-1 0 0,0 0 1 0 0,0-1-1 0 0,0 1 1 0 0,0 0-1 0 0,0 0 1 0 0,0 0-1 0 0,0 0 1 0 0,0-1-1 0 0,0 1 1 0 0,0 0-1 0 0,0 0 1 0 0,0 0-1 0 0,0-1 1 0 0,0 1-1 0 0,0 0 1 0 0,0 0-1 0 0,0 0 0 0 0,0 0 1 0 0,0-1-1 0 0,-1 1 1 0 0,1 0-1 0 0,0 0 1 0 0,0 0-1 0 0,0 0 1 0 0,0 0-1 0 0,0-1 1 0 0,0 1-1 0 0,-1 0 1 0 0,1 0-1 0 0,0 0 1 0 0,0 0-1 0 0,0 0 1 0 0,0 0-1 0 0,-1 0 1 0 0,1 0-1 0 0,0 0 1 0 0,0 0-1 0 0,0-1 1 0 0,-1 1-1 0 0,1 0 0 0 0,0 0 1 0 0,0 0-1 0 0,0 0 1 0 0,-1 0-1 0 0,1 0 1 0 0,0 0-1 0 0,0 1 1 0 0,0-1-1 0 0,0 0 1 0 0,-1 0-1 0 0,1 0 1 0 0,0 0-1 0 0,-14 11 46 0 0,-12 21-47 0 0,9-7 7 0 0,1 1 0 0 0,2 0 0 0 0,0 1 0 0 0,-12 39 0 0 0,22-54-8 0 0,0 0 0 0 0,1 1 0 0 0,0-1-1 0 0,1 1 1 0 0,1 0 0 0 0,0 0 0 0 0,1 0 0 0 0,0 0-1 0 0,1 0 1 0 0,0 0 0 0 0,1-1 0 0 0,7 26 0 0 0,-9-37-2 0 0,0 1 0 0 0,1 0 1 0 0,-1-1-1 0 0,1 1 1 0 0,-1 0-1 0 0,1-1 0 0 0,0 1 1 0 0,0-1-1 0 0,-1 1 0 0 0,1-1 1 0 0,0 1-1 0 0,0-1 0 0 0,1 0 1 0 0,-1 1-1 0 0,0-1 0 0 0,0 0 1 0 0,1 0-1 0 0,-1 0 1 0 0,1 0-1 0 0,-1 0 0 0 0,1 0 1 0 0,-1 0-1 0 0,1-1 0 0 0,-1 1 1 0 0,1 0-1 0 0,0-1 0 0 0,-1 1 1 0 0,1-1-1 0 0,0 0 0 0 0,-1 0 1 0 0,1 0-1 0 0,0 1 1 0 0,0-2-1 0 0,-1 1 0 0 0,1 0 1 0 0,0 0-1 0 0,-1 0 0 0 0,1-1 1 0 0,0 1-1 0 0,-1-1 0 0 0,1 1 1 0 0,0-1-1 0 0,2-1 0 0 0,6-4 3 0 0,0 0-1 0 0,-1-1 1 0 0,0 0-1 0 0,0 0 1 0 0,9-11-1 0 0,-15 15-2 0 0,40-41 8 0 0,-1-1 0 0 0,34-52-1 0 0,-69 86-5 0 0,0 0-1 0 0,-1 0 1 0 0,0-1-1 0 0,-1 1 1 0 0,0-1 0 0 0,-1-1-1 0 0,-1 1 1 0 0,0 0-1 0 0,0-1 1 0 0,1-17-1 0 0,-5 18 1 0 0,-5 1 3 0 0,-3 7-1 0 0,6 5-2 0 0,0 0-1 0 0,0 0 1 0 0,0 1-1 0 0,-1-1 0 0 0,1 1 1 0 0,1-1-1 0 0,-1 1 1 0 0,0 0-1 0 0,0 0 1 0 0,1 1-1 0 0,-1-1 1 0 0,1 0-1 0 0,0 1 1 0 0,0-1-1 0 0,-3 6 1 0 0,-31 50 6 0 0,27-42-4 0 0,0 2-1 0 0,0 1 1 0 0,1-1-1 0 0,1 2 1 0 0,1-1-1 0 0,1 0 0 0 0,-6 34 1 0 0,10-39 2 0 0,-1 1 0 0 0,2-1 0 0 0,-1 0 0 0 0,2 1 0 0 0,0-1 0 0 0,1 0 0 0 0,0 0 0 0 0,2 0-1 0 0,-1 0 1 0 0,7 15 0 0 0,-10-28-5 0 0,1-1 0 0 0,-1 1 0 0 0,0-1 0 0 0,1 1 0 0 0,-1-1 0 0 0,1 1 0 0 0,-1-1 0 0 0,1 1-1 0 0,-1-1 1 0 0,1 1 0 0 0,-1-1 0 0 0,1 1 0 0 0,-1-1 0 0 0,1 0 0 0 0,0 1 0 0 0,-1-1 0 0 0,1 0-1 0 0,0 0 1 0 0,-1 1 0 0 0,1-1 0 0 0,0 0 0 0 0,-1 0 0 0 0,1 0 0 0 0,0 0 0 0 0,0 0 0 0 0,-1 0 0 0 0,1 0-1 0 0,0 0 1 0 0,-1 0 0 0 0,1 0 0 0 0,0 0 0 0 0,-1-1 0 0 0,1 1 0 0 0,0 0 0 0 0,-1 0 0 0 0,1-1-1 0 0,0 1 1 0 0,0-1 0 0 0,1 0 1 0 0,1 0 0 0 0,-1-1 1 0 0,0 1-1 0 0,1-1 0 0 0,-1 0 0 0 0,0 1 0 0 0,0-1 0 0 0,0 0 0 0 0,2-3 0 0 0,19-32 23 0 0,25-51-1 0 0,7-15 23 0 0,-47 89-35 0 0,0 1-1 0 0,-2-2 0 0 0,0 1 0 0 0,6-20 0 0 0,-11 32-3 0 0,0 3 0 0 0,5 5 0 0 0,0 8 2 0 0,36 145 22 0 0,-41-156-31 0 0,0-1 0 0 0,0 1-1 0 0,1 0 1 0 0,-1-1 0 0 0,1 1 0 0 0,-1-1 0 0 0,1 0 0 0 0,0 1 0 0 0,0-1 0 0 0,0 0 0 0 0,0 0-1 0 0,0 0 1 0 0,0-1 0 0 0,4 3 0 0 0,-5-4-1 0 0,0-1 1 0 0,0 1-1 0 0,0-1 0 0 0,0 0 0 0 0,0 1 0 0 0,0-1 1 0 0,0 0-1 0 0,0 0 0 0 0,0 0 0 0 0,0 1 1 0 0,0-1-1 0 0,-1 0 0 0 0,1 0 0 0 0,0 0 1 0 0,-1 0-1 0 0,1-1 0 0 0,0 1 0 0 0,-1 0 0 0 0,0 0 1 0 0,1 0-1 0 0,-1 0 0 0 0,0-1 0 0 0,1 1 1 0 0,-1 0-1 0 0,0 0 0 0 0,0-3 0 0 0,1 0 2 0 0,15-70 30 0 0,-2-2 1 0 0,7-136-1 0 0,-20 188-26 0 0,2-41 38 0 0,-4 0 1 0 0,-3 0 0 0 0,-2 0-1 0 0,-4 0 1 0 0,-23-88 0 0 0,18 115 23 0 0,15 37-64 0 0,-1-1 0 0 0,0 1 0 0 0,0 0 0 0 0,0 0 0 0 0,0 0 0 0 0,0 0 0 0 0,0-1 0 0 0,0 1 0 0 0,0 1 0 0 0,-1-1 0 0 0,1 0 0 0 0,0 0 0 0 0,0 0 0 0 0,-1 1 0 0 0,1-1 0 0 0,-1 0 0 0 0,1 1 0 0 0,0-1 0 0 0,-1 1 0 0 0,1 0 0 0 0,-1 0 0 0 0,-2-1 0 0 0,3 2-1 0 0,-1 0 1 0 0,1 0-1 0 0,0 0 0 0 0,0 0 1 0 0,0 1-1 0 0,0-1 1 0 0,0 0-1 0 0,0 0 0 0 0,1 1 1 0 0,-1-1-1 0 0,0 1 1 0 0,1-1-1 0 0,-1 0 1 0 0,0 3-1 0 0,1-3 3 0 0,-7 17 16 0 0,1 0 0 0 0,1 0 0 0 0,1 1 0 0 0,1-1 0 0 0,0 1 0 0 0,2 0 1 0 0,0 0-1 0 0,2 20 0 0 0,-2-7-8 0 0,2 73 98 0 0,5-1 0 0 0,4 0-1 0 0,25 107 1 0 0,-23-150-63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2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1 806 12552 0 0,'0'0'5647'0'0,"3"-15"-5575"0"0,9-41-8 0 0,6-96 0 0 0,-17 134-56 0 0,13-238 119 0 0,-8 154-116 0 0,-3 51-12 0 0,-3-80 0 0 0,-4 107-27 0 0,1 31-35 0 0,1 33-47 0 0,2 53-68 0 0,4-1 0 0 0,23 126-1 0 0,-25-206 162 0 0,8 47-103 0 0,23 72 0 0 0,-31-125 111 0 0,1 0-1 0 0,0 0 1 0 0,0-1-1 0 0,0 1 1 0 0,0-1 0 0 0,1 0-1 0 0,0 0 1 0 0,0 0-1 0 0,0-1 1 0 0,7 6-1 0 0,-10-9 8 0 0,1 1-1 0 0,-1-1 0 0 0,1 0 0 0 0,0 0 0 0 0,-1 0 0 0 0,1 0 1 0 0,0 0-1 0 0,-1 0 0 0 0,1-1 0 0 0,0 1 0 0 0,0 0 0 0 0,0-1 0 0 0,0 0 1 0 0,0 1-1 0 0,0-1 0 0 0,0 0 0 0 0,0 0 0 0 0,0 0 0 0 0,0 0 1 0 0,-1 0-1 0 0,1-1 0 0 0,0 1 0 0 0,0-1 0 0 0,0 1 0 0 0,0-1 1 0 0,0 0-1 0 0,-1 1 0 0 0,1-1 0 0 0,0 0 0 0 0,0 0 0 0 0,-1 0 1 0 0,3-3-1 0 0,8-7 0 0 0,-2 0 0 0 0,1-1 1 0 0,-2-1-1 0 0,0 0 0 0 0,0 0 0 0 0,12-27 1 0 0,33-94-18 0 0,-36 85 17 0 0,-11 30 5 0 0,0 0 0 0 0,-1 0 0 0 0,-1-1 0 0 0,3-31 0 0 0,-8 44 6 0 0,0 6 5 0 0,-1 2-10 0 0,-1 1 1 0 0,0-1-1 0 0,1 1 0 0 0,-1-1 1 0 0,1 1-1 0 0,-1 0 0 0 0,1 0 0 0 0,0-1 1 0 0,0 1-1 0 0,0 0 0 0 0,0 0 1 0 0,-1 4-1 0 0,1-6-3 0 0,-10 30 15 0 0,1 0 0 0 0,1 1 0 0 0,2 0-1 0 0,-6 52 1 0 0,12-71-8 0 0,-5 23 22 0 0,3-1-1 0 0,1 1 1 0 0,1 0 0 0 0,2 0-1 0 0,9 59 1 0 0,-8-85-20 0 0,-2-3 5 0 0,1 1-1 0 0,0-1 1 0 0,1 1 0 0 0,0 0-1 0 0,0-1 1 0 0,0 0 0 0 0,0 0-1 0 0,1 1 1 0 0,0-2 0 0 0,0 1-1 0 0,1 0 1 0 0,6 7 0 0 0,-10-13-11 0 0,1 0 0 0 0,-1 1 0 0 0,1-1-1 0 0,-1 0 1 0 0,0 0 0 0 0,1 0 0 0 0,-1 0 0 0 0,1 0 0 0 0,-1 0 0 0 0,1 0 0 0 0,-1 0 0 0 0,1 0 0 0 0,-1 0 0 0 0,1 0 0 0 0,-1 0-1 0 0,1 0 1 0 0,-1 0 0 0 0,1 0 0 0 0,-1 0 0 0 0,1-1 0 0 0,-1 1 0 0 0,1 0 0 0 0,-1 0 0 0 0,1-1 0 0 0,-1 1 0 0 0,0 0-1 0 0,1 0 1 0 0,-1-1 0 0 0,0 1 0 0 0,1 0 0 0 0,-1-1 0 0 0,0 1 0 0 0,1-1 0 0 0,9-12 31 0 0,-10 13-34 0 0,6-10 17 0 0,-1 0 1 0 0,0 0-1 0 0,-1-1 1 0 0,0 1-1 0 0,0-1 0 0 0,-1 0 1 0 0,2-14-1 0 0,5-84 102 0 0,-8 81-92 0 0,0 5-7 0 0,1-5 29 0 0,-2 0 0 0 0,0 0 0 0 0,-2-1 1 0 0,-8-53-1 0 0,1 48 39 0 0,8 33-62 0 0,-1 1-21 0 0,0 0 0 0 0,-1 1 0 0 0,1-1 0 0 0,0 1 0 0 0,0-1 0 0 0,0 1 0 0 0,0 0-1 0 0,0-1 1 0 0,0 1 0 0 0,0 0 0 0 0,1 0 0 0 0,-1 0 0 0 0,0 0 0 0 0,0-1 0 0 0,0 1-1 0 0,1 0 1 0 0,-1 0 0 0 0,1 0 0 0 0,-1 1 0 0 0,0-1 0 0 0,1 0 0 0 0,0 0 0 0 0,-1 0-1 0 0,1 0 1 0 0,0 0 0 0 0,0 1 0 0 0,-1 0 0 0 0,-5 44 34 0 0,4-34-24 0 0,0 11 6 0 0,0 0 1 0 0,1 0-1 0 0,4 36 0 0 0,-2-48-10 0 0,1 1 0 0 0,1-1-1 0 0,-1 0 1 0 0,2 0 0 0 0,0-1-1 0 0,0 1 1 0 0,1-1 0 0 0,0 1-1 0 0,7 9 1 0 0,-10-17-6 0 0,0 0-1 0 0,0-1 1 0 0,0 1-1 0 0,0-1 1 0 0,1 1-1 0 0,-1-1 1 0 0,1 0-1 0 0,-1 0 1 0 0,1 0-1 0 0,0-1 1 0 0,0 1-1 0 0,0-1 1 0 0,0 1-1 0 0,0-1 1 0 0,0 0-1 0 0,0 0 1 0 0,6 1-1 0 0,-4-2 2 0 0,0 0-1 0 0,0 0 1 0 0,1 0-1 0 0,-1-1 1 0 0,0 1-1 0 0,0-1 1 0 0,0-1-1 0 0,1 1 1 0 0,-1-1-1 0 0,6-2 1 0 0,1-2 6 0 0,0-1-1 0 0,0 0 1 0 0,0-1 0 0 0,-1 0 0 0 0,0-1-1 0 0,0 0 1 0 0,17-20 0 0 0,8-15 73 0 0,-2-1 1 0 0,33-59-1 0 0,-50 76-24 0 0,4-11 177 0 0,-20 37-121 0 0,-11 8 88 0 0,1 13-124 0 0,0 0-1 0 0,2 1 0 0 0,0 0 0 0 0,-7 35 0 0 0,5-9 96 0 0,-1 51-1 0 0,9-92-139 0 0,1 1-1 0 0,0-1 0 0 0,0 0 0 0 0,1 1 0 0 0,0-1 1 0 0,0 0-1 0 0,0 1 0 0 0,0-1 0 0 0,1 0 0 0 0,0 0 1 0 0,0 0-1 0 0,0 0 0 0 0,1-1 0 0 0,5 9 0 0 0,-7-12-26 0 0,-1 0 0 0 0,1 0 1 0 0,0-1-1 0 0,0 1 0 0 0,1 0 0 0 0,-1 0 0 0 0,0-1 0 0 0,0 1 0 0 0,0-1 0 0 0,0 1 0 0 0,0-1 0 0 0,1 1 0 0 0,-1-1 0 0 0,0 0 0 0 0,0 0 0 0 0,1 1 0 0 0,-1-1 0 0 0,0 0 0 0 0,1 0 1 0 0,-1 0-1 0 0,0-1 0 0 0,0 1 0 0 0,1 0 0 0 0,-1 0 0 0 0,2-1 0 0 0,34-13 88 0 0,-27 9-52 0 0,3-1-6 0 0,-1 0 1 0 0,0-1 0 0 0,0 0-1 0 0,-1-1 1 0 0,0 0 0 0 0,0-1 0 0 0,-1 0-1 0 0,16-19 1 0 0,-11 11 18 0 0,-2-1 1 0 0,0-1-1 0 0,-1 0 1 0 0,15-34-1 0 0,-14 18 81 0 0,-13 33-94 0 0,1-6 207 0 0,-6 15-231 0 0,0 0 1 0 0,1-1-1 0 0,-1 1 1 0 0,1 1-1 0 0,1-1 1 0 0,0 0-1 0 0,0 1 0 0 0,0 0 1 0 0,1 0-1 0 0,-2 8 1 0 0,1-3 3 0 0,-6 13 38 0 0,1 0-1 0 0,2 1 1 0 0,0 0-1 0 0,2 0 1 0 0,1 0-1 0 0,0 34 1 0 0,3-59-45 0 0,0 1 1 0 0,0-1-1 0 0,1 0 1 0 0,-1 0-1 0 0,0 0 1 0 0,1 0-1 0 0,0 0 1 0 0,-1 1-1 0 0,1-1 1 0 0,0 0-1 0 0,0 0 1 0 0,0 0-1 0 0,0-1 1 0 0,0 1-1 0 0,1 0 1 0 0,-1 0 0 0 0,1-1-1 0 0,2 4 1 0 0,-3-4 19 0 0,1-2-31 0 0,-1 1 0 0 0,0 0 0 0 0,0-1-1 0 0,0 1 1 0 0,1-1 0 0 0,-1 0 0 0 0,0 1-1 0 0,0-1 1 0 0,0 0 0 0 0,0 0 0 0 0,0 1-1 0 0,0-1 1 0 0,0 0 0 0 0,0 0 0 0 0,-1 0 0 0 0,1 0-1 0 0,1-2 1 0 0,14-26 76 0 0,-6 11-21 0 0,-2 7-15 0 0,-6 10-37 0 0,-1-1-1 0 0,1 0 1 0 0,-1 0-1 0 0,0 0 1 0 0,1 0-1 0 0,-1 0 1 0 0,0 0-1 0 0,0 0 0 0 0,0 0 1 0 0,0 0-1 0 0,-1 0 1 0 0,1-1-1 0 0,-1 1 1 0 0,1-4-1 0 0,8-29 249 0 0,13-20 98 0 0,-21 53-311 0 0,0 1-27 0 0,0 0 0 0 0,0 0 0 0 0,0 0 1 0 0,0 0-1 0 0,0 0 0 0 0,0 1 0 0 0,1-1 0 0 0,-1 0 1 0 0,0 1-1 0 0,0-1 0 0 0,1 1 0 0 0,-1-1 0 0 0,2 0 1 0 0,6 9 59 0 0,-2 0 1 0 0,1 1 0 0 0,11 17 0 0 0,-15-21-45 0 0,-3-3-1 0 0,1-2-21 0 0,0 0 1 0 0,1 0-1 0 0,-1 0 0 0 0,0 0 1 0 0,1 0-1 0 0,-1-1 0 0 0,0 1 0 0 0,0-1 1 0 0,1 0-1 0 0,-1 1 0 0 0,0-1 0 0 0,0 0 1 0 0,0 0-1 0 0,0 0 0 0 0,0 0 0 0 0,0-1 1 0 0,0 1-1 0 0,0-1 0 0 0,-1 1 1 0 0,1-1-1 0 0,0 1 0 0 0,-1-1 0 0 0,0 0 1 0 0,3-3-1 0 0,13-20 97 0 0,18-35 0 0 0,-25 41-42 0 0,1 0 0 0 0,1 0 0 0 0,20-23 1 0 0,-31 41-64 0 0,-1 0 0 0 0,1 0 0 0 0,0 1 0 0 0,-1-1 0 0 0,1 0 0 0 0,0 1 0 0 0,0-1 0 0 0,0 0 0 0 0,0 1 0 0 0,-1-1 0 0 0,1 1 0 0 0,0 0 0 0 0,0-1 0 0 0,0 1 0 0 0,0 0 1 0 0,0-1-1 0 0,0 1 0 0 0,0 0 0 0 0,0 0 0 0 0,0 0 0 0 0,0 0 0 0 0,0 0 0 0 0,0 0 0 0 0,0 0 0 0 0,2 1 0 0 0,-1 0 2 0 0,0 0 0 0 0,0 0-1 0 0,0 0 1 0 0,0 0 0 0 0,-1 0 0 0 0,1 0 0 0 0,0 1-1 0 0,-1-1 1 0 0,1 1 0 0 0,-1-1 0 0 0,3 4-1 0 0,0 1 10 0 0,0 0 0 0 0,-1 0 0 0 0,1 1 0 0 0,-1-1 0 0 0,-1 1 1 0 0,3 8-1 0 0,27 145 223 0 0,-28-138-211 0 0,0 12 10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2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15272 0 0,'0'0'0'0'0,"26"10"456"0"0,10-3 439 0 0,-13 1-439 0 0,3 1-320 0 0,2 4 8 0 0,-5 2-8 0 0,13 4 8 0 0,5-3 416 0 0,-1-1 8 0 0,2 6 0 0 0,-5 1 8 0 0,-2-6-440 0 0,-9-3 8 0 0,-4 2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0 260 10952 0 0,'13'-1'-255'0'0,"11"1"1603"0"0,-22 0-1234 0 0,0 0 0 0 0,0 1-1 0 0,0-1 1 0 0,0 1-1 0 0,0 0 1 0 0,-1-1-1 0 0,1 1 1 0 0,0 0-1 0 0,0 0 1 0 0,-1 0-1 0 0,1 0 1 0 0,0 0-1 0 0,-1 0 1 0 0,1 1-1 0 0,-1-1 1 0 0,0 1-1 0 0,3 2 1 0 0,16 27 178 0 0,-2 2 1 0 0,0 0-1 0 0,-3 0 0 0 0,17 51 0 0 0,29 63 206 0 0,12-9-145 0 0,-72-135-344 0 0,0-1-1 0 0,1 0 1 0 0,-1 0 0 0 0,1 0 0 0 0,-1 0-1 0 0,1 0 1 0 0,0 0 0 0 0,0-1 0 0 0,0 1-1 0 0,0 0 1 0 0,0-1 0 0 0,0 0 0 0 0,0 1-1 0 0,0-1 1 0 0,5 2 0 0 0,-5-2 69 0 0,-2-1-76 0 0,0 0-1 0 0,0 0 1 0 0,0 0-1 0 0,0 0 1 0 0,0 0-1 0 0,0 0 1 0 0,0 0-1 0 0,0 0 1 0 0,1 1-1 0 0,-1-1 1 0 0,0 0-1 0 0,0 0 1 0 0,0 0-1 0 0,0 0 0 0 0,0 0 1 0 0,0 0-1 0 0,0 0 1 0 0,1 0-1 0 0,-1 0 1 0 0,0 0-1 0 0,0 0 1 0 0,0 0-1 0 0,0 0 1 0 0,0 0-1 0 0,0 0 1 0 0,1 0-1 0 0,-1 0 0 0 0,0 0 1 0 0,0 0-1 0 0,0 0 1 0 0,0 0-1 0 0,0 0 1 0 0,0 0-1 0 0,1 0 1 0 0,-1 0-1 0 0,0 0 1 0 0,0 0-1 0 0,0 0 1 0 0,0 0-1 0 0,0 0 0 0 0,0 0 1 0 0,0-1-1 0 0,0 1 1 0 0,1 0-1 0 0,-1 0 1 0 0,0 0-1 0 0,0 0 1 0 0,0 0-1 0 0,0 0 1 0 0,0 0-1 0 0,0 0 1 0 0,0-1-1 0 0,0 1 0 0 0,0 0 1 0 0,0 0-1 0 0,0 0 1 0 0,0 0-1 0 0,0 0 1 0 0,0 0-1 0 0,0 0 1 0 0,0-1-1 0 0,0 1 1 0 0,0 0-1 0 0,0 0 1 0 0,0 0-1 0 0,0 0 1 0 0,0 0-1 0 0,0-1 0 0 0,6-8 28 0 0,-6 2-16 0 0,1 0 1 0 0,-2-1 0 0 0,1 1-1 0 0,-1 0 1 0 0,0 0 0 0 0,0 0-1 0 0,-1 0 1 0 0,0 0 0 0 0,0 0-1 0 0,-1 1 1 0 0,0-1 0 0 0,-6-9-1 0 0,-4-15 22 0 0,10 20-18 0 0,0 1 0 0 0,1-1 1 0 0,1 0-1 0 0,-1-15 0 0 0,-4-22 42 0 0,3 31-38 0 0,-54-195 254 0 0,44 152-75 0 0,12 58-113 0 0,3 6-39 0 0,33 69 67 0 0,-25-48-67 0 0,1-1 0 0 0,20 32-1 0 0,19 25 131 0 0,-39-59-123 0 0,1-1 0 0 0,2-1 0 0 0,0 0 1 0 0,0-1-1 0 0,2 0 0 0 0,1-1 0 0 0,29 25 0 0 0,-44-41-36 0 0,1 1 0 0 0,1-1 0 0 0,-1 1 0 0 0,0-1 0 0 0,0 0 0 0 0,1 0 0 0 0,-1-1 0 0 0,1 1 0 0 0,-1-1 0 0 0,1 0 0 0 0,0 0 0 0 0,0 0 0 0 0,0 0 0 0 0,-1 0 0 0 0,1-1 0 0 0,4 0 0 0 0,-7 0-13 0 0,0-1 1 0 0,0 1-1 0 0,0-1 1 0 0,0 1 0 0 0,0-1-1 0 0,0 1 1 0 0,0-1-1 0 0,0 0 1 0 0,-1 1-1 0 0,1-1 1 0 0,0 0 0 0 0,-1 0-1 0 0,1 1 1 0 0,0-1-1 0 0,-1 0 1 0 0,1 0 0 0 0,-1 0-1 0 0,1 0 1 0 0,-1 0-1 0 0,0 0 1 0 0,1-1-1 0 0,0 0 16 0 0,1-3 9 0 0,0 0 0 0 0,0 0 0 0 0,0 0 0 0 0,0 0 0 0 0,-1-1 0 0 0,0 1 0 0 0,0 0 0 0 0,0-1 0 0 0,-1-7 0 0 0,-3-49 76 0 0,1 43-62 0 0,-3-27 139 0 0,-2 1 1 0 0,-24-83-1 0 0,6 31 105 0 0,24 93-258 0 0,-2-15 66 0 0,3 18-91 0 0,0 1 0 0 0,0 0 0 0 0,0-1 0 0 0,0 1 0 0 0,0 0-1 0 0,0 0 1 0 0,0-1 0 0 0,0 1 0 0 0,0 0 0 0 0,0-1 0 0 0,0 1 0 0 0,0 0 0 0 0,0-1-1 0 0,0 1 1 0 0,1 0 0 0 0,-1 0 0 0 0,0-1 0 0 0,0 1 0 0 0,0 0 0 0 0,1 0-1 0 0,-1-1 1 0 0,0 1 0 0 0,0 0 0 0 0,0 0 0 0 0,1 0 0 0 0,-1-1 0 0 0,0 1 0 0 0,1 0-1 0 0,-1 0 1 0 0,0 0 0 0 0,0 0 0 0 0,1 0 0 0 0,-1 0 0 0 0,0-1 0 0 0,1 1 0 0 0,-1 0-1 0 0,0 0 1 0 0,1 0 0 0 0,-1 0 0 0 0,0 0 0 0 0,0 0 0 0 0,1 0 0 0 0,-1 0 0 0 0,1 1-1 0 0,0 0 5 0 0,0 0 0 0 0,1 0 0 0 0,-1 0-1 0 0,0 0 1 0 0,0 1 0 0 0,0-1-1 0 0,0 1 1 0 0,0-1 0 0 0,0 0 0 0 0,-1 1-1 0 0,1 0 1 0 0,0-1 0 0 0,0 3-1 0 0,0-1 11 0 0,13 36 61 0 0,-1 0-1 0 0,-2 0 0 0 0,-2 1 1 0 0,5 53-1 0 0,-5-35-10 0 0,-3-19-3 0 0,-4-20 2 0 0,2 1 1 0 0,0-1 0 0 0,7 19 0 0 0,-11-37 98 0 0,16-23-97 0 0,-13 16-66 0 0,69-107 25 0 0,27-48-22 0 0,-97 157-8 0 0,6-12 0 0 0,1 0 0 0 0,0 1 0 0 0,1 0 0 0 0,16-18 0 0 0,-24 31 0 0 0,-1 0 1 0 0,0-1-1 0 0,1 1 0 0 0,-1-1 0 0 0,0 1 0 0 0,0-1 0 0 0,0 1 0 0 0,-1-1 1 0 0,1-3-1 0 0,-1 4 6 0 0,-1 2-5 0 0,-1 1 0 0 0,1-1 0 0 0,0 1-1 0 0,-1 0 1 0 0,1 0 0 0 0,-1-1-1 0 0,1 1 1 0 0,0 0 0 0 0,0 0 0 0 0,0 0-1 0 0,0 0 1 0 0,-1 1 0 0 0,1-1 0 0 0,1 0-1 0 0,-1 0 1 0 0,0 1 0 0 0,0-1-1 0 0,0 0 1 0 0,0 3 0 0 0,-12 29 7 0 0,-5 24-3 0 0,11-39 6 0 0,2-1 0 0 0,0 1 1 0 0,1 0-1 0 0,1 0 0 0 0,-2 27 0 0 0,2-7 10 0 0,1 7 25 0 0,15-2 76 0 0,11-41-41 0 0,-19-2-22 0 0,-3 0-52 0 0,0-1 0 0 0,0 1 0 0 0,-1-1 0 0 0,1 1 0 0 0,0-1 0 0 0,0 0 0 0 0,-1 0-1 0 0,1 1 1 0 0,0-1 0 0 0,-1 0 0 0 0,1-1 0 0 0,-1 1 0 0 0,1 0 0 0 0,-1 0 0 0 0,0-1 0 0 0,1 1 0 0 0,-1 0-1 0 0,0-1 1 0 0,1-2 0 0 0,0 1 10 0 0,0 0-1 0 0,0 0 1 0 0,-1 0-1 0 0,1 0 1 0 0,-1 0 0 0 0,0 0-1 0 0,0 0 1 0 0,0-1-1 0 0,-1 1 1 0 0,1-6-1 0 0,3-42 140 0 0,-2 34-79 0 0,-2 16-69 0 0,0 0-1 0 0,0 0 1 0 0,1 0-1 0 0,-1 0 1 0 0,0 0-1 0 0,0 0 0 0 0,0 0 1 0 0,0 0-1 0 0,-1 0 1 0 0,1 0-1 0 0,0 0 1 0 0,0 0-1 0 0,0 0 0 0 0,-1 0 1 0 0,0-1-1 0 0,1 2-5 0 0,0-1 0 0 0,0 1 0 0 0,0 0 0 0 0,-1 0-1 0 0,1 0 1 0 0,0-1 0 0 0,0 1 0 0 0,0 0 0 0 0,0 0-1 0 0,0-1 1 0 0,0 1 0 0 0,0 0 0 0 0,0 0 0 0 0,0-1 0 0 0,0 1-1 0 0,0 0 1 0 0,0 0 0 0 0,0-1 0 0 0,0 1 0 0 0,0 0-1 0 0,0 0 1 0 0,0-1 0 0 0,0 1 0 0 0,0 0 0 0 0,0 0 0 0 0,0-1-1 0 0,0 1 1 0 0,0 0 0 0 0,1 0 0 0 0,-1 0 0 0 0,0-1-1 0 0,0 1 1 0 0,0 0 0 0 0,0 0 0 0 0,1-1 0 0 0,1-7 91 0 0,-1 19 170 0 0,2 13-189 0 0,2 0 0 0 0,11 41 0 0 0,-4-36-24 0 0,1-1-1 0 0,1 0 0 0 0,28 39 1 0 0,-35-59-31 0 0,-1 0 0 0 0,1 0 0 0 0,0-1 1 0 0,1 0-1 0 0,-1 0 0 0 0,15 8 1 0 0,-18-12-9 0 0,1 0 1 0 0,0-1-1 0 0,0 0 1 0 0,1 0-1 0 0,-1 0 1 0 0,0 0-1 0 0,1-1 1 0 0,-1 0-1 0 0,1 0 1 0 0,-1-1-1 0 0,1 1 1 0 0,-1-1-1 0 0,7-1 1 0 0,-9 1-5 0 0,0-1 0 0 0,0 1 1 0 0,0-1-1 0 0,0 0 0 0 0,0 0 0 0 0,0 0 1 0 0,0-1-1 0 0,-1 1 0 0 0,1-1 1 0 0,0 1-1 0 0,-1-1 0 0 0,1 0 1 0 0,-1 0-1 0 0,0 0 0 0 0,4-5 0 0 0,-2 2 7 0 0,0 0 0 0 0,0-1-1 0 0,-1 1 1 0 0,0-1-1 0 0,0 0 1 0 0,-1 0-1 0 0,3-8 1 0 0,-2 2 8 0 0,0 0-1 0 0,-1 0 0 0 0,0 0 1 0 0,-1 0-1 0 0,0 0 1 0 0,-1-1-1 0 0,-2-17 1 0 0,-4-46 105 0 0,6 55-88 0 0,-1-1-1 0 0,-5-23 1 0 0,1 15 4 0 0,4 23-29 0 0,0 0-1 0 0,0 0 0 0 0,0 1 0 0 0,-1-1 0 0 0,0 0 1 0 0,0 1-1 0 0,0 0 0 0 0,-1-1 0 0 0,-5-6 1 0 0,7 10 8 0 0,-1 4-19 0 0,1-1 0 0 0,0 0 0 0 0,0 1 0 0 0,0-1 0 0 0,1 1-1 0 0,-1 0 1 0 0,0-1 0 0 0,0 1 0 0 0,0 0 0 0 0,0-1 0 0 0,0 1 0 0 0,1 0 0 0 0,-1 0-1 0 0,0 0 1 0 0,1 0 0 0 0,-1 0 0 0 0,1 0 0 0 0,-1 0 0 0 0,1 0 0 0 0,-1 0-1 0 0,1 0 1 0 0,0 0 0 0 0,-1 0 0 0 0,1 0 0 0 0,0 0 0 0 0,0 0 0 0 0,0 0 0 0 0,0 0-1 0 0,0 0 1 0 0,0 0 0 0 0,0 1 0 0 0,0 0 0 0 0,1 45 22 0 0,0-43-15 0 0,0 21 10 0 0,2 0 1 0 0,1 0-1 0 0,2-1 1 0 0,9 32-1 0 0,-10-46-11 0 0,-1 0 1 0 0,1 0-1 0 0,1 0 0 0 0,-1-1 0 0 0,2 0 0 0 0,7 10 0 0 0,-12-16-4 0 0,1 0 0 0 0,0 0 0 0 0,-1 0 0 0 0,1 0 0 0 0,0 0-1 0 0,1-1 1 0 0,-1 0 0 0 0,0 1 0 0 0,1-1 0 0 0,-1 0 0 0 0,1-1 0 0 0,0 1-1 0 0,0-1 1 0 0,0 1 0 0 0,-1-1 0 0 0,1 0 0 0 0,0 0 0 0 0,0-1 0 0 0,8 1 0 0 0,-8-2-2 0 0,0-1 1 0 0,0 1-1 0 0,0-1 1 0 0,-1 1 0 0 0,1-1-1 0 0,0 0 1 0 0,-1-1-1 0 0,1 1 1 0 0,-1-1 0 0 0,0 1-1 0 0,0-1 1 0 0,0 0 0 0 0,0 0-1 0 0,-1 0 1 0 0,1-1-1 0 0,-1 1 1 0 0,0-1 0 0 0,1 1-1 0 0,-2-1 1 0 0,1 0-1 0 0,1-4 1 0 0,5-10 8 0 0,-2 0 1 0 0,8-32-1 0 0,-14 50-11 0 0,15-72 47 0 0,7-106 0 0 0,-14 92-20 0 0,-7 54 4 0 0,-6-65 1 0 0,3 64-19 0 0,2 28-10 0 0,0 0 0 0 0,0 1 0 0 0,-1-1 0 0 0,0 0 0 0 0,1 1 0 0 0,-2-1 0 0 0,1 1 0 0 0,0-1 0 0 0,-1 1 0 0 0,0 0 0 0 0,-2-5 0 0 0,3 8-4 0 0,1 1 1 0 0,0 0 0 0 0,0 0 0 0 0,-1-1 0 0 0,1 1 0 0 0,0 0 0 0 0,-1 0 0 0 0,1 0 0 0 0,0 0 0 0 0,-1-1-1 0 0,1 1 1 0 0,0 0 0 0 0,-1 0 0 0 0,1 0 0 0 0,0 0 0 0 0,-1 0 0 0 0,1 0 0 0 0,0 0 0 0 0,-1 0-1 0 0,1 0 1 0 0,0 0 0 0 0,-1 0 0 0 0,1 0 0 0 0,0 0 0 0 0,-1 0 0 0 0,1 0 0 0 0,0 0 0 0 0,-1 1 0 0 0,1-1-1 0 0,0 0 1 0 0,0 0 0 0 0,-1 0 0 0 0,1 0 0 0 0,0 1 0 0 0,-1-1 0 0 0,1 0 0 0 0,0 0 0 0 0,0 1 0 0 0,-1-1-1 0 0,1 1 1 0 0,-8 8 11 0 0,8-8-12 0 0,-4 6 4 0 0,1 0 0 0 0,0 0 0 0 0,1 1 0 0 0,0 0 0 0 0,0-1 0 0 0,0 1 0 0 0,1 0 0 0 0,1 0 0 0 0,-1 0 0 0 0,2 11 0 0 0,-3 17 9 0 0,0-1 2 0 0,1 0-1 0 0,2 0 1 0 0,2 0 0 0 0,1-1-1 0 0,2 1 1 0 0,1-1 0 0 0,12 36-1 0 0,-1-17 18 0 0,-4-6 55 0 0,2-1 0 0 0,32 61 1 0 0,-47-105-75 0 0,0 1 0 0 0,0-1 1 0 0,0 0-1 0 0,1-1 0 0 0,-1 1 1 0 0,1 0-1 0 0,0 0 0 0 0,0-1 1 0 0,-1 1-1 0 0,1-1 1 0 0,0 1-1 0 0,0-1 0 0 0,0 0 1 0 0,0 0-1 0 0,1 0 0 0 0,-1 0 1 0 0,0 0-1 0 0,0 0 0 0 0,1 0 1 0 0,-1-1-1 0 0,0 1 0 0 0,1-1 1 0 0,-1 0-1 0 0,0 0 1 0 0,1 0-1 0 0,-1 0 0 0 0,1 0 1 0 0,3-1-1 0 0,-2 1 26 0 0,-2 0-28 0 0,0 1-1 0 0,-1 0 1 0 0,1 0-1 0 0,0-1 0 0 0,-1 1 1 0 0,1 0-1 0 0,-1 0 1 0 0,0 1-1 0 0,1-1 1 0 0,-1 0-1 0 0,0 0 1 0 0,1 1-1 0 0,-1-1 0 0 0,0 1 1 0 0,0-1-1 0 0,1 3 1 0 0,11 10 90 0 0,3-10 132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1 285 13560 0 0,'13'-4'679'0'0,"-5"2"360"0"0,-6 1-798 0 0,0 0-1 0 0,1 1 0 0 0,-1-1 1 0 0,0 1-1 0 0,0 0 0 0 0,1 0 1 0 0,-1 0-1 0 0,0 0 0 0 0,0 0 1 0 0,0 0-1 0 0,1 1 0 0 0,-1-1 0 0 0,0 1 1 0 0,0 0-1 0 0,3 1 0 0 0,1-1-189 0 0,-1 1 1 0 0,1-1-1 0 0,-1 0 0 0 0,1 0 0 0 0,-1 0 0 0 0,1-1 0 0 0,-1 0 0 0 0,1 0 0 0 0,0 0 0 0 0,-1-1 0 0 0,1 0 0 0 0,-1 0 0 0 0,1 0 0 0 0,-1-1 0 0 0,0 0 0 0 0,1 0 1 0 0,-1 0-1 0 0,0 0 0 0 0,8-6 0 0 0,-2-3-119 0 0,-1-1 1 0 0,0 1 0 0 0,0-2 0 0 0,-2 1-1 0 0,11-19 1 0 0,21-30-593 0 0,-36 57 591 0 0,-1 0 1 0 0,0 0-1 0 0,1 1 0 0 0,0-1 1 0 0,0 1-1 0 0,0 0 0 0 0,0 0 1 0 0,1 0-1 0 0,-1 1 1 0 0,1 0-1 0 0,-1 0 0 0 0,8-3 1 0 0,-11 6 53 0 0,0 0-1 0 0,0-1 1 0 0,0 1 0 0 0,0 0-1 0 0,0 0 1 0 0,-1 0 0 0 0,1 0 0 0 0,0 0-1 0 0,0 0 1 0 0,-1 0 0 0 0,1 0 0 0 0,0 0-1 0 0,-1 0 1 0 0,1 0 0 0 0,-1 0 0 0 0,1 3-1 0 0,8 20-78 0 0,1 18-12 0 0,8 23 3 0 0,-4-11 61 0 0,-14-48 36 0 0,1 1 1 0 0,0-1-1 0 0,0 1 0 0 0,1-1 0 0 0,0 0 1 0 0,0 1-1 0 0,1-1 0 0 0,-1 0 0 0 0,1 0 1 0 0,1-1-1 0 0,-1 1 0 0 0,1-1 0 0 0,5 7 0 0 0,1-4 6 0 0,-10-8 3 0 0,0 1-1 0 0,1-1 1 0 0,-1 1-1 0 0,1-1 0 0 0,-1 0 1 0 0,1 1-1 0 0,-1-1 0 0 0,1 0 1 0 0,-1 1-1 0 0,1-1 0 0 0,-1 0 1 0 0,1 0-1 0 0,-1 1 0 0 0,1-1 1 0 0,-1 0-1 0 0,1 0 1 0 0,0 0-1 0 0,-1 0 0 0 0,1 0 1 0 0,-1 0-1 0 0,1 0 0 0 0,0 0 1 0 0,-1 0-1 0 0,1 0 0 0 0,-1 0 1 0 0,1 0-1 0 0,-1 0 0 0 0,1 0 1 0 0,0-1-1 0 0,-1 1 0 0 0,1 0 1 0 0,-1 0-1 0 0,1-1 1 0 0,-1 1-1 0 0,1 0 0 0 0,-1-1 1 0 0,1 1-1 0 0,-1-1 0 0 0,0 1 1 0 0,1 0-1 0 0,-1-1 0 0 0,1 1 1 0 0,-1-1-1 0 0,0 1 0 0 0,0-1 1 0 0,1 1-1 0 0,-1-1 1 0 0,0 1-1 0 0,0-1 0 0 0,1 0 1 0 0,-1 1-1 0 0,0-1 0 0 0,0 1 1 0 0,0-1-1 0 0,0 1 0 0 0,0-1 1 0 0,0 0-1 0 0,0 1 0 0 0,0-1 1 0 0,0 0-1 0 0,1-4 18 0 0,22-82 351 0 0,-22 80-306 0 0,1-1-1 0 0,-1 1 1 0 0,0 0-1 0 0,-1 0 0 0 0,0-14 1 0 0,-1 13-7 0 0,1 8-52 0 0,0 0-1 0 0,0-1 0 0 0,0 1 0 0 0,0-1 0 0 0,0 1 0 0 0,0-1 0 0 0,0 1 0 0 0,0-1 1 0 0,0 1-1 0 0,0 0 0 0 0,0-1 0 0 0,0 1 0 0 0,1-1 0 0 0,-1 1 0 0 0,0-1 0 0 0,0 1 1 0 0,0 0-1 0 0,1-1 0 0 0,-1 1 0 0 0,0 0 0 0 0,0-1 0 0 0,1 1 0 0 0,-1 0 0 0 0,0-1 1 0 0,1 1-1 0 0,-1 0 0 0 0,0-1 0 0 0,1 1 0 0 0,-1 0 0 0 0,1-1 0 0 0,7-8 238 0 0,-8 7-192 0 0,1 0 0 0 0,0 1 0 0 0,0-1 0 0 0,-1 0 1 0 0,2 1-1 0 0,-1-1 0 0 0,0 1 0 0 0,0-1 0 0 0,0 1 0 0 0,1 0 1 0 0,-1-1-1 0 0,0 1 0 0 0,1 0 0 0 0,-1 0 0 0 0,3-1 0 0 0,-2 1 101 0 0,0 3 0 0 0,7 8-61 0 0,-1 0 1 0 0,0 1-1 0 0,-1 0 0 0 0,0 0 0 0 0,-1 1 0 0 0,8 17 0 0 0,6 12 122 0 0,-15-31-147 0 0,0 0 0 0 0,1-1 0 0 0,0 0 0 0 0,0 0 0 0 0,1 0 0 0 0,1-1 0 0 0,-1 0 1 0 0,1 0-1 0 0,0-1 0 0 0,17 12 0 0 0,-22-18-48 0 0,-1 0-1 0 0,0-1 1 0 0,1 1 0 0 0,-1-1 0 0 0,0 1 0 0 0,1-1 0 0 0,-1 0 0 0 0,1 0 0 0 0,-1 0 0 0 0,1 0 0 0 0,-1 0-1 0 0,0 0 1 0 0,1-1 0 0 0,-1 1 0 0 0,1-1 0 0 0,-1 0 0 0 0,0 0 0 0 0,0 0 0 0 0,1 0 0 0 0,-1 0 0 0 0,0 0-1 0 0,0 0 1 0 0,0-1 0 0 0,0 1 0 0 0,0-1 0 0 0,-1 0 0 0 0,1 1 0 0 0,0-1 0 0 0,1-2 0 0 0,6-7 76 0 0,1 0-1 0 0,-2-1 1 0 0,11-18 0 0 0,-15 22-82 0 0,25-52 238 0 0,-17 32-110 0 0,-7 15-55 0 0,0-1 1 0 0,5-24-1 0 0,-6 23-10 0 0,-2-3 146 0 0,0 5 46 0 0,3 23-143 0 0,-3-3-98 0 0,7 25 132 0 0,19 42 1 0 0,-24-65-125 0 0,1-1 0 0 0,0 1 1 0 0,0-1-1 0 0,0 0 1 0 0,1-1-1 0 0,0 1 0 0 0,1-1 1 0 0,-1 0-1 0 0,11 8 1 0 0,-8-8 26 0 0,-8-6-56 0 0,0 0 0 0 0,-1-1 0 0 0,1 1 0 0 0,0-1 0 0 0,0 1 0 0 0,-1-1 0 0 0,1 1 0 0 0,0-1 0 0 0,0 0 0 0 0,0 1 0 0 0,0-1 0 0 0,0 0 0 0 0,0 0 0 0 0,0 1 0 0 0,-1-1 0 0 0,1 0 0 0 0,0 0 0 0 0,0 0 0 0 0,0 0 0 0 0,1-1 0 0 0,1 2 10 0 0,0-1 0 0 0,-1 0 0 0 0,1 0-1 0 0,0 0 1 0 0,0-1 0 0 0,-1 1 0 0 0,1-1-1 0 0,0 1 1 0 0,-1-1 0 0 0,1 0 0 0 0,-1 0-1 0 0,1 0 1 0 0,-1 0 0 0 0,1-1 0 0 0,-1 1-1 0 0,0-1 1 0 0,0 1 0 0 0,0-1 0 0 0,1 0-1 0 0,-2 0 1 0 0,1 0 0 0 0,0 0 0 0 0,0 0-1 0 0,-1 0 1 0 0,1-1 0 0 0,1-2 0 0 0,1-5 10 0 0,0 0 1 0 0,0-1 0 0 0,-1 0 0 0 0,0 1-1 0 0,1-15 1 0 0,4-14 64 0 0,-7 32-71 0 0,0 0 1 0 0,0 1 0 0 0,-1-1-1 0 0,0 1 1 0 0,-1-13-1 0 0,0-10 35 0 0,1 19-38 0 0,-1-30 70 0 0,1 37-76 0 0,0 1-1 0 0,0 0 1 0 0,-1 0-1 0 0,1 0 1 0 0,-1 0 0 0 0,1-1-1 0 0,-1 1 1 0 0,0 0-1 0 0,0 0 1 0 0,0 0-1 0 0,0 0 1 0 0,0 0-1 0 0,-2-2 1 0 0,-6-11 114 0 0,4 7 77 0 0,-2 19-116 0 0,3 6-47 0 0,1 0-1 0 0,1 0 0 0 0,1-1 1 0 0,0 1-1 0 0,3 24 0 0 0,-2-7 25 0 0,1-25-46 0 0,1 0 1 0 0,0 0 0 0 0,0 0-1 0 0,0 0 1 0 0,1 0 0 0 0,0 0-1 0 0,1-1 1 0 0,0 0 0 0 0,0 1-1 0 0,8 9 1 0 0,13 27 101 0 0,-17-28-51 0 0,1-1 0 0 0,1 0 0 0 0,0-1 1 0 0,22 25-1 0 0,-31-39-57 0 0,0 0-1 0 0,0 0 1 0 0,0 0 0 0 0,0 1-1 0 0,0-1 1 0 0,0 0 0 0 0,0 0 0 0 0,1 0-1 0 0,-1-1 1 0 0,0 1 0 0 0,1 0-1 0 0,-1 0 1 0 0,0-1 0 0 0,1 1 0 0 0,-1-1-1 0 0,1 1 1 0 0,-1-1 0 0 0,1 0-1 0 0,-1 1 1 0 0,1-1 0 0 0,2 0 0 0 0,-3-1-4 0 0,0 1 0 0 0,1-1 0 0 0,-1 1 1 0 0,0-1-1 0 0,0 0 0 0 0,0 1 0 0 0,1-1 0 0 0,-1 0 1 0 0,0 0-1 0 0,0 0 0 0 0,0 0 0 0 0,0 0 1 0 0,0 0-1 0 0,0 0 0 0 0,-1-1 0 0 0,1 1 1 0 0,0 0-1 0 0,0-2 0 0 0,3-7 16 0 0,0 0 0 0 0,-1-1 0 0 0,0 1-1 0 0,2-16 1 0 0,-5 25-21 0 0,19-124 149 0 0,-17 83 4 0 0,-2 41-110 0 0,2 4-34 0 0,0 1 0 0 0,0-1 0 0 0,-1 1-1 0 0,1 0 1 0 0,-1 0 0 0 0,0 0 0 0 0,1 6-1 0 0,-1-7-4 0 0,2 10 7 0 0,3 15 16 0 0,1 0-1 0 0,2-1 0 0 0,0 0 1 0 0,2-1-1 0 0,1 0 1 0 0,24 39-1 0 0,-35-63-24 0 0,0-1-1 0 0,0 1 0 0 0,0-1 1 0 0,0 1-1 0 0,0-1 1 0 0,1 0-1 0 0,-1 0 0 0 0,0 0 1 0 0,1 0-1 0 0,-1 0 1 0 0,1 0-1 0 0,-1 0 0 0 0,1 0 1 0 0,-1 0-1 0 0,1 0 1 0 0,0-1-1 0 0,-1 1 0 0 0,1-1 1 0 0,0 0-1 0 0,-1 1 1 0 0,1-1-1 0 0,0 0 0 0 0,3 0 1 0 0,-2-1 1 0 0,-1 1-1 0 0,1-1 1 0 0,0 0 0 0 0,0-1 0 0 0,-1 1 0 0 0,1 0-1 0 0,-1-1 1 0 0,1 1 0 0 0,-1-1 0 0 0,0 0 0 0 0,0 0 0 0 0,0 0-1 0 0,2-2 1 0 0,6-8 11 0 0,-1 0 0 0 0,0 0 1 0 0,-1-1-1 0 0,7-15 0 0 0,28-65 47 0 0,-27 57-16 0 0,1 0 0 0 0,35-52 0 0 0,-51 87-44 0 0,-1 0 0 0 0,1 0 0 0 0,-1 0 0 0 0,1 1 0 0 0,0-1 1 0 0,0 0-1 0 0,0 0 0 0 0,-1 1 0 0 0,1-1 0 0 0,0 1 0 0 0,0-1 0 0 0,0 1 0 0 0,0-1 0 0 0,0 1 1 0 0,0-1-1 0 0,0 1 0 0 0,0 0 0 0 0,0 0 0 0 0,0-1 0 0 0,0 1 0 0 0,0 0 0 0 0,0 0 1 0 0,0 0-1 0 0,1 0 0 0 0,-1 0 0 0 0,0 0 0 0 0,0 1 0 0 0,0-1 0 0 0,0 0 0 0 0,0 0 1 0 0,0 1-1 0 0,0-1 0 0 0,0 1 0 0 0,0-1 0 0 0,0 1 0 0 0,-1-1 0 0 0,1 1 0 0 0,0 0 1 0 0,0-1-1 0 0,1 2 0 0 0,5 4 7 0 0,0 1-1 0 0,-1-1 1 0 0,11 16 0 0 0,-5-7 13 0 0,41 36 51 0 0,-43-44-65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12456 0 0,'-19'6'1354'0'0,"17"-5"-1210"0"0,0 0 1 0 0,1 0-1 0 0,-1 0 1 0 0,1 0-1 0 0,-1 0 1 0 0,1 0-1 0 0,0 0 0 0 0,-1 0 1 0 0,1 1-1 0 0,0-1 1 0 0,0 0-1 0 0,-2 2 1 0 0,2-1 167 0 0,1 0-197 0 0,-1-1 1 0 0,0 0 0 0 0,1 0-1 0 0,-1 0 1 0 0,1 0 0 0 0,-1 1-1 0 0,1-1 1 0 0,0 0 0 0 0,0 0-1 0 0,-1 1 1 0 0,1-1 0 0 0,0 0-1 0 0,0 1 1 0 0,0-1 0 0 0,1 0-1 0 0,-1 1 1 0 0,0-1 0 0 0,0 0-1 0 0,1 0 1 0 0,-1 1 0 0 0,0-1-1 0 0,1 0 1 0 0,-1 0 0 0 0,2 2-1 0 0,16 10-3 0 0,-8-12-124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2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9240 0 0,'5'0'57'0'0,"13"0"6"0"0,-13 0 186 0 0,4 9 175 0 0,35 77 116 0 0,-25-57-447 0 0,-10-15-46 0 0,-1 0 0 0 0,11 25 1 0 0,-16-34-38 0 0,-1-1 0 0 0,1 1 0 0 0,0-1 0 0 0,1 0 0 0 0,-1 0 0 0 0,1 0 0 0 0,0-1 0 0 0,0 1 0 0 0,0-1 0 0 0,0 0 0 0 0,0 0 0 0 0,1 0 0 0 0,-1-1 0 0 0,8 3 0 0 0,-11-4-7 0 0,0-1-1 0 0,0 0 1 0 0,1 0 0 0 0,-1 0-1 0 0,0 0 1 0 0,0 0-1 0 0,0 0 1 0 0,1 0-1 0 0,-1 0 1 0 0,0-1-1 0 0,0 1 1 0 0,0 0 0 0 0,0-1-1 0 0,0 1 1 0 0,0-1-1 0 0,1 1 1 0 0,-1-1-1 0 0,0 1 1 0 0,0-1-1 0 0,0 0 1 0 0,-1 0 0 0 0,1 0-1 0 0,0 1 1 0 0,0-1-1 0 0,0 0 1 0 0,-1 0-1 0 0,1 0 1 0 0,1-2-1 0 0,12-36 14 0 0,-10 25-15 0 0,3-13 11 0 0,-1 1-1 0 0,3-36 1 0 0,-5 29 6 0 0,6-85 34 0 0,-6 57 19 0 0,-4 23 408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10752 0 0,'3'-1'33'0'0,"14"-5"154"0"0,-5 3 47 0 0,-11 3 353 0 0,9-4 1270 0 0,-2 8-395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42 210 11760 0 0,'12'-13'79'0'0,"0"-1"136"0"0,5-7 254 0 0,-14 16-392 0 0,0 1 0 0 0,-1 0 0 0 0,1-1-1 0 0,-1 1 1 0 0,0-1 0 0 0,0 0 0 0 0,-1 1 0 0 0,1-1 0 0 0,-1 0-1 0 0,0 0 1 0 0,0-8 0 0 0,11-75 2794 0 0,-12 87-2578 0 0,0-7 369 0 0,6 25-572 0 0,1 1 0 0 0,0-2 0 0 0,14 23 0 0 0,18 38 12 0 0,-24-37-72 0 0,-2 1-1 0 0,-2 1 1 0 0,10 63 0 0 0,-17-75-20 0 0,-1 0 0 0 0,-2 0 0 0 0,-1 1 1 0 0,-1-1-1 0 0,-11 59 0 0 0,8-69-4 0 0,-1-1 0 0 0,0 0 1 0 0,-1-1-1 0 0,-1 1 0 0 0,-1-1 0 0 0,-1-1 1 0 0,0 1-1 0 0,-1-2 0 0 0,-24 31 0 0 0,31-44-1 0 0,0 1-1 0 0,0-1 0 0 0,0 0 0 0 0,-1-1 0 0 0,1 1 0 0 0,-1 0 1 0 0,1-1-1 0 0,-1 0 0 0 0,0 0 0 0 0,0 0 0 0 0,0 0 0 0 0,0-1 1 0 0,0 0-1 0 0,-9 2 0 0 0,11-3 0 0 0,-1 0-1 0 0,0 0 1 0 0,1-1-1 0 0,-1 1 1 0 0,1-1-1 0 0,-1 0 1 0 0,1 1-1 0 0,0-1 1 0 0,-1 0-1 0 0,1-1 1 0 0,0 1-1 0 0,-1 0 1 0 0,1-1-1 0 0,0 1 1 0 0,0-1-1 0 0,0 1 1 0 0,0-1 0 0 0,1 0-1 0 0,-1 0 1 0 0,0 0-1 0 0,1 0 1 0 0,-1 0-1 0 0,1-1 1 0 0,0 1-1 0 0,0 0 1 0 0,0-1-1 0 0,-1-2 1 0 0,-4-7 19 0 0,1 2 1 0 0,0 0 0 0 0,0-1-1 0 0,1 1 1 0 0,1-1 0 0 0,-4-17-1 0 0,6 11 15 0 0,0 0 0 0 0,1 0-1 0 0,1 1 1 0 0,0-1 0 0 0,1 0 0 0 0,1 1-1 0 0,1-1 1 0 0,0 1 0 0 0,2 0 0 0 0,-1 0-1 0 0,15-27 1 0 0,-8 22 34 0 0,1 0-1 0 0,0 1 1 0 0,2 0-1 0 0,0 2 1 0 0,2-1-1 0 0,0 2 1 0 0,31-25-1 0 0,-24 20 126 0 0,32-33 0 0 0,-21 18 1 0 0,-33 35-138 0 0,0 0-1 0 0,0 0 0 0 0,-1-1 0 0 0,1 1 0 0 0,-1-1 1 0 0,1 0-1 0 0,-1 1 0 0 0,0-1 0 0 0,2-5 0 0 0,-1 0 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13864 0 0,'0'0'2945'0'0,"4"5"-2660"0"0,0 2-201 0 0,0 0 0 0 0,-1 1 0 0 0,0-1 0 0 0,0 1 0 0 0,0-1 0 0 0,2 15 0 0 0,-1-7 42 0 0,0 0 0 0 0,11 25-1 0 0,2-8-9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36:3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1 361 10848 0 0,'0'0'369'0'0,"2"-4"-252"0"0,13-16 457 0 0,0 0-1 0 0,27-27 0 0 0,-17 19-654 0 0,-19 23 89 0 0,-1 1-1 0 0,1 0 1 0 0,0 0 0 0 0,0 0 0 0 0,1 1 0 0 0,-1 0-1 0 0,1 0 1 0 0,-1 1 0 0 0,1 0 0 0 0,0 0-1 0 0,10-2 1 0 0,11-3-10 0 0,-14 4-2 0 0,-1 0 0 0 0,1 2 0 0 0,0-1 0 0 0,0 2 1 0 0,-1 0-1 0 0,1 1 0 0 0,0 0 0 0 0,0 1 0 0 0,-1 0 1 0 0,1 1-1 0 0,-1 1 0 0 0,0 0 0 0 0,25 11 0 0 0,-35-13 0 0 0,-1-1 0 0 0,1 1 0 0 0,-1-1-1 0 0,1 1 1 0 0,-1 0 0 0 0,0 0 0 0 0,0 0-1 0 0,0 0 1 0 0,0 0 0 0 0,0 0 0 0 0,0 1-1 0 0,-1-1 1 0 0,1 1 0 0 0,-1-1 0 0 0,1 1 0 0 0,-1 0-1 0 0,0-1 1 0 0,0 1 0 0 0,0 0 0 0 0,-1 0-1 0 0,1 0 1 0 0,-1-1 0 0 0,1 1 0 0 0,-1 0-1 0 0,0 0 1 0 0,0 4 0 0 0,-2 0 3 0 0,0-1-1 0 0,0 0 1 0 0,0 0 0 0 0,-1 0-1 0 0,1 0 1 0 0,-1 0-1 0 0,-1-1 1 0 0,1 1 0 0 0,-1-1-1 0 0,0 0 1 0 0,-6 7 0 0 0,2-4 5 0 0,-1 0 0 0 0,0 0 0 0 0,0-1 1 0 0,0 0-1 0 0,-1-1 0 0 0,1 0 0 0 0,-14 5 0 0 0,21-9 4 0 0,-1-1 1 0 0,0 0-1 0 0,0 0 0 0 0,0-1 0 0 0,0 1 0 0 0,0 0 0 0 0,0-1 0 0 0,0 0 0 0 0,0 0 0 0 0,0 0 0 0 0,-1 0 0 0 0,1 0 0 0 0,0-1 1 0 0,-3 0-1 0 0,4 0 6 0 0,0 0 1 0 0,0 0-1 0 0,0 0 0 0 0,0-1 1 0 0,0 1-1 0 0,0-1 1 0 0,0 1-1 0 0,1-1 1 0 0,-1 0-1 0 0,0 1 1 0 0,1-1-1 0 0,0 0 1 0 0,-1 0-1 0 0,1 0 1 0 0,0 0-1 0 0,0 0 1 0 0,0 0-1 0 0,0-1 1 0 0,0 1-1 0 0,1 0 0 0 0,-1-3 1 0 0,0 3 15 0 0,0 0 0 0 0,0 0 0 0 0,1 0 0 0 0,-1 0-1 0 0,1 0 1 0 0,0 0 0 0 0,0 0 0 0 0,-1 0 0 0 0,1 0 0 0 0,1 0 0 0 0,-1 0 0 0 0,0 0 0 0 0,0 0 0 0 0,1 0-1 0 0,-1 0 1 0 0,1 0 0 0 0,0 0 0 0 0,-1 0 0 0 0,1 0 0 0 0,0 0 0 0 0,0 0 0 0 0,0 1 0 0 0,0-1-1 0 0,1 0 1 0 0,1-2 0 0 0,1 2 25 0 0,1-1 1 0 0,-1 1-1 0 0,0 0 0 0 0,0 0 0 0 0,1 0 0 0 0,-1 1 0 0 0,1-1 0 0 0,-1 1 1 0 0,1 0-1 0 0,6 0 0 0 0,22-4 160 0 0,-8 2-19 0 0,1-1 1 0 0,-1-1-1 0 0,1-1 1 0 0,-1-1-1 0 0,-1-2 1 0 0,25-11-1 0 0,-41 15-71 0 0,-1 0-1 0 0,1-1 0 0 0,-1 1 1 0 0,-1-1-1 0 0,1-1 0 0 0,-1 1 0 0 0,0-1 1 0 0,-1 0-1 0 0,1-1 0 0 0,-1 1 1 0 0,4-11-1 0 0,3-6 204 0 0,-1-1-1 0 0,11-38 1 0 0,-12 9 508 0 0,-9 52-227 0 0,0 4-592 0 0,0-1 0 0 0,-1 1 0 0 0,1 0-1 0 0,0 0 1 0 0,-1 0 0 0 0,1-1-1 0 0,-1 1 1 0 0,0 0 0 0 0,1 0 0 0 0,-1 2-1 0 0,0-1 14 0 0,8 49 240 0 0,1 77 0 0 0,-1-9-16 0 0,-6-96-163 0 0,-3 37-1 0 0,0-4-5 0 0,1-44-72 0 0,-3 118 195 0 0,2-107-121 0 0,-2-1-1 0 0,0-1 1 0 0,-11 41 0 0 0,5-45 94 0 0,2-16 51 0 0,7-4-222 0 0,-1 1 1 0 0,0 0 0 0 0,1 0-1 0 0,-1-1 1 0 0,1 1 0 0 0,0-1-1 0 0,-1 1 1 0 0,1 0 0 0 0,0-1 0 0 0,0 1-1 0 0,0-1 1 0 0,0 1 0 0 0,0-1-1 0 0,0 1 1 0 0,0-3 0 0 0,8-88 177 0 0,7-54-35 0 0,-11 124-130 0 0,-2 4 14 0 0,1 1 1 0 0,1 0-1 0 0,1 0 1 0 0,1 0-1 0 0,13-28 1 0 0,-14 34-13 0 0,1 1-1 0 0,0 0 1 0 0,1 1-1 0 0,0-1 1 0 0,12-10-1 0 0,-15 15-12 0 0,1 1-1 0 0,1 0 0 0 0,-1 1 0 0 0,0-1 0 0 0,1 1 1 0 0,0 0-1 0 0,0 0 0 0 0,0 1 0 0 0,0 0 0 0 0,0 0 0 0 0,0 0 1 0 0,0 1-1 0 0,8-1 0 0 0,-7 1-4 0 0,45-5 84 0 0,0 2-1 0 0,78 3 1 0 0,-104 3-65 0 0,105 13 189 0 0,-122-13-166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3:37.5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390 0 5520 0 0,'4'12'0'0'0,"2"4"3"0"0,2 5 2 0 0,-7-18-4 0 0,0 1 0 0 0,0 0 0 0 0,0 0 0 0 0,-1 0 0 0 0,1 0 0 0 0,-1 0 0 0 0,-1 4 0 0 0,-10 274 63 0 0,18-36-2 0 0,-3 108 54 0 0,-34 492 122 0 0,28-803-225 0 0,-72 1244 132 0 0,54-1030-128 0 0,-29 288 8 0 0,-17 110-7 0 0,27-121 28 0 0,37-509-44 0 0,-26 357 33 0 0,27-290-29 0 0,-10 240 13 0 0,-7 137 8 0 0,18-462-26 0 0,-2 443 43 0 0,-2 178 8 0 0,6-479-40 0 0,-6 172 10 0 0,5 154 11 0 0,1-439-28 0 0,7 417 86 0 0,-10-429-86 0 0,-6 437 86 0 0,7-426-84 0 0,-6 354 62 0 0,-2-297-51 0 0,-11 211 40 0 0,17-228-35 0 0,-9 187 85 0 0,-11-87-36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3:49.0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9 135 8240 0 0,'0'0'0'0'0,"-8"-29"0"0"0,31 7 0 0 0,2-3 96 0 0,-14-2 8 0 0,-17-4 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3:49.4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130 1 7936 0 0,'8'1'2'0'0,"7"1"11"0"0,9 1 22 0 0,-21-2-29 0 0,-1-1-1 0 0,1 1 1 0 0,-1-1-1 0 0,1 1 1 0 0,-1 0 0 0 0,0 0-1 0 0,1 0 1 0 0,-1 0 0 0 0,0 1-1 0 0,3 1 1 0 0,-4-2-2 0 0,-1 0 1 0 0,0-1-1 0 0,1 1 1 0 0,-1-1-1 0 0,0 1 0 0 0,0 0 1 0 0,0 0-1 0 0,1-1 1 0 0,-1 1-1 0 0,0 0 1 0 0,0-1-1 0 0,0 1 1 0 0,0 0-1 0 0,0 0 0 0 0,0-1 1 0 0,-1 1-1 0 0,1 0 1 0 0,0-1-1 0 0,0 1 1 0 0,0 0-1 0 0,-1-1 1 0 0,1 1-1 0 0,0 0 0 0 0,-1-1 1 0 0,1 1-1 0 0,0-1 1 0 0,-1 1-1 0 0,1 0 1 0 0,-1-1-1 0 0,1 1 1 0 0,-1-1-1 0 0,0 1 1 0 0,-24 23 66 0 0,18-18-35 0 0,-9 14 85 0 0,1 1-1 0 0,1 0 0 0 0,0 1 0 0 0,-14 34 1 0 0,14-30-36 0 0,2 1 1 0 0,0 1 0 0 0,2 0-1 0 0,2 1 1 0 0,0 0-1 0 0,2 0 1 0 0,1 0 0 0 0,1 1-1 0 0,1 30 1 0 0,43 417 332 0 0,-21-322-338 0 0,1 14-12 0 0,26 255 68 0 0,-24 7 74 0 0,-12 84 6 0 0,-4-23 113 0 0,2 41-50 0 0,-4-347-185 0 0,0 65 82 0 0,2 583 256 0 0,1-203-22 0 0,0-116-138 0 0,-1 150 116 0 0,-3-491-247 0 0,15 314 144 0 0,-1-75-125 0 0,-2 185 202 0 0,-10-403-230 0 0,-1 85 8 0 0,-15-129-68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3:51.7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12256 0 0,'22'4'33'0'0,"5"1"72"0"0,-23-4-83 0 0,0 0 1 0 0,0 0-1 0 0,0 1 1 0 0,-1-1 0 0 0,1 1-1 0 0,0 0 1 0 0,5 3-1 0 0,-8-2 12 0 0,1 0-1 0 0,0 0 0 0 0,-1 0 0 0 0,0 0 1 0 0,0 0-1 0 0,0 0 0 0 0,0 0 1 0 0,0 0-1 0 0,-1 0 0 0 0,1 1 0 0 0,-1-1 1 0 0,0 4-1 0 0,1 4 25 0 0,10 95 390 0 0,-7-60 162 0 0,14 71-1 0 0,-14-96-504 0 0,-1 0 0 0 0,-1 1 0 0 0,-1 0 0 0 0,-3 35 0 0 0,1 13 183 0 0,-1 6 35 0 0,0-47-137 0 0,3 46 1 0 0,8 138 158 0 0,-1-54-29 0 0,-3 207 47 0 0,-1-248-279 0 0,-1-15-27 0 0,15 326 163 0 0,-7-175-128 0 0,12-19-41 0 0,5 60 13 0 0,-4-7 4 0 0,-10-134-35 0 0,-2 72 11 0 0,-1 9 17 0 0,40 537 94 0 0,-34-490-123 0 0,9 257 16 0 0,-26-517-44 0 0,-2 851 84 0 0,-66 39-7 0 0,35-663-58 0 0,-6 66 1 0 0,36-273-22 0 0,-30 289 27 0 0,18-239-23 0 0,-29 219 13 0 0,-9 252 9 0 0,41-260 0 0 0,8-119-11 0 0,10 223 31 0 0,0-288-40 0 0,-4-60 0 0 0,3 0-1 0 0,15 78 1 0 0,-6-82-3 0 0,16 91 22 0 0,-21-49-10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3:55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556 0 7136 0 0,'28'10'7'0'0,"-9"-4"5"0"0,5 1 18 0 0,-23-7-26 0 0,0 1-1 0 0,0-1 0 0 0,-1 0 1 0 0,1 1-1 0 0,0-1 1 0 0,0 1-1 0 0,0-1 0 0 0,0 1 1 0 0,-1-1-1 0 0,1 1 1 0 0,0 0-1 0 0,-1-1 1 0 0,1 1-1 0 0,0 0 0 0 0,-1-1 1 0 0,1 1-1 0 0,-1 0 1 0 0,1 0-1 0 0,-1 0 1 0 0,1 0-1 0 0,-1-1 0 0 0,0 1 1 0 0,0 0-1 0 0,1 0 1 0 0,-1 0-1 0 0,0 0 0 0 0,0 0 1 0 0,0 0-1 0 0,0 1 1 0 0,-7 32 101 0 0,1-14-68 0 0,-16 102 493 0 0,18-101-425 0 0,1 0 0 0 0,0 0 0 0 0,2 27 0 0 0,-1-5 148 0 0,1-38-215 0 0,0-1 0 0 0,0 0 0 0 0,0 1 0 0 0,0-1 0 0 0,-1 0 0 0 0,0 0-1 0 0,0 0 1 0 0,0 0 0 0 0,-1 0 0 0 0,-2 3 0 0 0,-10 19 117 0 0,-6 22-4 0 0,-37 92 211 0 0,-45 144 94 0 0,94-257-414 0 0,-23 61 94 0 0,-40 176 1 0 0,5 318 29 0 0,43 4-79 0 0,11-233-13 0 0,-14 122 31 0 0,21-360-77 0 0,-12 116 45 0 0,0-19-3 0 0,-4 26-9 0 0,-5 56 35 0 0,25-260-80 0 0,-12 111 50 0 0,-1 54 15 0 0,15-150-65 0 0,-4 132 42 0 0,-2 214 41 0 0,6-199-57 0 0,3 42 1 0 0,0-181-33 0 0,8 208 28 0 0,11 282 29 0 0,-11-329-36 0 0,8 103 15 0 0,12 50 0 0 0,13 119 28 0 0,113 805 129 0 0,-125-1001-164 0 0,-7-74-22 0 0,24 237 38 0 0,-34-251-31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4:15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117 90 4816 0 0,'25'-1'0'0'0,"-8"1"0"0"0,10 0 0 0 0,-10 0 1 0 0,1-3 7 0 0,-14-3-5 0 0,-8 0 0 0 0,0 1 13 0 0,0 0 0 0 0,0 0 0 0 0,0 0 0 0 0,-1 1 0 0 0,0 0 0 0 0,0 0 0 0 0,0 0 0 0 0,0 1 1 0 0,0-1-1 0 0,-1 1 0 0 0,-8-3 0 0 0,12 5 9 0 0,1 0 23 0 0,1-1-1 0 0,-1 1 1 0 0,0 0-1 0 0,0 0 0 0 0,1 0 1 0 0,-1-1-1 0 0,0 1 1 0 0,0 0-1 0 0,-1 0 1 0 0,1 0-1 0 0,0 0 1 0 0,0 1-1 0 0,0-1 0 0 0,0 0 1 0 0,-1 0-1 0 0,1 1 1 0 0,0-1-1 0 0,-1 1 1 0 0,1-1-1 0 0,-1 1 1 0 0,1 0-1 0 0,-1-1 0 0 0,1 1 1 0 0,0 0-1 0 0,-1 0 1 0 0,1 0-1 0 0,-1 0 1 0 0,1 0-1 0 0,-1 0 1 0 0,1 0-1 0 0,-1 1 0 0 0,1-1 1 0 0,-3 2-1 0 0,2-2-5 0 0,0 1-1 0 0,-1 0 1 0 0,1 1 0 0 0,0-1-1 0 0,0 0 1 0 0,1 0-1 0 0,-1 1 1 0 0,0-1 0 0 0,0 1-1 0 0,1 0 1 0 0,-1 0-1 0 0,1-1 1 0 0,-1 1-1 0 0,1 0 1 0 0,0 0 0 0 0,0 0-1 0 0,0 0 1 0 0,0 1-1 0 0,0-1 1 0 0,0 0 0 0 0,0 4-1 0 0,-2 21 90 0 0,1 0 0 0 0,2 0 0 0 0,1 0 0 0 0,4 27 0 0 0,-1-23-1 0 0,-2-1 0 0 0,-2 1 0 0 0,-3 36 0 0 0,-21 142 243 0 0,-31 496 1062 0 0,75-30-157 0 0,-19-649-1258 0 0,21 849 1874 0 0,-36-290-1110 0 0,-1 15-186 0 0,9-364-459 0 0,1 76 125 0 0,9-14 74 0 0,10 266 83 0 0,-5-446-303 0 0,31 377 331 0 0,7 24-106 0 0,-20-96 0 0 0,-10 21-133 0 0,-14-288-130 0 0,-5 147 119 0 0,-12 206 74 0 0,-2-205-160 0 0,4-117-36 0 0,-1 43 56 0 0,-5 216 171 0 0,17-280-214 0 0,1 147 97 0 0,3-173-87 0 0,6 190 67 0 0,6 105-19 0 0,-13-368-121 0 0,8 93 47 0 0,1 59 58 0 0,-7 36 54 0 0,6 56 22 0 0,-10-129-42 0 0,-2-64-79 0 0,-6 82 46 0 0,3-131-86 0 0,-15 161 141 0 0,14-189-153 0 0,4-35-24 0 0,1 0-1 0 0,0-1 1 0 0,0 1 0 0 0,1 0-1 0 0,0-1 1 0 0,0 1 0 0 0,0 0-1 0 0,0-1 1 0 0,1 1-1 0 0,2 7 1 0 0,-1-1 32 0 0,-6-2 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4:18.1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 3 8136 0 0,'11'-1'61'0'0,"7"1"208"0"0,1-1 115 0 0,3 0 165 0 0,-18 1-355 0 0,-4 0-178 0 0,-1 0 0 0 0,1 1-1 0 0,-1-1 1 0 0,1 0 0 0 0,0 0-1 0 0,-1 0 1 0 0,1 0 0 0 0,-1 0 0 0 0,1 1-1 0 0,0-1 1 0 0,-1 0 0 0 0,1 0 0 0 0,0 0-1 0 0,-1 1 1 0 0,1-1 0 0 0,0 0-1 0 0,0 1 1 0 0,-1-1 0 0 0,1 0 0 0 0,0 1-1 0 0,0-1 1 0 0,-1 0 0 0 0,1 1 0 0 0,0-1-1 0 0,0 0 1 0 0,0 1 0 0 0,0-1 0 0 0,0 1-1 0 0,-1-1 1 0 0,1 0 0 0 0,0 1-1 0 0,0 21 165 0 0,9 30-163 0 0,-6-41 56 0 0,5 48 17 0 0,-2 1 0 0 0,-3-1-1 0 0,-2 1 1 0 0,-12 100-1 0 0,7-105-61 0 0,-17 125 90 0 0,7-36-36 0 0,6-51-42 0 0,2 7 76 0 0,11 176-1 0 0,0-166-58 0 0,20 157 216 0 0,-3-54-132 0 0,26 714 397 0 0,-4-82 28 0 0,-37-758-527 0 0,47 431 371 0 0,-43-437-348 0 0,88 734 459 0 0,-70-384-125 0 0,-35 574 0 0 0,-30-328-100 0 0,16-292-104 0 0,8-118-10 0 0,-6 240 70 0 0,9-222-133 0 0,-2 34 57 0 0,-62 1093 373 0 0,58-1238-479 0 0,-64 606 165 0 0,60-601-176 0 0,-14 85 50 0 0,23-211-82 0 0,-15 121 70 0 0,23-139-78 0 0,2-12 3 0 0,-2 1 1 0 0,-8 37-1 0 0,-6-10 24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6224 0 0,'4'-3'869'0'0,"-3"2"-509"0"0,19-11 701 0 0,-6-9 3347 0 0,-14 8-4417 0 0,0 12 6 0 0,0 0-1 0 0,0 1 1 0 0,-1-1-1 0 0,1 0 1 0 0,0 1 0 0 0,0-1-1 0 0,0 1 1 0 0,0-1-1 0 0,0 0 1 0 0,0 1-1 0 0,0-1 1 0 0,0 0-1 0 0,0 1 1 0 0,0-1 0 0 0,0 0-1 0 0,0 1 1 0 0,1-1-1 0 0,-1 0 1 0 0,0 1-1 0 0,0-1 1 0 0,1 0-1 0 0,-1 1 1 0 0,0-1 0 0 0,1 1-1 0 0,-1-1 1 0 0,0 1-1 0 0,1-1 1 0 0,-1 1-1 0 0,1-1 1 0 0,-1 1-1 0 0,1-1 1 0 0,0 1 0 0 0,-1 0-1 0 0,1-1 1 0 0,-1 1-1 0 0,1 0 1 0 0,0-1-1 0 0,1 3 26 0 0,0 0-1 0 0,0 1 0 0 0,0-1 0 0 0,0 0 0 0 0,-1 1 1 0 0,1-1-1 0 0,-1 1 0 0 0,0-1 0 0 0,0 1 1 0 0,1 0-1 0 0,-2 0 0 0 0,1-1 0 0 0,0 4 1 0 0,3 12 19 0 0,-1 0 0 0 0,-1 0-1 0 0,-1 0 1 0 0,0 0 0 0 0,-4 28 0 0 0,2-18-20 0 0,-13 95 60 0 0,5-53-48 0 0,-16 238 81 0 0,24-242-64 0 0,3-58 9 0 0,3-14 16 0 0,4-19 87 0 0,-5 0-91 0 0,-1 0 0 0 0,-1 0 0 0 0,-2 0 0 0 0,-2-32 0 0 0,0-8 47 0 0,-6-30 141 0 0,5 70-177 0 0,0-1 0 0 0,3-48 0 0 0,3 25 15 0 0,-2 28-28 0 0,0 0 1 0 0,2 1-1 0 0,6-30 1 0 0,-4 34-42 0 0,-4 8 19 0 0,2 0 0 0 0,-1 1 0 0 0,1-1 0 0 0,7-13 1 0 0,-9 18-32 0 0,1 1 1 0 0,0 0 0 0 0,0-1 0 0 0,0 1 0 0 0,0 0 0 0 0,0 0 0 0 0,1 0 0 0 0,-1 0-1 0 0,1 1 1 0 0,-1-1 0 0 0,1 1 0 0 0,-1-1 0 0 0,1 1 0 0 0,0 0 0 0 0,0 0 0 0 0,5-1 0 0 0,0 1 13 0 0,-1 1 0 0 0,1-1 0 0 0,-1 1 0 0 0,1 1 0 0 0,-1-1 0 0 0,0 1 0 0 0,1 1 0 0 0,-1-1 0 0 0,0 1 0 0 0,0 0 0 0 0,0 1 0 0 0,0 0 1 0 0,0 0-1 0 0,0 0 0 0 0,-1 1 0 0 0,0 0 0 0 0,8 6 0 0 0,7 6 72 0 0,-1 1 1 0 0,-1 1-1 0 0,28 32 0 0 0,-43-44-68 0 0,0 1 0 0 0,0-1 0 0 0,0 1 0 0 0,0 0-1 0 0,-1 0 1 0 0,0 0 0 0 0,-1 0 0 0 0,0 1 0 0 0,0-1 0 0 0,0 1-1 0 0,-1-1 1 0 0,1 10 0 0 0,-3-15-24 0 0,1 0 1 0 0,-1 0-1 0 0,1 0 0 0 0,-1 0 1 0 0,0-1-1 0 0,0 1 0 0 0,0 0 0 0 0,0 0 1 0 0,0-1-1 0 0,0 1 0 0 0,0-1 1 0 0,-1 1-1 0 0,1-1 0 0 0,0 1 0 0 0,-1-1 1 0 0,1 0-1 0 0,-1 1 0 0 0,0-1 0 0 0,1 0 1 0 0,-1 0-1 0 0,0 0 0 0 0,0-1 1 0 0,0 1-1 0 0,-3 1 0 0 0,-51 13 289 0 0,37-13-199 0 0,-2 0 0 0 0,1-1 1 0 0,-35-4-1 0 0,-4 1 96 0 0,-38-4 158 0 0,80 6-260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5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1 561 11856 0 0,'34'-11'296'0'0,"-2"0"323"0"0,-24 9-463 0 0,-1-1 0 0 0,0-1 0 0 0,0 1 0 0 0,7-6 1 0 0,-12 8-21 0 0,3-2 251 0 0,-5 3-362 0 0,0 0 1 0 0,1 0-1 0 0,-1 0 0 0 0,0 0 1 0 0,1 0-1 0 0,-1 0 0 0 0,0 0 0 0 0,0 0 1 0 0,1 0-1 0 0,-1 0 0 0 0,0 0 0 0 0,0 0 1 0 0,1 0-1 0 0,-1-1 0 0 0,0 1 1 0 0,0 0-1 0 0,1 0 0 0 0,-1 0 0 0 0,0 0 1 0 0,0-1-1 0 0,0 1 0 0 0,1 0 0 0 0,-1 0 1 0 0,0-1-1 0 0,0 1 0 0 0,0 0 0 0 0,0 0 1 0 0,0 0-1 0 0,0-1 0 0 0,1 1 1 0 0,-1 0-1 0 0,0-1 0 0 0,0 1 0 0 0,0 0 1 0 0,0-1-1 0 0,0 0 0 0 0,0 0 0 0 0,0 0 0 0 0,0-1 0 0 0,0 1 0 0 0,0 0 0 0 0,1 0 0 0 0,-1-1 0 0 0,0 1 0 0 0,1 0 0 0 0,-1 0 0 0 0,1 0 0 0 0,-1-1 0 0 0,1 1 0 0 0,0 0 0 0 0,-1 0 0 0 0,1 0 0 0 0,0 0 0 0 0,0 0 0 0 0,0 0 0 0 0,-1 0 0 0 0,1 1 0 0 0,0-1 0 0 0,0 0 0 0 0,0 0 0 0 0,1 1 0 0 0,-1-1 0 0 0,1 0 0 0 0,40-13 2 0 0,-23 8 51 0 0,11-5-84 0 0,-16 3-1 0 0,2-1-78 0 0,-15 8 58 0 0,1-1-45 0 0,-31 24-569 0 0,3-6 515 0 0,21-13 110 0 0,0 0-1 0 0,0 1 1 0 0,0-1 0 0 0,0 1-1 0 0,0 0 1 0 0,-4 5 0 0 0,-10 13-23 0 0,1 2 0 0 0,1 0 0 0 0,1 1 0 0 0,2 1 0 0 0,-13 29 0 0 0,24-49 35 0 0,0 1-1 0 0,1-1 0 0 0,1 1 0 0 0,-3 11 1 0 0,-3 15-3 0 0,5 3 7 0 0,1-11 0 0 0,0-23 0 0 0,0 3 3 0 0,12 12 2 0 0,-9-14-1 0 0,1 0 0 0 0,-1-1 0 0 0,1 0 0 0 0,0 0 0 0 0,-1 1 0 0 0,1-2 0 0 0,0 1 0 0 0,0 0 0 0 0,1 0 0 0 0,-1-1 0 0 0,0 0 0 0 0,0 0 0 0 0,1 0 0 0 0,-1 0 0 0 0,1 0 0 0 0,-1-1 0 0 0,0 1 0 0 0,1-1 0 0 0,-1 0 0 0 0,7-1 0 0 0,3 1 33 0 0,0-2-1 0 0,-1 0 1 0 0,23-6-1 0 0,-28 6-17 0 0,0-1 0 0 0,-1 0 0 0 0,1-1 0 0 0,-1 1 0 0 0,11-9 0 0 0,0 1 6 0 0,95-63 222 0 0,-79 52-123 0 0,40-33 1 0 0,19-14 298 0 0,-66 44-246 0 0,-22 14 237 0 0,-4 11-375 0 0,0 0 0 0 0,-1 0 1 0 0,1 0-1 0 0,0-1 0 0 0,-1 1 1 0 0,1 0-1 0 0,0 0 0 0 0,-1 0 0 0 0,1 0 1 0 0,-1 0-1 0 0,1 0 0 0 0,0 0 0 0 0,-1 0 1 0 0,1 0-1 0 0,-1 0 0 0 0,1 0 0 0 0,-1 0 1 0 0,1 0-1 0 0,0 0 0 0 0,-1 0 0 0 0,1 0 1 0 0,-1 0-1 0 0,1 0 0 0 0,0 1 1 0 0,-1-1-1 0 0,1 0 0 0 0,0 0 0 0 0,-1 0 1 0 0,0 1-1 0 0,-7 3 14 0 0,1 0 1 0 0,-1 1-1 0 0,1 0 1 0 0,0 0-1 0 0,0 1 1 0 0,0 0-1 0 0,0 0 1 0 0,1 0-1 0 0,0 1 1 0 0,1 0 0 0 0,-7 10-1 0 0,-5 11 229 0 0,-24 50 0 0 0,33-60-109 0 0,1 0 0 0 0,-10 37-1 0 0,15-50-126 0 0,1 1-1 0 0,0-1 0 0 0,0 1 1 0 0,0 0-1 0 0,1 0 0 0 0,0 0 0 0 0,0-1 1 0 0,1 1-1 0 0,-1 0 0 0 0,1 0 1 0 0,0-1-1 0 0,1 1 0 0 0,-1-1 0 0 0,4 8 1 0 0,-4-11-30 0 0,0-1 0 0 0,0 1 1 0 0,0 0-1 0 0,0-1 1 0 0,1 1-1 0 0,-1-1 0 0 0,0 0 1 0 0,1 1-1 0 0,-1-1 0 0 0,1 0 1 0 0,0 0-1 0 0,-1 0 0 0 0,1 0 1 0 0,0 0-1 0 0,-1 0 1 0 0,1 0-1 0 0,0 0 0 0 0,0-1 1 0 0,0 1-1 0 0,3 0 0 0 0,-1-1 15 0 0,-1 0 0 0 0,1-1 0 0 0,-1 1 0 0 0,1 0 0 0 0,-1-1 0 0 0,1 0 0 0 0,-1 0 0 0 0,0 0 0 0 0,1 0 0 0 0,5-4 0 0 0,-1 0 17 0 0,1 0 0 0 0,-1 0 0 0 0,-1-1 0 0 0,1 0 1 0 0,-1-1-1 0 0,0 1 0 0 0,9-13 0 0 0,-1-4 139 0 0,18-36 0 0 0,-14 22-68 0 0,-15 30-80 0 0,-1-1 0 0 0,0 0 0 0 0,-1 0 0 0 0,0 0 0 0 0,0 0-1 0 0,-1-1 1 0 0,0 1 0 0 0,0 0 0 0 0,-1-11 0 0 0,2-14 111 0 0,-2 31-136 0 0,0 1-1 0 0,0-1 1 0 0,0 0-1 0 0,0 0 1 0 0,0 1-1 0 0,0-1 1 0 0,0 0-1 0 0,-1 1 1 0 0,1-1-1 0 0,0 0 1 0 0,-1 1-1 0 0,0-1 1 0 0,1 0-1 0 0,-1 1 1 0 0,0-1-1 0 0,0 1 1 0 0,0-1 0 0 0,0 1-1 0 0,0 0 1 0 0,0-1-1 0 0,0 1 1 0 0,0 0-1 0 0,0 0 1 0 0,-1 0-1 0 0,1 0 1 0 0,-1 0-1 0 0,1 0 1 0 0,-1 0-1 0 0,1 0 1 0 0,-3 0-1 0 0,2 0 3 0 0,0 0-1 0 0,0 1 0 0 0,-1 0 0 0 0,1-1 0 0 0,0 1 0 0 0,-1 0 1 0 0,1 0-1 0 0,0 0 0 0 0,-1 1 0 0 0,1-1 0 0 0,0 0 1 0 0,-1 1-1 0 0,1 0 0 0 0,0-1 0 0 0,0 1 0 0 0,0 0 0 0 0,0 0 1 0 0,-1 0-1 0 0,1 0 0 0 0,0 1 0 0 0,-1 1 0 0 0,-15 14 43 0 0,1 2 0 0 0,2-1 0 0 0,0 2 0 0 0,0 0-1 0 0,-20 42 1 0 0,32-57-49 0 0,-2 4 12 0 0,0 0 0 0 0,0 0 0 0 0,1 1 0 0 0,0 0 0 0 0,1 0 0 0 0,0 0 0 0 0,1 0 0 0 0,-1 0 0 0 0,1 14 0 0 0,1-23-19 0 0,1-1 1 0 0,0 1-1 0 0,0 0 1 0 0,0-1-1 0 0,0 1 1 0 0,0 0-1 0 0,0-1 1 0 0,0 1-1 0 0,0 0 1 0 0,0-1-1 0 0,0 1 1 0 0,1-1-1 0 0,-1 1 1 0 0,0 0-1 0 0,0-1 1 0 0,1 1-1 0 0,-1-1 1 0 0,0 1-1 0 0,1-1 1 0 0,-1 1-1 0 0,0 0 1 0 0,1-1-1 0 0,-1 0 1 0 0,1 1 0 0 0,-1-1-1 0 0,1 1 1 0 0,-1-1-1 0 0,1 1 1 0 0,-1-1-1 0 0,1 0 1 0 0,-1 1-1 0 0,1-1 1 0 0,-1 0-1 0 0,1 0 1 0 0,0 0-1 0 0,-1 1 1 0 0,1-1-1 0 0,0 0 1 0 0,-1 0-1 0 0,1 0 1 0 0,0 0-1 0 0,-1 0 1 0 0,1 0-1 0 0,-1 0 1 0 0,1 0-1 0 0,0 0 1 0 0,-1 0-1 0 0,1-1 1 0 0,0 1-1 0 0,-1 0 1 0 0,1 0-1 0 0,-1-1 1 0 0,1 1-1 0 0,0 0 1 0 0,-1-1-1 0 0,1 1 1 0 0,-1 0 0 0 0,1-1-1 0 0,31-22 40 0 0,1-7-20 0 0,75-63 33 0 0,-95 84-51 0 0,-1 1 1 0 0,1 0-1 0 0,1 1 1 0 0,-1 0 0 0 0,1 1-1 0 0,1 1 1 0 0,18-5 0 0 0,-28 8-4 0 0,0 1 0 0 0,0 1 1 0 0,-1-1-1 0 0,1 1 1 0 0,0 0-1 0 0,0 0 0 0 0,0 0 1 0 0,0 1-1 0 0,-1-1 1 0 0,1 1-1 0 0,0 0 0 0 0,-1 1 1 0 0,1-1-1 0 0,0 1 0 0 0,-1 0 1 0 0,0 0-1 0 0,1 0 1 0 0,-1 1-1 0 0,0 0 0 0 0,0-1 1 0 0,-1 1-1 0 0,1 1 1 0 0,0-1-1 0 0,-1 0 0 0 0,0 1 1 0 0,3 4-1 0 0,-1-1 0 0 0,-1 1 0 0 0,0-1 1 0 0,0 1-1 0 0,-1-1 0 0 0,0 1 0 0 0,0 0 0 0 0,-1 1 0 0 0,0-1 0 0 0,-1 0 1 0 0,1 0-1 0 0,-2 1 0 0 0,1-1 0 0 0,-1 1 0 0 0,-1 10 0 0 0,1-16-1 0 0,-9 16 0 0 0,2-12 0 0 0,1-11 0 0 0,5 0 0 0 0,1 0 0 0 0,-1 1 0 0 0,1-1 0 0 0,1 1 0 0 0,-1-1 0 0 0,0 0 0 0 0,1 1 0 0 0,0-1 0 0 0,2-6 0 0 0,12-33 0 0 0,-14 40 0 0 0,3-8 0 0 0,0 0 0 0 0,1 1 0 0 0,13-21 0 0 0,-17 29 0 0 0,1-1 0 0 0,0 1 0 0 0,0-1 0 0 0,0 1 0 0 0,0 0 0 0 0,1 0 0 0 0,-1 0 0 0 0,1 0 0 0 0,-1 1 0 0 0,1-1 0 0 0,0 1 0 0 0,-1-1 0 0 0,1 1 0 0 0,0 0 0 0 0,0 0 0 0 0,0 0 0 0 0,0 0 0 0 0,0 1 0 0 0,0-1 0 0 0,5 1 0 0 0,0 1 2 0 0,-5 1 3 0 0,-2-1-4 0 0,0 0 0 0 0,0 0 1 0 0,0 0-1 0 0,0 0 0 0 0,0 0 0 0 0,0 0 1 0 0,0-1-1 0 0,0 1 0 0 0,0 0 0 0 0,0-1 1 0 0,0 1-1 0 0,1-1 0 0 0,-1 1 0 0 0,0-1 1 0 0,1 0-1 0 0,-1 1 0 0 0,0-1 0 0 0,0 0 0 0 0,1 0 1 0 0,-1 0-1 0 0,0 0 0 0 0,1 0 0 0 0,-1 0 1 0 0,0 0-1 0 0,1 0 0 0 0,-1-1 0 0 0,0 1 1 0 0,1-1-1 0 0,-1 1 0 0 0,0-1 0 0 0,0 1 1 0 0,0-1-1 0 0,1 1 0 0 0,-1-1 0 0 0,0 0 1 0 0,0 0-1 0 0,0 0 0 0 0,0 0 0 0 0,0 0 0 0 0,0 0 1 0 0,1-1-1 0 0,1-4 0 0 0,1 0 1 0 0,0 0-1 0 0,-1-1 0 0 0,0 1 0 0 0,3-13 1 0 0,-3 10 2 0 0,24-55 8 0 0,29-114 0 0 0,-28 79 31 0 0,-27 97-21 0 0,-9 28 12 0 0,7-25-34 0 0,-28 113 53 0 0,26-98-42 0 0,1 0 0 0 0,0 0 0 0 0,1 0 0 0 0,1 0-1 0 0,3 26 1 0 0,-3-41-9 0 0,0 0 0 0 0,0 0-1 0 0,0 1 1 0 0,0-1 0 0 0,0 0-1 0 0,1 0 1 0 0,-1 1 0 0 0,1-1-1 0 0,-1 0 1 0 0,1 0 0 0 0,-1 0-1 0 0,1 0 1 0 0,-1 1 0 0 0,1-1-1 0 0,0 0 1 0 0,0 0 0 0 0,-1 0-1 0 0,1 0 1 0 0,0-1 0 0 0,0 1-1 0 0,0 0 1 0 0,0 0 0 0 0,0-1 0 0 0,0 1-1 0 0,0 0 1 0 0,1-1 0 0 0,-1 1-1 0 0,0-1 1 0 0,0 1 0 0 0,0-1-1 0 0,1 0 1 0 0,-1 1 0 0 0,0-1-1 0 0,0 0 1 0 0,1 0 0 0 0,-1 0-1 0 0,0 0 1 0 0,0 0 0 0 0,1 0-1 0 0,-1 0 1 0 0,0-1 0 0 0,0 1-1 0 0,1 0 1 0 0,-1-1 0 0 0,0 1-1 0 0,0-1 1 0 0,0 1 0 0 0,2-2-1 0 0,8-3 8 0 0,0-1 0 0 0,0 0 0 0 0,-1-1 0 0 0,11-9-1 0 0,-4 4 1 0 0,-3 4 3 0 0,-3 0 2 0 0,0 1-1 0 0,1 1 1 0 0,24-10 0 0 0,-31 15-10 0 0,-1 0 0 0 0,0 0 0 0 0,1 0-1 0 0,-1 1 1 0 0,1-1 0 0 0,-1 1 0 0 0,1 0 0 0 0,-1 1 0 0 0,0-1 0 0 0,1 1 0 0 0,-1 0 0 0 0,1 0 0 0 0,-1 0-1 0 0,0 0 1 0 0,7 4 0 0 0,-6-1 5 0 0,0 0-1 0 0,0 0 0 0 0,0 1 0 0 0,-1-1 1 0 0,0 1-1 0 0,1 0 0 0 0,-2 1 0 0 0,1-1 1 0 0,4 9-1 0 0,12 14 43 0 0,-9-12-5 0 0,-10-15-42 0 0,-1 0-1 0 0,1 0 1 0 0,0 1-1 0 0,0-1 1 0 0,0 0 0 0 0,0 0-1 0 0,-1 0 1 0 0,1 0-1 0 0,1-1 1 0 0,-1 1-1 0 0,0 0 1 0 0,0 0-1 0 0,0-1 1 0 0,2 2 0 0 0,0-3 9 0 0,0 1 1 0 0,0-1-1 0 0,0 1 0 0 0,0-1 1 0 0,-1 0-1 0 0,1 0 1 0 0,0-1-1 0 0,0 1 1 0 0,0 0-1 0 0,-1-1 1 0 0,1 0-1 0 0,3-3 1 0 0,-1 2 29 0 0,4-2 29 0 0,1 0 51 0 0,-9 17-64 0 0,-2-2-53 0 0,0 6 23 0 0,1 0 0 0 0,0 0 0 0 0,1-1 0 0 0,0 1 0 0 0,2 0 0 0 0,0-1-1 0 0,0 0 1 0 0,11 26 0 0 0,-14-38-24 0 0,1-1 1 0 0,0 0-1 0 0,0 0 0 0 0,0 0 0 0 0,0 0 0 0 0,0 0 1 0 0,1-1-1 0 0,-1 1 0 0 0,0 0 0 0 0,1 0 0 0 0,0-1 0 0 0,-1 1 1 0 0,1-1-1 0 0,0 0 0 0 0,0 1 0 0 0,-1-1 0 0 0,1 0 1 0 0,0 0-1 0 0,0 0 0 0 0,1 0 0 0 0,-1 0 0 0 0,0-1 1 0 0,0 1-1 0 0,0-1 0 0 0,0 1 0 0 0,1-1 0 0 0,-1 0 0 0 0,0 0 1 0 0,0 0-1 0 0,4 0 0 0 0,-2-1 2 0 0,-1 0-1 0 0,1 0 0 0 0,-1-1 1 0 0,0 1-1 0 0,0-1 1 0 0,0 0-1 0 0,0 0 1 0 0,0 0-1 0 0,0 0 1 0 0,0 0-1 0 0,0 0 1 0 0,-1-1-1 0 0,1 1 1 0 0,-1-1-1 0 0,0 0 1 0 0,0 0-1 0 0,0 0 1 0 0,3-6-1 0 0,22-40 61 0 0,-20 38-54 0 0,0 1 1 0 0,-1-1-1 0 0,-1-1 1 0 0,1 1 0 0 0,-2-1-1 0 0,0 1 1 0 0,0-1-1 0 0,-1-1 1 0 0,-1 1 0 0 0,3-23-1 0 0,-5 28-6 0 0,0 0-1 0 0,0 0 0 0 0,-1 0 1 0 0,1 0-1 0 0,-1 1 1 0 0,-1-1-1 0 0,1 0 0 0 0,-1 1 1 0 0,-5-12-1 0 0,7 18-5 0 0,0-1 0 0 0,-1 1 0 0 0,1-1 0 0 0,0 1 0 0 0,0 0 0 0 0,0-1 0 0 0,0 1 0 0 0,-1 0 0 0 0,1-1 0 0 0,0 1 0 0 0,0 0 0 0 0,-1-1 0 0 0,1 1 0 0 0,0 0 0 0 0,-1-1 0 0 0,1 1 0 0 0,0 0 0 0 0,-1 0 0 0 0,1-1 0 0 0,-1 1 0 0 0,1 0-1 0 0,0 0 1 0 0,-1 0 0 0 0,1 0 0 0 0,-1 0 0 0 0,1-1 0 0 0,0 1 0 0 0,-1 0 0 0 0,1 0 0 0 0,-1 0 0 0 0,1 0 0 0 0,-1 0 0 0 0,1 0 0 0 0,0 0 0 0 0,-1 0 0 0 0,1 1 0 0 0,-1-1 0 0 0,1 0 0 0 0,0 0 0 0 0,-1 0 0 0 0,1 0 0 0 0,-1 1 0 0 0,1-1 0 0 0,0 0 0 0 0,-1 0 0 0 0,1 1 0 0 0,0-1 0 0 0,-1 0 0 0 0,1 0 0 0 0,0 1 0 0 0,0-1-1 0 0,-1 0 1 0 0,1 1 0 0 0,0-1 0 0 0,0 0 0 0 0,-1 1 0 0 0,1-1 0 0 0,0 1 0 0 0,-11 22 22 0 0,10-18-20 0 0,0 0 1 0 0,0 0-1 0 0,0 0 0 0 0,1 0 0 0 0,0 0 1 0 0,0-1-1 0 0,0 1 0 0 0,1 6 0 0 0,1-6 2 0 0,0 1 0 0 0,0-1 0 0 0,0 0 0 0 0,0 1 0 0 0,1-1 0 0 0,0 0 0 0 0,0-1 0 0 0,0 1-1 0 0,1-1 1 0 0,-1 1 0 0 0,8 6 0 0 0,-1-5 4 0 0,0-1 0 0 0,0 0 0 0 0,0 0 0 0 0,0-1-1 0 0,1 0 1 0 0,-1-1 0 0 0,19 4 0 0 0,-20-5-1 0 0,-5-1-4 0 0,0 0 1 0 0,0-1 0 0 0,0 1-1 0 0,0-1 1 0 0,1 0-1 0 0,-1 0 1 0 0,4-1-1 0 0,41 0 27 0 0,-46 0-26 0 0,4-6-4 0 0,10-11-2 0 0,-16 16-6 0 0,9-9-15 0 0,-9 10-10 0 0,0 0 0 0 0,0 0 0 0 0,1 0 0 0 0,-1 0 1 0 0,0 0-1 0 0,0 0 0 0 0,1 0 0 0 0,-1 0 0 0 0,0 0 0 0 0,1 1 1 0 0,-1-1-1 0 0,1 0 0 0 0,-1 1 0 0 0,1 0 0 0 0,-1-1 1 0 0,1 1-1 0 0,-1 0 0 0 0,1 0 0 0 0,-1 0 0 0 0,4 0 1 0 0,-3-2 22 0 0,1-1 0 0 0,-1 1 1 0 0,0-1-1 0 0,0 1 1 0 0,1-1-1 0 0,-2 1 0 0 0,1-1 1 0 0,2-3-1 0 0,7-11-23 0 0,-8 14 28 0 0,-1-1 0 0 0,1 1-1 0 0,-1-1 1 0 0,0 0 0 0 0,0 0-1 0 0,2-8 1 0 0,5-7-20 0 0,0 2 5 0 0,-1 0 0 0 0,-1-1 0 0 0,0 0 0 0 0,7-30 0 0 0,9-79-81 0 0,-9 46 21 0 0,-3-15-21 0 0,-7 54 55 0 0,-5 35 32 0 0,1 1 0 0 0,-1-1 0 0 0,1 1 0 0 0,-2-1 0 0 0,-2-7 1 0 0,3 14 9 0 0,0 0 1 0 0,0 0 0 0 0,-1 0-1 0 0,1 0 1 0 0,0 1 0 0 0,0-1-1 0 0,0 1 1 0 0,-1-1 0 0 0,1 1 0 0 0,0-1-1 0 0,0 1 1 0 0,0 0 0 0 0,0-1-1 0 0,0 1 1 0 0,0 0 0 0 0,0 0 0 0 0,-1 1-1 0 0,-6 9 0 0 0,0 0 0 0 0,0 1 0 0 0,1 0 1 0 0,1 0-1 0 0,0 0 0 0 0,0 1 0 0 0,1 0 0 0 0,1 0 0 0 0,0 1 0 0 0,-4 26 0 0 0,3 1 3 0 0,2 1 0 0 0,2 55 0 0 0,2-63 0 0 0,2-1 0 0 0,8 38 0 0 0,-7-55 0 0 0,0 1 0 0 0,1-1 0 0 0,1 0 0 0 0,0 0 0 0 0,1-1 0 0 0,10 17 0 0 0,-16-31 0 0 0,0 1 0 0 0,0-1 0 0 0,0 1 0 0 0,0-1 0 0 0,0 0 0 0 0,0 1 0 0 0,0-1 0 0 0,1 0 0 0 0,-1 0 0 0 0,0 0 0 0 0,1 0 0 0 0,-1 0 0 0 0,1 0 0 0 0,-1 0 0 0 0,1-1 0 0 0,-1 1 0 0 0,1 0 0 0 0,0-1 0 0 0,-1 1 0 0 0,1-1 0 0 0,0 0 0 0 0,-1 0 0 0 0,4 1 0 0 0,-2-2 0 0 0,0 1 0 0 0,0-1 0 0 0,0 0 0 0 0,0 0 0 0 0,-1 0 0 0 0,1-1 0 0 0,0 1 0 0 0,-1 0 0 0 0,1-1 0 0 0,-1 0 0 0 0,0 0 0 0 0,4-3 0 0 0,3-4 0 0 0,-1 0 0 0 0,-1 0 0 0 0,1 0 0 0 0,-2-1 0 0 0,11-20 0 0 0,-13 23 0 0 0,0-1 0 0 0,-1 0 0 0 0,0 0 0 0 0,0 0 0 0 0,-1-1 0 0 0,0 1 0 0 0,0-1 0 0 0,-1 1 0 0 0,1-14 0 0 0,-4 4 0 0 0,-5 5 0 0 0,-5 8 0 0 0,9 5 0 0 0,1 0 0 0 0,-1 0 0 0 0,0 0 0 0 0,1 0 0 0 0,-1 1 0 0 0,1-1 0 0 0,-1 1 0 0 0,1-1 0 0 0,-1 1 0 0 0,1 0 0 0 0,0 0 0 0 0,-1 0 0 0 0,1 0 0 0 0,0 0 0 0 0,0 0 0 0 0,0 1 0 0 0,0-1 0 0 0,-3 4 0 0 0,-11 4 0 0 0,15-9 0 0 0,1 0 0 0 0,-1 1 0 0 0,0-1 0 0 0,1 0 0 0 0,-1 1 0 0 0,1-1 0 0 0,-1 1 0 0 0,1-1 0 0 0,-1 1 0 0 0,0-1 0 0 0,1 1 0 0 0,0-1 0 0 0,-1 1 0 0 0,1-1 0 0 0,-1 1 0 0 0,1 0 0 0 0,0-1 0 0 0,-1 1 0 0 0,1-1 0 0 0,0 1 0 0 0,-1 1 0 0 0,-7 16 0 0 0,2-3 0 0 0,5-15 0 0 0,1 1 0 0 0,-1 0 0 0 0,1-1 0 0 0,-1 1 0 0 0,1 0 0 0 0,0 0 0 0 0,-1 0 0 0 0,1 0 0 0 0,0-1 0 0 0,0 1 0 0 0,0 0 0 0 0,-1 0 0 0 0,1 0 0 0 0,0 0 0 0 0,0 0 0 0 0,0 0 0 0 0,1-1 0 0 0,-1 1 0 0 0,0 0 0 0 0,0 0 0 0 0,0 0 0 0 0,1 0 0 0 0,-1-1 0 0 0,0 1 0 0 0,1 0 0 0 0,-1 0 0 0 0,0 0 0 0 0,1-1 0 0 0,-1 1 0 0 0,1 0 0 0 0,0-1 0 0 0,0 2 0 0 0,1 0 0 0 0,0 1 0 0 0,0 1 0 0 0,0 0 0 0 0,1 0 0 0 0,-1-1 0 0 0,1 1 0 0 0,0-1 0 0 0,0 0 0 0 0,0 1 0 0 0,6 3 0 0 0,3 3 0 0 0,9 12 1 0 0,35 40 5 0 0,-51-55-5 0 0,0 0 0 0 0,0 0 0 0 0,-1 0 1 0 0,1 1-1 0 0,-2-1 0 0 0,1 1 0 0 0,2 10 0 0 0,-4-1-1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0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16184 0 0,'0'0'0'0'0,"39"-3"0"0"0,-10 1 383 0 0,0 2 1 0 0,-2 2 8 0 0,-1-2-8 0 0,0 0-248 0 0,13 9 128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1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0 619 14672 0 0,'4'0'400'0'0,"6"-4"-83"0"0,-1 0 0 0 0,0-1 0 0 0,0 0 1 0 0,0 0-1 0 0,-1-1 0 0 0,1 0 1 0 0,-1 0-1 0 0,7-9 0 0 0,43-29 427 0 0,222-143 279 0 0,-246 159-1006 0 0,-50 41-13 0 0,0-1-12 0 0,1 1 1 0 0,1 0-1 0 0,0 1 1 0 0,1 0-1 0 0,-12 17 1 0 0,-62 107-35 0 0,74-113 33 0 0,0 0 0 0 0,1 1-1 0 0,-15 53 1 0 0,26-77 9 0 0,1 1 1 0 0,-1 0-1 0 0,1 0 0 0 0,0 0 0 0 0,-1 0 0 0 0,2 0 0 0 0,-1-1 0 0 0,0 1 0 0 0,0 0 0 0 0,1 0 0 0 0,0 0 0 0 0,-1 0 0 0 0,1-1 1 0 0,0 1-1 0 0,1 0 0 0 0,1 3 0 0 0,-3-6 1 0 0,1 0 0 0 0,0 0 0 0 0,0 1 0 0 0,-1-1 0 0 0,1 0 0 0 0,0 0 1 0 0,0 0-1 0 0,-1 0 0 0 0,1 0 0 0 0,0 0 0 0 0,0 0 0 0 0,-1 0 0 0 0,1 0 0 0 0,0 0 0 0 0,0 0 0 0 0,0 0 1 0 0,-1-1-1 0 0,1 1 0 0 0,0 0 0 0 0,-1 0 0 0 0,1-1 0 0 0,0 1 0 0 0,-1-1 0 0 0,1 1 0 0 0,0-1 1 0 0,-1 1-1 0 0,2-1 0 0 0,16-13 14 0 0,9-23 55 0 0,-2-1 0 0 0,23-48-1 0 0,-4 7 90 0 0,-41 74-126 0 0,0-1-1 0 0,-1 0 1 0 0,0 0 0 0 0,0 0-1 0 0,2-12 1 0 0,0-2 93 0 0,-3 19-17 0 0,-1 1-102 0 0,-1-1-1 0 0,1 1 1 0 0,0 0-1 0 0,0 0 0 0 0,-1 0 1 0 0,1 0-1 0 0,0-1 1 0 0,0 1-1 0 0,-1 0 1 0 0,1 0-1 0 0,0 0 1 0 0,-1 0-1 0 0,1 0 1 0 0,0 0-1 0 0,0 0 1 0 0,-1 0-1 0 0,1 0 1 0 0,0 0-1 0 0,-1 0 1 0 0,1 0-1 0 0,0 0 1 0 0,0 0-1 0 0,-1 0 1 0 0,1 0-1 0 0,0 0 1 0 0,-1 0-1 0 0,1 1 1 0 0,0-1-1 0 0,-1 0 1 0 0,-2 9 26 0 0,0 0 0 0 0,0 0 1 0 0,-8 13-1 0 0,-9 22 32 0 0,16-31-41 0 0,1 0 0 0 0,0 0 0 0 0,1 0 0 0 0,0 1 0 0 0,1-1-1 0 0,0 1 1 0 0,2-1 0 0 0,1 20 0 0 0,-2-31-18 0 0,1 0 0 0 0,-1 0 1 0 0,0 0-1 0 0,0 0 0 0 0,1-1 0 0 0,-1 1 0 0 0,1 0 0 0 0,0 0 1 0 0,0 0-1 0 0,-1-1 0 0 0,1 1 0 0 0,0 0 0 0 0,0-1 1 0 0,1 1-1 0 0,-1-1 0 0 0,0 1 0 0 0,0-1 0 0 0,1 0 0 0 0,-1 1 1 0 0,1-1-1 0 0,-1 0 0 0 0,1 0 0 0 0,0 0 0 0 0,-1 0 0 0 0,1 0 1 0 0,0-1-1 0 0,0 1 0 0 0,-1 0 0 0 0,1-1 0 0 0,0 1 1 0 0,2-1-1 0 0,-1 0 3 0 0,0 0 0 0 0,1-1 0 0 0,-1 0 0 0 0,0 0 0 0 0,0 1 0 0 0,0-2 0 0 0,0 1 0 0 0,0 0 0 0 0,0-1 0 0 0,0 1 0 0 0,-1-1 0 0 0,1 0 0 0 0,0 0 0 0 0,-1 0 0 0 0,1 0 0 0 0,-1 0 0 0 0,0-1 0 0 0,2-2 0 0 0,36-43 99 0 0,-3-1 0 0 0,-2-2 0 0 0,-2-2 0 0 0,-2-1 0 0 0,43-106 0 0 0,-69 147-74 0 0,-2 0 0 0 0,0 0-1 0 0,0 0 1 0 0,-2 0-1 0 0,1 0 1 0 0,-2-1-1 0 0,1 1 1 0 0,-3-18 0 0 0,1 23-10 0 0,0 1 0 0 0,0-1 0 0 0,-1 1 0 0 0,0-1 1 0 0,0 1-1 0 0,-1 0 0 0 0,0 0 0 0 0,0 0 0 0 0,0 0 1 0 0,-1 1-1 0 0,0-1 0 0 0,-1 1 0 0 0,1 0 0 0 0,-1 0 0 0 0,-10-9 1 0 0,14 14-17 0 0,0 1 1 0 0,-1-1 0 0 0,1 0 0 0 0,0 1 0 0 0,-1-1 0 0 0,1 1-1 0 0,-1-1 1 0 0,1 1 0 0 0,0 0 0 0 0,-1 0 0 0 0,1 0 0 0 0,-1-1 0 0 0,1 1-1 0 0,-1 1 1 0 0,1-1 0 0 0,-1 0 0 0 0,1 0 0 0 0,0 0 0 0 0,-1 1-1 0 0,1-1 1 0 0,-1 1 0 0 0,1-1 0 0 0,0 1 0 0 0,-1 0 0 0 0,1-1-1 0 0,0 1 1 0 0,0 0 0 0 0,0 0 0 0 0,-1 0 0 0 0,1 0 0 0 0,-1 1-1 0 0,-3 3 14 0 0,0 0 0 0 0,1-1 0 0 0,-1 2 0 0 0,-6 10 0 0 0,1 3 21 0 0,0 2 1 0 0,1-1 0 0 0,1 1 0 0 0,1 0 0 0 0,1 1 0 0 0,-6 33-1 0 0,7-16 44 0 0,1 0-1 0 0,3 72 0 0 0,7-45 75 0 0,22 93 1 0 0,-3-23 52 0 0,-23-122-190 0 0,-1 0-1 0 0,-1 1 0 0 0,0-1 1 0 0,-1 0-1 0 0,-1 1 0 0 0,0-1 1 0 0,-1 0-1 0 0,-4 14 1 0 0,5-21-8 0 0,-1 0 1 0 0,1 0 0 0 0,-1 0-1 0 0,0 0 1 0 0,-1 0-1 0 0,0-1 1 0 0,0 0 0 0 0,0 0-1 0 0,-1 0 1 0 0,0 0 0 0 0,0-1-1 0 0,0 1 1 0 0,-1-1 0 0 0,0-1-1 0 0,0 1 1 0 0,-12 6 0 0 0,15-10-8 0 0,1 0 0 0 0,0 0 0 0 0,-1 0 0 0 0,1 0 0 0 0,-1-1 0 0 0,1 1 0 0 0,-1-1 0 0 0,1 0 0 0 0,-1 0 0 0 0,1 0 0 0 0,-1 0 0 0 0,1 0 0 0 0,-1 0 0 0 0,0-1 0 0 0,1 1 0 0 0,0-1 0 0 0,-1 1 0 0 0,1-1 0 0 0,-1 0 0 0 0,1 0 0 0 0,0 0 0 0 0,0-1 0 0 0,-1 1 0 0 0,1-1 0 0 0,0 1 0 0 0,0-1 0 0 0,0 1 0 0 0,1-1 0 0 0,-1 0 0 0 0,0 0 0 0 0,1 0 1 0 0,-3-3-1 0 0,-2-4 18 0 0,1 0-1 0 0,-1-1 1 0 0,1 0 0 0 0,1-1 0 0 0,0 1 0 0 0,-3-13 0 0 0,-2-11 25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1 548 14776 0 0,'0'0'3046'0'0,"5"-2"-2859"0"0,2-2-151 0 0,0 0-1 0 0,-1 0 1 0 0,1-1 0 0 0,-1 0 0 0 0,0 0 0 0 0,0 0-1 0 0,-1-1 1 0 0,1 1 0 0 0,-1-1 0 0 0,-1-1 0 0 0,1 1-1 0 0,3-8 1 0 0,12-20 32 0 0,16-42 0 0 0,-26 55-4 0 0,32-92 95 0 0,-24 58-121 0 0,20-89-217 0 0,-33 123 162 0 0,-5 19-13 0 0,2-1-11 0 0,-2 2-164 0 0,-2 18 79 0 0,4 57 76 0 0,14 102 0 0 0,-9-132 29 0 0,2-1-1 0 0,1 1 1 0 0,28 68-1 0 0,-36-107 22 0 0,1-1 0 0 0,-1 1 0 0 0,1 0 0 0 0,0-1 0 0 0,0 1 0 0 0,0-1 0 0 0,0 0 0 0 0,1 0 0 0 0,0 0 0 0 0,0 0 0 0 0,4 3 0 0 0,-6-6 0 0 0,-1 0 0 0 0,1 0 0 0 0,0-1 0 0 0,-1 1 0 0 0,1 0 0 0 0,0-1 0 0 0,0 1 1 0 0,-1-1-1 0 0,1 1 0 0 0,0-1 0 0 0,0 0 0 0 0,0 0 0 0 0,0 0 0 0 0,-1 0 0 0 0,1 0 0 0 0,0 0 0 0 0,0 0 1 0 0,0-1-1 0 0,0 1 0 0 0,-1-1 0 0 0,1 1 0 0 0,0-1 0 0 0,-1 0 0 0 0,1 0 0 0 0,0 0 0 0 0,-1 1 0 0 0,1-1 1 0 0,-1-1-1 0 0,1 1 0 0 0,-1 0 0 0 0,0 0 0 0 0,1-1 0 0 0,1-2 0 0 0,13-16 17 0 0,-1-1-1 0 0,-1-1 1 0 0,-1 0-1 0 0,-1-1 1 0 0,-1 0-1 0 0,11-33 1 0 0,-10 25 6 0 0,2 0 25 0 0,-8 18-15 0 0,0-1 0 0 0,0 1 0 0 0,-1-2 1 0 0,-1 1-1 0 0,0 0 0 0 0,-1-1 0 0 0,1-22 0 0 0,-3 20 1 0 0,0-42 72 0 0,-1 55-73 0 0,-1-1 0 0 0,1 1 1 0 0,-1 0-1 0 0,1-1 0 0 0,-1 1 1 0 0,-1 0-1 0 0,1 0 1 0 0,-1 0-1 0 0,1 0 0 0 0,-4-5 1 0 0,4 7-17 0 0,0 0 10 0 0,-1 0 0 0 0,1 0 0 0 0,-1 1-1 0 0,1-1 1 0 0,-1 0 0 0 0,0 0 0 0 0,1 1 0 0 0,-1-1 0 0 0,-3-1 0 0 0,4 3-18 0 0,0 0 1 0 0,0 0-1 0 0,0 0 1 0 0,0 0-1 0 0,0 0 1 0 0,0 0-1 0 0,0 0 1 0 0,0 0-1 0 0,0 0 1 0 0,0 1-1 0 0,0-1 1 0 0,0 0-1 0 0,1 1 1 0 0,-1-1-1 0 0,0 0 1 0 0,0 1-1 0 0,0-1 1 0 0,0 1-1 0 0,1 0 1 0 0,-1-1-1 0 0,0 1 1 0 0,1 0-1 0 0,-1-1 1 0 0,0 1-1 0 0,1 0 1 0 0,-1 0-1 0 0,1-1 1 0 0,-1 2-1 0 0,-17 22 158 0 0,1 0 1 0 0,2 1-1 0 0,-25 52 1 0 0,-22 89 390 0 0,52-131-413 0 0,0 0 1 0 0,-5 50-1 0 0,14-74-83 0 0,0 0-1 0 0,2 0 1 0 0,-1 0 0 0 0,1-1-1 0 0,1 1 1 0 0,3 11 0 0 0,0 10 138 0 0,-4-31-192 0 0,-1 0 1 0 0,0 0-1 0 0,0-1 1 0 0,0 1-1 0 0,1 0 1 0 0,-1-1-1 0 0,1 1 1 0 0,-1 0-1 0 0,0-1 1 0 0,1 1-1 0 0,-1 0 1 0 0,1-1-1 0 0,-1 1 1 0 0,1-1-1 0 0,0 1 1 0 0,-1 0-1 0 0,1-1 1 0 0,-1 0-1 0 0,1 1 1 0 0,0-1-1 0 0,0 1 1 0 0,-1-1-1 0 0,1 0 1 0 0,0 0-1 0 0,0 1 1 0 0,-1-1-1 0 0,1 0 1 0 0,0 0-1 0 0,0 0 1 0 0,-1 0-1 0 0,1 0 1 0 0,0 0-1 0 0,0 0 1 0 0,0 0-1 0 0,-1 0 1 0 0,1 0-1 0 0,0 0 1 0 0,0-1-1 0 0,29-8 177 0 0,6-7-47 0 0,-13 5-6 0 0,31-17-1 0 0,-32 15-56 0 0,0 0-1 0 0,-2-1 0 0 0,1-2 0 0 0,-2 0 1 0 0,0-1-1 0 0,33-38 0 0 0,-41 42-24 0 0,-1-1 0 0 0,-1-1 0 0 0,0 0 0 0 0,-1 0-1 0 0,-1 0 1 0 0,0-1 0 0 0,7-27 0 0 0,-13 41-17 0 0,-4 3-25 0 0,0 0 1 0 0,0 0-1 0 0,1 0 0 0 0,-1 1 0 0 0,1-1 0 0 0,-1 1 0 0 0,1 0 0 0 0,-1 0 0 0 0,1 0 1 0 0,0 0-1 0 0,0 0 0 0 0,0 0 0 0 0,0 0 0 0 0,0 1 0 0 0,0-1 0 0 0,1 1 1 0 0,-1-1-1 0 0,1 1 0 0 0,-2 3 0 0 0,-26 62 51 0 0,-49 129 55 0 0,36-62-14 0 0,26-92-64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15376 0 0,'0'0'0'0'0,"48"5"0"0"0,69 2 824 0 0,-87-7-545 0 0,1 0-167 0 0,-5 3 8 0 0,-2-3 0 0 0,1-3 0 0 0,23 2 696 0 0,-30-2-400 0 0,0-5 0 0 0,2 4-280 0 0,-2-2-8 0 0,-4 0 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5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228 201 12864 0 0,'0'0'1772'0'0,"-7"3"-1674"0"0,-5 4-57 0 0,0-1 0 0 0,0 1 0 0 0,1 1 0 0 0,0 0 0 0 0,0 1 0 0 0,1 0 0 0 0,0 1 1 0 0,-14 17-1 0 0,-11 21 4 0 0,27-38-32 0 0,-1 1-1 0 0,2 0 0 0 0,0 0 1 0 0,0 0-1 0 0,-9 22 1 0 0,9-15-16 0 0,5-14 2 0 0,0 0-1 0 0,1 0 1 0 0,-1 1-1 0 0,1-1 0 0 0,0 0 1 0 0,0 1-1 0 0,0-1 1 0 0,1 1-1 0 0,0-1 1 0 0,-1 1-1 0 0,1-1 1 0 0,1 1-1 0 0,-1-1 0 0 0,1 1 1 0 0,0-1-1 0 0,0 1 1 0 0,0-1-1 0 0,3 5 1 0 0,-3-6-1 0 0,0-1 1 0 0,0 1 0 0 0,0-1 0 0 0,0 0 0 0 0,1 0 0 0 0,-1 1 0 0 0,1-1-1 0 0,-1 0 1 0 0,1 0 0 0 0,0-1 0 0 0,0 1 0 0 0,0 0 0 0 0,0-1 0 0 0,0 1-1 0 0,0-1 1 0 0,1 1 0 0 0,-1-1 0 0 0,0 0 0 0 0,5 1 0 0 0,-1 0-2 0 0,1 0 0 0 0,-1-1 1 0 0,1 0-1 0 0,11 1 0 0 0,-13-2 1 0 0,3 0 2 0 0,0-1 0 0 0,-1 0-1 0 0,1 0 1 0 0,0 0 0 0 0,0-1 0 0 0,-1 0 0 0 0,1-1-1 0 0,8-4 1 0 0,49-26 1 0 0,-63 32-1 0 0,25-17 0 0 0,46-37 0 0 0,-13 9 0 0 0,-50 39 1 0 0,-5 4 0 0 0,-1 0 1 0 0,-1 0 0 0 0,1 0 0 0 0,0 0-1 0 0,-1-1 1 0 0,1 0 0 0 0,-1 0 0 0 0,0 0-1 0 0,3-6 1 0 0,-4 8 128 0 0,-8 4-105 0 0,1 0 0 0 0,0 0 0 0 0,-1 1 0 0 0,1-1 0 0 0,0 1 0 0 0,1 0 0 0 0,-1 1 0 0 0,0-1 0 0 0,1 1 0 0 0,-7 6 1 0 0,-3 5 36 0 0,0 0 0 0 0,1 0 0 0 0,0 1 0 0 0,1 1 1 0 0,1 0-1 0 0,-15 32 0 0 0,21-39-15 0 0,1 0 1 0 0,0 0-1 0 0,1 0 1 0 0,0 1-1 0 0,1-1 1 0 0,0 1-1 0 0,0 0 1 0 0,1-1-1 0 0,1 1 1 0 0,0 0-1 0 0,0 0 1 0 0,1 0-1 0 0,0-1 1 0 0,5 18-1 0 0,-5-23-13 0 0,1 0-1 0 0,0 0 1 0 0,0 0-1 0 0,0 0 1 0 0,0-1-1 0 0,1 1 1 0 0,0-1-1 0 0,0 0 0 0 0,0 0 1 0 0,0 0-1 0 0,1 0 1 0 0,4 3-1 0 0,-6-5-11 0 0,1 0 0 0 0,0-1 0 0 0,-1 1 0 0 0,1-1 0 0 0,0 0 0 0 0,0 0 0 0 0,0 0 0 0 0,0-1 0 0 0,0 1 0 0 0,0-1 0 0 0,1 1 0 0 0,-1-1 0 0 0,0 0 1 0 0,0 0-1 0 0,0 0 0 0 0,0-1 0 0 0,0 1 0 0 0,0-1 0 0 0,0 0 0 0 0,0 1 0 0 0,0-1 0 0 0,4-3 0 0 0,0 1 13 0 0,0-1 0 0 0,0 0 1 0 0,-1 0-1 0 0,0-1 0 0 0,0 0 0 0 0,0 0 1 0 0,0 0-1 0 0,-1-1 0 0 0,0 1 0 0 0,7-11 1 0 0,-2 0 30 0 0,0 0 1 0 0,0 0 0 0 0,7-22-1 0 0,-10 23-11 0 0,-1 0 0 0 0,-1 0 0 0 0,0-1 0 0 0,-1 0 0 0 0,-1 0 0 0 0,0 0 0 0 0,-1-1 0 0 0,-1-26 0 0 0,-1 40-40 0 0,0-1-1 0 0,-1 1 1 0 0,0-1 0 0 0,1 1 0 0 0,-1-1-1 0 0,-1 1 1 0 0,1 0 0 0 0,0-1-1 0 0,-1 1 1 0 0,0 0 0 0 0,1 0-1 0 0,-1 0 1 0 0,-3-3 0 0 0,3 4-2 0 0,0 1 0 0 0,0-1 0 0 0,0 1 0 0 0,0-1 0 0 0,0 1 0 0 0,0 0-1 0 0,0 0 1 0 0,0 0 0 0 0,0 0 0 0 0,0 0 0 0 0,-1 0 0 0 0,1 1 0 0 0,0-1 0 0 0,-1 1 0 0 0,-3-1 0 0 0,1 1 4 0 0,0 1 0 0 0,0-1-1 0 0,0 1 1 0 0,1 0 0 0 0,-1 1 0 0 0,0-1-1 0 0,1 1 1 0 0,-1 0 0 0 0,1 0 0 0 0,0 0-1 0 0,-1 0 1 0 0,1 1 0 0 0,0 0 0 0 0,0 0-1 0 0,1 0 1 0 0,-1 0 0 0 0,-6 7 0 0 0,5-3 12 0 0,-1 1 1 0 0,1-1-1 0 0,0 1 1 0 0,0 0-1 0 0,1 1 0 0 0,-6 15 1 0 0,9-19-11 0 0,-1 0 1 0 0,1-1-1 0 0,0 1 1 0 0,0-1-1 0 0,1 1 0 0 0,-1 0 1 0 0,1 0-1 0 0,0-1 1 0 0,1 1-1 0 0,-1 0 0 0 0,1 0 1 0 0,0-1-1 0 0,0 1 1 0 0,3 7-1 0 0,-2-11-8 0 0,0 0-1 0 0,0 0 1 0 0,0-1 0 0 0,0 1-1 0 0,0 0 1 0 0,0-1 0 0 0,1 1-1 0 0,-1-1 1 0 0,0 0 0 0 0,0 0-1 0 0,1 0 1 0 0,-1 0 0 0 0,0 0-1 0 0,0 0 1 0 0,4-1 0 0 0,-1 1 22 0 0,4-1-1 0 0,0-1 1 0 0,1 1-1 0 0,-1-1 0 0 0,0-1 0 0 0,0 0 1 0 0,12-6-1 0 0,-13 6 12 0 0,1-1 0 0 0,0 1 0 0 0,-1 1 0 0 0,1 0 1 0 0,18-3-1 0 0,-24 5-29 0 0,0 0 1 0 0,0 1-1 0 0,1-1 1 0 0,-1 1-1 0 0,0 0 1 0 0,0-1 0 0 0,1 1-1 0 0,-1 1 1 0 0,0-1-1 0 0,0 0 1 0 0,0 1-1 0 0,-1 0 1 0 0,1-1-1 0 0,0 1 1 0 0,-1 0 0 0 0,1 1-1 0 0,-1-1 1 0 0,1 0-1 0 0,-1 1 1 0 0,4 4-1 0 0,-3-1 26 0 0,1-1 0 0 0,-1 1 0 0 0,0 0-1 0 0,-1 1 1 0 0,0-1 0 0 0,0 0 0 0 0,0 1 0 0 0,0-1-1 0 0,-1 1 1 0 0,0-1 0 0 0,-1 1 0 0 0,1 0-1 0 0,-1-1 1 0 0,-1 1 0 0 0,1 0 0 0 0,-1-1-1 0 0,0 1 1 0 0,-3 9 0 0 0,3-14-22 0 0,1-1-1 0 0,-1 1 1 0 0,0-1-1 0 0,1 1 1 0 0,-1-1-1 0 0,0 1 1 0 0,0-1 0 0 0,0 0-1 0 0,0 1 1 0 0,0-1-1 0 0,0 0 1 0 0,0 0 0 0 0,-1 0-1 0 0,-1 2 1 0 0,3-3-10 0 0,-1 0 1 0 0,1 0 0 0 0,-1 0-1 0 0,1 0 1 0 0,0 0 0 0 0,-1 0-1 0 0,1 0 1 0 0,-1 0-1 0 0,1 0 1 0 0,-1 0 0 0 0,1-1-1 0 0,0 1 1 0 0,-1 0 0 0 0,1 0-1 0 0,-1 0 1 0 0,1 0-1 0 0,0-1 1 0 0,-1 1 0 0 0,1 0-1 0 0,0 0 1 0 0,-1-1 0 0 0,1 1-1 0 0,0 0 1 0 0,-1 0-1 0 0,1-1 1 0 0,0 1 0 0 0,0-1-1 0 0,-1 1 1 0 0,1 0 0 0 0,0-1-1 0 0,0 1 1 0 0,-1-1-1 0 0,0-2 15 0 0,-1-1 0 0 0,1 1 0 0 0,0-1 0 0 0,0 1 0 0 0,0-1 0 0 0,1 0 0 0 0,-1 1 0 0 0,1-1 0 0 0,0 0 0 0 0,0-5 0 0 0,1-6 26 0 0,2 1 0 0 0,-1 0 0 0 0,2 0 0 0 0,7-20 0 0 0,-9 28-26 0 0,0 1 0 0 0,0 0-1 0 0,1 0 1 0 0,0 1 0 0 0,0-1-1 0 0,0 0 1 0 0,0 1 0 0 0,1 0-1 0 0,0 0 1 0 0,0 0 0 0 0,0 0 0 0 0,0 1-1 0 0,0-1 1 0 0,1 1 0 0 0,6-3-1 0 0,-8 5-3 0 0,0 0 0 0 0,0 0 0 0 0,0 1 0 0 0,1-1-1 0 0,-1 1 1 0 0,0-1 0 0 0,1 1 0 0 0,-1 0 0 0 0,0 1 0 0 0,0-1 0 0 0,1 1-1 0 0,-1-1 1 0 0,6 3 0 0 0,-6-2-1 0 0,1 0 1 0 0,-1 0-1 0 0,1-1 0 0 0,0 1 0 0 0,-1-1 1 0 0,1 0-1 0 0,0 0 0 0 0,-1 0 0 0 0,1 0 1 0 0,0-1-1 0 0,-1 1 0 0 0,5-2 0 0 0,-3 0 1 0 0,1-1 0 0 0,-1 0 0 0 0,0 0 0 0 0,0-1 0 0 0,0 1 0 0 0,0-1 0 0 0,-1 0-1 0 0,0 0 1 0 0,1 0 0 0 0,-1-1 0 0 0,-1 0 0 0 0,1 0 0 0 0,-1 0 0 0 0,4-7 0 0 0,4-10 31 0 0,-1 0 0 0 0,9-32 1 0 0,0 0 34 0 0,2-3 61 0 0,14-60-1 0 0,-24 67 21 0 0,-10 48-87 0 0,-7 18 19 0 0,-11 63-3 0 0,6-33-12 0 0,2 0 0 0 0,-5 83 0 0 0,15-122-65 0 0,0 0-1 0 0,1-1 1 0 0,-1 1 0 0 0,1 0 0 0 0,0-1 0 0 0,1 1 0 0 0,0-1 0 0 0,3 6 0 0 0,-5-11-17 0 0,-1-1 0 0 0,1 1 0 0 0,-1-1 0 0 0,1 0 0 0 0,-1 1 0 0 0,1-1 0 0 0,-1 0 0 0 0,1 0 0 0 0,-1 1 0 0 0,1-1 0 0 0,0 0 0 0 0,-1 0 0 0 0,1 0 0 0 0,-1 0 0 0 0,1 0 0 0 0,0 0 0 0 0,-1 0 0 0 0,1 0 0 0 0,0 0 0 0 0,-1 0 0 0 0,1 0 0 0 0,-1 0 0 0 0,1 0 1 0 0,0 0-1 0 0,-1 0 0 0 0,1-1 0 0 0,-1 1 0 0 0,1 0 0 0 0,-1 0 0 0 0,1-1 0 0 0,-1 1 0 0 0,1-1 0 0 0,-1 1 0 0 0,1 0 0 0 0,-1-1 0 0 0,1 1 0 0 0,-1-1 0 0 0,2 0-1 0 0,52-39 79 0 0,9-6-21 0 0,-57 42-50 0 0,1 0 1 0 0,-1 1 0 0 0,1-1 0 0 0,0 2 0 0 0,0-1-1 0 0,0 1 1 0 0,13-3 0 0 0,-17 5-5 0 0,0 0 0 0 0,0 0 0 0 0,-1 0 0 0 0,1 0 0 0 0,0 0 0 0 0,0 0 0 0 0,-1 1 0 0 0,1 0 0 0 0,0-1 1 0 0,0 1-1 0 0,-1 0 0 0 0,1 0 0 0 0,-1 1 0 0 0,1-1 0 0 0,-1 0 0 0 0,0 1 0 0 0,1 0 0 0 0,-1-1 0 0 0,0 1 0 0 0,0 0 0 0 0,0 0 0 0 0,0 0 0 0 0,2 3 1 0 0,2 5 10 0 0,0 0 0 0 0,0 1 1 0 0,-1-1-1 0 0,5 16 1 0 0,6 10 42 0 0,-15-35-58 0 0,-1 0 1 0 0,1 0 0 0 0,-1 0-1 0 0,1-1 1 0 0,0 1 0 0 0,-1 0 0 0 0,1 0-1 0 0,0-1 1 0 0,-1 1 0 0 0,1 0 0 0 0,0-1-1 0 0,0 1 1 0 0,-1-1 0 0 0,1 1-1 0 0,0-1 1 0 0,0 1 0 0 0,0-1 0 0 0,0 1-1 0 0,0-1 1 0 0,0 0 0 0 0,0 0 0 0 0,0 0-1 0 0,0 1 1 0 0,0-1 0 0 0,0 0-1 0 0,0 0 1 0 0,0 0 0 0 0,0 0 0 0 0,0-1-1 0 0,0 1 1 0 0,0 0 0 0 0,0 0 0 0 0,0 0-1 0 0,-1-1 1 0 0,1 1 0 0 0,0-1-1 0 0,0 1 1 0 0,0-1 0 0 0,0 1 0 0 0,0-1-1 0 0,0 0 1 0 0,2-1 4 0 0,0 0 0 0 0,0 0 0 0 0,-1-1 0 0 0,1 1 0 0 0,-1-1-1 0 0,1 1 1 0 0,-1-1 0 0 0,0 0 0 0 0,0 0 0 0 0,1-3 0 0 0,-2 4 11 0 0,5-3 38 0 0,-5 11-21 0 0,-1-2-40 0 0,-1 26 21 0 0,0-16-7 0 0,1 0 0 0 0,0 0 0 0 0,1 0 0 0 0,0 0 0 0 0,1 0 0 0 0,0 0 0 0 0,7 20 0 0 0,-4-24-2 0 0,-4-9-5 0 0,-1 0-1 0 0,0 0 1 0 0,1 0 0 0 0,-1 0-1 0 0,0 0 1 0 0,1 0 0 0 0,0-1-1 0 0,-1 1 1 0 0,1 0 0 0 0,-1 0-1 0 0,1 0 1 0 0,0-1 0 0 0,-1 1-1 0 0,1-1 1 0 0,0 1 0 0 0,0 0-1 0 0,0-1 1 0 0,-1 1-1 0 0,1-1 1 0 0,0 1 0 0 0,0-1-1 0 0,0 0 1 0 0,0 0 0 0 0,0 1-1 0 0,0-1 1 0 0,0 0 0 0 0,0 0-1 0 0,0 0 1 0 0,0 0 0 0 0,0 0-1 0 0,0 0 1 0 0,0 0 0 0 0,0 0-1 0 0,0 0 1 0 0,0 0-1 0 0,0-1 1 0 0,-1 1 0 0 0,1 0-1 0 0,0-1 1 0 0,0 1 0 0 0,1-1-1 0 0,1-2 3 0 0,0 1 0 0 0,0-1-1 0 0,0 1 1 0 0,-1-1 0 0 0,1 0-1 0 0,4-6 1 0 0,-6 7-2 0 0,5-6 0 0 0,0-1-1 0 0,0 0 1 0 0,0-1 0 0 0,-1 1 0 0 0,-1-1-1 0 0,0 0 1 0 0,0 0 0 0 0,-1 0 0 0 0,0-1-1 0 0,0 1 1 0 0,-1-1 0 0 0,-1 0 0 0 0,1-20 0 0 0,-3 17-4 0 0,-4-6-4 0 0,1 17 7 0 0,2 3-1 0 0,1-2-7 0 0,-11 14-23 0 0,10-8 25 0 0,0 1 0 0 0,0-1 0 0 0,0 1 0 0 0,0 0 0 0 0,1 0 1 0 0,0-1-1 0 0,0 1 0 0 0,0 0 0 0 0,0 0 0 0 0,1 0 0 0 0,0 0 0 0 0,0 0 0 0 0,0 0 0 0 0,1 0 0 0 0,0 0 0 0 0,0 0 0 0 0,0 0 0 0 0,0-1 0 0 0,1 1 0 0 0,0 0 0 0 0,0-1 0 0 0,0 1 0 0 0,5 6 1 0 0,-4-9-1 0 0,-1-1 1 0 0,1 1 0 0 0,-1-1-1 0 0,1 0 1 0 0,-1 0 0 0 0,1 0-1 0 0,0 0 1 0 0,0-1 0 0 0,0 1-1 0 0,-1-1 1 0 0,1 1 0 0 0,0-1-1 0 0,0 0 1 0 0,0 0 0 0 0,0-1-1 0 0,0 1 1 0 0,5-2 0 0 0,1 0-7 0 0,-1 0 0 0 0,1-1 0 0 0,-1 0 0 0 0,1-1 1 0 0,-1 1-1 0 0,-1-2 0 0 0,1 1 0 0 0,0-1 0 0 0,-1 0 1 0 0,0-1-1 0 0,0 0 0 0 0,11-12 0 0 0,-1-4-11 0 0,-7 10 11 0 0,0-1 0 0 0,-1 0 0 0 0,8-15 1 0 0,-3-2-17 0 0,-1 1 1 0 0,-1-2 0 0 0,14-56 0 0 0,-22 71 16 0 0,-2 0 0 0 0,0-1 1 0 0,0 1-1 0 0,-2 0 0 0 0,0 0 1 0 0,-1-1-1 0 0,-1 1 0 0 0,0 0 0 0 0,-6-23 1 0 0,7 36 7 0 0,0 1 1 0 0,0-1 0 0 0,0 0-1 0 0,0 0 1 0 0,0 0 0 0 0,-1 1-1 0 0,1-1 1 0 0,-1 0 0 0 0,0 1-1 0 0,1 0 1 0 0,-1-1 0 0 0,0 1-1 0 0,-1 0 1 0 0,1 0-1 0 0,0 0 1 0 0,-1 0 0 0 0,1 0-1 0 0,-4-1 1 0 0,5 3 1 0 0,0-1-1 0 0,0 1 1 0 0,0 0 0 0 0,0 0-1 0 0,0-1 1 0 0,0 1 0 0 0,0 0-1 0 0,0 0 1 0 0,-1 0-1 0 0,1 0 1 0 0,0 1 0 0 0,0-1-1 0 0,0 0 1 0 0,0 0 0 0 0,0 1-1 0 0,0-1 1 0 0,0 0-1 0 0,0 1 1 0 0,-1 0 0 0 0,0 1-1 0 0,0-1 0 0 0,0 1-1 0 0,0 0 1 0 0,1-1 0 0 0,-1 1 0 0 0,0 0 0 0 0,1 0 0 0 0,0 0 0 0 0,-1 0-1 0 0,1 0 1 0 0,-1 4 0 0 0,-6 13-7 0 0,1 1 0 0 0,0-1 0 0 0,2 1 0 0 0,0 1 0 0 0,2-1 0 0 0,0 0 0 0 0,1 1 0 0 0,1 0 0 0 0,1-1 0 0 0,4 30 0 0 0,-2-33 7 0 0,1-1 0 0 0,0 1 0 0 0,2-1-1 0 0,0 0 1 0 0,0 0 0 0 0,2 0 0 0 0,0-1 0 0 0,1 0 0 0 0,0 0-1 0 0,1-1 1 0 0,1 0 0 0 0,0-1 0 0 0,14 15 0 0 0,-21-25 1 0 0,0 0 1 0 0,0 0-1 0 0,0-1 0 0 0,1 1 1 0 0,-1-1-1 0 0,1 0 0 0 0,-1 1 1 0 0,1-2-1 0 0,0 1 0 0 0,0 0 1 0 0,-1-1-1 0 0,1 1 1 0 0,0-1-1 0 0,1-1 0 0 0,-1 1 1 0 0,0 0-1 0 0,0-1 0 0 0,8 0 1 0 0,-6-1-1 0 0,0 0 0 0 0,-1-1 0 0 0,1 1 0 0 0,0-1 0 0 0,-1-1 0 0 0,1 1 0 0 0,-1-1 0 0 0,0 0 0 0 0,0 0 0 0 0,0 0 0 0 0,8-8 0 0 0,2-4-2 0 0,0 0 0 0 0,-1-2 1 0 0,0 0-1 0 0,-1 0 1 0 0,19-37-1 0 0,-16 23-1 0 0,-1 0 1 0 0,-2-1-1 0 0,9-37 0 0 0,-16 49 2 0 0,-1-1 0 0 0,-2 1-1 0 0,0-1 1 0 0,-1 0 0 0 0,-1 0 0 0 0,-2-26-1 0 0,2 43 3 0 0,-1 3 0 0 0,0 0-1 0 0,0 0 1 0 0,0 0 0 0 0,0 1 0 0 0,0-1-1 0 0,0 0 1 0 0,0 0 0 0 0,0 0 0 0 0,-1 0-1 0 0,1 0 1 0 0,0 1 0 0 0,0-1 0 0 0,-1 0-1 0 0,1 0 1 0 0,0 0 0 0 0,-1 1 0 0 0,1-1-1 0 0,-1 0 1 0 0,1 0 0 0 0,-1 1 0 0 0,0-1-1 0 0,1 0 1 0 0,-1 1 0 0 0,-1-2 0 0 0,-8-2-2 0 0,7 5 2 0 0,0 0 0 0 0,0 0 0 0 0,1 1 0 0 0,-1-1 0 0 0,1 1 0 0 0,-1 0 0 0 0,1 0 0 0 0,0 0 0 0 0,0 0 0 0 0,0 0 0 0 0,0 0 0 0 0,0 0 0 0 0,0 1 0 0 0,0-1 0 0 0,1 1 0 0 0,-1-1 0 0 0,1 1 0 0 0,-2 5 0 0 0,-3 6 0 0 0,0 0 0 0 0,-5 21 0 0 0,4-8 1 0 0,1 1-1 0 0,1 0 1 0 0,1 0-1 0 0,1 0 1 0 0,2 1 0 0 0,1-1-1 0 0,1 1 1 0 0,2-1-1 0 0,0 0 1 0 0,2 0-1 0 0,9 28 1 0 0,-12-50 0 0 0,0-1 0 0 0,1 1 0 0 0,-1 0 0 0 0,1-1 0 0 0,1 0 0 0 0,-1 1 0 0 0,1-1 0 0 0,-1-1 0 0 0,2 1 0 0 0,-1-1 0 0 0,0 1 0 0 0,8 4 0 0 0,-9-7 1 0 0,0 0 1 0 0,0 0-1 0 0,0-1 0 0 0,0 1 0 0 0,0-1 0 0 0,0 0 0 0 0,0 0 0 0 0,1 0 0 0 0,-1 0 0 0 0,0-1 1 0 0,1 1-1 0 0,-1-1 0 0 0,1 0 0 0 0,-1 0 0 0 0,1 0 0 0 0,-1 0 0 0 0,0-1 0 0 0,1 1 0 0 0,-1-1 0 0 0,0 0 1 0 0,1 0-1 0 0,-1 0 0 0 0,5-3 0 0 0,0 0 1 0 0,0-1 1 0 0,-1 0-1 0 0,0 0 0 0 0,0-1 1 0 0,0 0-1 0 0,-1 0 0 0 0,0 0 1 0 0,0-1-1 0 0,0 0 0 0 0,4-8 1 0 0,-6 10-2 0 0,-1-1 1 0 0,1 0-1 0 0,-1 0 1 0 0,-1 0 0 0 0,1-1-1 0 0,-1 1 1 0 0,-1-1-1 0 0,1 1 1 0 0,-1-1 0 0 0,0 0-1 0 0,0 1 1 0 0,-1-1 0 0 0,0-11-1 0 0,-3 4 5 0 0,-3 2-4 0 0,-8-5 3 0 0,8 15-3 0 0,4 2 1 0 0,0 1-3 0 0,0-1-1 0 0,0 0 1 0 0,0 1 0 0 0,0 0-1 0 0,0-1 1 0 0,0 1 0 0 0,0 0-1 0 0,0 0 1 0 0,1 0 0 0 0,-1 0 0 0 0,0 1-1 0 0,0-1 1 0 0,1 0 0 0 0,-1 1-1 0 0,1-1 1 0 0,-1 1 0 0 0,1-1-1 0 0,0 1 1 0 0,0 0 0 0 0,-1-1-1 0 0,1 1 1 0 0,0 0 0 0 0,1 0 0 0 0,-2 4-1 0 0,-1-2 2 0 0,2-3-1 0 0,0 0 0 0 0,0 0 0 0 0,0 1-1 0 0,1-1 1 0 0,-1 0 0 0 0,1 1 0 0 0,-1-1-1 0 0,1 0 1 0 0,-1 1 0 0 0,1-1 0 0 0,0 1 0 0 0,0-1-1 0 0,0 1 1 0 0,-1-1 0 0 0,1 1 0 0 0,1-1 0 0 0,-1 1-1 0 0,0-1 1 0 0,0 0 0 0 0,1 1 0 0 0,-1-1 0 0 0,0 1-1 0 0,1-1 1 0 0,-1 0 0 0 0,1 1 0 0 0,0-1-1 0 0,0 2 1 0 0,2 1 0 0 0,-1 0 0 0 0,1 0-1 0 0,-1 0 1 0 0,1 0 0 0 0,0 0-1 0 0,1-1 1 0 0,-1 1 0 0 0,1-1-1 0 0,-1 0 1 0 0,1 0 0 0 0,0 0-1 0 0,0 0 1 0 0,0-1 0 0 0,1 0 0 0 0,-1 0-1 0 0,6 2 1 0 0,12 4 5 0 0,1 0-1 0 0,24 3 1 0 0,-26-6-4 0 0,-9-3-1 0 0,-9-2 0 0 0,-1 0 0 0 0,1 1-1 0 0,0-1 1 0 0,-1 1 0 0 0,1 0 0 0 0,0 0-1 0 0,-1 0 1 0 0,1 0 0 0 0,-1 0-1 0 0,4 3 1 0 0,-4-2 0 0 0,1-1 0 0 0,-1 1-1 0 0,0 0 1 0 0,-1 0 0 0 0,1 0-1 0 0,0 0 1 0 0,0 0 0 0 0,-1 0-1 0 0,1 1 1 0 0,-1-1 0 0 0,0 0-1 0 0,0 1 1 0 0,0-1 0 0 0,0 1-1 0 0,0-1 1 0 0,-1 1 0 0 0,1 0 0 0 0,-1-1-1 0 0,1 1 1 0 0,-1 0 0 0 0,0-1-1 0 0,0 5 1 0 0,0 10 5 0 0,-1 0 1 0 0,-4 23-1 0 0,2-21-2 0 0,-2 15-1 0 0,-5 16 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6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15376 0 0,'0'0'0'0'0,"58"18"0"0"0,-9-8 368 0 0,-4-1 0 0 0,-8 2-1 0 0,6-1 9 0 0,-3 0-248 0 0,31 6 136 0 0,-33-8-128 0 0,0-4 336 0 0,-4-1 0 0 0,-5 0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6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77 13168 0 0,'4'-4'105'0'0,"-2"2"-81"0"0,0 0 0 0 0,0 0 0 0 0,0 0 0 0 0,0 0 0 0 0,-1-1 0 0 0,1 1 0 0 0,-1 0 0 0 0,0-1 0 0 0,1 1 1 0 0,-1-1-1 0 0,0 0 0 0 0,-1 1 0 0 0,1-1 0 0 0,0 0 0 0 0,-1 0 0 0 0,1 1 0 0 0,-1-1 0 0 0,0 0 0 0 0,0 0 0 0 0,0 0 0 0 0,-1-4 0 0 0,0 6-5 0 0,1 0 0 0 0,-1 0 0 0 0,0 0 0 0 0,1 1-1 0 0,-1-1 1 0 0,0 0 0 0 0,0 0 0 0 0,1 1 0 0 0,-1-1 0 0 0,0 0-1 0 0,0 1 1 0 0,0-1 0 0 0,0 1 0 0 0,0-1 0 0 0,0 1 0 0 0,0-1-1 0 0,0 1 1 0 0,0 0 0 0 0,0 0 0 0 0,0-1 0 0 0,0 1 0 0 0,-1 0-1 0 0,1 0 1 0 0,0 0 0 0 0,-1 0 0 0 0,-32 2 290 0 0,23 2-279 0 0,0 0 1 0 0,0 1-1 0 0,1 0 0 0 0,0 1 1 0 0,0 0-1 0 0,0 1 0 0 0,1-1 1 0 0,-1 2-1 0 0,2 0 1 0 0,-15 16-1 0 0,-4 8 117 0 0,-37 62 1 0 0,58-85-146 0 0,5-7-2 0 0,-1 0 0 0 0,0 0 1 0 0,1 0-1 0 0,0 0 1 0 0,-1 1-1 0 0,1-1 1 0 0,0 0-1 0 0,0 1 1 0 0,0-1-1 0 0,0 1 1 0 0,1-1-1 0 0,-1 1 0 0 0,1-1 1 0 0,-1 1-1 0 0,1-1 1 0 0,0 1-1 0 0,0-1 1 0 0,0 1-1 0 0,0-1 1 0 0,1 1-1 0 0,-1 0 1 0 0,1-1-1 0 0,-1 1 1 0 0,1-1-1 0 0,0 0 1 0 0,0 1-1 0 0,2 3 1 0 0,-1-3-2 0 0,0-1 0 0 0,1 1 0 0 0,-1-1-1 0 0,1 1 1 0 0,-1-1 0 0 0,1 0 0 0 0,0 0 0 0 0,0 0 0 0 0,0-1 0 0 0,0 1 0 0 0,0-1 0 0 0,0 1 0 0 0,0-1-1 0 0,0 0 1 0 0,6 1 0 0 0,9 4-4 0 0,-4 0-6 0 0,-1 1 0 0 0,1 0-1 0 0,-1 1 1 0 0,-1 1 0 0 0,0 0-1 0 0,0 0 1 0 0,12 14 0 0 0,-21-20 5 0 0,0 0 0 0 0,0 0 0 0 0,-1 0 0 0 0,1 1 0 0 0,-1 0 0 0 0,0-1 0 0 0,0 1 0 0 0,0 0 0 0 0,-1 0 0 0 0,1 0 0 0 0,-1 0 0 0 0,0 0 0 0 0,0 0 0 0 0,-1 1 1 0 0,1-1-1 0 0,-1 0 0 0 0,0 0 0 0 0,0 1 0 0 0,0-1 0 0 0,0 0 0 0 0,-1 0 0 0 0,0 0 0 0 0,0 1 0 0 0,0-1 0 0 0,0 0 0 0 0,-1 0 0 0 0,0 0 0 0 0,1-1 0 0 0,-2 1 0 0 0,-3 6 1 0 0,1-2-4 0 0,0 0 1 0 0,-1 0 0 0 0,0 0-1 0 0,-1-1 1 0 0,0 0 0 0 0,0 0 0 0 0,0-1-1 0 0,-1 0 1 0 0,0 0 0 0 0,0-1-1 0 0,0 0 1 0 0,-1 0 0 0 0,-10 4 0 0 0,11-7 2 0 0,-21 7-16 0 0,-46 7 0 0 0,57-13 16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8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1 717 9944 0 0,'30'1'148'0'0,"13"-5"186"0"0,-38 3-257 0 0,1 0 0 0 0,-1-1 1 0 0,0 1-1 0 0,0-1 0 0 0,0 0 0 0 0,0-1 1 0 0,-1 1-1 0 0,1-1 0 0 0,-1 0 0 0 0,1 0 1 0 0,5-6-1 0 0,10-8 234 0 0,-15 13-244 0 0,0 0-1 0 0,-1 0 1 0 0,1 0-1 0 0,-1 0 0 0 0,0-1 1 0 0,0 0-1 0 0,0 0 1 0 0,0 0-1 0 0,-1 0 0 0 0,0-1 1 0 0,0 1-1 0 0,3-11 1 0 0,5-10 216 0 0,2-10-46 0 0,-12 34-223 0 0,-1 1 0 0 0,0-1 1 0 0,1 0-1 0 0,-1 1 0 0 0,0-1 0 0 0,0 0 0 0 0,0 1 0 0 0,0-1 0 0 0,0 0 0 0 0,-1 1 0 0 0,1-1 1 0 0,0 1-1 0 0,-1-1 0 0 0,1 0 0 0 0,-1 1 0 0 0,0-1 0 0 0,-1-2 0 0 0,-3-15 137 0 0,5 18-142 0 0,0-1 0 0 0,0 1 0 0 0,0 0 0 0 0,0 0 0 0 0,0 0 0 0 0,0-1 0 0 0,0 1 0 0 0,-1 0 0 0 0,1 0 0 0 0,0 0 0 0 0,-1 0 0 0 0,1 0 0 0 0,-1 0 0 0 0,0 0 0 0 0,1 0 0 0 0,-1 0 0 0 0,0 0 0 0 0,1 0 0 0 0,-1 0 0 0 0,-1-1 0 0 0,1 1 2 0 0,0 0 0 0 0,0 0 0 0 0,0 0 0 0 0,0 1 0 0 0,0-1 0 0 0,0 0 0 0 0,0 0 0 0 0,-1 1 0 0 0,1-1 0 0 0,0 1 0 0 0,0-1 0 0 0,-1 1 0 0 0,1-1 0 0 0,0 1 0 0 0,0 0-1 0 0,-1 0 1 0 0,1 0 0 0 0,-1 0 0 0 0,1 0 0 0 0,-2 0 0 0 0,1 1 3 0 0,1 0 0 0 0,-1 0 0 0 0,0 0 0 0 0,1 1 0 0 0,-1-1-1 0 0,1 1 1 0 0,0-1 0 0 0,-1 1 0 0 0,1-1 0 0 0,0 1 0 0 0,-1 2 0 0 0,-6 7 3 0 0,2-3 3 0 0,2 0 1 0 0,-1 1 0 0 0,1-1 0 0 0,0 1-1 0 0,1 0 1 0 0,0 0 0 0 0,0 0 0 0 0,1 1-1 0 0,0-1 1 0 0,-1 19 0 0 0,3-14 22 0 0,-1-1-1 0 0,2 1 1 0 0,0 0-1 0 0,1-1 1 0 0,0 1 0 0 0,1-1-1 0 0,6 17 1 0 0,-9-29-34 0 0,0 1 0 0 0,0-1 0 0 0,1 0 0 0 0,-1 1 0 0 0,1-1 0 0 0,-1 0 0 0 0,1 0 0 0 0,0 1 0 0 0,-1-1 0 0 0,1 0 0 0 0,0 0 0 0 0,0 0 0 0 0,0 0 0 0 0,0 0-1 0 0,0 0 1 0 0,0 0 0 0 0,0 0 0 0 0,0 0 0 0 0,0 0 0 0 0,0-1 0 0 0,1 1 0 0 0,-1 0 0 0 0,0-1 0 0 0,1 1 0 0 0,-1-1 0 0 0,0 0 0 0 0,1 1 0 0 0,-1-1 0 0 0,0 0 0 0 0,1 0 0 0 0,-1 1 0 0 0,1-1 0 0 0,-1-1 0 0 0,0 1 0 0 0,1 0 0 0 0,-1 0 0 0 0,1 0 0 0 0,-1-1 0 0 0,0 1 0 0 0,1 0 0 0 0,-1-1 0 0 0,0 0 0 0 0,0 1 0 0 0,1-1 0 0 0,1-1 0 0 0,6-4 47 0 0,1-1 0 0 0,-1 0 0 0 0,-1 0 0 0 0,13-15 0 0 0,-9 11 20 0 0,16-17 18 0 0,64-58 233 0 0,-84 80-291 0 0,0 0 0 0 0,0 0 0 0 0,0 1 0 0 0,1 0 0 0 0,-1 1 0 0 0,1 0 0 0 0,0 0 0 0 0,1 1 0 0 0,16-5 1 0 0,-23 8-18 0 0,1-1 0 0 0,-1 1 1 0 0,0-1-1 0 0,0 1 0 0 0,1 0 1 0 0,-1 1-1 0 0,0-1 0 0 0,0 0 1 0 0,0 1-1 0 0,1 0 0 0 0,-1 0 1 0 0,0 0-1 0 0,0 0 0 0 0,0 0 1 0 0,3 2-1 0 0,-4-1-5 0 0,0 0 0 0 0,0 0 1 0 0,-1 0-1 0 0,1 0 0 0 0,-1 0 1 0 0,1 0-1 0 0,-1 0 0 0 0,0 1 0 0 0,0-1 1 0 0,0 0-1 0 0,0 1 0 0 0,-1-1 1 0 0,1 1-1 0 0,0-1 0 0 0,-1 1 0 0 0,0-1 1 0 0,0 1-1 0 0,1 0 0 0 0,-2-1 1 0 0,1 3-1 0 0,0 29 116 0 0,-1 0 0 0 0,-9 49 0 0 0,8-69-40 0 0,1 0-1 0 0,1 25 0 0 0,0-18 67 0 0,0-19 56 0 0,1-2-208 0 0,-1 0 0 0 0,0 0 0 0 0,0 0 0 0 0,1 0 0 0 0,-1 0 0 0 0,0 0 0 0 0,1 0 0 0 0,-1 0 0 0 0,0 0 0 0 0,1 0 0 0 0,-1 0 0 0 0,0 0 0 0 0,0 0 0 0 0,1 0 0 0 0,-1 0 0 0 0,0 0 0 0 0,1 0 0 0 0,-1 0 0 0 0,0 0 0 0 0,0 0 0 0 0,1 0 0 0 0,-1 0 0 0 0,0-1 0 0 0,1 1-1 0 0,-1 0 1 0 0,0 0 0 0 0,0 0 0 0 0,0-1 0 0 0,1 1 0 0 0,-1 0 0 0 0,0 0 0 0 0,0-1 0 0 0,1 1 0 0 0,9-14 79 0 0,1 1-1 0 0,14-29 1 0 0,-7 12-2 0 0,-4 12-11 0 0,26-29-1 0 0,-26 32 23 0 0,0-1-1 0 0,16-25 1 0 0,-26 35-65 0 0,-1 1-1 0 0,1 0 1 0 0,1 0 0 0 0,-1 1 0 0 0,10-8 0 0 0,-13 11-10 0 0,0-1 1 0 0,1 1 0 0 0,-1 0-1 0 0,0 0 1 0 0,1 0-1 0 0,-1 0 1 0 0,1 1 0 0 0,-1-1-1 0 0,1 0 1 0 0,0 1 0 0 0,-1-1-1 0 0,1 1 1 0 0,0-1-1 0 0,-1 1 1 0 0,1 0 0 0 0,0 0-1 0 0,0 0 1 0 0,-1 0 0 0 0,1 0-1 0 0,0 0 1 0 0,-1 0-1 0 0,1 1 1 0 0,0-1 0 0 0,-1 0-1 0 0,1 1 1 0 0,0 0-1 0 0,-1-1 1 0 0,3 2 0 0 0,-1 4 21 0 0,0 0 0 0 0,-1 0 0 0 0,0 0 1 0 0,-1 0-1 0 0,1 0 0 0 0,-1 1 0 0 0,0-1 1 0 0,0 12-1 0 0,1 0 21 0 0,1 8 32 0 0,-1-12-41 0 0,0 1 1 0 0,1-1 0 0 0,0 0-1 0 0,1 1 1 0 0,9 20-1 0 0,-7-14 58 0 0,-6-20-92 0 0,0 0 0 0 0,0 0-1 0 0,0 1 1 0 0,0-1 0 0 0,1 0 0 0 0,-1 0 0 0 0,0 1 0 0 0,1-1-1 0 0,-1 0 1 0 0,1 0 0 0 0,0 0 0 0 0,-1 0 0 0 0,2 2 0 0 0,-1-3-11 0 0,0 0-1 0 0,0 0 1 0 0,0 0 0 0 0,0 0 0 0 0,0 0 0 0 0,0 0 0 0 0,0-1 0 0 0,0 1 0 0 0,0 0 0 0 0,0-1 0 0 0,0 1 0 0 0,0-1-1 0 0,0 1 1 0 0,0-1 0 0 0,0 1 0 0 0,0-1 0 0 0,-1 1 0 0 0,1-1 0 0 0,0 0 0 0 0,-1 0 0 0 0,1 1 0 0 0,0-1 0 0 0,-1 0-1 0 0,2-1 1 0 0,10-12 37 0 0,0-1 0 0 0,15-23 0 0 0,3-6 72 0 0,1-4 21 0 0,-26 39-78 0 0,0 0 0 0 0,1 0 0 0 0,0 1 1 0 0,0 0-1 0 0,1 0 0 0 0,12-11 0 0 0,-19 18-50 0 0,0 1 1 0 0,1 0-1 0 0,-1-1 0 0 0,0 1 1 0 0,1 0-1 0 0,-1 0 0 0 0,1 0 0 0 0,-1 0 1 0 0,0-1-1 0 0,1 1 0 0 0,-1 0 1 0 0,1 0-1 0 0,-1 0 0 0 0,1 0 1 0 0,-1 0-1 0 0,0 0 0 0 0,1 0 0 0 0,-1 0 1 0 0,1 0-1 0 0,-1 0 0 0 0,1 0 1 0 0,-1 0-1 0 0,0 1 0 0 0,1-1 1 0 0,-1 0-1 0 0,1 0 0 0 0,-1 0 0 0 0,0 0 1 0 0,1 1-1 0 0,-1-1 0 0 0,0 0 1 0 0,1 1-1 0 0,0-1 0 0 0,13 19 150 0 0,8 34-40 0 0,-17-40-81 0 0,-3-8-22 0 0,1 0 1 0 0,-1 0-1 0 0,1 0 1 0 0,0-1-1 0 0,0 1 1 0 0,0-1-1 0 0,1 0 1 0 0,-1 0-1 0 0,1 0 1 0 0,0 0 0 0 0,0-1-1 0 0,1 1 1 0 0,-1-1-1 0 0,1 0 1 0 0,4 2-1 0 0,-5-4-7 0 0,-1 0 0 0 0,0 0 1 0 0,1 0-1 0 0,-1-1 0 0 0,1 0 0 0 0,-1 1 0 0 0,1-1 0 0 0,-1 0 0 0 0,1 0 1 0 0,-1-1-1 0 0,1 1 0 0 0,-1-1 0 0 0,0 0 0 0 0,1 0 0 0 0,-1 0 0 0 0,0 0 1 0 0,1-1-1 0 0,-1 1 0 0 0,0-1 0 0 0,0 1 0 0 0,0-1 0 0 0,-1 0 1 0 0,4-3-1 0 0,13-11 27 0 0,-1-2-1 0 0,-1 0 1 0 0,21-28 0 0 0,7-7 50 0 0,-31 36-54 0 0,0-2 0 0 0,-2 0 0 0 0,0 0 0 0 0,-1-1 0 0 0,-1 0 0 0 0,-1-1 0 0 0,-1 0 0 0 0,-1-1 0 0 0,0 0 0 0 0,-2 0 0 0 0,0 0 1 0 0,1-33-1 0 0,-4 36 6 0 0,-2-1 0 0 0,0 0 1 0 0,-1 0-1 0 0,-1 0 0 0 0,-1 1 1 0 0,-1-1-1 0 0,-10-28 0 0 0,11 35 28 0 0,3 11-46 0 0,-1 0 0 0 0,1 0 0 0 0,0 0 0 0 0,-1 1 0 0 0,0-1-1 0 0,1 0 1 0 0,-1 0 0 0 0,0 0 0 0 0,0 1 0 0 0,0-1 0 0 0,0 0 0 0 0,0 1 0 0 0,0-1 0 0 0,-1 1 0 0 0,1-1 0 0 0,-1 1 0 0 0,-2-3 0 0 0,-13 35 191 0 0,7-8-169 0 0,1 1 0 0 0,1 0-1 0 0,2 1 1 0 0,0 0 0 0 0,-4 37-1 0 0,-7 35 71 0 0,13-81-89 0 0,1 1 0 0 0,1 0 0 0 0,1 0 0 0 0,0 0 0 0 0,3 21 0 0 0,2 37 83 0 0,-4-54-75 0 0,1-1 1 0 0,1 0-1 0 0,1 0 1 0 0,0 0-1 0 0,13 36 1 0 0,-11-38-2 0 0,-5-15-22 0 0,1 0-1 0 0,0 0 0 0 0,0 0 1 0 0,0 0-1 0 0,0 0 1 0 0,0 0-1 0 0,0 0 1 0 0,1-1-1 0 0,-1 1 1 0 0,1-1-1 0 0,0 1 0 0 0,0-1 1 0 0,0 1-1 0 0,0-1 1 0 0,0 0-1 0 0,4 3 1 0 0,-5-5-3 0 0,0 1 0 0 0,0 0 1 0 0,-1-1-1 0 0,1 1 1 0 0,0-1-1 0 0,0 1 0 0 0,0-1 1 0 0,0 0-1 0 0,0 1 0 0 0,0-1 1 0 0,0 0-1 0 0,0 1 1 0 0,0-1-1 0 0,0 0 0 0 0,0 0 1 0 0,0 0-1 0 0,1 0 1 0 0,-1 0-1 0 0,0 0 0 0 0,0-1 1 0 0,0 1-1 0 0,0 0 1 0 0,0 0-1 0 0,0-1 0 0 0,0 1 1 0 0,0-1-1 0 0,1 0 0 0 0,1-2 8 0 0,1 0 0 0 0,-2 0-1 0 0,1 0 1 0 0,0-1 0 0 0,-1 1-1 0 0,1-1 1 0 0,2-5 0 0 0,-5 8-12 0 0,23-37 63 0 0,-1-1 0 0 0,-3-1 0 0 0,0-1-1 0 0,17-62 1 0 0,-33 85-26 0 0,-7 21 10 0 0,-9 27-11 0 0,8-6-25 0 0,0 0 1 0 0,2 0-1 0 0,0 30 0 0 0,3-45-8 0 0,0-1 0 0 0,1 0 0 0 0,0 0 1 0 0,0 0-1 0 0,0 0 0 0 0,1 0 0 0 0,1 0 0 0 0,-1-1 0 0 0,1 1 0 0 0,1-1 0 0 0,-1 1 0 0 0,1-1 0 0 0,7 9 0 0 0,-9-14-2 0 0,-1 0 1 0 0,0-1-1 0 0,1 1 0 0 0,-1-1 0 0 0,1 0 0 0 0,0 1 0 0 0,-1-1 1 0 0,1 0-1 0 0,0 0 0 0 0,0 0 0 0 0,-1 0 0 0 0,1 0 0 0 0,0-1 1 0 0,0 1-1 0 0,0-1 0 0 0,0 1 0 0 0,0-1 0 0 0,0 0 0 0 0,3 1 1 0 0,-1-2-1 0 0,0 1 0 0 0,-1-1 0 0 0,1 1 0 0 0,0-1 1 0 0,-1 0-1 0 0,1-1 0 0 0,-1 1 0 0 0,0-1 0 0 0,1 1 1 0 0,3-4-1 0 0,3-2 1 0 0,0-1 0 0 0,0 0-1 0 0,-1 0 1 0 0,0-1 0 0 0,14-18 0 0 0,-2 0 1 0 0,-1-1 0 0 0,-1-2 0 0 0,-2 0 0 0 0,-1 0 0 0 0,-1-2 0 0 0,-1 0 0 0 0,-2 0 0 0 0,-2-1 0 0 0,-1-1 1 0 0,5-35-1 0 0,-6 22 6 0 0,-4 25 9 0 0,2-40 1 0 0,-9 55 16 0 0,-4 14-21 0 0,-5 16 1 0 0,-7 37 23 0 0,-28 109 59 0 0,43-145-80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16280 0 0,'39'6'1197'0'0,"-16"-1"-754"0"0,12 2-1 0 0,-1 1 818 0 0,60 6 0 0 0,-82-14-1117 0 0,1-1 0 0 0,0 0 0 0 0,0-1-1 0 0,-1 0 1 0 0,19-7 0 0 0,-7 3 143 0 0,-2 0-32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14368 0 0,'57'15'304'0'0,"26"9"12"0"0,109 27 421 0 0,-141-43-395 0 0,82 3 0 0 0,-93-11-120 0 0,70-9 0 0 0,-97 7-183 0 0,0-1 0 0 0,-1 0 1 0 0,0-1-1 0 0,1 0 0 0 0,-1 0 0 0 0,-1-2 1 0 0,1 1-1 0 0,20-15 0 0 0,-30 19-35 0 0,10-13 42 0 0,-14 5-24 0 0,-15 0-13 0 0,2 5-9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0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11256 0 0,'0'0'3016'0'0,"-5"9"-3000"0"0,-43 66 5 0 0,26-42-7 0 0,1 0-1 0 0,-31 70 1 0 0,48-93-10 0 0,0 0 1 0 0,0 1 0 0 0,1 0-1 0 0,1 0 1 0 0,0 0-1 0 0,1 0 1 0 0,0 0 0 0 0,0 0-1 0 0,1 0 1 0 0,1 0-1 0 0,0 0 1 0 0,0 0 0 0 0,1 0-1 0 0,0 0 1 0 0,5 13 0 0 0,-3-15 2 0 0,0 0 0 0 0,0-1 0 0 0,1 1 0 0 0,0-1 0 0 0,1 0 0 0 0,0 0 0 0 0,0-1 0 0 0,0 0 0 0 0,14 12 0 0 0,-15-15 4 0 0,0 0-1 0 0,0 0 0 0 0,1-1 1 0 0,-1 0-1 0 0,1 0 1 0 0,-1 0-1 0 0,1-1 1 0 0,0 0-1 0 0,0 0 1 0 0,0-1-1 0 0,0 1 1 0 0,1-1-1 0 0,-1-1 0 0 0,0 1 1 0 0,0-1-1 0 0,1 0 1 0 0,5-1-1 0 0,21-5 92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1 418 10248 0 0,'0'0'0'0'0,"18"1"19"0"0,8-1 80 0 0,0 0 71 0 0,12-5 187 0 0,-32 4-263 0 0,0-1-1 0 0,1 0 1 0 0,-1 0-1 0 0,0 0 0 0 0,0-1 1 0 0,0 0-1 0 0,7-5 1 0 0,-8 5-9 0 0,0-1-1 0 0,-1 0 1 0 0,1 0 0 0 0,-1 0 0 0 0,5-7 0 0 0,15-21 703 0 0,106-151 643 0 0,-128 180-1410 0 0,14-24 161 0 0,0 1-1 0 0,40-46 0 0 0,-53 69-152 0 0,11-11 86 0 0,-7 14-71 0 0,-5 13-33 0 0,-3 60-2 0 0,-19 126 1 0 0,-33 42-10 0 0,47-216 0 0 0,-6 23 0 0 0,-19 92 6 0 0,29-121-4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9744 0 0,'40'1'297'0'0,"-15"-2"-108"0"0,12-3 118 0 0,-30 2-210 0 0,1 0 1 0 0,-1 0-1 0 0,0-1 1 0 0,0 1-1 0 0,14-9 1 0 0,-17 8-23 0 0,0 0 1 0 0,1 0 0 0 0,-1 0-1 0 0,0-1 1 0 0,5-6 0 0 0,9-9 134 0 0,1 0 0 0 0,0 2 0 0 0,1 0 1 0 0,1 1-1 0 0,24-14 0 0 0,-42 28-183 0 0,0 0 1 0 0,0 0-1 0 0,0 1 1 0 0,0-1-1 0 0,1 1 1 0 0,-1-1-1 0 0,0 1 0 0 0,1 0 1 0 0,-1 0-1 0 0,1 0 1 0 0,0 1-1 0 0,-1-1 1 0 0,1 1-1 0 0,-1 0 0 0 0,1 0 1 0 0,5 1-1 0 0,-6 0-18 0 0,-1 0 0 0 0,0 0 0 0 0,0 0 0 0 0,1 1 0 0 0,-1-1 0 0 0,0 0 0 0 0,0 1 0 0 0,0 0 0 0 0,-1-1 0 0 0,1 1 0 0 0,0 0 0 0 0,-1 0 0 0 0,1 0 0 0 0,-1 0 0 0 0,1 0 0 0 0,-1 0 0 0 0,0 1 0 0 0,0-1 0 0 0,0 0 0 0 0,0 1 0 0 0,-1-1 0 0 0,1 0 0 0 0,0 1 0 0 0,-1-1 0 0 0,0 4 0 0 0,4 28 16 0 0,-1 1 1 0 0,-2 0-1 0 0,-2 0 0 0 0,-1 0 1 0 0,-11 57-1 0 0,12-86-21 0 0,-6 21 21 0 0,6-25-14 0 0,0-1 2 0 0,-2 7-3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1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10656 0 0,'13'4'10'0'0,"6"3"41"0"0,-1 0 31 0 0,5 6 75 0 0,-21-11-138 0 0,1 0 1 0 0,-1 0-1 0 0,0 0 1 0 0,0 0-1 0 0,0 1 0 0 0,0-1 1 0 0,0 0-1 0 0,-1 1 1 0 0,1 0-1 0 0,-1-1 1 0 0,1 1-1 0 0,0 3 1 0 0,-1-2-8 0 0,0 0 0 0 0,0-1 1 0 0,0 1-1 0 0,-1 0 1 0 0,0 0-1 0 0,0 7 1 0 0,-14 94 492 0 0,13-90-276 0 0,-2 0 0 0 0,-5 22 0 0 0,-4 23 99 0 0,11-47-222 0 0,1-1 0 0 0,0 1 1 0 0,2 20-1 0 0,-1-29-66 0 0,0 1 0 0 0,0-1 0 0 0,1 1 0 0 0,-1-1 0 0 0,1 1 0 0 0,0-1 0 0 0,0 0 0 0 0,0 0 0 0 0,1 1 0 0 0,0-2 0 0 0,-1 1 0 0 0,6 5 0 0 0,6 6 66 0 0,-12-13-88 0 0,0 1 0 0 0,0-1 1 0 0,0 0-1 0 0,1 0 1 0 0,-1 0-1 0 0,0 0 1 0 0,1 0-1 0 0,0 0 0 0 0,-1 0 1 0 0,1-1-1 0 0,0 1 1 0 0,0-1-1 0 0,0 0 1 0 0,0 0-1 0 0,0 0 1 0 0,0 0-1 0 0,0-1 0 0 0,5 1 1 0 0,7 1 35 0 0,-4 0-26 0 0,0-1 1 0 0,0 0-1 0 0,0 0 0 0 0,0-2 0 0 0,-1 1 1 0 0,13-3-1 0 0,21-5 50 0 0,3 0 66 0 0,55-16-1 0 0,-100 23-134 0 0,0 0 1 0 0,-1 1-1 0 0,1-1 0 0 0,-1 0 1 0 0,1 0-1 0 0,-1 1 0 0 0,0-1 0 0 0,1 0 1 0 0,-1-1-1 0 0,0 1 0 0 0,0 0 0 0 0,1 0 1 0 0,-1 0-1 0 0,0-1 0 0 0,0 1 0 0 0,0-1 1 0 0,-1 1-1 0 0,1 0 0 0 0,0-1 0 0 0,0 0 1 0 0,-1 1-1 0 0,1-1 0 0 0,-1 1 0 0 0,0-1 1 0 0,1 0-1 0 0,-1 1 0 0 0,0-1 0 0 0,0-2 1 0 0,0 1 4 0 0,0 0 0 0 0,-1 1 1 0 0,1-1-1 0 0,-1 1 0 0 0,0-1 0 0 0,1 1 1 0 0,-1-1-1 0 0,0 1 0 0 0,-1-1 1 0 0,1 1-1 0 0,0 0 0 0 0,-1 0 0 0 0,1 0 1 0 0,-1 0-1 0 0,0 0 0 0 0,1 0 1 0 0,-1 0-1 0 0,-4-3 0 0 0,-7-3 28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 10248 0 0,'32'-3'178'0'0,"30"-2"125"0"0,28-8 196 0 0,-73 9-226 0 0,1-1-1 0 0,32-14 0 0 0,4-12 596 0 0,-52 30-837 0 0,0-1 0 0 0,0 1 0 0 0,0-1 0 0 0,-1 0 0 0 0,1 0 0 0 0,-1 0 0 0 0,1 0 0 0 0,-1 0 0 0 0,0 0 0 0 0,1 0 0 0 0,-1-1 0 0 0,0 1 0 0 0,-1 0 0 0 0,1 0 0 0 0,0-1 0 0 0,-1 1 0 0 0,1-1 0 0 0,-1 1 1 0 0,0-1-1 0 0,0 1 0 0 0,0-3 0 0 0,0-1 39 0 0,-1 0 1 0 0,1 1 0 0 0,-1-1 0 0 0,-1 0 0 0 0,1 1-1 0 0,-1-1 1 0 0,0 1 0 0 0,-3-6 0 0 0,-3-1 32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1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10656 0 0,'20'-3'18'0'0,"9"-2"70"0"0,1 1 54 0 0,16-2 131 0 0,29-4 172 0 0,-25 2-281 0 0,-35 5 183 0 0,-1 1 0 0 0,1 1-1 0 0,27 1 1 0 0,-38 0-253 0 0,-1 1 0 0 0,1-1 0 0 0,0 1-1 0 0,0 0 1 0 0,-1 1 0 0 0,1-1 0 0 0,-1 1 0 0 0,1-1 0 0 0,3 4 0 0 0,1 2 74 0 0</inkml:trace>
  <inkml:trace contextRef="#ctx0" brushRef="#br0" timeOffset="1">392 572 11448 0 0,'29'-23'380'0'0,"18"-8"81"0"0,-27 18-252 0 0,31-24-1 0 0,6-8 486 0 0,-41 35-543 0 0,-1-1 0 0 0,-1-1 0 0 0,0-1 0 0 0,0 0 0 0 0,-2 0 1 0 0,1-1-1 0 0,10-17 0 0 0,-20 26-87 0 0,0-2 0 0 0,-1 1 0 0 0,1 0 0 0 0,-1-1 0 0 0,0 1 0 0 0,-1-1 0 0 0,1 1 0 0 0,-1-1 0 0 0,-1 0 0 0 0,1-7 0 0 0,1-13 168 0 0,-2 25-210 0 0,0 0 0 0 0,0 1 0 0 0,0-1 0 0 0,-1 0 1 0 0,1 1-1 0 0,-1-1 0 0 0,1 0 0 0 0,-1 0 0 0 0,1 1 0 0 0,-1-1 0 0 0,0 1 0 0 0,0-1 1 0 0,1 1-1 0 0,-1-1 0 0 0,-1 1 0 0 0,1-1 0 0 0,0 1 0 0 0,0 0 0 0 0,-2-2 1 0 0,-13-4 109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17903 0 0,'5'13'1'0'0,"-1"-5"-1"0"0,2 3 1 0 0,-3-7 0 0 0,0 0 0 0 0,-1 0-1 0 0,0 1 1 0 0,0-1 0 0 0,0 1-1 0 0,2 7 1 0 0,2 30 1 0 0,-4-27 3 0 0,0 0 0 0 0,1-1 0 0 0,0 1 0 0 0,1-1 0 0 0,0 0 1 0 0,2 0-1 0 0,9 19 0 0 0,-5-16-4 0 0,-6-9 7 0 0,0 0-1 0 0,1 0 0 0 0,1-1 1 0 0,7 10-1 0 0,-10-15-4 0 0,-1 1 0 0 0,1-1 0 0 0,-1 0 0 0 0,1 0-1 0 0,0-1 1 0 0,0 1 0 0 0,0 0 0 0 0,0-1 0 0 0,0 0 0 0 0,0 0-1 0 0,0 0 1 0 0,0 0 0 0 0,0 0 0 0 0,1 0 0 0 0,-1-1 0 0 0,6 0-1 0 0,-5 0 2 0 0,-1 0 0 0 0,1 0 0 0 0,-1-1 0 0 0,1 0 0 0 0,-1 1-1 0 0,1-1 1 0 0,-1 0 0 0 0,1-1 0 0 0,-1 1 0 0 0,0-1 0 0 0,0 1 0 0 0,0-1-1 0 0,0 0 1 0 0,0 0 0 0 0,0-1 0 0 0,-1 1 0 0 0,1 0 0 0 0,-1-1-1 0 0,1 0 1 0 0,-1 1 0 0 0,0-1 0 0 0,0 0 0 0 0,0 0 0 0 0,3-6-1 0 0,2-3 11 0 0,-1 4-7 0 0,0-1 0 0 0,-1 1 1 0 0,0-1-1 0 0,0 0 0 0 0,-1 0 1 0 0,0 0-1 0 0,-1 0 0 0 0,0-1 0 0 0,0 0 1 0 0,1-18-1 0 0,-4 27 5 0 0,-4-3 8 0 0,3 3-18 0 0,1 0 0 0 0,-1 0 0 0 0,0 0 0 0 0,1 1 0 0 0,-1-1 1 0 0,0 0-1 0 0,1 1 0 0 0,-1-1 0 0 0,0 1 0 0 0,0-1 0 0 0,0 1 0 0 0,0-1 0 0 0,0 1 0 0 0,1-1 0 0 0,-1 1 0 0 0,0 0 0 0 0,0-1 0 0 0,0 1 0 0 0,-2 0 0 0 0,0 1 4 0 0,0 0 0 0 0,1 1 1 0 0,-1-1-1 0 0,1 1 0 0 0,-1 0 0 0 0,1 0 0 0 0,-1 0 1 0 0,1 0-1 0 0,0 0 0 0 0,0 0 0 0 0,0 1 0 0 0,0-1 0 0 0,1 1 1 0 0,-1-1-1 0 0,1 1 0 0 0,-1 0 0 0 0,1-1 0 0 0,0 1 1 0 0,0 0-1 0 0,0 0 0 0 0,0 3 0 0 0,-4 12 48 0 0,1 1 1 0 0,-2 22-1 0 0,4-24 3 0 0,1-15-43 0 0,1-1 0 0 0,0 1 1 0 0,-1-1-1 0 0,1 1 0 0 0,0 0 0 0 0,0-1 0 0 0,0 1 0 0 0,0-1 1 0 0,1 1-1 0 0,-1-1 0 0 0,0 1 0 0 0,1-1 0 0 0,-1 1 0 0 0,1-1 1 0 0,-1 1-1 0 0,1-1 0 0 0,0 1 0 0 0,-1-1 0 0 0,1 0 0 0 0,2 3 1 0 0,-2-3-3 0 0,0-1-1 0 0,0 1 1 0 0,0 0 0 0 0,1-1 0 0 0,-1 1 0 0 0,0-1 0 0 0,1 1 0 0 0,-1-1 0 0 0,0 0 0 0 0,1 0 0 0 0,-1 1-1 0 0,1-1 1 0 0,-1 0 0 0 0,0 0 0 0 0,1 0 0 0 0,-1-1 0 0 0,1 1 0 0 0,1 0 0 0 0,8-3 65 0 0,-1-1 1 0 0,1 0 0 0 0,-1 0 0 0 0,15-8 0 0 0,-20 9-27 0 0,8-5 10 0 0,0 0 0 0 0,-1-1-1 0 0,18-17 1 0 0,-17 15 80 0 0,1 0 0 0 0,24-16-1 0 0,-33 24-73 0 0,0 1 0 0 0,0-1 0 0 0,0 1 0 0 0,0 0 0 0 0,0 0 0 0 0,1 1 0 0 0,-1 0 0 0 0,1 0 0 0 0,-1 0 0 0 0,1 0 0 0 0,-1 1 0 0 0,1 0 0 0 0,0 0 0 0 0,-1 1 0 0 0,1-1-1 0 0,-1 1 1 0 0,1 1 0 0 0,-1-1 0 0 0,0 1 0 0 0,1-1 0 0 0,-1 2 0 0 0,0-1 0 0 0,7 5 0 0 0,-11-7-43 0 0,1 1 0 0 0,-1 0 0 0 0,1-1 0 0 0,-1 1 0 0 0,1-1-1 0 0,-1 0 1 0 0,1 1 0 0 0,0-1 0 0 0,-1 0 0 0 0,1 0 0 0 0,2 0 0 0 0,16 1 370 0 0,-9-7-75 0 0,-6 4 102 0 0,-8 16-350 0 0,-25 47 188 0 0,23-54-230 0 0,1 1 1 0 0,0 0-1 0 0,0 0 1 0 0,1 0-1 0 0,0 0 1 0 0,1 0-1 0 0,-1 0 1 0 0,2 1 0 0 0,-1-1-1 0 0,1 1 1 0 0,0 16-1 0 0,1-23-12 0 0,0-1 0 0 0,0 1 0 0 0,0 0 0 0 0,0 0 0 0 0,0 0 0 0 0,0 0 0 0 0,1 0 0 0 0,-1 0 0 0 0,1 0 0 0 0,-1 0 0 0 0,1 0 0 0 0,0-1-1 0 0,-1 1 1 0 0,1 0 0 0 0,0-1 0 0 0,0 1 0 0 0,0 0 0 0 0,1-1 0 0 0,-1 1 0 0 0,0-1 0 0 0,1 0 0 0 0,-1 1 0 0 0,1-1 0 0 0,-1 0 0 0 0,1 0 0 0 0,3 2 0 0 0,-2-4-1 0 0,0 0 0 0 0,0 0 0 0 0,0 0 0 0 0,0-1 0 0 0,0 1 0 0 0,0-1 0 0 0,0 1 1 0 0,5-5-1 0 0,-7 5 0 0 0,6-4 10 0 0,-1-1 0 0 0,1 0 0 0 0,-1 0 1 0 0,0 0-1 0 0,-1-1 0 0 0,0 0 0 0 0,0 0 0 0 0,7-13 0 0 0,-6 9 18 0 0,2 0-1 0 0,14-18 0 0 0,-18 24-18 0 0,0-1-1 0 0,-1 0 0 0 0,0 0 1 0 0,0 0-1 0 0,0 0 1 0 0,3-13-1 0 0,-5 17 36 0 0,0-5 81 0 0,-2 14-122 0 0,-1 0 0 0 0,1-1 0 0 0,0 1 0 0 0,1 0 0 0 0,0 1 0 0 0,0-1 0 0 0,0 0 0 0 0,1 0 0 0 0,0-1 0 0 0,1 1 0 0 0,-1 0 0 0 0,1 0 0 0 0,4 8 0 0 0,-3-4 7 0 0,28 55 96 0 0,-28-56-105 0 0,-1-1 0 0 0,0 1 0 0 0,0 0 0 0 0,-1 1 1 0 0,0-1-1 0 0,-1 0 0 0 0,0 0 0 0 0,-1 0 0 0 0,0 0 1 0 0,-4 20-1 0 0,4-28-15 0 0,-9 39 66 0 0,9-40-64 0 0,1 0-1 0 0,-1 1 0 0 0,1-1 0 0 0,-1 0 1 0 0,0 0-1 0 0,0 0 0 0 0,0 0 0 0 0,0 1 1 0 0,0-1-1 0 0,0 0 0 0 0,0-1 0 0 0,0 1 0 0 0,0 0 1 0 0,0 0-1 0 0,-1 0 0 0 0,1-1 0 0 0,0 1 1 0 0,0 0-1 0 0,-1-1 0 0 0,1 0 0 0 0,0 1 1 0 0,-1-1-1 0 0,1 0 0 0 0,-1 1 0 0 0,-2-1 1 0 0,2-1 2 0 0,-1 0 0 0 0,1 0 1 0 0,-1 0-1 0 0,1 0 1 0 0,0-1-1 0 0,-1 1 1 0 0,1-1-1 0 0,0 0 1 0 0,0 1-1 0 0,0-1 0 0 0,0 0 1 0 0,1 0-1 0 0,-1 0 1 0 0,0 0-1 0 0,1-1 1 0 0,-1 1-1 0 0,0-3 1 0 0,-11-21 14 0 0,-7-26 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16184 0 0,'23'14'142'0'0,"5"8"448"0"0,-19-12-304 0 0,0 1-1 0 0,-1 0 1 0 0,0 0-1 0 0,9 18 0 0 0,-18-27-173 0 0,1 1-1 0 0,-1-1 0 0 0,0 1 0 0 0,1-1 1 0 0,-1 0-1 0 0,0 1 0 0 0,0-1 0 0 0,-1 0 0 0 0,1 1 1 0 0,0-1-1 0 0,-3 2 0 0 0,3-3-30 0 0,-1 1-1 0 0,1-1 1 0 0,-1 0 0 0 0,0 0-1 0 0,0 0 1 0 0,0 0 0 0 0,1 0-1 0 0,-1-1 1 0 0,0 1 0 0 0,0 0-1 0 0,0-1 1 0 0,0 1 0 0 0,0-1 0 0 0,0 0-1 0 0,0 0 1 0 0,0 0 0 0 0,0 0-1 0 0,0 0 1 0 0,0 0 0 0 0,-4-1-1 0 0,-40-10 323 0 0,44 10-332 0 0,-33-12 466 0 0,23 9-449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2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1 328 15272 0 0,'0'0'33'0'0,"4"-1"-20"0"0,3-1-14 0 0,-4 1 4 0 0,0 0 0 0 0,0 0-1 0 0,-1 0 1 0 0,1-1-1 0 0,0 1 1 0 0,0-1-1 0 0,-1 1 1 0 0,1-1-1 0 0,-1 0 1 0 0,1 0 0 0 0,-1 0-1 0 0,0 0 1 0 0,0-1-1 0 0,0 1 1 0 0,0-1-1 0 0,3-4 1 0 0,74-120-43 0 0,-31 47-47 0 0,-6 13-389 0 0,-41 66 450 0 0,-1 0-1 0 0,1 0 0 0 0,-1 0 1 0 0,1 0-1 0 0,0 0 0 0 0,-1 0 1 0 0,1 0-1 0 0,0 0 0 0 0,0 1 1 0 0,0-1-1 0 0,-1 0 0 0 0,1 1 1 0 0,0-1-1 0 0,0 0 0 0 0,0 1 1 0 0,0-1-1 0 0,0 1 0 0 0,0 0 1 0 0,1-1-1 0 0,-1 1 0 0 0,0 0 1 0 0,0-1-1 0 0,0 1 0 0 0,0 0 1 0 0,0 0-1 0 0,0 0 0 0 0,1 0 1 0 0,0 0-1 0 0,0 1-38 0 0,7 16-65 0 0,-2-5 81 0 0,-1 0 1 0 0,-1 0-1 0 0,0 1 0 0 0,0 0 0 0 0,-2 0 0 0 0,1 0 0 0 0,1 23 1 0 0,-2-6 2 0 0,-3 0 1 0 0,-3 42 0 0 0,3-8 9 0 0,-29 81-16 0 0,12-68 45 0 0,13-64 6 0 0,3-10 1 0 0,0-1 0 0 0,0 1 0 0 0,1-1 0 0 0,-1 1 0 0 0,1-1 0 0 0,0 1 0 0 0,0-1 0 0 0,0 1 0 0 0,0-1 0 0 0,0 1 0 0 0,0-1 0 0 0,1 1 0 0 0,-1-1 0 0 0,1 0 0 0 0,1 4 0 0 0,1 6 6 0 0,5-12-4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29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1 258 8640 0 0,'5'-2'161'0'0,"28"-8"167"0"0,-32 9-311 0 0,0 1-1 0 0,0-1 1 0 0,0 0-1 0 0,0 0 1 0 0,0 0-1 0 0,-1 0 1 0 0,1 0-1 0 0,0 0 1 0 0,-1 0 0 0 0,1 0-1 0 0,0 0 1 0 0,-1 0-1 0 0,1 0 1 0 0,-1 0-1 0 0,0 0 1 0 0,1-2-1 0 0,4-8 118 0 0,58-100 1400 0 0,-56 100-1454 0 0,0 0-1 0 0,1 0 1 0 0,0 1-1 0 0,1 1 0 0 0,0-1 1 0 0,0 1-1 0 0,1 1 1 0 0,18-13-1 0 0,-28 21-75 0 0,13-5 45 0 0,-12 5-47 0 0,0 0-1 0 0,1 0 1 0 0,-1 1-1 0 0,0-1 0 0 0,0 0 1 0 0,0 1-1 0 0,0-1 1 0 0,0 1-1 0 0,0-1 1 0 0,0 1-1 0 0,0 0 1 0 0,0 0-1 0 0,0-1 1 0 0,0 1-1 0 0,0 0 0 0 0,0 0 1 0 0,-1 0-1 0 0,1 0 1 0 0,0 0-1 0 0,0 0 1 0 0,-1 0-1 0 0,1 1 1 0 0,0-1-2 0 0,0 0 0 0 0,0 1 0 0 0,0-1 0 0 0,0 0 0 0 0,0 0 0 0 0,-1 1 0 0 0,1-1 0 0 0,0 0 0 0 0,-1 1 0 0 0,1-1 0 0 0,-1 1 0 0 0,0-1 0 0 0,1 1 0 0 0,-1-1 0 0 0,0 0 0 0 0,0 3 0 0 0,0 1 0 0 0,13 69-8 0 0,-10-60 1 0 0,-2 0 0 0 0,0 0 0 0 0,0 0 1 0 0,-2 1-1 0 0,0-1 0 0 0,-5 28 0 0 0,0 9-16 0 0,3-36 14 0 0,-3 0 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31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6728 0 0,'17'7'33'0'0,"-6"-5"9"0"0,4 2 36 0 0,-1-1-6 0 0,-10 0-13 0 0,0 0-1 0 0,-1 1 0 0 0,0-1 1 0 0,0 1-1 0 0,0 0 1 0 0,0 0-1 0 0,0 0 1 0 0,-1 0-1 0 0,0 0 1 0 0,4 8-1 0 0,-2-3 234 0 0,-2-6-258 0 0,0 0 0 0 0,-1 0 1 0 0,1 0-1 0 0,0 0 0 0 0,1-1 0 0 0,-1 1 1 0 0,0 0-1 0 0,1-1 0 0 0,0 0 1 0 0,-1 0-1 0 0,1 0 0 0 0,0 0 0 0 0,0 0 1 0 0,0 0-1 0 0,0-1 0 0 0,0 1 1 0 0,1-1-1 0 0,-1 0 0 0 0,0 0 0 0 0,1 0 1 0 0,-1-1-1 0 0,1 1 0 0 0,-1-1 1 0 0,1 0-1 0 0,-1 0 0 0 0,0 0 0 0 0,6-1 1 0 0,16 0 213 0 0,37-6 1 0 0,-11 1-42 0 0,-38 6-150 0 0,-3 2 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3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7632 0 0,'0'0'216'0'0,"3"5"-148"0"0,-3-4-59 0 0,1 0 0 0 0,-1 0 0 0 0,1 0 0 0 0,-1 0 0 0 0,1 0-1 0 0,-1 0 1 0 0,0 1 0 0 0,1-1 0 0 0,-1 0 0 0 0,0 0 0 0 0,0 1 0 0 0,0-1 0 0 0,0 0 0 0 0,0 0 0 0 0,0 0 0 0 0,-1 1 0 0 0,1-1 0 0 0,0 0 0 0 0,-1 0 0 0 0,1 0 0 0 0,0 1 0 0 0,-1-1 0 0 0,0 0 0 0 0,1 0 0 0 0,-1 0 0 0 0,0 0 0 0 0,1 0 0 0 0,-1 0 0 0 0,0 0-1 0 0,0 0 1 0 0,0-1 0 0 0,0 1 0 0 0,0 0 0 0 0,0 0 0 0 0,0-1 0 0 0,0 1 0 0 0,0-1 0 0 0,-1 1 0 0 0,-9 12 526 0 0,14-5-124 0 0,26 4 54 0 0,-9-5-411 0 0,1 4 24 0 0,-1 2 0 0 0,-1 0-1 0 0,34 30 1 0 0,-51-41-67 0 0,0 1 0 0 0,0 0 0 0 0,-1-1 0 0 0,1 1 0 0 0,-1 0-1 0 0,1 0 1 0 0,-1 0 0 0 0,0 0 0 0 0,0 0 0 0 0,0 1 0 0 0,0-1 0 0 0,-1 0 0 0 0,1 0 0 0 0,-1 1 0 0 0,0-1-1 0 0,0 0 1 0 0,0 0 0 0 0,-1 1 0 0 0,1-1 0 0 0,-1 0 0 0 0,1 0 0 0 0,-1 1 0 0 0,0-1 0 0 0,-1 0 0 0 0,1 0 0 0 0,0 0-1 0 0,-3 4 1 0 0,-19 40 148 0 0,-38 14 117 0 0,16-17 133 0 0,43-42-294 0 0,2 0-66 0 0,0 1 1 0 0,0-1-1 0 0,0 0 1 0 0,1 1-1 0 0,-1-1 1 0 0,1 1-1 0 0,-1-1 1 0 0,1 0-1 0 0,0 1 1 0 0,0-1-1 0 0,0 0 1 0 0,0 0-1 0 0,0 0 1 0 0,3 3-1 0 0,-3-2-18 0 0,6 11 50 0 0,0 1 0 0 0,-1 0 0 0 0,-1 1 0 0 0,0-1 0 0 0,-1 1 0 0 0,-1 0 0 0 0,0 0-1 0 0,-1 1 1 0 0,-1-1 0 0 0,-1 0 0 0 0,0 0 0 0 0,-1 1 0 0 0,-1-1 0 0 0,-6 27 0 0 0,6-33-34 0 0,0-1 1 0 0,-1 0-1 0 0,0 0 1 0 0,-1 0-1 0 0,0 0 1 0 0,-1 0-1 0 0,1-1 0 0 0,-2 0 1 0 0,1 0-1 0 0,-1 0 1 0 0,0-1-1 0 0,-14 13 1 0 0,9-11 9 0 0,0 0 1 0 0,0-1-1 0 0,-1-1 0 0 0,0 0 1 0 0,0 0-1 0 0,-1-1 0 0 0,0-1 1 0 0,0 0-1 0 0,0-1 0 0 0,-25 5 1 0 0,1-8 50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3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0 600 9848 0 0,'4'0'225'0'0,"1"-1"-97"0"0,-1 0 1 0 0,0 0-1 0 0,1 0 0 0 0,-1 0 0 0 0,0-1 1 0 0,0 1-1 0 0,0-1 0 0 0,0 0 0 0 0,0 0 1 0 0,-1-1-1 0 0,1 1 0 0 0,-1-1 1 0 0,1 0-1 0 0,2-3 0 0 0,50-54 697 0 0,-36 36-815 0 0,21-16 149 0 0,-30 30-144 0 0,0 0-1 0 0,-1-1 1 0 0,-1 0-1 0 0,13-18 1 0 0,-17 20-26 0 0,0 0 0 0 0,0 0 0 0 0,1 1 0 0 0,0 0 0 0 0,1 0 1 0 0,0 1-1 0 0,11-10 0 0 0,-3 6-370 0 0,-19 19 261 0 0,-25 24 141 0 0,24-27-62 0 0,2-1 35 0 0,-1 0 1 0 0,1 0-1 0 0,0 0 1 0 0,1 1 0 0 0,-1-1-1 0 0,1 1 1 0 0,-3 7-1 0 0,-9 17-21 0 0,5-12 15 0 0,2 0 1 0 0,0 0 0 0 0,0 1-1 0 0,-5 27 1 0 0,11-25 11 0 0,1-17 0 0 0,0 1 0 0 0,0-1 0 0 0,-1 1 0 0 0,1-1 0 0 0,-1 0 0 0 0,0 1 0 0 0,0-1 0 0 0,-2 6 0 0 0,3-8 0 0 0,-1 0 0 0 0,0 1 0 0 0,1-1 1 0 0,-1 0-1 0 0,1 0 0 0 0,0 1 0 0 0,-1-1 1 0 0,1 0-1 0 0,0 1 0 0 0,0-1 0 0 0,0 0 1 0 0,0 1-1 0 0,0-1 0 0 0,0 1 0 0 0,0-1 1 0 0,0 0-1 0 0,1 1 0 0 0,0 1 1 0 0,0 20 26 0 0,-1-21-25 0 0,-1-1 0 0 0,1 1 1 0 0,0-1-1 0 0,0 1 0 0 0,0-1 1 0 0,0 1-1 0 0,0 0 0 0 0,1-1 1 0 0,-1 1-1 0 0,0-1 0 0 0,1 1 1 0 0,-1-1-1 0 0,1 1 0 0 0,0-1 1 0 0,-1 1-1 0 0,1-1 1 0 0,0 1-1 0 0,0-1 0 0 0,2 3 1 0 0,-1-2 11 0 0,1 0 1 0 0,0 0-1 0 0,-1 0 1 0 0,1 0-1 0 0,0 0 1 0 0,0 0-1 0 0,0-1 1 0 0,1 1-1 0 0,2 0 1 0 0,10 3 63 0 0,-1-2 0 0 0,1 0-1 0 0,20 2 1 0 0,-27-4-53 0 0,6 0 37 0 0,-1 0 1 0 0,0-1 0 0 0,0 0-1 0 0,0-1 1 0 0,0-1 0 0 0,0 0-1 0 0,0-1 1 0 0,0-1 0 0 0,-1 0-1 0 0,1-1 1 0 0,21-10 0 0 0,-22 8-4 0 0,-1 0 0 0 0,1-1 0 0 0,-1 0 0 0 0,-1-1 0 0 0,20-19 0 0 0,42-58 308 0 0,-47 42-251 0 0,-6 5-23 0 0,-17 33-76 0 0,3-3 21 0 0,-1 0 0 0 0,-1-1 0 0 0,1 0 0 0 0,-1 1 0 0 0,4-20 1 0 0,11-15 81 0 0,-14 35-84 0 0,-1 1 0 0 0,0-1 1 0 0,5-19-1 0 0,1-4 70 0 0,-8 28-82 0 0,-1 0 0 0 0,0-1-1 0 0,1 1 1 0 0,-1-1-1 0 0,-1 0 1 0 0,1 1-1 0 0,-1-1 1 0 0,0-8 0 0 0,2-16 80 0 0,-1-13 48 0 0,-3 33-119 0 0,-8-39 239 0 0,9 46-258 0 0,0 0 0 0 0,0 0 0 0 0,0 0 0 0 0,0 0 0 0 0,0 0 0 0 0,0 0 0 0 0,-1 1-1 0 0,1-1 1 0 0,0 1 0 0 0,-1-1 0 0 0,1 1 0 0 0,-1-1 0 0 0,0 1 0 0 0,0 0 0 0 0,1 0 0 0 0,-1 0 0 0 0,0 0 0 0 0,0 0 0 0 0,-4-1 0 0 0,3 1 1 0 0,0 1 0 0 0,1-1 1 0 0,-1 1-1 0 0,0 0 1 0 0,0 0-1 0 0,0 0 1 0 0,0 0-1 0 0,0 1 0 0 0,0-1 1 0 0,1 1-1 0 0,-1 0 1 0 0,0-1-1 0 0,0 1 1 0 0,1 1-1 0 0,-1-1 0 0 0,0 0 1 0 0,1 1-1 0 0,-1-1 1 0 0,1 1-1 0 0,0 0 1 0 0,-1-1-1 0 0,1 1 0 0 0,0 0 1 0 0,0 1-1 0 0,0-1 1 0 0,1 0-1 0 0,-1 1 1 0 0,0-1-1 0 0,1 1 0 0 0,-2 3 1 0 0,-5 9 37 0 0,1 1 1 0 0,0 1-1 0 0,-8 30 0 0 0,12-37-31 0 0,-5 24 84 0 0,1 1-1 0 0,-5 54 1 0 0,12-80-80 0 0,-1 0 1 0 0,2 1-1 0 0,-1-1 0 0 0,1 0 0 0 0,0 0 0 0 0,1 0 0 0 0,0 0 1 0 0,1 0-1 0 0,0 0 0 0 0,4 9 0 0 0,-5-16-18 0 0,-1 0 1 0 0,1 0-1 0 0,0-1 0 0 0,0 1 0 0 0,0 0 0 0 0,0-1 1 0 0,0 0-1 0 0,0 1 0 0 0,0-1 0 0 0,0 0 0 0 0,0 0 1 0 0,1 0-1 0 0,-1 0 0 0 0,1-1 0 0 0,-1 1 0 0 0,0 0 1 0 0,1-1-1 0 0,-1 0 0 0 0,1 0 0 0 0,-1 0 0 0 0,1 0 1 0 0,-1 0-1 0 0,3 0 0 0 0,7-2 20 0 0,0 0 0 0 0,-1 0-1 0 0,15-5 1 0 0,-25 7-24 0 0,32-11 40 0 0,0-2-1 0 0,0-1 1 0 0,-2-2-1 0 0,37-23 0 0 0,16-28 116 0 0,-82 66-152 0 0,-1 0 1 0 0,0 0-1 0 0,1-1 0 0 0,-1 1 0 0 0,0 0 1 0 0,0-1-1 0 0,0 0 0 0 0,0 1 0 0 0,0-1 1 0 0,-1 1-1 0 0,2-4 0 0 0,-2 5-5 0 0,0 0 0 0 0,0 0 0 0 0,-1 0 0 0 0,1 0 0 0 0,0 1 0 0 0,0-1 0 0 0,-1 0 0 0 0,1 0 0 0 0,0 0 0 0 0,0 0 0 0 0,0 0 0 0 0,-1 0 0 0 0,1 0 1 0 0,0 0-1 0 0,0 0 0 0 0,-1 0 0 0 0,1 0 0 0 0,0 0 0 0 0,0 0 0 0 0,-1 0 0 0 0,1 0 0 0 0,0 0 0 0 0,0 0 0 0 0,-1 0 0 0 0,1 0 0 0 0,0-1 0 0 0,0 1 0 0 0,0 0 0 0 0,-1 0 0 0 0,1 0 0 0 0,0 0 0 0 0,0 0 0 0 0,0-1 0 0 0,-1 1 0 0 0,1 0 0 0 0,0 0 0 0 0,0 0 0 0 0,0 0 0 0 0,0-1 0 0 0,0 1 0 0 0,-1 0 0 0 0,1 0 0 0 0,0-1 0 0 0,0 1 0 0 0,0 0 0 0 0,0 0 0 0 0,0-1 0 0 0,0 1 0 0 0,0 0 0 0 0,0 0 1 0 0,0 0-1 0 0,0-1 0 0 0,0 1 0 0 0,0 0 0 0 0,0 0 0 0 0,0-1 0 0 0,0 1 0 0 0,0 0 0 0 0,-8 5 10 0 0,-4 2 2 0 0,1 0 0 0 0,0 1 0 0 0,0 0 0 0 0,1 1 0 0 0,0 0 0 0 0,1 1 0 0 0,0 0 0 0 0,0 0 0 0 0,-8 13 0 0 0,-4 11 18 0 0,12-21-9 0 0,1-1-1 0 0,-11 25 1 0 0,13-21 0 0 0,3-11-11 0 0,0 0-1 0 0,1 0 0 0 0,0 0 0 0 0,0 1 1 0 0,1-1-1 0 0,-1 0 0 0 0,1 1 0 0 0,0-1 0 0 0,1 1 1 0 0,-1-1-1 0 0,1 1 0 0 0,0-1 0 0 0,1 1 1 0 0,-1-1-1 0 0,1 1 0 0 0,2 7 0 0 0,-3-11 36 0 0,0-2-41 0 0,0 1-1 0 0,0-1 1 0 0,0 1-1 0 0,0-1 1 0 0,-1 1-1 0 0,1-1 1 0 0,0 1 0 0 0,0 0-1 0 0,0-1 1 0 0,0 1-1 0 0,0-1 1 0 0,0 1-1 0 0,1-1 1 0 0,-1 1 0 0 0,0-1-1 0 0,0 1 1 0 0,0-1-1 0 0,0 1 1 0 0,1-1-1 0 0,-1 1 1 0 0,0-1 0 0 0,0 1-1 0 0,1-1 1 0 0,-1 1-1 0 0,0-1 1 0 0,1 1-1 0 0,-1-1 1 0 0,1 0-1 0 0,-1 1 1 0 0,0-1 0 0 0,1 0-1 0 0,-1 1 1 0 0,1-1-1 0 0,-1 0 1 0 0,1 0-1 0 0,-1 1 1 0 0,1-1 0 0 0,-1 0-1 0 0,1 0 1 0 0,-1 0-1 0 0,1 0 1 0 0,0 0-1 0 0,-1 1 1 0 0,1-1-1 0 0,-1 0 1 0 0,1 0 0 0 0,-1-1-1 0 0,1 1 1 0 0,-1 0-1 0 0,1 0 1 0 0,-1 0-1 0 0,1 0 1 0 0,0 0 0 0 0,-1 0-1 0 0,1-1 1 0 0,-1 1-1 0 0,1 0 1 0 0,-1-1-1 0 0,0 1 1 0 0,1 0 0 0 0,-1-1-1 0 0,1 0 1 0 0,29-25 155 0 0,40-60 322 0 0,-60 67-261 0 0,-10 19-217 0 0,0-1 0 0 0,0 1 1 0 0,0 0-1 0 0,0 0 0 0 0,0-1 0 0 0,0 1 0 0 0,0 0 0 0 0,0 0 0 0 0,0 0 1 0 0,0-1-1 0 0,0 1 0 0 0,0 0 0 0 0,0 0 0 0 0,0 0 0 0 0,0-1 0 0 0,0 1 0 0 0,0 0 1 0 0,0 0-1 0 0,0 0 0 0 0,-1-1 0 0 0,1 1 0 0 0,0 0 0 0 0,0 0 0 0 0,0 0 0 0 0,0-1 1 0 0,0 1-1 0 0,0 0 0 0 0,-1 0 0 0 0,1 0 0 0 0,0 0 0 0 0,0 0 0 0 0,0-1 0 0 0,0 1 1 0 0,-1 0-1 0 0,1 0 0 0 0,0 0 0 0 0,0 0 0 0 0,-1 0 0 0 0,0 0 1 0 0,0 1 0 0 0,0-1-1 0 0,0 0 1 0 0,0 1 0 0 0,0-1 0 0 0,0 1 0 0 0,0 0-1 0 0,0-1 1 0 0,1 1 0 0 0,-1 0 0 0 0,0 0-1 0 0,0-1 1 0 0,0 1 0 0 0,1 0 0 0 0,-1 0-1 0 0,1 0 1 0 0,-1 0 0 0 0,0 0 0 0 0,1 0 0 0 0,-1 0-1 0 0,1 0 1 0 0,0 0 0 0 0,-1 0 0 0 0,1 2-1 0 0,-5 13 56 0 0,1 1-1 0 0,0-1 0 0 0,2 1 0 0 0,0 0 0 0 0,1 0 1 0 0,1 24-1 0 0,0-39-8 0 0,8-2-37 0 0,0-1 0 0 0,0-1 0 0 0,0 1 0 0 0,0-2 0 0 0,0 1-1 0 0,-1-1 1 0 0,1 0 0 0 0,10-6 0 0 0,-9 4-3 0 0,0 1 0 0 0,1 0 0 0 0,-1 1-1 0 0,1-1 1 0 0,14-1 0 0 0,3 0 17 0 0,-23 3-22 0 0,0 1 0 0 0,0 0 1 0 0,0 0-1 0 0,0 0 0 0 0,0 1 0 0 0,1 0 1 0 0,-1-1-1 0 0,0 2 0 0 0,0-1 1 0 0,0 0-1 0 0,0 1 0 0 0,1 0 0 0 0,6 2 1 0 0,-11-3-6 0 0,1 0-1 0 0,-1 1 1 0 0,0-1 0 0 0,1 1 0 0 0,-1-1 0 0 0,1 0 0 0 0,-1 1 0 0 0,0-1 0 0 0,0 1-1 0 0,1-1 1 0 0,-1 1 0 0 0,0-1 0 0 0,0 1 0 0 0,0-1 0 0 0,1 1 0 0 0,-1 0 0 0 0,0-1 0 0 0,0 1-1 0 0,0-1 1 0 0,0 1 0 0 0,0-1 0 0 0,0 1 0 0 0,0-1 0 0 0,0 1 0 0 0,0 0 0 0 0,0-1-1 0 0,-1 1 1 0 0,1-1 0 0 0,0 1 0 0 0,0-1 0 0 0,0 1 0 0 0,-1-1 0 0 0,1 1 0 0 0,-9 16 57 0 0,8-16-56 0 0,-4 7 37 0 0,0 1-1 0 0,-1-1 0 0 0,0-1 0 0 0,0 1 1 0 0,-1-1-1 0 0,0 0 0 0 0,0 0 0 0 0,-15 10 0 0 0,16-13 9 0 0,1-1-1 0 0,-1 0 1 0 0,0 0-1 0 0,1 0 0 0 0,-2-1 1 0 0,1 0-1 0 0,0 0 0 0 0,0-1 1 0 0,0 1-1 0 0,-1-1 0 0 0,1-1 1 0 0,-1 1-1 0 0,-10-2 0 0 0,15 1-29 0 0,1 0 1 0 0,0-1-1 0 0,0 1 0 0 0,-1-1 0 0 0,1 1 0 0 0,0-1 1 0 0,0 0-1 0 0,0 1 0 0 0,0-1 0 0 0,0 0 0 0 0,0 0 0 0 0,0 0 1 0 0,0 1-1 0 0,0-1 0 0 0,1 0 0 0 0,-1 0 0 0 0,0 0 1 0 0,0-1-1 0 0,1 1 0 0 0,-1 0 0 0 0,1 0 0 0 0,-1 0 0 0 0,1 0 1 0 0,-1-1-1 0 0,1 1 0 0 0,0 0 0 0 0,0 0 0 0 0,0-1 0 0 0,-1-1 1 0 0,3 2 0 0 0,0 0 1 0 0,0-1 0 0 0,-1 1-1 0 0,1 0 1 0 0,0 0 0 0 0,0 0-1 0 0,0 0 1 0 0,0 0 0 0 0,1 0-1 0 0,-1 1 1 0 0,0-1 0 0 0,4 0 0 0 0,-6 1-16 0 0,65-14 239 0 0,-47 11-177 0 0,-1-1-1 0 0,0-1 1 0 0,18-6-1 0 0,-18 3-58 0 0,0 0 0 0 0,-1-2 0 0 0,0 1 0 0 0,-1-2 1 0 0,0 0-1 0 0,-1-1 0 0 0,0 0 0 0 0,0-1 0 0 0,-2-1 0 0 0,0 0 0 0 0,0-1 1 0 0,-1 0-1 0 0,-1-1 0 0 0,-1 0 0 0 0,0 0 0 0 0,9-25 0 0 0,-16 35-17 0 0,0 0 0 0 0,-1-1 0 0 0,0 1 0 0 0,0 0 0 0 0,-1 0 1 0 0,0-1-1 0 0,-1-7 0 0 0,1 2-45 0 0,0 11 53 0 0,0 1 0 0 0,0-1 0 0 0,0 1 0 0 0,0-1 0 0 0,0 1 0 0 0,0-1 0 0 0,0 1 0 0 0,-1-1 0 0 0,1 1 0 0 0,0 0 0 0 0,0-1-1 0 0,0 1 1 0 0,-1-1 0 0 0,1 1 0 0 0,0-1 0 0 0,-1 1 0 0 0,1 0 0 0 0,0-1 0 0 0,-1 1 0 0 0,1 0 0 0 0,0-1 0 0 0,-1 1 0 0 0,1 0 0 0 0,-1 0 0 0 0,1-1 0 0 0,-1 1 0 0 0,1 0 0 0 0,0 0 0 0 0,-1 0 0 0 0,1-1 0 0 0,-1 1 0 0 0,1 0 0 0 0,-1 0 0 0 0,1 0 0 0 0,-1 0 0 0 0,1 0 0 0 0,-1 0 0 0 0,1 0 0 0 0,-1 0 0 0 0,1 0 0 0 0,-1 0 0 0 0,1 1 0 0 0,-1-1 0 0 0,0 0 0 0 0,-1 1-3 0 0,1-1 1 0 0,-1 0-1 0 0,0 1 0 0 0,0 0 1 0 0,1-1-1 0 0,-1 1 0 0 0,0 0 1 0 0,1 0-1 0 0,-1 0 0 0 0,1 0 1 0 0,-3 2-1 0 0,-6 10-20 0 0,0 0 0 0 0,0 1 0 0 0,2 0 1 0 0,0 0-1 0 0,-8 19 0 0 0,13-26 20 0 0,0 1 1 0 0,1-1-1 0 0,-1 1 0 0 0,2-1 0 0 0,-1 1 1 0 0,1 0-1 0 0,1-1 0 0 0,-1 1 1 0 0,1 0-1 0 0,0 0 0 0 0,1-1 1 0 0,0 1-1 0 0,3 14 0 0 0,4-3 5 0 0,0-3 0 0 0,8 23 10 0 0,-15-37 3 0 0,0 0-9 0 0,0-1-1 0 0,-1 1 1 0 0,1-1 0 0 0,-1 1-1 0 0,1 0 1 0 0,-1-1-1 0 0,0 1 1 0 0,1-1 0 0 0,-1 1-1 0 0,0 3 1 0 0,-6-3 4 0 0,1-1 1 0 0,0 0-1 0 0,-1 0 0 0 0,1 0 0 0 0,-1-1 1 0 0,1 0-1 0 0,-1 0 0 0 0,1 0 0 0 0,-7-2 1 0 0,4 2 17 0 0,5 0-6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36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0 649 14672 0 0,'0'0'3949'0'0,"10"-6"-3728"0"0,140-107 116 0 0,-106 76-178 0 0,1 1 0 0 0,95-54 1 0 0,-126 82-131 0 0,-12 7-19 0 0,0-1-1 0 0,0 1 0 0 0,0 0 0 0 0,1 0 1 0 0,-1 0-1 0 0,0 0 0 0 0,0 0 1 0 0,1 0-1 0 0,2 0 0 0 0,-33 29 19 0 0,3-1-30 0 0,1 1 0 0 0,2 1 0 0 0,1 1-1 0 0,1 1 1 0 0,1 1 0 0 0,-25 59-1 0 0,31-64-8 0 0,9-20 8 0 0,0 1 0 0 0,1 1 0 0 0,0-1 0 0 0,-2 9 0 0 0,4-11-7 0 0,0 0 0 0 0,0 0-1 0 0,0 0 1 0 0,1 0 0 0 0,0 0 0 0 0,2 12 0 0 0,-2-16-19 0 0,5-2-73 0 0,-4 0 99 0 0,1 0 0 0 0,-1 0 0 0 0,1 0 0 0 0,-1 0 0 0 0,0 0 1 0 0,1-1-1 0 0,-1 1 0 0 0,0 0 0 0 0,0 0 0 0 0,1-1 0 0 0,-1 1 0 0 0,0-1 1 0 0,1 1-1 0 0,-1-1 0 0 0,0 0 0 0 0,0 1 0 0 0,0-1 0 0 0,0 0 0 0 0,0 0 1 0 0,0 0-1 0 0,0 0 0 0 0,0 0 0 0 0,1-1 0 0 0,7-9-6 0 0,1-1 0 0 0,-2 0 1 0 0,0 0-1 0 0,0-1 0 0 0,-2 0 0 0 0,8-19 0 0 0,26-87-26 0 0,-26 74 20 0 0,-8 21 12 0 0,-1 0 0 0 0,-1 0-1 0 0,-1 0 1 0 0,0 0 0 0 0,-3 0 0 0 0,-2-37-1 0 0,-5 36 4 0 0,6 24 0 0 0,1 0 0 0 0,-1 0 0 0 0,1 0 0 0 0,-1 0 0 0 0,1 0 1 0 0,-1 0-1 0 0,0 0 0 0 0,1 0 0 0 0,-1 1 0 0 0,0-1 0 0 0,0 0 0 0 0,0 0 0 0 0,1 1 0 0 0,-1-1 0 0 0,0 0 0 0 0,0 1 0 0 0,0-1 0 0 0,0 1 1 0 0,0-1-1 0 0,0 1 0 0 0,-3-1 0 0 0,3 1 14 0 0,-16 38 33 0 0,14-13-13 0 0,1-1 0 0 0,2 1 0 0 0,0-1 0 0 0,2 1 0 0 0,7 43 0 0 0,-6-52 10 0 0,1 1-1 0 0,0 0 1 0 0,1-1-1 0 0,1 0 1 0 0,1 0 0 0 0,0 0-1 0 0,1-1 1 0 0,1 0-1 0 0,18 25 1 0 0,-23-36-9 0 0,0 1-1 0 0,0-1 0 0 0,0 0 1 0 0,1 0-1 0 0,-1-1 1 0 0,9 5-1 0 0,-12-7-24 0 0,0 0-1 0 0,1 0 0 0 0,-1-1 0 0 0,0 1 1 0 0,0-1-1 0 0,1 1 0 0 0,-1-1 0 0 0,1 1 1 0 0,-1-1-1 0 0,0 0 0 0 0,1 0 0 0 0,-1 1 1 0 0,1-1-1 0 0,-1 0 0 0 0,0 0 0 0 0,1-1 1 0 0,-1 1-1 0 0,1 0 0 0 0,-1 0 0 0 0,0-1 1 0 0,1 1-1 0 0,-1-1 0 0 0,0 1 0 0 0,1-1 1 0 0,-1 1-1 0 0,0-1 0 0 0,0 0 0 0 0,0 0 1 0 0,1 0-1 0 0,0-1 0 0 0,16-21 66 0 0,-1 0 1 0 0,-1-1-1 0 0,-1-1 0 0 0,-2 0 0 0 0,0-1 1 0 0,15-45-1 0 0,-5 12 23 0 0,-18 48-73 0 0,17-46 63 0 0,-20 52-62 0 0,-1 1 0 0 0,0-1 0 0 0,0 0 0 0 0,0 0 0 0 0,-1 0 0 0 0,0 0 0 0 0,0 0 0 0 0,0 0 0 0 0,0 0 0 0 0,-2-6 0 0 0,2 10-22 0 0,0 1 0 0 0,0 0 0 0 0,0-1-1 0 0,-1 1 1 0 0,1-1 0 0 0,0 1 0 0 0,0 0 0 0 0,0-1 0 0 0,-1 1 0 0 0,1 0-1 0 0,0-1 1 0 0,0 1 0 0 0,-1 0 0 0 0,1-1 0 0 0,0 1 0 0 0,-1 0 0 0 0,1 0-1 0 0,0-1 1 0 0,-1 1 0 0 0,1 0 0 0 0,-1 0 0 0 0,1 0 0 0 0,0 0 0 0 0,-1-1-1 0 0,1 1 1 0 0,-1 0 0 0 0,1 0 0 0 0,0 0 0 0 0,-1 0 0 0 0,1 0 0 0 0,-1 0-1 0 0,1 0 1 0 0,0 0 0 0 0,-1 0 0 0 0,1 0 0 0 0,-1 0 0 0 0,1 0 0 0 0,-1 1 0 0 0,1-1-1 0 0,0 0 1 0 0,-1 0 0 0 0,1 0 0 0 0,0 0 0 0 0,-1 1 0 0 0,1-1 0 0 0,0 0-1 0 0,-1 0 1 0 0,1 1 0 0 0,0-1 0 0 0,-1 0 0 0 0,1 1 0 0 0,0-1 0 0 0,0 0-1 0 0,-1 1 1 0 0,1-1 0 0 0,0 0 0 0 0,0 1 0 0 0,-1 0 0 0 0,-18 24 149 0 0,8-6-103 0 0,1 1 0 0 0,1 0 0 0 0,0 0 0 0 0,-10 38 0 0 0,16-44-10 0 0,0 0 0 0 0,1 0 1 0 0,0 0-1 0 0,1 1 1 0 0,0-1-1 0 0,2 0 1 0 0,-1 1-1 0 0,4 14 1 0 0,-4-26-30 0 0,1-1 1 0 0,-1 1 0 0 0,1-1 0 0 0,-1 1-1 0 0,1-1 1 0 0,0 1 0 0 0,0-1 0 0 0,0 0-1 0 0,0 0 1 0 0,1 1 0 0 0,-1-1 0 0 0,1 0-1 0 0,-1 0 1 0 0,1 0 0 0 0,0 0 0 0 0,-1 0-1 0 0,1-1 1 0 0,0 1 0 0 0,0-1-1 0 0,5 3 1 0 0,-5-3-1 0 0,1 0 0 0 0,0 0-1 0 0,0-1 1 0 0,0 0 0 0 0,0 1 0 0 0,-1-1-1 0 0,1 0 1 0 0,0-1 0 0 0,0 1-1 0 0,0 0 1 0 0,-1-1 0 0 0,1 1 0 0 0,0-1-1 0 0,0 0 1 0 0,4-2 0 0 0,3-2 19 0 0,0-1-1 0 0,0 1 1 0 0,0-2 0 0 0,-1 1-1 0 0,0-2 1 0 0,-1 1 0 0 0,15-17 0 0 0,103-149 213 0 0,-89 118-162 0 0,-18 25-33 0 0,-1 0 0 0 0,-2-2 0 0 0,-1 1 0 0 0,17-54 0 0 0,-28 73-29 0 0,0-1 1 0 0,-2 1-1 0 0,3-21 1 0 0,-4 31-16 0 0,-1 0 1 0 0,0-1-1 0 0,0 1 0 0 0,1 0 1 0 0,-2-1-1 0 0,1 1 1 0 0,0 0-1 0 0,0-1 0 0 0,-1 1 1 0 0,1 0-1 0 0,-1 0 1 0 0,0-1-1 0 0,1 1 1 0 0,-1 0-1 0 0,0 0 0 0 0,0 0 1 0 0,-1 0-1 0 0,1 0 1 0 0,0 0-1 0 0,-1 0 0 0 0,1 0 1 0 0,-1 1-1 0 0,0-1 1 0 0,1 1-1 0 0,-1-1 1 0 0,-3-1-1 0 0,4 2 0 0 0,-1 1-1 0 0,0 0 1 0 0,1 0-1 0 0,-1 0 1 0 0,1 0-1 0 0,-1 0 1 0 0,1 0 0 0 0,-1 0-1 0 0,1 1 1 0 0,-1-1-1 0 0,1 0 1 0 0,-1 1-1 0 0,1-1 1 0 0,-1 1 0 0 0,1 0-1 0 0,0-1 1 0 0,-1 1-1 0 0,-1 1 1 0 0,-22 18 37 0 0,8-1-17 0 0,1 2 1 0 0,-17 26-1 0 0,19-25-10 0 0,-2 2 7 0 0,2 0 0 0 0,1 1-1 0 0,1 1 1 0 0,-15 45 0 0 0,1 31 24 0 0,25-96-43 0 0,-5 15 11 0 0,1 1 0 0 0,1 0 0 0 0,0 0-1 0 0,2 1 1 0 0,1 25 0 0 0,1-33 1 0 0,0-9-8 0 0,1 0 1 0 0,-1-1-1 0 0,1 1 0 0 0,0 0 0 0 0,2 8 1 0 0,-2-12-5 0 0,0 0 0 0 0,0 0 0 0 0,0 0 1 0 0,0 0-1 0 0,1 0 0 0 0,-1-1 0 0 0,0 1 1 0 0,1 0-1 0 0,0-1 0 0 0,-1 1 1 0 0,1-1-1 0 0,0 0 0 0 0,-1 1 0 0 0,1-1 1 0 0,0 0-1 0 0,0 0 0 0 0,0 0 0 0 0,4 1 1 0 0,30 7 27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0 609 10544 0 0,'0'0'152'0'0,"5"0"0"0"0,-3 0-197 0 0,0 0 98 0 0,-1 0 0 0 0,1 0 0 0 0,0 0 0 0 0,0 0 0 0 0,0 0 0 0 0,0 0 0 0 0,0-1 1 0 0,0 1-1 0 0,-1-1 0 0 0,1 1 0 0 0,0-1 0 0 0,0 0 0 0 0,0 1 0 0 0,-1-1 0 0 0,1 0 0 0 0,1-1 0 0 0,-2 0 387 0 0,24-34 553 0 0,-11 22-875 0 0,3-3-33 0 0,0 0 0 0 0,1 1 0 0 0,1 1 0 0 0,27-17 0 0 0,-30 19-38 0 0,2-6-31 0 0,-8 11-16 0 0,-38 33-14 0 0,8 4 9 0 0,1 2 0 0 0,1 1 0 0 0,2 0 0 0 0,1 1-1 0 0,2 1 1 0 0,1 0 0 0 0,-10 50 0 0 0,20-77 2 0 0,1-1 0 0 0,1 1 0 0 0,-1 0 0 0 0,1 0 0 0 0,0 0 0 0 0,1 0 1 0 0,-1 0-1 0 0,1 0 0 0 0,1 0 0 0 0,2 8 0 0 0,2-2-6 0 0,-5-12 8 0 0,-1 0 1 0 0,1 0 0 0 0,-1 0-1 0 0,1 0 1 0 0,0 0 0 0 0,-1-1-1 0 0,1 1 1 0 0,0 0 0 0 0,0-1-1 0 0,-1 1 1 0 0,1 0 0 0 0,0-1-1 0 0,0 1 1 0 0,0-1 0 0 0,0 1-1 0 0,0-1 1 0 0,1 1 0 0 0,3-3-2 0 0,-5 2 2 0 0,3 0-1 0 0,-1 0 1 0 0,1-1 0 0 0,-1 1 0 0 0,0-1 0 0 0,1 1 0 0 0,-1-1 0 0 0,1 0-1 0 0,-1 0 1 0 0,0 0 0 0 0,1 0 0 0 0,-1 0 0 0 0,0 0 0 0 0,0-1 0 0 0,0 1-1 0 0,0-1 1 0 0,0 1 0 0 0,0-1 0 0 0,-1 0 0 0 0,3-3 0 0 0,2-3-1 0 0,0-1 0 0 0,-1 0 0 0 0,6-16-1 0 0,2-1 2 0 0,0-3 0 0 0,0-1 0 0 0,-2-1 0 0 0,7-36 0 0 0,12-31 0 0 0,-23 75 0 0 0,-1 0 0 0 0,4-30 0 0 0,2-10 0 0 0,-11 58 0 0 0,0-1 0 0 0,-1 0 0 0 0,0 0 0 0 0,0 1 0 0 0,0-1 0 0 0,-2-9 0 0 0,1-21 0 0 0,2 12 0 0 0,-5-48 0 0 0,1 34 1 0 0,2 23 8 0 0,-2 0 0 0 0,1 1-1 0 0,-2-1 1 0 0,-8-21 0 0 0,6 18 65 0 0,4 15 123 0 0,2 15-111 0 0,12 54 63 0 0,-9-52-101 0 0,0 0 0 0 0,-1 1-1 0 0,1 16 1 0 0,-3-1 50 0 0,2 0 0 0 0,1 1 0 0 0,1-2 0 0 0,12 43 0 0 0,-8-26 44 0 0,-7-35-103 0 0,1-1 1 0 0,0 0-1 0 0,0 1 1 0 0,7 16 0 0 0,-5-17-18 0 0,3 9 56 0 0,0-1 0 0 0,2 1 0 0 0,0-2 0 0 0,1 1 0 0 0,17 22 0 0 0,-24-36-51 0 0,1 0 1 0 0,-1 0-1 0 0,1 0 0 0 0,0-1 1 0 0,0 0-1 0 0,0 0 0 0 0,1 0 1 0 0,-1 0-1 0 0,1-1 0 0 0,-1 1 1 0 0,1-1-1 0 0,0 0 0 0 0,0-1 1 0 0,0 1-1 0 0,0-1 0 0 0,0 0 1 0 0,0 0-1 0 0,0-1 0 0 0,1 1 1 0 0,-1-1-1 0 0,0-1 0 0 0,0 1 1 0 0,0 0-1 0 0,0-1 0 0 0,1 0 1 0 0,-1-1-1 0 0,6-1 0 0 0,-2-1 21 0 0,-1 1-1 0 0,-1-1 1 0 0,1 0-1 0 0,-1-1 1 0 0,1 0-1 0 0,-1 0 1 0 0,0-1-1 0 0,-1 1 0 0 0,12-14 1 0 0,-10 9 8 0 0,0 0 0 0 0,0-1 1 0 0,-1 0-1 0 0,-1 0 0 0 0,0 0 0 0 0,6-17 0 0 0,-8 14 10 0 0,-1 0 0 0 0,-1 0 0 0 0,0-1 0 0 0,-1 1-1 0 0,-1-26 1 0 0,-1 21 13 0 0,1 18-70 0 0,0 0 0 0 0,0 0 0 0 0,0 0 0 0 0,0-1 0 0 0,0 1 0 0 0,0 0 0 0 0,-1 0 0 0 0,1 0 0 0 0,0-1 0 0 0,-1 1 0 0 0,1 0 0 0 0,-1 0 0 0 0,1 0 1 0 0,-1 0-1 0 0,0 0 0 0 0,1 0 0 0 0,-1 0 0 0 0,0 0 0 0 0,0 0 0 0 0,0 0 0 0 0,0 1 0 0 0,0-1 0 0 0,0 0 0 0 0,0 0 0 0 0,0 1 0 0 0,0-1 0 0 0,0 1 0 0 0,0-1 0 0 0,0 1 0 0 0,0-1 0 0 0,-1 1 0 0 0,1 0 1 0 0,0-1-1 0 0,0 1 0 0 0,0 0 0 0 0,-1 0 0 0 0,1 0 0 0 0,0 0 0 0 0,0 0 0 0 0,-3 1 0 0 0,0-1 12 0 0,0 1-1 0 0,0-1 1 0 0,0 1-1 0 0,0 1 1 0 0,0-1 0 0 0,0 0-1 0 0,1 1 1 0 0,-1 0 0 0 0,0 0-1 0 0,1 0 1 0 0,-5 3-1 0 0,-3 6 16 0 0,1 0 0 0 0,0 0 0 0 0,1 1 0 0 0,0 1 0 0 0,1-1 0 0 0,0 2 0 0 0,1-1 0 0 0,-6 16 0 0 0,5-8 33 0 0,0 0 0 0 0,1 0 0 0 0,2 1 1 0 0,-6 42-1 0 0,10-63-63 0 0,1 0 1 0 0,0 0 0 0 0,0 1-1 0 0,-1-1 1 0 0,1 0-1 0 0,0 0 1 0 0,0 0 0 0 0,0 0-1 0 0,0 1 1 0 0,1-1 0 0 0,-1 0-1 0 0,0 0 1 0 0,0 0-1 0 0,1 0 1 0 0,-1 0 0 0 0,0 0-1 0 0,1 0 1 0 0,-1 1 0 0 0,1-1-1 0 0,0 0 1 0 0,-1-1-1 0 0,1 1 1 0 0,0 0 0 0 0,-1 0-1 0 0,1 0 1 0 0,0 0 0 0 0,0 0-1 0 0,0-1 1 0 0,0 1-1 0 0,1 0 1 0 0,0-1 2 0 0,0 1 0 0 0,0-1 0 0 0,0 0 0 0 0,0-1 0 0 0,0 1 0 0 0,0 0 0 0 0,0-1 0 0 0,0 1 0 0 0,0-1 0 0 0,0 1 0 0 0,0-1 0 0 0,-1 0 0 0 0,1 0 0 0 0,0 0 0 0 0,0 0 0 0 0,2-2 0 0 0,42-29 60 0 0,54-33 92 0 0,-86 57-129 0 0,0 1 0 0 0,1 0 0 0 0,-1 1 1 0 0,1 1-1 0 0,20-5 0 0 0,-33 10-27 0 0,-1-1 0 0 0,0 1 1 0 0,1-1-1 0 0,-1 1 0 0 0,1 0 0 0 0,-1 0 0 0 0,0 0 1 0 0,1 0-1 0 0,-1 0 0 0 0,1 0 0 0 0,-1 0 0 0 0,0 0 1 0 0,1 1-1 0 0,-1-1 0 0 0,1 0 0 0 0,-1 1 0 0 0,0-1 1 0 0,1 1-1 0 0,-1 0 0 0 0,0-1 0 0 0,0 1 0 0 0,0 0 1 0 0,1 0-1 0 0,-1 0 0 0 0,0 0 0 0 0,0 0 0 0 0,0 0 0 0 0,0 0 1 0 0,-1 0-1 0 0,1 0 0 0 0,0 0 0 0 0,0 1 0 0 0,-1-1 1 0 0,1 0-1 0 0,0 0 0 0 0,-1 1 0 0 0,0-1 0 0 0,1 0 1 0 0,-1 1-1 0 0,0-1 0 0 0,1 1 0 0 0,-1 1 0 0 0,0 7 23 0 0,0 0-1 0 0,0 0 1 0 0,-1 1-1 0 0,-4 17 1 0 0,2-11-1 0 0,-11 57 149 0 0,3-48 159 0 0,11-29-322 0 0,1-1 0 0 0,0 1 1 0 0,0-1-1 0 0,0 1 1 0 0,1 0-1 0 0,-1 0 0 0 0,1-1 1 0 0,0 1-1 0 0,0 0 0 0 0,0 0 1 0 0,0 1-1 0 0,0-1 1 0 0,0 0-1 0 0,6-4 0 0 0,2-4 16 0 0,-6 8 4 0 0,0 0 0 0 0,0 0 1 0 0,1 0-1 0 0,-1 1 0 0 0,0 0 0 0 0,1 0 0 0 0,0 0 1 0 0,-1 0-1 0 0,1 1 0 0 0,9-2 0 0 0,-11 2-11 0 0,0 1 0 0 0,0 0-1 0 0,0-1 1 0 0,0 1 0 0 0,0 0-1 0 0,0 1 1 0 0,0-1 0 0 0,0 0-1 0 0,0 1 1 0 0,0 0 0 0 0,0 0 0 0 0,0 0-1 0 0,3 1 1 0 0,-3 0-7 0 0,-1-2 32 0 0,2 12 97 0 0,-3-11-136 0 0,0-1-1 0 0,-1 1 0 0 0,1 0 1 0 0,-1 0-1 0 0,1-1 0 0 0,-1 1 1 0 0,0 0-1 0 0,1 0 0 0 0,-1 0 1 0 0,0 0-1 0 0,0 0 0 0 0,0-1 1 0 0,1 1-1 0 0,-1 0 0 0 0,0 0 1 0 0,0 0-1 0 0,0 0 0 0 0,0 0 1 0 0,-1 0-1 0 0,1 1 0 0 0,-21 52 248 0 0,20-53-152 0 0,1 0-102 0 0,1-1 1 0 0,-1 0-1 0 0,0 0 1 0 0,0 1-1 0 0,0-1 1 0 0,1 0-1 0 0,-1 0 1 0 0,0 0-1 0 0,0 1 1 0 0,0-1-1 0 0,1 0 1 0 0,-1 0-1 0 0,0 0 1 0 0,0 0-1 0 0,1 0 1 0 0,-1 0-1 0 0,0 0 1 0 0,1 1-1 0 0,-1-1 1 0 0,0 0-1 0 0,0 0 1 0 0,1 0-1 0 0,-1 0 1 0 0,0 0-1 0 0,1 0 0 0 0,-1 0 1 0 0,0 0-1 0 0,0 0 1 0 0,1-1-1 0 0,-1 1 1 0 0,0 0-1 0 0,1 0 1 0 0,4-4 11 0 0,1 0 0 0 0,-1 0-1 0 0,0-1 1 0 0,8-9 0 0 0,5-5 2 0 0,-7 10-4 0 0,4-6 6 0 0,0 2 1 0 0,1 0 0 0 0,0 1-1 0 0,1 1 1 0 0,0 0 0 0 0,22-9-1 0 0,-19 10 41 0 0,35-22-1 0 0,-45 25-38 0 0,15-23 94 0 0,-20 17-15 0 0,-10 15 17 0 0,-14 16-29 0 0,11-7-65 0 0,1-1 0 0 0,1 1 1 0 0,0 1-1 0 0,1-1 1 0 0,0 1-1 0 0,0 0 1 0 0,-3 17-1 0 0,-11 85 148 0 0,18-106-156 0 0,0-5-3 0 0,1 1-1 0 0,0 0 1 0 0,0-1-1 0 0,0 1 1 0 0,0-1-1 0 0,0 1 1 0 0,1 0-1 0 0,0-1 1 0 0,0 1 0 0 0,0-1-1 0 0,0 0 1 0 0,0 1-1 0 0,1-1 1 0 0,-1 0-1 0 0,1 0 1 0 0,0 0-1 0 0,4 6 1 0 0,-4-10-7 0 0,0 0 0 0 0,0 0 1 0 0,0 0-1 0 0,0 0 0 0 0,-1 0 0 0 0,1 0 0 0 0,0-1 1 0 0,-1 1-1 0 0,1 0 0 0 0,-1-1 0 0 0,1 1 0 0 0,-1-1 1 0 0,0 0-1 0 0,2-1 0 0 0,5-12 10 0 0,0 1-1 0 0,-1-1 1 0 0,0 0 0 0 0,-1 0 0 0 0,-1-1-1 0 0,5-25 1 0 0,-1 6 10 0 0,-7 29-18 0 0,0-1 0 0 0,-1 0 0 0 0,0 1 0 0 0,0-1 0 0 0,0 0 0 0 0,-1 0-1 0 0,0 1 1 0 0,0-1 0 0 0,-3-12 0 0 0,3 18-4 0 0,0 0 0 0 0,0 0 0 0 0,0 0 0 0 0,0 0 0 0 0,-1 0 0 0 0,1 0 0 0 0,0 1 0 0 0,-1-1 0 0 0,1 0 0 0 0,0 0 0 0 0,-1 0 0 0 0,1 1 0 0 0,-1-1-1 0 0,1 0 1 0 0,-1 0 0 0 0,1 1 0 0 0,-1-1 0 0 0,0 0 0 0 0,1 1 0 0 0,-1-1 0 0 0,0 1 0 0 0,0-1 0 0 0,1 1 0 0 0,-1-1 0 0 0,0 1 0 0 0,0 0 0 0 0,0-1 0 0 0,1 1 0 0 0,-1 0 0 0 0,0 0 0 0 0,0-1-1 0 0,0 1 1 0 0,0 0 0 0 0,0 0 0 0 0,0 0 0 0 0,0 0 0 0 0,1 0 0 0 0,-1 0 0 0 0,0 1 0 0 0,0-1 0 0 0,0 0 0 0 0,0 0 0 0 0,0 0 0 0 0,0 1 0 0 0,1-1 0 0 0,-1 1 0 0 0,0-1 0 0 0,-1 2 0 0 0,-4 2 4 0 0,0 0 1 0 0,0 1 0 0 0,1 0 0 0 0,-9 9-1 0 0,8-7 3 0 0,-1 0 0 0 0,0 1-1 0 0,1-1 1 0 0,0 2 0 0 0,1-1 0 0 0,-1 1-1 0 0,2-1 1 0 0,-1 2 0 0 0,1-1 0 0 0,-4 14-1 0 0,3-8 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1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14968 0 0,'0'0'184'0'0,"23"19"184"0"0,-5-11-184 0 0,-5 4-88 0 0,-8 1 0 0 0,-12-1 0 0 0,7-3 8 0 0,-3 1 671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1 895 12256 0 0,'13'6'-43'0'0,"11"1"382"0"0,16 8 526 0 0,-39-14-457 0 0,9 2 232 0 0,-9-2-601 0 0,0-1-1 0 0,1 1 0 0 0,-1-1 1 0 0,0 1-1 0 0,0-1 1 0 0,1 0-1 0 0,-1 0 0 0 0,0 1 1 0 0,1-1-1 0 0,-1 0 0 0 0,0 0 1 0 0,1 0-1 0 0,-1 0 1 0 0,0-1-1 0 0,0 1 0 0 0,1 0 1 0 0,-1 0-1 0 0,0-1 0 0 0,2 0 1 0 0,5-4 12 0 0,1-1 1 0 0,-1 0-1 0 0,0 0 0 0 0,0-1 1 0 0,-1 0-1 0 0,0-1 0 0 0,11-15 1 0 0,37-65 6 0 0,-27 36-55 0 0,-1-2 0 0 0,34-105 1 0 0,-56 146-4 0 0,2 0 0 0 0,1 8 2 0 0,-6 4 10 0 0,-4 28-1 0 0,-2-6 27 0 0,0 1 0 0 0,1 0-1 0 0,2 0 1 0 0,0-1 0 0 0,1 1 0 0 0,2 0 0 0 0,7 42 0 0 0,-8-60 0 0 0,0 0 1 0 0,0 0-1 0 0,0 0 1 0 0,1-1 0 0 0,0 1-1 0 0,-1 0 1 0 0,2-1-1 0 0,1 4 1 0 0,-3-7-31 0 0,0 1 0 0 0,0 0 0 0 0,-1 0 0 0 0,1-1-1 0 0,0 1 1 0 0,0-1 0 0 0,0 1 0 0 0,0-1 0 0 0,0 1 0 0 0,0-1 0 0 0,0 0 0 0 0,1 1 0 0 0,-1-1 0 0 0,0 0-1 0 0,0 0 1 0 0,0 0 0 0 0,0 0 0 0 0,0 0 0 0 0,0 0 0 0 0,0 0 0 0 0,0 0 0 0 0,1-1 0 0 0,-1 1-1 0 0,0 0 1 0 0,0 0 0 0 0,0-1 0 0 0,0 1 0 0 0,0-1 0 0 0,0 1 0 0 0,0-1 0 0 0,0 1 0 0 0,1-3-1 0 0,13-6 69 0 0,0-2 0 0 0,-1 0 0 0 0,-1-1 0 0 0,0 0 0 0 0,0-1 0 0 0,-2 0 0 0 0,1-1 0 0 0,17-29 0 0 0,-8 8 106 0 0,24-36 370 0 0,-43 69-307 0 0,1-2 93 0 0,-2 1-64 0 0,2 11-237 0 0,-1 7 33 0 0,0-1-1 0 0,-2 0 0 0 0,0 1 1 0 0,0-1-1 0 0,-2 0 0 0 0,-3 18 1 0 0,-2 42 354 0 0,1-38-256 0 0,5-32-103 0 0,0 0 1 0 0,0 0-1 0 0,0 0 0 0 0,1 0 1 0 0,-1 0-1 0 0,1 0 0 0 0,0 0 0 0 0,0 0 1 0 0,1 0-1 0 0,1 8 0 0 0,-2-11 325 0 0,18-33-124 0 0,8-7-2 0 0,57-66-1 0 0,-32 66-23 0 0,-50 39-233 0 0,-1-1 0 0 0,0 1 0 0 0,0 0-1 0 0,1-1 1 0 0,-1 1 0 0 0,0 0 0 0 0,1-1 0 0 0,-1 1 0 0 0,0 0-1 0 0,1 0 1 0 0,-1-1 0 0 0,0 1 0 0 0,1 0 0 0 0,-1 0 0 0 0,1-1-1 0 0,-1 1 1 0 0,1 0 0 0 0,-1 0 0 0 0,0 0 0 0 0,1 0 0 0 0,-1 0-1 0 0,1 0 1 0 0,-1 0 0 0 0,1 0 0 0 0,-1 0 0 0 0,1 0 0 0 0,-1 0-1 0 0,0 0 1 0 0,1 0 0 0 0,-1 0 0 0 0,1 0 0 0 0,-1 0 0 0 0,1 1-1 0 0,-1-1 1 0 0,0 0 0 0 0,1 0 0 0 0,-1 0 0 0 0,1 1 0 0 0,-1-1 0 0 0,0 0-1 0 0,1 0 1 0 0,-1 1 0 0 0,0-1 0 0 0,1 0 0 0 0,-1 1 0 0 0,0-1-1 0 0,0 1 1 0 0,1-1 0 0 0,-1 0 0 0 0,0 1 0 0 0,0-1 0 0 0,0 1-1 0 0,0-1 1 0 0,1 0 0 0 0,-1 1 0 0 0,0-1 0 0 0,0 1 0 0 0,0-1-1 0 0,0 1 1 0 0,0 0 0 0 0,2 27 104 0 0,-21 37 109 0 0,14-52-155 0 0,1-1 1 0 0,0 1-1 0 0,1 0 0 0 0,0 0 1 0 0,-1 21-1 0 0,4-32 67 0 0,9 0 19 0 0,-8-2-146 0 0,-1 0 0 0 0,1 1 1 0 0,0-1-1 0 0,-1 0 1 0 0,1 0-1 0 0,0 0 0 0 0,-1 0 1 0 0,1 1-1 0 0,0-1 0 0 0,0 0 1 0 0,-1 0-1 0 0,1-1 1 0 0,0 1-1 0 0,-1 0 0 0 0,1 0 1 0 0,0 0-1 0 0,-1 0 1 0 0,1-1-1 0 0,0 1 0 0 0,-1 0 1 0 0,1 0-1 0 0,-1-1 0 0 0,1 1 1 0 0,0-1-1 0 0,0 0 1 0 0,47-39 146 0 0,-38 31-125 0 0,1 0 1 0 0,0 0-1 0 0,0 1 1 0 0,14-8-1 0 0,-11 7 15 0 0,0-1 1 0 0,-1-1-1 0 0,0 0 0 0 0,0-1 1 0 0,-2 0-1 0 0,14-18 1 0 0,-22 27-35 0 0,8-12 41 0 0,0 0 1 0 0,-1-1-1 0 0,11-23 0 0 0,11-18 49 0 0,-12 19-22 0 0,-18 33-57 0 0,0-1-1 0 0,0 1 1 0 0,1 0-1 0 0,0 0 0 0 0,0 0 1 0 0,0 0-1 0 0,0 1 0 0 0,1-1 1 0 0,0 1-1 0 0,5-5 1 0 0,-7 8 9 0 0,2 23 72 0 0,-7 63 42 0 0,-20 117 1 0 0,-5-69 8 0 0,5-32-57 0 0,18-82-69 0 0,-1 0 0 0 0,-1-1-1 0 0,0 0 1 0 0,-18 32 0 0 0,-11 25 45 0 0,5 7 63 0 0,25-65-8 0 0,11-38-34 0 0,2-5-47 0 0,2 1 0 0 0,18-41 0 0 0,-14 38 8 0 0,16-54 0 0 0,-24 63-25 0 0,0 1 0 0 0,2 0-1 0 0,0 0 1 0 0,1 0 0 0 0,0 1 0 0 0,13-18 0 0 0,-21 34-23 0 0,0 1 0 0 0,1 0 0 0 0,-1-1 0 0 0,0 1-1 0 0,1 0 1 0 0,-1-1 0 0 0,1 1 0 0 0,-1 0 0 0 0,1 0 0 0 0,-1 0 0 0 0,0-1 0 0 0,1 1 0 0 0,-1 0 0 0 0,1 0 0 0 0,-1 0 0 0 0,1 0-1 0 0,-1 0 1 0 0,1 0 0 0 0,-1 0 0 0 0,1 0 0 0 0,-1 0 0 0 0,1 0 0 0 0,-1 0 0 0 0,1 0 0 0 0,-1 0 0 0 0,1 0 0 0 0,-1 1 0 0 0,0-1 0 0 0,1 0-1 0 0,-1 0 1 0 0,1 0 0 0 0,-1 1 0 0 0,1-1 0 0 0,-1 0 0 0 0,0 1 0 0 0,1-1 0 0 0,-1 0 0 0 0,1 1 0 0 0,20 20 94 0 0,-5-5-50 0 0,-13-15-44 0 0,1 0 1 0 0,-1 0-1 0 0,1 0 1 0 0,-1-1-1 0 0,1 1 1 0 0,-1-1 0 0 0,1 0-1 0 0,0 0 1 0 0,-1 0-1 0 0,1 0 1 0 0,-1-1-1 0 0,1 1 1 0 0,0-1 0 0 0,-1 0-1 0 0,0 0 1 0 0,1 0-1 0 0,-1-1 1 0 0,5-1 0 0 0,4-3 3 0 0,-1-1 0 0 0,0 0 0 0 0,18-14 0 0 0,-1-4 3 0 0,-2 0-1 0 0,0-2 0 0 0,-2 0 0 0 0,-1-2 1 0 0,26-43-1 0 0,-35 49-5 0 0,-2-1 0 0 0,0 0 0 0 0,7-28 0 0 0,-5 16 1 0 0,-2 0 4 0 0,-3-1-1 0 0,0 0 1 0 0,-3-1-1 0 0,3-45 0 0 0,-8 71-2 0 0,3-77 22 0 0,-4 82-25 0 0,0-1 0 0 0,-1 1 0 0 0,0-1 0 0 0,0 1 0 0 0,-1-1 0 0 0,0 1 0 0 0,0-1 0 0 0,-7-12 0 0 0,9 19-3 0 0,-1 0 0 0 0,1 0 0 0 0,-1 1 0 0 0,1-1 0 0 0,-1 0 0 0 0,0 1 0 0 0,1-1 0 0 0,-1 1 0 0 0,0-1 0 0 0,1 1 0 0 0,-1-1 0 0 0,0 1 0 0 0,1-1 0 0 0,-1 1 0 0 0,0 0 0 0 0,0-1 0 0 0,0 1 0 0 0,1 0 0 0 0,-1 0 0 0 0,0-1 0 0 0,0 1 0 0 0,0 0 0 0 0,0 0 0 0 0,0 0 0 0 0,1 0 0 0 0,-1 0 0 0 0,0 0 0 0 0,0 0 0 0 0,0 1 0 0 0,0-1 0 0 0,0 0 0 0 0,1 0 1 0 0,-1 1-1 0 0,0-1 0 0 0,0 0 0 0 0,1 1 0 0 0,-1-1 0 0 0,0 1 0 0 0,0-1 0 0 0,1 1 0 0 0,-1-1 0 0 0,0 1 0 0 0,0 1 0 0 0,-25 26 16 0 0,25-27-16 0 0,-9 14 6 0 0,1-1 0 0 0,1 1 0 0 0,0 0 0 0 0,1 1 0 0 0,0 0 0 0 0,-5 22 0 0 0,-16 98 25 0 0,28-136-32 0 0,-12 71 18 0 0,7-36-4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17583 0 0,'0'0'0'0'0,"38"10"464"0"0,-23-7 1384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156 113 7528 0 0,'26'-6'806'0'0,"-3"0"443"0"0,-8 1 736 0 0,-13 3-1834 0 0,0 0 0 0 0,0 0 0 0 0,0 0 0 0 0,0-1 1 0 0,0 1-1 0 0,-1-1 0 0 0,0 1 0 0 0,1-1 0 0 0,-1 1 0 0 0,1-4 1 0 0,1-1 195 0 0,1 2-216 0 0,1 0-1 0 0,-1 0 0 0 0,1 0 0 0 0,0 1 0 0 0,0-1 1 0 0,1 1-1 0 0,-1 1 0 0 0,1-1 0 0 0,0 1 1 0 0,0 0-1 0 0,0 0 0 0 0,0 0 0 0 0,0 1 1 0 0,1 0-1 0 0,12-2 0 0 0,-17 5-115 0 0,-1-1 0 0 0,1 1 0 0 0,-1 0 0 0 0,1 0-1 0 0,-1 0 1 0 0,0 0 0 0 0,0 0 0 0 0,1 0 0 0 0,-1 0 0 0 0,0 1-1 0 0,0-1 1 0 0,0 0 0 0 0,0 0 0 0 0,0 1 0 0 0,-1-1 0 0 0,1 1 0 0 0,0-1-1 0 0,0 3 1 0 0,1-1 1 0 0,0 2-11 0 0,0 0 1 0 0,-1 0 0 0 0,1-1 0 0 0,-1 2 0 0 0,0-1 0 0 0,0 0 0 0 0,-1 0 0 0 0,1 0 0 0 0,-1 0 0 0 0,-1 0 0 0 0,1 1-1 0 0,-2 7 1 0 0,-1 3 1 0 0,-1 1 0 0 0,-8 24 0 0 0,2-20-9 0 0,-1-1 0 0 0,-1 0 0 0 0,-28 36 0 0 0,11-16 1 0 0,-8 22-24 0 0,22-37-7 0 0,-31 41 1 0 0,-105 111-320 0 0,150-175 320 0 0,-2 8-254 0 0,41-8 202 0 0,0 1 0 0 0,49 12-1 0 0,-7-1 9 0 0,-67-13 71 0 0,0-1 0 0 0,0 0 1 0 0,0-1-1 0 0,0 0 1 0 0,0-1-1 0 0,0-1 1 0 0,0 0-1 0 0,22-8 1 0 0,-7-1 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5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10448 0 0,'0'0'1173'0'0,"3"-4"-1013"0"0,90-137 1764 0 0,-88 134-1812 0 0,0 0 0 0 0,0 0-1 0 0,1 0 1 0 0,0 1 0 0 0,1 0 0 0 0,12-9 0 0 0,-17 13 41 0 0,-12 114 108 0 0,1-5-102 0 0,9-105-102 0 0,7 1 30 0 0,-4-2-46 0 0,1-8-22 0 0,39-65 175 0 0,-38 65-176 0 0,0 0 1 0 0,1 0-1 0 0,0 0 1 0 0,0 1 0 0 0,1 0-1 0 0,-1 0 1 0 0,10-6 0 0 0,-12 9 5 0 0,0 1 1 0 0,0 0 0 0 0,0 0 0 0 0,0 0 0 0 0,0 0 0 0 0,0 0 0 0 0,0 1 0 0 0,7-2 0 0 0,-9 3-15 0 0,0 1-1 0 0,0-1 1 0 0,0 0 0 0 0,-1 1 0 0 0,1-1 0 0 0,0 1-1 0 0,0 0 1 0 0,0 0 0 0 0,-1-1 0 0 0,1 1-1 0 0,0 0 1 0 0,-1 0 0 0 0,1 1 0 0 0,-1-1 0 0 0,1 0-1 0 0,-1 1 1 0 0,0-1 0 0 0,1 0 0 0 0,-1 1 0 0 0,0-1-1 0 0,0 1 1 0 0,1 2 0 0 0,0 2 20 0 0,1 0 1 0 0,-1 0-1 0 0,-1 0 1 0 0,1 0-1 0 0,-1 1 0 0 0,0-1 1 0 0,0 0-1 0 0,-1 1 1 0 0,0-1-1 0 0,-1 13 1 0 0,0-11-16 0 0,1 10 65 0 0,-1 0 1 0 0,-1 1-1 0 0,0-1 0 0 0,-8 27 1 0 0,-8 26 261 0 0,15-57-164 0 0,3-12-76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4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12256 0 0,'0'0'1422'0'0,"5"0"-1210"0"0,-4 0-204 0 0,1 0 70 0 0,1 0 1 0 0,-1 0 0 0 0,1 1-1 0 0,-1-1 1 0 0,0 0-1 0 0,1 1 1 0 0,-1 0-1 0 0,0-1 1 0 0,1 1-1 0 0,-1 0 1 0 0,0 0 0 0 0,0 1-1 0 0,0-1 1 0 0,0 0-1 0 0,0 1 1 0 0,0-1-1 0 0,0 1 1 0 0,0-1-1 0 0,0 1 1 0 0,1 2 0 0 0,-1-1 14 0 0,0-1 0 0 0,1 0 1 0 0,-1 0-1 0 0,1 1 0 0 0,-1-1 1 0 0,1-1-1 0 0,0 1 0 0 0,0 0 1 0 0,5 2-1 0 0,0 0-21 0 0,8 3-37 0 0,1 0 0 0 0,0 0 0 0 0,1-2 0 0 0,33 7 0 0 0,-18-4-13 0 0,51 8-29 0 0,-66-14-5 0 0,0 1 0 0 0,0 0 0 0 0,-1 2 0 0 0,1 0 0 0 0,-1 1 0 0 0,0 0 0 0 0,29 17 0 0 0,-41-21 4 0 0,-6-4 0 0 0,29 38 0 0 0,-20-25 8 0 0,-3-2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5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12960 0 0,'68'-31'1026'0'0,"-27"15"-359"0"0,23-7 279 0 0,77-32 166 0 0,-104 43-1018 0 0,-28 10-73 0 0,-1-1 1 0 0,1 0-1 0 0,-1 0 0 0 0,1-1 1 0 0,-1 0-1 0 0,0-1 0 0 0,9-6 0 0 0,-7 3-21 0 0,3-4-65 0 0,-21 17-81 0 0,-13 12-77 0 0,19-16 196 0 0,-8 31-118 0 0,15 16 85 0 0,-3-21 31 0 0,0 0 1 0 0,10 45 0 0 0,-9-59 37 0 0,-1 0 0 0 0,-1 0 1 0 0,0 1-1 0 0,-1-1 0 0 0,0 1 1 0 0,-2 15-1 0 0,1-28-3 0 0,1 0 0 0 0,0 0 0 0 0,-1-1 1 0 0,1 1-1 0 0,0 0 0 0 0,0 0 0 0 0,0 0 0 0 0,0 0 0 0 0,0 0 1 0 0,0 0-1 0 0,0 0 0 0 0,0-1 0 0 0,0 1 0 0 0,1 0 1 0 0,-1 0-1 0 0,0 0 0 0 0,0 0 0 0 0,1 1 0 0 0,0-2-2 0 0,-1 0 1 0 0,1 0-1 0 0,-1 0 0 0 0,0 0 0 0 0,1 0 0 0 0,-1 1 0 0 0,1-1 0 0 0,-1 0 1 0 0,1 0-1 0 0,-1 0 0 0 0,1 0 0 0 0,-1 0 0 0 0,1-1 0 0 0,-1 1 0 0 0,1 0 1 0 0,-1 0-1 0 0,1 0 0 0 0,-1 0 0 0 0,0 0 0 0 0,1-1 0 0 0,-1 1 0 0 0,1 0 1 0 0,-1 0-1 0 0,0-1 0 0 0,1 1 0 0 0,-1 0 0 0 0,0 0 0 0 0,1-1 0 0 0,-1 1 1 0 0,0-1-1 0 0,1 1 0 0 0,-1 0 0 0 0,0-1 0 0 0,0 1 0 0 0,1-1 0 0 0,-1 0 0 0 0,23-20 84 0 0,1 1 0 0 0,0 1 0 0 0,50-29 0 0 0,-10 7 76 0 0,-22 14-86 0 0,-23 15-12 0 0,0-1 0 0 0,19-16-1 0 0,-15 15-8 0 0,-20 13-48 0 0,0-1-1 0 0,0 1 1 0 0,-1-1 0 0 0,1 1 0 0 0,0-1-1 0 0,-1 0 1 0 0,1 0 0 0 0,-1 0-1 0 0,4-4 1 0 0,-3 1 25 0 0,2 0 1 0 0,-1 1-1 0 0,0 0 0 0 0,1 0 1 0 0,0 0-1 0 0,0 0 0 0 0,9-4 1 0 0,-13 7 330 0 0,-18 16-226 0 0,9-9-114 0 0,1 0 1 0 0,0 1 0 0 0,-11 13-1 0 0,-7 7 25 0 0,13-13-23 0 0,1 1 0 0 0,0 1 0 0 0,1 0 0 0 0,1 0 0 0 0,1 1 0 0 0,0 0 1 0 0,1 0-1 0 0,-9 34 0 0 0,6 0 24 0 0,9-48-45 0 0,1 0 1 0 0,0 0 0 0 0,0 1-1 0 0,0-1 1 0 0,0 0 0 0 0,0 0-1 0 0,1 0 1 0 0,0 0 0 0 0,-1 0-1 0 0,1 0 1 0 0,0 0-1 0 0,0 0 1 0 0,2 3 0 0 0,-1-5-4 0 0,0 0 0 0 0,0 0 0 0 0,0-1 0 0 0,0 1 1 0 0,0-1-1 0 0,0 1 0 0 0,0-1 0 0 0,0 0 0 0 0,0 0 0 0 0,0 0 1 0 0,0 0-1 0 0,0 0 0 0 0,0 0 0 0 0,0-1 0 0 0,0 1 0 0 0,0-1 0 0 0,0 1 1 0 0,3-2-1 0 0,3-4 4 0 0,0 0-1 0 0,0 0 1 0 0,0-1 0 0 0,-1 0 0 0 0,0-1 0 0 0,-1 0 0 0 0,8-10-1 0 0,9-15 26 0 0,25-48 0 0 0,-45 75-29 0 0,1 0 1 0 0,-1 1-1 0 0,0-1 1 0 0,0 0 0 0 0,0 0 0 0 0,-1 0 0 0 0,0 0 0 0 0,0-1 0 0 0,0 1 0 0 0,-1-1-1 0 0,0 1 1 0 0,0-1 0 0 0,-1 1 0 0 0,0-1 0 0 0,0 1 0 0 0,0-1 0 0 0,-1 1 0 0 0,-2-11-1 0 0,1 15 0 0 0,0 1-1 0 0,0 0 0 0 0,0-1 1 0 0,0 1-1 0 0,0 0 0 0 0,0 0 1 0 0,0 0-1 0 0,0 0 0 0 0,0 1 1 0 0,0-1-1 0 0,-1 1 0 0 0,1-1 1 0 0,0 1-1 0 0,0 0 0 0 0,-3-1 1 0 0,-1 4-1 0 0,0 1 1 0 0,0-1-1 0 0,0 1 1 0 0,1 0-1 0 0,0 0 1 0 0,0 1-1 0 0,0 0 1 0 0,0-1-1 0 0,1 1 1 0 0,0 1 0 0 0,0-1-1 0 0,0 1 1 0 0,-4 8-1 0 0,0 3 14 0 0,1 0 0 0 0,1 1 1 0 0,-7 28-1 0 0,13-45-15 0 0,0-1 0 0 0,0 1 0 0 0,0-1 0 0 0,0 1 1 0 0,0-1-1 0 0,0 1 0 0 0,0-1 0 0 0,1 1 0 0 0,-1-1 0 0 0,0 1 1 0 0,0-1-1 0 0,1 1 0 0 0,-1-1 0 0 0,0 1 0 0 0,0-1 0 0 0,1 1 0 0 0,-1-1 1 0 0,1 0-1 0 0,-1 1 0 0 0,0-1 0 0 0,1 1 0 0 0,-1-1 0 0 0,1 0 1 0 0,-1 0-1 0 0,1 1 0 0 0,-1-1 0 0 0,1 0 0 0 0,-1 0 0 0 0,1 0 1 0 0,-1 1-1 0 0,1-1 0 0 0,-1 0 0 0 0,1 0 0 0 0,-1 0 0 0 0,1 0 1 0 0,-1 0-1 0 0,1 0 0 0 0,0 0 0 0 0,-1 0 0 0 0,1 0 0 0 0,22-2 22 0 0,4-9-2 0 0,0-2-1 0 0,40-25 1 0 0,-30 16-11 0 0,68-47 32 0 0,-65 41 5 0 0,50-27-1 0 0,-30 17 114 0 0,-59 37 20 0 0,-9 14-133 0 0,-12 15 54 0 0,-32 60 1 0 0,46-77-71 0 0,1 1 1 0 0,0 1-1 0 0,1-1 1 0 0,0 0-1 0 0,1 1 1 0 0,1 0-1 0 0,0 0 1 0 0,-1 18-1 0 0,3-31-27 0 0,0 0 0 0 0,0 1 0 0 0,0-1 0 0 0,0 0 0 0 0,0 1 0 0 0,0-1 0 0 0,0 0 0 0 0,0 0 0 0 0,0 1 0 0 0,0-1 0 0 0,0 0 0 0 0,0 1-1 0 0,0-1 1 0 0,0 0 0 0 0,1 0 0 0 0,-1 1 0 0 0,0-1 0 0 0,0 0 0 0 0,0 0 0 0 0,0 1 0 0 0,0-1 0 0 0,1 0 0 0 0,-1 0 0 0 0,0 0 0 0 0,0 1-1 0 0,1-1 1 0 0,-1 0 0 0 0,0 0 0 0 0,0 0 0 0 0,0 0 0 0 0,1 1 0 0 0,-1-1 0 0 0,0 0 0 0 0,1 0 0 0 0,-1 0 0 0 0,0 0 0 0 0,0 0 0 0 0,1 0 0 0 0,-1 0-1 0 0,0 0 1 0 0,1 0 0 0 0,-1 0 0 0 0,0 0 0 0 0,0 0 0 0 0,1 0 0 0 0,-1 0 0 0 0,1 0 0 0 0,18-10 94 0 0,18-23-35 0 0,-9 5-15 0 0,2 2 0 0 0,45-33 0 0 0,-62 50-36 0 0,-13 8-11 0 0,1 1 0 0 0,-1 0 0 0 0,1 0 0 0 0,-1 0 0 0 0,0 0 0 0 0,1 0 0 0 0,-1 0 0 0 0,1 0 0 0 0,-1 0-1 0 0,0 0 1 0 0,1 0 0 0 0,-1 0 0 0 0,1 0 0 0 0,-1 0 0 0 0,0 0 0 0 0,1 0 0 0 0,-1 0 0 0 0,1 1 0 0 0,-1-1 0 0 0,0 0 0 0 0,1 0 0 0 0,-1 0 0 0 0,0 1 0 0 0,1-1 0 0 0,-1 0 0 0 0,0 0 0 0 0,1 1 0 0 0,-1-1 0 0 0,0 0 0 0 0,0 1 0 0 0,1-1 0 0 0,-1 0 0 0 0,0 1 0 0 0,0-1 0 0 0,0 0 0 0 0,0 1 0 0 0,1-1 0 0 0,-1 0 0 0 0,0 1 0 0 0,0 0 0 0 0,6 15 13 0 0,-5-4-5 0 0,0-1 0 0 0,-1 1 0 0 0,0-1-1 0 0,-1 0 1 0 0,0 1 0 0 0,-5 19-1 0 0,3-18 1 0 0,-5 27 21 0 0,-2 0 1 0 0,-2 0 0 0 0,-30 67 0 0 0,29-79 0 0 0,-1-2 0 0 0,-1 0 0 0 0,-1 0 0 0 0,-2-1 0 0 0,-34 37 0 0 0,41-50-3 0 0,-2-1 1 0 0,1 0-1 0 0,-1-1 0 0 0,-20 12 0 0 0,26-18-11 0 0,0 0 0 0 0,0-1-1 0 0,0 0 1 0 0,-1 0 0 0 0,0-1 0 0 0,1 0-1 0 0,-1 0 1 0 0,0-1 0 0 0,0 0 0 0 0,-10 0-1 0 0,17-2-14 0 0,0 1-1 0 0,0 0 1 0 0,0 0-1 0 0,0 0 1 0 0,0-1-1 0 0,0 1 1 0 0,0-1-1 0 0,1 1 0 0 0,-1 0 1 0 0,0-1-1 0 0,0 0 1 0 0,0 1-1 0 0,0-1 1 0 0,0 1-1 0 0,1-1 1 0 0,-1 0-1 0 0,0 0 1 0 0,1 1-1 0 0,-1-1 0 0 0,0 0 1 0 0,1 0-1 0 0,-1 0 1 0 0,1 0-1 0 0,0 0 1 0 0,-1 0-1 0 0,1 0 1 0 0,0 0-1 0 0,-1 0 1 0 0,1 0-1 0 0,0 0 1 0 0,0 0-1 0 0,0 0 0 0 0,0 0 1 0 0,0-1-1 0 0,2-37 26 0 0,-2 38-25 0 0,1-7 2 0 0,1 1-1 0 0,0 0 1 0 0,1 0-1 0 0,-1 1 1 0 0,1-1-1 0 0,1 0 0 0 0,-1 1 1 0 0,1 0-1 0 0,0 0 1 0 0,0 0-1 0 0,1 0 1 0 0,0 1-1 0 0,0-1 1 0 0,10-7-1 0 0,9-5 2 0 0,0 1 0 0 0,38-20 0 0 0,11-8-8 0 0,226-161-22 0 0,-270 186 21 0 0,2 2 0 0 0,0 1 1 0 0,1 1-1 0 0,1 2 0 0 0,38-12 0 0 0,-68 25 4 0 0,0 0 0 0 0,1 0-1 0 0,-1 1 1 0 0,0-1 0 0 0,0 0 0 0 0,1 1-1 0 0,-1 0 1 0 0,0 0 0 0 0,1 0-1 0 0,-1 0 1 0 0,0 0 0 0 0,0 1 0 0 0,1 0-1 0 0,-1-1 1 0 0,0 1 0 0 0,0 0-1 0 0,0 1 1 0 0,0-1 0 0 0,0 0 0 0 0,0 1-1 0 0,0 0 1 0 0,0 0 0 0 0,-1 0-1 0 0,1 0 1 0 0,-1 0 0 0 0,1 0 0 0 0,3 5-1 0 0,-4-4 1 0 0,0 0 0 0 0,0 0 0 0 0,-1 0 0 0 0,1 0 0 0 0,-1 1 0 0 0,0-1-1 0 0,0 0 1 0 0,0 0 0 0 0,1 6 0 0 0,1 6 4 0 0,1 0 1 0 0,0 0-1 0 0,8 17 0 0 0,-12-32-3 0 0,0 1 0 0 0,0 0 0 0 0,1-1 0 0 0,-1 1 0 0 0,0 0-1 0 0,0 0 1 0 0,1-1 0 0 0,-1 1 0 0 0,0-1 0 0 0,0 1 0 0 0,1 0 0 0 0,-1-1-1 0 0,1 1 1 0 0,-1-1 0 0 0,1 1 0 0 0,-1-1 0 0 0,1 1 0 0 0,-1-1 0 0 0,1 1-1 0 0,-1-1 1 0 0,1 1 0 0 0,0-1 0 0 0,-1 0 0 0 0,1 1 0 0 0,-1-1 0 0 0,1 0-1 0 0,0 0 1 0 0,-1 0 0 0 0,1 1 0 0 0,0-1 0 0 0,0 0 0 0 0,-1 0 0 0 0,1 0-1 0 0,0 0 1 0 0,-1 0 0 0 0,1 0 0 0 0,0 0 0 0 0,-1 0 0 0 0,1-1 0 0 0,0 1-1 0 0,0 0 1 0 0,-1 0 0 0 0,1 0 0 0 0,0-1 0 0 0,-1 1 0 0 0,1 0 0 0 0,-1-1-1 0 0,1 1 1 0 0,0-1 0 0 0,-1 1 0 0 0,1-1 0 0 0,-1 1 0 0 0,1-1 0 0 0,-1 1-1 0 0,1-1 1 0 0,27-14 70 0 0,-1-2-1 0 0,-1 0 0 0 0,0-1 1 0 0,-1-2-1 0 0,-2-1 1 0 0,0 0-1 0 0,-1-2 0 0 0,29-37 1 0 0,-54 64 280 0 0,-6 13-270 0 0,0 0 1 0 0,1 0-1 0 0,0 1 1 0 0,-4 20-1 0 0,8-18 7 0 0,1 0 0 0 0,0 0 0 0 0,2 1 0 0 0,2 36 0 0 0,0-54-69 0 0,0 0 0 0 0,0 0 0 0 0,1-1 0 0 0,0 1 0 0 0,-1-1 0 0 0,1 1 0 0 0,3 3-1 0 0,-3-4-10 0 0,-2-2-2 0 0,1 1 1 0 0,0 0-1 0 0,0-1 0 0 0,0 1 1 0 0,0-1-1 0 0,0 1 0 0 0,0-1 0 0 0,1 1 1 0 0,-1-1-1 0 0,0 0 0 0 0,0 1 1 0 0,0-1-1 0 0,0 0 0 0 0,0 0 1 0 0,0 0-1 0 0,1 0 0 0 0,-1 0 1 0 0,1 0-1 0 0,0-1 2 0 0,0 1 0 0 0,0-1 0 0 0,0 1 0 0 0,0-1 1 0 0,0 0-1 0 0,0 0 0 0 0,0 0 0 0 0,0 0 0 0 0,-1 0 0 0 0,1 0 0 0 0,0 0 1 0 0,-1 0-1 0 0,1-1 0 0 0,-1 1 0 0 0,0-1 0 0 0,3-2 0 0 0,0 0 22 0 0,3-3-2 0 0,-1 1 1 0 0,0-1-1 0 0,-1 0 0 0 0,0-1 1 0 0,0 1-1 0 0,0-1 0 0 0,-1 0 1 0 0,6-17-1 0 0,2 0 32 0 0,-7 13-27 0 0,1 2 7 0 0,-1-1 0 0 0,0 1 0 0 0,-1-1 0 0 0,0 0-1 0 0,-1 0 1 0 0,0 0 0 0 0,-1-1 0 0 0,2-19 0 0 0,-4 31-38 0 0,0-1 0 0 0,0 1 1 0 0,0 0-1 0 0,0 0 1 0 0,0-1-1 0 0,0 1 1 0 0,0 0-1 0 0,0-1 1 0 0,0 1-1 0 0,0 0 0 0 0,0-1 1 0 0,0 1-1 0 0,0 0 1 0 0,0 0-1 0 0,-1-1 1 0 0,1 1-1 0 0,0 0 0 0 0,0-1 1 0 0,0 1-1 0 0,0 0 1 0 0,-1 0-1 0 0,1 0 1 0 0,0-1-1 0 0,0 1 0 0 0,-1 0 1 0 0,1 0-1 0 0,0 0 1 0 0,0-1-1 0 0,-1 1 1 0 0,1 0-1 0 0,0 0 1 0 0,-1 0-1 0 0,1 0 0 0 0,0 0 1 0 0,0 0-1 0 0,-1 0 1 0 0,-14 4 64 0 0,12-2-55 0 0,1-1 0 0 0,-1 1 0 0 0,1 0 0 0 0,-1 0 0 0 0,1 0 0 0 0,0 0 0 0 0,-1 0 0 0 0,1 1 0 0 0,0-1 0 0 0,-3 6 0 0 0,2-1 11 0 0,-1-1 0 0 0,1 1 0 0 0,0 0 0 0 0,1 0-1 0 0,0 0 1 0 0,0 1 0 0 0,0-1 0 0 0,1 0 0 0 0,0 1 0 0 0,1-1 0 0 0,-1 1 0 0 0,1-1 0 0 0,1 1 0 0 0,0-1 0 0 0,3 15 0 0 0,-4-21-18 0 0,1 0 0 0 0,0 0 0 0 0,0 0-1 0 0,0 0 1 0 0,0 0 0 0 0,0-1 0 0 0,0 1 0 0 0,0 0 0 0 0,0-1 0 0 0,0 1 0 0 0,0 0 0 0 0,0-1 0 0 0,1 0 0 0 0,-1 1 0 0 0,0-1 0 0 0,0 0 0 0 0,0 1 0 0 0,1-1 0 0 0,-1 0 0 0 0,0 0 0 0 0,0 0 0 0 0,1 0 0 0 0,-1 0 0 0 0,0 0 0 0 0,0-1 0 0 0,1 1 0 0 0,-1 0 0 0 0,2-1 0 0 0,35-11 65 0 0,-18 4-33 0 0,-4 1 3 0 0,0 0 0 0 0,21-4 0 0 0,-34 10-26 0 0,1 0-1 0 0,0 0 1 0 0,0 1 0 0 0,0-1-1 0 0,0 1 1 0 0,0 0 0 0 0,0 0 0 0 0,0 1-1 0 0,0-1 1 0 0,0 1 0 0 0,0 0-1 0 0,0 0 1 0 0,-1 0 0 0 0,1 0 0 0 0,4 3-1 0 0,-5-1 7 0 0,1 0-1 0 0,0 0 1 0 0,-1 1-1 0 0,1-1 1 0 0,-1 1-1 0 0,0 0 1 0 0,0 0-1 0 0,-1 0 1 0 0,1 0-1 0 0,-1 1 1 0 0,0-1-1 0 0,3 9 1 0 0,-1-1 52 0 0,0 0 0 0 0,-1 0 1 0 0,2 22-1 0 0,-4-32-45 0 0,-15 26 381 0 0,17-31-395 0 0,3-2 9 0 0,0-1 1 0 0,0 1 0 0 0,1 0-1 0 0,-1 0 1 0 0,1 1 0 0 0,0 0-1 0 0,0 0 1 0 0,1 1 0 0 0,14-5 0 0 0,-9 5-2 0 0,-5 0-1 0 0,1 1 0 0 0,0 0 0 0 0,0 0 0 0 0,0 1 0 0 0,0 0 0 0 0,1 0 0 0 0,-1 1 0 0 0,0 0 0 0 0,0 1 0 0 0,0 0 0 0 0,15 4 0 0 0,-23-4-17 0 0,0 0 0 0 0,0 0 0 0 0,0 0 0 0 0,0 0 0 0 0,-1 0 0 0 0,1 0 0 0 0,0 0 0 0 0,-1 0 0 0 0,1 0 0 0 0,-1 0 0 0 0,1 1 0 0 0,-1-1 0 0 0,1 0 0 0 0,-1 0 0 0 0,0 0-1 0 0,0 1 1 0 0,0-1 0 0 0,1 0 0 0 0,-1 1 0 0 0,-1-1 0 0 0,1 0 0 0 0,0 0 0 0 0,0 1 0 0 0,0-1 0 0 0,-1 0 0 0 0,1 0 0 0 0,0 1 0 0 0,-1 0 0 0 0,0 1 1 0 0,-7 55 148 0 0,8-56-118 0 0,1 7 66 0 0,4-15-75 0 0,0 1 0 0 0,1-1 0 0 0,0 1 0 0 0,0 0 0 0 0,0 1 0 0 0,1-1 0 0 0,-1 1 0 0 0,1 1 0 0 0,0-1 0 0 0,13-4-1 0 0,-17 8-2 0 0,27-18 122 0 0,-12-2-104 0 0,-2 1-1 0 0,0-2 1 0 0,-1 0 0 0 0,-2-1 0 0 0,21-43-1 0 0,-23 45-19 0 0,3-11 59 0 0,12-34 0 0 0,-18 44-21 0 0,-8 19 32 0 0,2 4-65 0 0,-1-1-22 0 0,0 0-1 0 0,-1-1 0 0 0,1 1 1 0 0,0 0-1 0 0,-1-1 0 0 0,1 1 1 0 0,-1 0-1 0 0,1 0 0 0 0,-1 0 1 0 0,0-1-1 0 0,1 1 1 0 0,-1 0-1 0 0,0 0 0 0 0,1 0 1 0 0,-1 0-1 0 0,0 0 0 0 0,0 1 1 0 0,2 26 28 0 0,-1-6-3 0 0,1-1-1 0 0,0 1 0 0 0,2-1 1 0 0,10 35-1 0 0,-13-54-25 0 0,0-1-1 0 0,-1 0 1 0 0,1 0 0 0 0,0 1 0 0 0,0-1 0 0 0,-1 0-1 0 0,1 0 1 0 0,0 0 0 0 0,0 0 0 0 0,1 0 0 0 0,-1 0-1 0 0,0 0 1 0 0,0-1 0 0 0,0 1 0 0 0,0 0 0 0 0,1-1-1 0 0,-1 1 1 0 0,0 0 0 0 0,1-1 0 0 0,-1 0 0 0 0,0 1-1 0 0,1-1 1 0 0,-1 0 0 0 0,1 0 0 0 0,-1 0-1 0 0,0 0 1 0 0,1 0 0 0 0,-1 0 0 0 0,1 0 0 0 0,-1 0-1 0 0,0 0 1 0 0,1-1 0 0 0,-1 1 0 0 0,2-1 0 0 0,3-1 3 0 0,1 0 1 0 0,-1-1-1 0 0,1 1 1 0 0,-1-1-1 0 0,10-7 1 0 0,1-1 10 0 0,1 1 1 0 0,0 0-1 0 0,1 1 0 0 0,0 1 1 0 0,0 1-1 0 0,35-8 0 0 0,-53 15-14 0 0,-1 0-1 0 0,0 0 0 0 0,1 0 0 0 0,-1 0 0 0 0,1-1 0 0 0,-1 1 1 0 0,0 0-1 0 0,1 0 0 0 0,-1 0 0 0 0,0 0 0 0 0,1 1 0 0 0,-1-1 1 0 0,1 0-1 0 0,-1 0 0 0 0,0 0 0 0 0,1 0 0 0 0,-1 0 1 0 0,0 0-1 0 0,1 0 0 0 0,-1 1 0 0 0,0-1 0 0 0,1 0 0 0 0,-1 0 1 0 0,0 1-1 0 0,1-1 0 0 0,-1 0 0 0 0,0 0 0 0 0,0 1 0 0 0,1-1 1 0 0,-1 0-1 0 0,0 1 0 0 0,0-1 0 0 0,0 0 0 0 0,1 1 0 0 0,-1 17 23 0 0,-12 19 8 0 0,11-33-25 0 0,-26 65 117 0 0,26-67-98 0 0,5-4-19 0 0,0 0 1 0 0,-1-1 0 0 0,1 1 0 0 0,-1-1-1 0 0,0 0 1 0 0,6-6 0 0 0,-3 3 4 0 0,0 0-2 0 0,0 1 0 0 0,1 0 0 0 0,0 1-1 0 0,0 0 1 0 0,0 0 0 0 0,0 0 0 0 0,1 1-1 0 0,-1 0 1 0 0,1 1 0 0 0,0 0 0 0 0,0 0 0 0 0,-1 0-1 0 0,2 1 1 0 0,-1 0 0 0 0,0 1 0 0 0,0-1-1 0 0,0 2 1 0 0,0-1 0 0 0,0 1 0 0 0,0 0-1 0 0,13 5 1 0 0,-16-5 2 0 0,1 0 0 0 0,-1-1 0 0 0,0 1 0 0 0,0-1 0 0 0,0 0 0 0 0,1 0 0 0 0,7-2 0 0 0,3 1 4 0 0,-12 0-10 0 0,12-6 18 0 0,-16 7-23 0 0,1 0 1 0 0,-1 0-1 0 0,0 0 1 0 0,1 0-1 0 0,-1 0 0 0 0,1 0 1 0 0,-1 0-1 0 0,0 0 0 0 0,1 0 1 0 0,-1 0-1 0 0,0 1 0 0 0,1-1 1 0 0,-1 0-1 0 0,0 0 1 0 0,0 0-1 0 0,1 1 0 0 0,-1-1 1 0 0,0 0-1 0 0,1 0 0 0 0,-1 1 1 0 0,0-1-1 0 0,0 0 1 0 0,0 1-1 0 0,1-1 0 0 0,-1 0 1 0 0,0 1-1 0 0,0-1 0 0 0,0 0 1 0 0,0 1-1 0 0,0-1 1 0 0,0 0-1 0 0,1 1 0 0 0,-1-1 1 0 0,0 0-1 0 0,0 1 0 0 0,0-1 1 0 0,0 0-1 0 0,0 1 1 0 0,0-1-1 0 0,-1 1 0 0 0,1-1 1 0 0,0 0-1 0 0,0 1 0 0 0,0-1 1 0 0,0 0-1 0 0,0 1 1 0 0,0-1-1 0 0,-1 0 0 0 0,1 1 1 0 0,0-1-1 0 0,0 0 0 0 0,-1 1 1 0 0,-6 20 10 0 0,6-14-8 0 0,1 27 21 0 0,0-33-22 0 0,3 2 2 0 0,16-8 3 0 0,21-9 8 0 0,-31 13-16 0 0,-7 2 0 0 0,-1-1 0 0 0,0 0 0 0 0,0 1 0 0 0,1-1 0 0 0,-1 1 0 0 0,0-1 0 0 0,0 1 0 0 0,0-1 0 0 0,0 1 0 0 0,1 0 0 0 0,-1-1 0 0 0,0 1 0 0 0,0 0 0 0 0,-1 0 0 0 0,1 0 0 0 0,0 0 0 0 0,0 0 0 0 0,0 0 0 0 0,-1 0 0 0 0,1 0 0 0 0,0 0 0 0 0,-1 1 0 0 0,1-1 0 0 0,-1 0 0 0 0,1 0 0 0 0,-1 1 0 0 0,0-1 0 0 0,0 0 0 0 0,1 0 0 0 0,-1 1 0 0 0,0-1 0 0 0,0 2 0 0 0,1 2 0 0 0,6 19 0 0 0,-2 0 0 0 0,0 0 0 0 0,-1 0 0 0 0,-2 1 0 0 0,0 0 0 0 0,-3 28 0 0 0,-7 54-8 0 0,6-93 5 0 0,-1-1 1 0 0,0 0-1 0 0,-1 1 0 0 0,0-1 1 0 0,-11 22-1 0 0,-9 0-5 0 0,12-23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53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17583 0 0,'0'0'3168'0'0,"-4"25"-2136"0"0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5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69 168 14568 0 0,'17'-4'54'0'0,"11"-5"150"0"0,-17 6-67 0 0,1-2 1 0 0,-1 1-1 0 0,19-12 1 0 0,14-28 679 0 0,-23 27-586 0 0,-15 11-175 0 0,-1 1-1 0 0,1 0 1 0 0,1 1 0 0 0,-1 0 0 0 0,0 0-1 0 0,11-5 1 0 0,-3-4 49 0 0,-5 8-95 0 0,-7 5 2 0 0,-13 4-18 0 0,4 1 6 0 0,0 0 0 0 0,0 1 0 0 0,0 0 0 0 0,1 0 0 0 0,0 1 0 0 0,0-1 0 0 0,0 1 0 0 0,1 1 0 0 0,-4 7 0 0 0,-37 70 0 0 0,44-82 0 0 0,-1 4 0 0 0,-1 0 0 0 0,2 0 0 0 0,-1 0 0 0 0,1 1 0 0 0,0-1 0 0 0,0 1 0 0 0,1 0 0 0 0,0-1 0 0 0,1 1 0 0 0,0 0 0 0 0,0-1 0 0 0,0 1 0 0 0,3 11 0 0 0,4 8 0 0 0,-2-23 0 0 0,-2-4 0 0 0,-2 1 1 0 0,0 0-1 0 0,1 0 0 0 0,-1 0 1 0 0,1-1-1 0 0,-1 1 0 0 0,1 0 0 0 0,-1-1 1 0 0,1 0-1 0 0,0 1 0 0 0,-1-1 1 0 0,1 0-1 0 0,-1 0 0 0 0,1 0 0 0 0,0 0 1 0 0,-1 0-1 0 0,1 0 0 0 0,0 0 0 0 0,-1-1 1 0 0,1 1-1 0 0,-1 0 0 0 0,1-1 1 0 0,-1 0-1 0 0,1 1 0 0 0,-1-1 0 0 0,1 0 1 0 0,-1 0-1 0 0,1 1 0 0 0,-1-1 1 0 0,2-2-1 0 0,0 1 1 0 0,16-12 5 0 0,-1 0 0 0 0,0-2 0 0 0,-1 0 1 0 0,0 0-1 0 0,-2-2 0 0 0,0 0 0 0 0,-1-1 1 0 0,16-27-1 0 0,-16 23 9 0 0,-2 0 1 0 0,-1-1 0 0 0,13-35-1 0 0,-26 50 8 0 0,2 9-21 0 0,0 0 0 0 0,-1 0 0 0 0,1 0-1 0 0,0 1 1 0 0,-1-1 0 0 0,1 0 0 0 0,0 0 0 0 0,-1 1-1 0 0,1-1 1 0 0,0 0 0 0 0,0 0 0 0 0,-1 1 0 0 0,1-1-1 0 0,0 0 1 0 0,0 1 0 0 0,0-1 0 0 0,-1 0-1 0 0,1 1 1 0 0,0-1 0 0 0,0 0 0 0 0,0 1 0 0 0,0-1-1 0 0,0 0 1 0 0,0 1 0 0 0,0-1 0 0 0,0 0 0 0 0,0 1-1 0 0,0-1 1 0 0,0 1 0 0 0,0-1 0 0 0,0 1-1 0 0,-32 178 106 0 0,18-97-13 0 0,-43 141 0 0 0,51-203-82 0 0,-8 23 39 0 0,-2 0 0 0 0,-40 77 0 0 0,-62 71 115 0 0,109-178-143 0 0,-37 51 95 0 0,42-59-104 0 0,0-1-1 0 0,0 1 0 0 0,-1-1 1 0 0,0 1-1 0 0,1-1 0 0 0,-1-1 1 0 0,-1 1-1 0 0,1-1 0 0 0,-7 3 0 0 0,11-5-8 0 0,0-1-1 0 0,0 0 1 0 0,0 0-1 0 0,0 0 0 0 0,0 1 1 0 0,0-1-1 0 0,0 0 1 0 0,0 0-1 0 0,0-1 0 0 0,0 1 1 0 0,0 0-1 0 0,0 0 1 0 0,0 0-1 0 0,0-1 0 0 0,0 1 1 0 0,0 0-1 0 0,0-1 0 0 0,0 1 1 0 0,0-1-1 0 0,0 1 1 0 0,1-1-1 0 0,-1 0 0 0 0,0 1 1 0 0,0-1-1 0 0,0 0 1 0 0,1 0-1 0 0,-1 1 0 0 0,1-1 1 0 0,-1 0-1 0 0,0 0 1 0 0,1 0-1 0 0,-1 0 0 0 0,1 0 1 0 0,0 0-1 0 0,-1 0 0 0 0,1 1 1 0 0,0-1-1 0 0,0 0 1 0 0,-1-2-1 0 0,-6-37 108 0 0,6 19-74 0 0,1 1-1 0 0,1 0 0 0 0,1-1 0 0 0,1 1 0 0 0,0 0 0 0 0,2 0 1 0 0,0 0-1 0 0,2 0 0 0 0,15-34 0 0 0,5 2 107 0 0,3 2 0 0 0,40-54 0 0 0,-54 82-64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5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0 441 13168 0 0,'0'0'2162'0'0,"4"0"-1934"0"0,25-3-135 0 0,0-1-1 0 0,0-1 1 0 0,-1-1 0 0 0,0-2-1 0 0,0-1 1 0 0,34-16-1 0 0,57-16 172 0 0,-27 7 49 0 0,-90 33-297 0 0,-8 11 18 0 0,-14 8-24 0 0,1 1 0 0 0,-24 29 0 0 0,42-46-10 0 0,-15 16-6 0 0,2 1-1 0 0,0 0 0 0 0,2 1 1 0 0,0 0-1 0 0,1 1 0 0 0,-11 28 1 0 0,20-42 0 0 0,-1 1-1 0 0,2-1 1 0 0,-1 1 0 0 0,1-1 0 0 0,0 1-1 0 0,0 0 1 0 0,1-1 0 0 0,1 10 0 0 0,-1-16-5 0 0,11 3-18 0 0,-11-4 29 0 0,1 1-1 0 0,-1-1 0 0 0,1 1 0 0 0,0-1 0 0 0,-1 0 1 0 0,1 0-1 0 0,0 1 0 0 0,-1-1 0 0 0,1 0 1 0 0,0 0-1 0 0,-1 0 0 0 0,1 1 0 0 0,0-1 0 0 0,-1 0 1 0 0,1 0-1 0 0,0 0 0 0 0,-1 0 0 0 0,1-1 0 0 0,0 1 1 0 0,0 0-1 0 0,5-3-2 0 0,0 1 1 0 0,0-1 0 0 0,0-1 0 0 0,-1 1-1 0 0,0-1 1 0 0,0 0 0 0 0,0 0-1 0 0,0 0 1 0 0,0-1 0 0 0,-1 0-1 0 0,7-9 1 0 0,38-60-17 0 0,-45 69 18 0 0,95-177-1 0 0,-94 172 2 0 0,-4 7 0 0 0,1 0 0 0 0,-1 0 0 0 0,0 0 0 0 0,0 0 0 0 0,0-1 0 0 0,-1 1 0 0 0,1 0 0 0 0,-1-1 0 0 0,1 1 0 0 0,-1 0 0 0 0,-1-6 0 0 0,-1-5 3 0 0,-4 14 2 0 0,-4 9 9 0 0,10-8-13 0 0,-5 8 3 0 0,-1 0 0 0 0,2 1 0 0 0,0 0 1 0 0,0 0-1 0 0,0 0 0 0 0,1 1 0 0 0,1-1 0 0 0,-2 17 0 0 0,2-9 11 0 0,1-1 0 0 0,1 0-1 0 0,1 0 1 0 0,4 28 0 0 0,-4-39-8 0 0,0 0-1 0 0,1 0 1 0 0,0 0 0 0 0,0-1 0 0 0,0 1-1 0 0,1-1 1 0 0,-1 1 0 0 0,1-1-1 0 0,1 0 1 0 0,-1 0 0 0 0,1 0 0 0 0,0-1-1 0 0,0 1 1 0 0,0-1 0 0 0,1 0 0 0 0,-1 0-1 0 0,8 5 1 0 0,-9-8 0 0 0,0 0 0 0 0,1 0 0 0 0,-1 1-1 0 0,0-2 1 0 0,1 1 0 0 0,-1 0 0 0 0,1-1 0 0 0,-1 0-1 0 0,1 0 1 0 0,0 0 0 0 0,-1 0 0 0 0,1 0 0 0 0,-1-1-1 0 0,1 1 1 0 0,-1-1 0 0 0,6-2 0 0 0,1-1 9 0 0,0 0 0 0 0,-1 0 0 0 0,0-1 0 0 0,11-7 0 0 0,-11 5 6 0 0,0-1 0 0 0,-1 1 0 0 0,1-2 0 0 0,-2 1 0 0 0,9-12 0 0 0,10-11 15 0 0,-3 5 4 0 0,-1-2 0 0 0,-1 0-1 0 0,-2 0 1 0 0,-1-2-1 0 0,-1-1 1 0 0,-1 0-1 0 0,-2-1 1 0 0,-1 0-1 0 0,11-44 1 0 0,-21 64-14 0 0,-1 1 0 0 0,1-1 0 0 0,-2 0 0 0 0,0-1-1 0 0,0 1 1 0 0,-1 0 0 0 0,-1 0 0 0 0,0 0 0 0 0,-2-12 0 0 0,2 24-23 0 0,1-1-1 0 0,-1 1 1 0 0,1 0 0 0 0,0-1-1 0 0,-1 1 1 0 0,1 0 0 0 0,-1 0-1 0 0,1-1 1 0 0,-1 1 0 0 0,1 0-1 0 0,-1 0 1 0 0,0 0 0 0 0,1 0-1 0 0,-1 0 1 0 0,1 0 0 0 0,-1 0-1 0 0,1 0 1 0 0,-1 0 0 0 0,1 0-1 0 0,-1 0 1 0 0,1 0-1 0 0,-1 0 1 0 0,1 0 0 0 0,-1 1-1 0 0,1-1 1 0 0,-1 0 0 0 0,1 0-1 0 0,-1 1 1 0 0,1-1 0 0 0,-1 0-1 0 0,1 1 1 0 0,0-1 0 0 0,-1 0-1 0 0,1 1 1 0 0,-1-1 0 0 0,1 0-1 0 0,0 1 1 0 0,-1-1 0 0 0,1 1-1 0 0,0-1 1 0 0,0 1 0 0 0,-1-1-1 0 0,1 1 1 0 0,0-1-1 0 0,0 1 1 0 0,0-1 0 0 0,0 1-1 0 0,-1-1 1 0 0,1 2 0 0 0,-44 114 168 0 0,-33 139-1 0 0,58-186-128 0 0,-36 90 49 0 0,34-87-22 0 0,-54 117 0 0 0,58-150-19 0 0,-1-1-1 0 0,-1 0 0 0 0,-3-1 0 0 0,-46 61 0 0 0,63-93-33 0 0,1 0 0 0 0,-1-1 0 0 0,-1 1 1 0 0,1-1-1 0 0,0 0 0 0 0,-1 0 0 0 0,0-1 0 0 0,0 0 0 0 0,-6 3 0 0 0,10-6-10 0 0,1 1 0 0 0,-1-1-1 0 0,1 0 1 0 0,0 1 0 0 0,-1-1-1 0 0,1 0 1 0 0,-1 0-1 0 0,1 0 1 0 0,-1 0 0 0 0,1 0-1 0 0,-1 0 1 0 0,1 0 0 0 0,0-1-1 0 0,-1 1 1 0 0,1-1 0 0 0,-1 1-1 0 0,1-1 1 0 0,-2 0-1 0 0,1 0 2 0 0,1-1 0 0 0,0 1 0 0 0,-1-1 0 0 0,1 1-1 0 0,0-1 1 0 0,0 1 0 0 0,0-1 0 0 0,0 0-1 0 0,0 1 1 0 0,0-1 0 0 0,0 0 0 0 0,1 0 0 0 0,-1 0-1 0 0,0 0 1 0 0,1 0 0 0 0,0 1 0 0 0,-1-4-1 0 0,1-5 22 0 0,-1 0 0 0 0,1 0 0 0 0,1 1 0 0 0,0-1 0 0 0,1 0-1 0 0,0 1 1 0 0,0-1 0 0 0,1 1 0 0 0,0 0 0 0 0,0 0-1 0 0,1 0 1 0 0,7-12 0 0 0,-4 8 28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55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1 664 13360 0 0,'32'-5'126'0'0,"-5"1"164"0"0,-22 3-191 0 0,0 0 1 0 0,0 0 0 0 0,0-1 0 0 0,0 1 0 0 0,7-5 0 0 0,-9 4-47 0 0,1-1 0 0 0,-1 1 0 0 0,0-1 1 0 0,0 0-1 0 0,0 0 0 0 0,0 0 0 0 0,0 0 0 0 0,-1-1 0 0 0,0 1 0 0 0,1-1 0 0 0,-1 1 1 0 0,0-1-1 0 0,-1 0 0 0 0,1 0 0 0 0,-1 0 0 0 0,2-6 0 0 0,51-220 2118 0 0,-25 61-1187 0 0,-22 130-730 0 0,3-49 1 0 0,-5 35 20 0 0,-6 53-264 0 0,1 0 0 0 0,0 0 0 0 0,0 0 1 0 0,0 0-1 0 0,0 0 0 0 0,0 0 0 0 0,0 0 1 0 0,0 0-1 0 0,0 0 0 0 0,0 0 0 0 0,-1 0 1 0 0,1 0-1 0 0,0 0 0 0 0,0 0 0 0 0,0 0 1 0 0,0 0-1 0 0,0 0 0 0 0,0 0 0 0 0,0 0 1 0 0,0 0-1 0 0,-1 0 0 0 0,1 0 0 0 0,0 0 1 0 0,0 0-1 0 0,0 0 0 0 0,0 0 0 0 0,0-1 1 0 0,0 1-1 0 0,0 0 0 0 0,0 0 0 0 0,0 0 1 0 0,0 0-1 0 0,0 0 0 0 0,-1 0 0 0 0,1 0 1 0 0,0 0-1 0 0,-10 21 99 0 0,-9 31-54 0 0,9-11 23 0 0,1 1 0 0 0,2 0 0 0 0,-3 65 0 0 0,10-89-56 0 0,1-1 0 0 0,0 0 0 0 0,1 0 0 0 0,0-1 0 0 0,2 1 1 0 0,0 0-1 0 0,1-1 0 0 0,0 0 0 0 0,2 0 0 0 0,0 0 1 0 0,16 26-1 0 0,-20-37-10 0 0,1 0 0 0 0,0 0 0 0 0,0-1 0 0 0,0 1 0 0 0,1-1 0 0 0,-1 0 0 0 0,1 0 0 0 0,0 0 0 0 0,7 3 0 0 0,-10-6-7 0 0,1 1 1 0 0,0-1-1 0 0,0 0 1 0 0,0 0-1 0 0,0 0 1 0 0,0 0-1 0 0,0-1 1 0 0,0 1-1 0 0,1-1 1 0 0,-1 0-1 0 0,0 0 1 0 0,0 0-1 0 0,0 0 1 0 0,0-1-1 0 0,0 1 1 0 0,0-1-1 0 0,1 0 1 0 0,-1 0-1 0 0,5-2 1 0 0,0-1 8 0 0,0-1-1 0 0,-1 0 1 0 0,1 0 0 0 0,-1-1 0 0 0,0 0 0 0 0,0 0 0 0 0,-1-1-1 0 0,11-14 1 0 0,-4 3 19 0 0,-1-1-1 0 0,16-33 0 0 0,-15 25 49 0 0,-1-1 1 0 0,-2 0-1 0 0,-1 0 0 0 0,-1-1 0 0 0,-1 0 1 0 0,3-39-1 0 0,-10 58-16 0 0,-2-1 1 0 0,1 1-1 0 0,-1-1 0 0 0,-1 1 1 0 0,0-1-1 0 0,-1 1 0 0 0,-7-16 1 0 0,11 26-54 0 0,-1-1 0 0 0,1 0 0 0 0,0 0 0 0 0,-1 0 0 0 0,1 0 0 0 0,-1 1 0 0 0,1-1 0 0 0,-1 0 0 0 0,0 0 0 0 0,1 1 0 0 0,-1-1 0 0 0,0 1 0 0 0,1-1 0 0 0,-1 0 0 0 0,0 1 0 0 0,0-1 0 0 0,1 1 0 0 0,-1 0 0 0 0,0-1 0 0 0,0 1 0 0 0,0 0 0 0 0,0-1 0 0 0,0 1 0 0 0,1 0 0 0 0,-3 0 0 0 0,1 0 4 0 0,0 0 1 0 0,0 0-1 0 0,-1 1 0 0 0,1-1 1 0 0,0 1-1 0 0,0 0 1 0 0,0-1-1 0 0,0 1 0 0 0,0 0 1 0 0,-3 2-1 0 0,-1 1 17 0 0,-1 1 0 0 0,1-1 0 0 0,0 1 1 0 0,-10 11-1 0 0,-12 20 105 0 0,1 1 1 0 0,2 2 0 0 0,2 0 0 0 0,-36 83-1 0 0,49-99-64 0 0,-11 29 57 0 0,19-48-114 0 0,1 0 0 0 0,0-1-1 0 0,0 1 1 0 0,1 0 0 0 0,-1-1 0 0 0,1 1 0 0 0,0 0-1 0 0,0 0 1 0 0,0 0 0 0 0,1 7 0 0 0,-1-11-11 0 0,1 1 0 0 0,-1 0 0 0 0,0-1-1 0 0,1 1 1 0 0,-1 0 0 0 0,1-1 0 0 0,-1 1 0 0 0,1 0 0 0 0,-1-1-1 0 0,1 1 1 0 0,-1-1 0 0 0,1 1 0 0 0,-1-1 0 0 0,1 1 0 0 0,0-1 0 0 0,-1 1-1 0 0,1-1 1 0 0,0 0 0 0 0,-1 1 0 0 0,1-1 0 0 0,0 0 0 0 0,0 0 0 0 0,-1 0-1 0 0,1 1 1 0 0,0-1 0 0 0,0 0 0 0 0,-1 0 0 0 0,1 0 0 0 0,0 0 0 0 0,0 0-1 0 0,-1 0 1 0 0,1 0 0 0 0,0-1 0 0 0,0 1 0 0 0,-1 0 0 0 0,1 0 0 0 0,0 0-1 0 0,0-1 1 0 0,27-12 85 0 0,-17 6-61 0 0,0 1 0 0 0,0 0 0 0 0,1 1 0 0 0,0 0 1 0 0,0 1-1 0 0,20-4 0 0 0,-28 7-17 0 0,1 0 0 0 0,0 1 0 0 0,0-1 0 0 0,-1 1-1 0 0,1 0 1 0 0,0 0 0 0 0,0 1 0 0 0,0-1 0 0 0,0 1 0 0 0,-1 0-1 0 0,1 1 1 0 0,0-1 0 0 0,-1 1 0 0 0,0 0 0 0 0,1 0 0 0 0,-1 0 0 0 0,0 0-1 0 0,0 1 1 0 0,0 0 0 0 0,6 5 0 0 0,3 6 44 0 0,0 1-1 0 0,19 33 1 0 0,-19-29 5 0 0,25 32 1 0 0,-35-49-58 0 0,0 1 0 0 0,-1-1 0 0 0,1 1 0 0 0,0-1 0 0 0,0 0 0 0 0,0 0 0 0 0,0 0 0 0 0,1 0-1 0 0,-1-1 1 0 0,1 1 0 0 0,-1-1 0 0 0,1 0 0 0 0,-1 0 0 0 0,1 0 0 0 0,-1 0 0 0 0,1-1 0 0 0,0 0 0 0 0,0 1 0 0 0,-1-1 0 0 0,1-1 0 0 0,0 1 0 0 0,-1 0 0 0 0,1-1 0 0 0,0 0 0 0 0,-1 0 0 0 0,1 0 0 0 0,-1 0 0 0 0,1-1-1 0 0,-1 1 1 0 0,0-1 0 0 0,1 0 0 0 0,-1 0 0 0 0,0 0 0 0 0,0 0 0 0 0,0-1 0 0 0,-1 1 0 0 0,1-1 0 0 0,-1 0 0 0 0,1 1 0 0 0,2-6 0 0 0,5-5 5 0 0,-2 1 0 0 0,0-1-1 0 0,0-1 1 0 0,-1 1 0 0 0,-1-1 0 0 0,0-1 0 0 0,-1 1 0 0 0,-1-1 0 0 0,0 0-1 0 0,-1 0 1 0 0,0 0 0 0 0,-1 0 0 0 0,-1-31 0 0 0,-2 38-1 0 0,-1-1 1 0 0,0 1-1 0 0,0 0 1 0 0,-1-1-1 0 0,-3-7 1 0 0,5 15-10 0 0,1 0 0 0 0,-1 0 1 0 0,1 0-1 0 0,-1 1 0 0 0,1-1 1 0 0,-1 0-1 0 0,1 1 0 0 0,-1-1 1 0 0,0 0-1 0 0,1 1 0 0 0,-1-1 1 0 0,0 1-1 0 0,0-1 0 0 0,1 1 1 0 0,-1-1-1 0 0,0 1 0 0 0,0 0 1 0 0,0-1-1 0 0,0 1 0 0 0,0 0 1 0 0,1 0-1 0 0,-1-1 0 0 0,0 1 1 0 0,0 0-1 0 0,0 0 0 0 0,0 0 1 0 0,0 0-1 0 0,0 0 1 0 0,0 0-1 0 0,1 1 0 0 0,-1-1 1 0 0,0 0-1 0 0,0 0 0 0 0,0 1 1 0 0,0-1-1 0 0,0 0 0 0 0,1 1 1 0 0,-1-1-1 0 0,0 1 0 0 0,0-1 1 0 0,1 1-1 0 0,-1-1 0 0 0,0 1 1 0 0,1 0-1 0 0,-2 0 0 0 0,-32 31 38 0 0,32-30-39 0 0,-22 27 18 0 0,2 0 1 0 0,1 2 0 0 0,1 0-1 0 0,2 1 1 0 0,-23 58 0 0 0,29-66-5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59:5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16983 0 0,'0'0'0'0'0,"47"-3"0"0"0,-18-1 416 0 0,-2 1 8 0 0,-2 3 0 0 0,-6-3 0 0 0,2 1-296 0 0,17-5 144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5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5720 0 0,'0'0'112'0'0,"3"0"-55"0"0,3-2-19 0 0,0 1 0 0 0,-1-1 1 0 0,1 0-1 0 0,0 0 0 0 0,5-3 0 0 0,17-7 340 0 0,6 0 24 0 0,20-6-122 0 0,-39 16-182 0 0,47-5 689 0 0,-59 7-746 0 0,1 0-1 0 0,-1 0 1 0 0,0 0-1 0 0,0 1 1 0 0,0 0 0 0 0,1-1-1 0 0,-1 1 1 0 0,0 0 0 0 0,0 0-1 0 0,0 1 1 0 0,0-1 0 0 0,0 1-1 0 0,-1-1 1 0 0,1 1-1 0 0,4 4 1 0 0,-5-4 14 0 0,0 1-1 0 0,0 0 1 0 0,0-1-1 0 0,0 1 1 0 0,-1 0-1 0 0,1 0 1 0 0,-1 1 0 0 0,0-1-1 0 0,0 0 1 0 0,0 0-1 0 0,0 0 1 0 0,-1 1-1 0 0,1-1 1 0 0,-1 0 0 0 0,0 1-1 0 0,0-1 1 0 0,0 1-1 0 0,0-1 1 0 0,-1 0-1 0 0,-1 7 1 0 0,-1 4 37 0 0,-2 0 0 0 0,1 0-1 0 0,-9 16 1 0 0,11-27-62 0 0,-6 13 57 0 0,-2-1 1 0 0,0 1-1 0 0,-1-1 1 0 0,-1-1-1 0 0,0 0 1 0 0,-1-1 0 0 0,0 0-1 0 0,-25 18 1 0 0,32-26-51 0 0,1-2 22 0 0,1 0 1 0 0,-1 1-1 0 0,0-2 1 0 0,0 1-1 0 0,-1 0 1 0 0,1-1-1 0 0,0 0 1 0 0,-1 0-1 0 0,1-1 0 0 0,-1 0 1 0 0,-11 2-1 0 0,17-1 44 0 0,0-1-100 0 0,0-1 1 0 0,0 0-1 0 0,0 0 1 0 0,0 1 0 0 0,-1-1-1 0 0,1 0 1 0 0,0 1-1 0 0,0-1 1 0 0,0 0-1 0 0,0 0 1 0 0,0 1-1 0 0,0-1 1 0 0,0 0 0 0 0,0 1-1 0 0,0-1 1 0 0,1 0-1 0 0,-1 1 1 0 0,0-1-1 0 0,0 0 1 0 0,0 0 0 0 0,0 1-1 0 0,0-1 1 0 0,0 0-1 0 0,1 0 1 0 0,-1 1-1 0 0,0-1 1 0 0,0 0-1 0 0,0 0 1 0 0,0 1 0 0 0,1-1-1 0 0,-1 0 1 0 0,0 0-1 0 0,0 0 1 0 0,1 0-1 0 0,-1 1 1 0 0,33 9 172 0 0,-1 2 0 0 0,-1 1 0 0 0,0 1 0 0 0,55 35 0 0 0,-83-47-156 0 0,-1 0 0 0 0,0 0-1 0 0,1 0 1 0 0,-1 0 0 0 0,0 0 0 0 0,0 0 0 0 0,-1 0 0 0 0,1 1 0 0 0,0-1-1 0 0,-1 1 1 0 0,1-1 0 0 0,-1 1 0 0 0,0-1 0 0 0,0 1 0 0 0,0 0-1 0 0,0 0 1 0 0,0 0 0 0 0,0 4 0 0 0,-1-2 2 0 0,0-1 0 0 0,-1 0 1 0 0,1 1-1 0 0,-1-1 0 0 0,0 1 0 0 0,0-1 1 0 0,0 0-1 0 0,-1 0 0 0 0,1 1 0 0 0,-1-1 1 0 0,-2 4-1 0 0,-4 5 44 0 0,-1-1-1 0 0,0 0 1 0 0,0-1 0 0 0,-1 1-1 0 0,-1-2 1 0 0,-13 12 0 0 0,7-10 53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10040 0 0,'16'2'104'0'0,"7"1"82"0"0,-15-2-31 0 0,-1-1 0 0 0,0 0 0 0 0,1-1 1 0 0,-1 0-1 0 0,0 0 0 0 0,11-3 0 0 0,-13 2-50 0 0,0 0 1 0 0,-1-1-1 0 0,1 1 0 0 0,0-1 1 0 0,-1 0-1 0 0,0-1 1 0 0,0 1-1 0 0,0-1 1 0 0,0 1-1 0 0,-1-1 1 0 0,1 0-1 0 0,-1-1 1 0 0,5-7-1 0 0,-3 5-73 0 0,0-1 0 0 0,1 2 0 0 0,0-1 0 0 0,12-10 0 0 0,11-7 26 0 0,-19 16-32 0 0,0-1 0 0 0,1 1 0 0 0,0 1 0 0 0,17-9 0 0 0,-18 11-29 0 0,-3 1-3 0 0,0 1-1 0 0,0-1 1 0 0,0 2-1 0 0,0-1 1 0 0,15-2-1 0 0,-21 4 6 0 0,1 1 0 0 0,-1 0 0 0 0,1 0 0 0 0,-1 0 0 0 0,0 0 0 0 0,1 0 0 0 0,-1 1 0 0 0,1-1 0 0 0,-1 0-1 0 0,1 1 1 0 0,-1-1 0 0 0,0 1 0 0 0,1-1 0 0 0,-1 1 0 0 0,0 0 0 0 0,1-1 0 0 0,-1 1 0 0 0,0 0 0 0 0,0 0 0 0 0,0 0 0 0 0,0 0 0 0 0,0 0 0 0 0,0 0 0 0 0,0 0 0 0 0,0 0 0 0 0,0 1 0 0 0,0-1 0 0 0,-1 0-1 0 0,1 0 1 0 0,0 1 0 0 0,-1-1 0 0 0,1 1 0 0 0,-1-1 0 0 0,0 0 0 0 0,1 1 0 0 0,-1-1 0 0 0,0 1 0 0 0,0 2 0 0 0,1-2-1 0 0,1 12-19 0 0,0 0 0 0 0,0 1-1 0 0,-1-1 1 0 0,-1 0 0 0 0,-1 0 0 0 0,-1 15-1 0 0,0-21 12 0 0,-3 26-37 0 0,-2 0 0 0 0,-2 0 0 0 0,-1-1 0 0 0,-17 39 0 0 0,9-20-6 0 0,3-15 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8744 0 0,'0'0'0'0'0,"26"9"0"0"0,-4-3 80 0 0,1-2 8 0 0,-1 1-8 0 0,0-1 8 0 0,-1-1-32 0 0,11-3 48 0 0,-16 3-40 0 0,1 0 168 0 0,1-3 8 0 0,-1-3-8 0 0,1 3 0 0 0,1 3-128 0 0,12-6 112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8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7936 0 0,'-4'19'7'0'0,"2"8"107"0"0,1-18-35 0 0,0 1 0 0 0,0-1 1 0 0,-1 0-1 0 0,-3 11 0 0 0,4-18-49 0 0,-2 7 113 0 0,0 0 0 0 0,0 0 1 0 0,1 0-1 0 0,-2 12 1 0 0,4-19 72 0 0,11 10 200 0 0,5-5-301 0 0,1-2 1 0 0,28 6 0 0 0,-18-5-22 0 0,-2 1-11 0 0,69 21 125 0 0,-85-24-196 0 0,0 0-1 0 0,0 1 0 0 0,0 0 0 0 0,0 1 1 0 0,-1-1-1 0 0,0 2 0 0 0,10 8 0 0 0,-16-13-9 0 0,0 0-1 0 0,-1 1 0 0 0,1-1 0 0 0,-1 0 0 0 0,1 1 0 0 0,-1-1 0 0 0,0 1 1 0 0,0 0-1 0 0,0 0 0 0 0,0-1 0 0 0,0 1 0 0 0,0 0 0 0 0,-1 0 1 0 0,0 0-1 0 0,1-1 0 0 0,-1 1 0 0 0,0 0 0 0 0,-1 0 0 0 0,1 0 1 0 0,0 0-1 0 0,-1 0 0 0 0,1-1 0 0 0,-1 1 0 0 0,0 0 0 0 0,0 0 1 0 0,0-1-1 0 0,0 1 0 0 0,-1-1 0 0 0,1 1 0 0 0,-4 4 0 0 0,-2 3-1 0 0,-1 0-1 0 0,0 0 1 0 0,0 0 0 0 0,-1-1-1 0 0,-15 12 1 0 0,-166 112 0 0 0,135-102 0 0 0,41-25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1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0 456 7632 0 0,'9'5'22'0'0,"14"10"75"0"0,-19-12-43 0 0,1 1 1 0 0,-1-1-1 0 0,0 1 0 0 0,0 0 1 0 0,5 7-1 0 0,-8-10-12 0 0,0 1-1 0 0,0-1 1 0 0,0 1-1 0 0,0-1 1 0 0,1 0-1 0 0,-1 1 1 0 0,0-1-1 0 0,0 0 1 0 0,1 0 0 0 0,-1 0-1 0 0,1 0 1 0 0,-1 0-1 0 0,1 0 1 0 0,-1-1-1 0 0,1 1 1 0 0,-1 0-1 0 0,1-1 1 0 0,0 1-1 0 0,-1-1 1 0 0,4 1-1 0 0,-4-2-16 0 0,0 1-1 0 0,0 0 0 0 0,1 0 0 0 0,-1-1 0 0 0,0 1 0 0 0,0-1 0 0 0,0 1 0 0 0,0-1 0 0 0,0 0 0 0 0,0 1 0 0 0,0-1 1 0 0,0 0-1 0 0,0 0 0 0 0,0 0 0 0 0,0 1 0 0 0,0-1 0 0 0,0 0 0 0 0,-1 0 0 0 0,1 0 0 0 0,0 0 0 0 0,-1-1 0 0 0,1 1 1 0 0,-1 0-1 0 0,1-1 0 0 0,17-35 483 0 0,37-57 1 0 0,-24 44-154 0 0,-27 43-357 0 0,6-12 623 0 0,-6 18-321 0 0,-2 11-226 0 0,-10 46 105 0 0,0-11-90 0 0,8-41-79 0 0,-3 55 135 0 0,3-56-122 0 0,0 0 1 0 0,0 0-1 0 0,0-1 0 0 0,1 1 0 0 0,-1 0 1 0 0,1 0-1 0 0,0 0 0 0 0,-1-1 0 0 0,1 1 0 0 0,1 0 1 0 0,-1-1-1 0 0,0 1 0 0 0,1-1 0 0 0,-1 1 0 0 0,1-1 1 0 0,-1 0-1 0 0,5 4 0 0 0,-5-5-9 0 0,0-1 0 0 0,-1 0 0 0 0,1 1 0 0 0,0-1 0 0 0,0 0 0 0 0,0 0 0 0 0,-1 1 0 0 0,1-1-1 0 0,0 0 1 0 0,0 0 0 0 0,0 0 0 0 0,0 0 0 0 0,-1 0 0 0 0,1 0 0 0 0,0-1 0 0 0,0 1 0 0 0,0 0 0 0 0,0 0 0 0 0,-1 0 0 0 0,1-1 0 0 0,0 1 0 0 0,0 0 0 0 0,0-1 0 0 0,-1 1 0 0 0,1-1-1 0 0,0 1 1 0 0,-1-1 0 0 0,1 1 0 0 0,1-2 0 0 0,18-22 205 0 0,-17 19-205 0 0,13-15 84 0 0,-3 4 67 0 0,-1 0 1 0 0,13-23-1 0 0,-21 32-70 0 0,0 0 1 0 0,1 1-1 0 0,-1-1 0 0 0,1 1 0 0 0,7-7 1 0 0,-10 12 278 0 0,-2 1-351 0 0,1 0-1 0 0,0 1 1 0 0,-1-1 0 0 0,1 1 0 0 0,0 0-1 0 0,-1-1 1 0 0,1 1 0 0 0,0-1 0 0 0,-1 1-1 0 0,1 0 1 0 0,-1-1 0 0 0,1 1-1 0 0,-1 0 1 0 0,0 0 0 0 0,1-1 0 0 0,-1 1-1 0 0,0 0 1 0 0,1 0 0 0 0,-1 0 0 0 0,0 0-1 0 0,0-1 1 0 0,0 1 0 0 0,0 0 0 0 0,0 0-1 0 0,0 1 1 0 0,4 34 162 0 0,-3-24-118 0 0,-1-12-66 0 0,9 62 279 0 0,-8-57-240 0 0,0 0 0 0 0,0 0 0 0 0,1 0 0 0 0,0 0-1 0 0,0-1 1 0 0,1 1 0 0 0,-1-1 0 0 0,1 1 0 0 0,0-1-1 0 0,4 5 1 0 0,-6-8-29 0 0,0-1-1 0 0,0 0 0 0 0,0 0 1 0 0,0 1-1 0 0,-1-1 0 0 0,1 0 1 0 0,0 0-1 0 0,0 0 0 0 0,0 0 1 0 0,0 0-1 0 0,0 0 0 0 0,0 0 1 0 0,0 0-1 0 0,0 0 0 0 0,0-1 1 0 0,0 1-1 0 0,0 0 0 0 0,0-1 1 0 0,-1 1-1 0 0,1 0 1 0 0,0-1-1 0 0,1 0 0 0 0,17-11 109 0 0,-6 2-77 0 0,-1-2 0 0 0,0 1 0 0 0,-1-2 0 0 0,-1 1 0 0 0,11-18 0 0 0,41-72 232 0 0,-41 65-206 0 0,-6 11 45 0 0,-1 0 1 0 0,20-54-1 0 0,-32 72-76 0 0,1-1-1 0 0,-1 1 0 0 0,-1 0 0 0 0,1-1 0 0 0,-2 1 0 0 0,1-1 1 0 0,-1 1-1 0 0,0-1 0 0 0,-1 1 0 0 0,0-1 0 0 0,0 1 1 0 0,-1-1-1 0 0,0 1 0 0 0,-6-15 0 0 0,7 22-24 0 0,0-1 1 0 0,0 1-1 0 0,1-1 0 0 0,-1 1 1 0 0,0 0-1 0 0,-1-1 0 0 0,1 1 0 0 0,0 0 1 0 0,0 0-1 0 0,0 0 0 0 0,-1 0 1 0 0,1 0-1 0 0,0 0 0 0 0,-1 0 0 0 0,1 0 1 0 0,-1 0-1 0 0,1 1 0 0 0,-1-1 0 0 0,0 1 1 0 0,1-1-1 0 0,-1 1 0 0 0,0-1 1 0 0,1 1-1 0 0,-1 0 0 0 0,0 0 0 0 0,1 0 1 0 0,-1 0-1 0 0,0 0 0 0 0,1 0 1 0 0,-1 1-1 0 0,0-1 0 0 0,1 0 0 0 0,-1 1 1 0 0,1 0-1 0 0,-1-1 0 0 0,0 1 1 0 0,1 0-1 0 0,-2 1 0 0 0,-3 0 14 0 0,0 2 1 0 0,0-1-1 0 0,1 0 0 0 0,0 1 0 0 0,-1 0 0 0 0,1 1 1 0 0,0-1-1 0 0,1 1 0 0 0,-6 7 0 0 0,0 3 29 0 0,1 1-1 0 0,0 0 1 0 0,2 1-1 0 0,0 0 1 0 0,0 0-1 0 0,2 1 1 0 0,0 0 0 0 0,1 0-1 0 0,1 0 1 0 0,0 0-1 0 0,1 30 1 0 0,2-15 33 0 0,1-1 0 0 0,2 1 0 0 0,1-1 0 0 0,2 0 0 0 0,17 56 0 0 0,-18-74-42 0 0,1-1-1 0 0,0 1 1 0 0,1-1-1 0 0,0 0 1 0 0,16 19-1 0 0,-18-25-20 0 0,0-1 0 0 0,0 0-1 0 0,0-1 1 0 0,1 1 0 0 0,0-1 0 0 0,0 0-1 0 0,1 0 1 0 0,-1-1 0 0 0,1 0 0 0 0,0 0 0 0 0,12 4-1 0 0,-15-7-8 0 0,1 0 0 0 0,0 0 0 0 0,0-1 0 0 0,-1 0-1 0 0,1 1 1 0 0,0-2 0 0 0,0 1 0 0 0,0 0-1 0 0,-1-1 1 0 0,1 0 0 0 0,0 0 0 0 0,-1-1 0 0 0,1 1-1 0 0,-1-1 1 0 0,1 0 0 0 0,-1 0 0 0 0,0-1 0 0 0,0 1-1 0 0,0-1 1 0 0,0 0 0 0 0,0 0 0 0 0,5-5-1 0 0,-1-1 14 0 0,0 1 0 0 0,-1-1 0 0 0,1 0 0 0 0,-2-1 0 0 0,0 0 0 0 0,0 0-1 0 0,0 0 1 0 0,5-18 0 0 0,-5 13-1 0 0,3-12 104 0 0,19-37-1 0 0,-25 59-61 0 0,-1-1-1 0 0,1 1 1 0 0,-1-1-1 0 0,0 1 1 0 0,-1-1 0 0 0,0 0-1 0 0,0 0 1 0 0,0 0-1 0 0,0 0 1 0 0,-1-6 0 0 0,-10 23 83 0 0,6-1-113 0 0,1 1 0 0 0,-1-1-1 0 0,2 1 1 0 0,0 0 0 0 0,0 0 0 0 0,1 0 0 0 0,0 0 0 0 0,1 0 0 0 0,1 21 0 0 0,0-29-29 0 0,0-1-1 0 0,-1 1 1 0 0,1 0 0 0 0,0 0 0 0 0,1-1-1 0 0,-1 1 1 0 0,0-1 0 0 0,1 1 0 0 0,-1-1-1 0 0,1 1 1 0 0,0-1 0 0 0,0 0 0 0 0,0 0-1 0 0,0 0 1 0 0,0 0 0 0 0,0 0 0 0 0,0-1-1 0 0,1 1 1 0 0,-1 0 0 0 0,1-1 0 0 0,-1 0-1 0 0,1 0 1 0 0,-1 1 0 0 0,1-2 0 0 0,0 1-1 0 0,0 0 1 0 0,0 0 0 0 0,4-1 0 0 0,7 2 28 0 0,0-1 1 0 0,0 0-1 0 0,1-2 1 0 0,16-1-1 0 0,-27 1-32 0 0,36-4 75 0 0,-23 2-36 0 0,0 1-1 0 0,24 1 1 0 0,-39 0-39 0 0,-1 1 1 0 0,1 0-1 0 0,-1 0 0 0 0,0 0 1 0 0,1 1-1 0 0,-1-1 0 0 0,1 0 1 0 0,-1 0-1 0 0,1 1 0 0 0,-1-1 1 0 0,0 1-1 0 0,1-1 0 0 0,-1 1 1 0 0,0 0-1 0 0,0-1 0 0 0,0 1 1 0 0,1 0-1 0 0,-1 0 0 0 0,0 0 1 0 0,1 1-1 0 0,-2-1-2 0 0,1 0 0 0 0,-1 0 0 0 0,0 0 0 0 0,0 0 0 0 0,0 0 0 0 0,0 0 0 0 0,0 0 0 0 0,0 0 0 0 0,0 0 0 0 0,0 0 0 0 0,0 0 0 0 0,0 0 0 0 0,-1 0 0 0 0,1 0 0 0 0,0 0 0 0 0,-1 0 0 0 0,1 0 0 0 0,-1 0 0 0 0,1-1 1 0 0,-1 1-1 0 0,0 2 0 0 0,-7 6 13 0 0,0 1 0 0 0,-1-1 0 0 0,-16 14 0 0 0,13-12-19 0 0,-5 6 8 0 0,10-9-3 0 0,-2 0 0 0 0,1 0 1 0 0,-1 0-1 0 0,0-1 0 0 0,0-1 0 0 0,-1 0 1 0 0,0 0-1 0 0,0 0 0 0 0,-22 7 1 0 0,31-13-10 0 0,12-1-2 0 0,32-4-10 0 0,-33 4 9 0 0,1 0 0 0 0,0-1 0 0 0,-1 0 0 0 0,1 0 0 0 0,17-8 0 0 0,-11 3-25 0 0,0 0 0 0 0,-1-2-1 0 0,0 0 1 0 0,-1-1-1 0 0,0 0 1 0 0,-1-1 0 0 0,0-1-1 0 0,19-19 1 0 0,-5-7-99 0 0,-2 0-1 0 0,-1-2 1 0 0,-3-1 0 0 0,-1 0-1 0 0,23-66 1 0 0,-40 97 113 0 0,-1 1 0 0 0,0-1 0 0 0,-1 0-1 0 0,0-1 1 0 0,-1 1 0 0 0,0 0 0 0 0,0-1 0 0 0,-1-12 0 0 0,-3 22 2 0 0,0 3 18 0 0,1 0 0 0 0,0-1 0 0 0,-1 1 0 0 0,1 0-1 0 0,0 0 1 0 0,0 1 0 0 0,0-1 0 0 0,0 0 0 0 0,0 1 0 0 0,0-1-1 0 0,1 1 1 0 0,-1-1 0 0 0,1 1 0 0 0,0 0 0 0 0,-1 0-1 0 0,1 0 1 0 0,1-1 0 0 0,-1 1 0 0 0,0 0 0 0 0,1 0 0 0 0,0 0-1 0 0,-1 0 1 0 0,1 4 0 0 0,-1 5 0 0 0,-2 5 14 0 0,0 1-1 0 0,1 0 1 0 0,1 28-1 0 0,1-41-9 0 0,0 1 1 0 0,1-1-1 0 0,0 1 0 0 0,0-1 0 0 0,0 1 0 0 0,1-1 0 0 0,-1 0 0 0 0,1 0 0 0 0,1 0 1 0 0,-1 0-1 0 0,1 0 0 0 0,0 0 0 0 0,0-1 0 0 0,0 1 0 0 0,8 7 0 0 0,-10-10 3 0 0,1-1-1 0 0,0 1 1 0 0,0-1-1 0 0,0 0 0 0 0,0 1 1 0 0,0-1-1 0 0,0 0 1 0 0,0 0-1 0 0,1-1 1 0 0,-1 1-1 0 0,0 0 0 0 0,0-1 1 0 0,1 1-1 0 0,-1-1 1 0 0,1 0-1 0 0,-1 0 1 0 0,0 0-1 0 0,1 0 0 0 0,-1 0 1 0 0,0 0-1 0 0,1 0 1 0 0,-1-1-1 0 0,0 0 1 0 0,1 1-1 0 0,-1-1 0 0 0,3-1 1 0 0,5-4 33 0 0,0 1-1 0 0,-1-2 1 0 0,0 1 0 0 0,14-13 0 0 0,13-9 115 0 0,-18 15-50 0 0,-15 10-72 0 0,0 0 1 0 0,1 1-1 0 0,-1-1 1 0 0,1 1-1 0 0,0-1 0 0 0,0 1 1 0 0,0 0-1 0 0,0 1 1 0 0,0-1-1 0 0,8-1 0 0 0,-12 3-28 0 0,1 0 0 0 0,0 1 0 0 0,-1-1-1 0 0,1 1 1 0 0,-1-1 0 0 0,1 1 0 0 0,-1 0 0 0 0,1-1-1 0 0,-1 1 1 0 0,1-1 0 0 0,-1 1 0 0 0,0 0-1 0 0,1 0 1 0 0,-1-1 0 0 0,0 1 0 0 0,0 0 0 0 0,1-1-1 0 0,-1 1 1 0 0,0 0 0 0 0,0 0 0 0 0,0-1 0 0 0,0 2-1 0 0,2 16 57 0 0,-7 32 95 0 0,3-43-134 0 0,1 0 0 0 0,0 0 0 0 0,0 0 0 0 0,1 0 0 0 0,-1-1 0 0 0,2 1 0 0 0,-1 0 0 0 0,1 0 0 0 0,0 0 1 0 0,4 13-1 0 0,-5-19-16 0 0,0 0 0 0 0,1 0 0 0 0,-1 0 0 0 0,0 0 0 0 0,1 0 1 0 0,0 0-1 0 0,-1 0 0 0 0,1 0 0 0 0,-1 0 0 0 0,1 0 0 0 0,0 0 1 0 0,0 0-1 0 0,-1 0 0 0 0,1-1 0 0 0,0 1 0 0 0,0 0 0 0 0,0-1 0 0 0,0 1 1 0 0,0 0-1 0 0,0-1 0 0 0,0 1 0 0 0,0-1 0 0 0,0 0 0 0 0,0 1 1 0 0,2-1-1 0 0,-1 0-1 0 0,-1 0 0 0 0,1 0 1 0 0,0-1-1 0 0,0 1 0 0 0,0 0 1 0 0,-1-1-1 0 0,1 0 0 0 0,0 1 1 0 0,-1-1-1 0 0,1 0 0 0 0,0 0 0 0 0,-1 0 1 0 0,1 0-1 0 0,1-2 0 0 0,3-2 12 0 0,0 0 0 0 0,-1-1-1 0 0,1 0 1 0 0,-1 0-1 0 0,0-1 1 0 0,7-13 0 0 0,8-20 48 0 0,-2 7 62 0 0,22-58 1 0 0,-40 89-78 0 0,-7 25 21 0 0,2-8-41 0 0,1 1-1 0 0,0-1 1 0 0,1 1 0 0 0,1 0-1 0 0,0 0 1 0 0,1 29 0 0 0,1-39-18 0 0,1-1 0 0 0,0 1 0 0 0,0-1 0 0 0,0 0 1 0 0,1 1-1 0 0,0-1 0 0 0,0 0 0 0 0,5 8 0 0 0,-7-12-7 0 0,1 0-1 0 0,-1 0 1 0 0,1 0 0 0 0,0-1 0 0 0,0 1-1 0 0,-1 0 1 0 0,1 0 0 0 0,0-1-1 0 0,0 1 1 0 0,0-1 0 0 0,0 1-1 0 0,0 0 1 0 0,0-1 0 0 0,0 0-1 0 0,0 1 1 0 0,0-1 0 0 0,0 0 0 0 0,0 1-1 0 0,1-1 1 0 0,0 0 1 0 0,0 0 0 0 0,0-1 0 0 0,-1 1 0 0 0,1-1 0 0 0,0 1 0 0 0,0-1 0 0 0,-1 1 0 0 0,1-1 0 0 0,-1 0 1 0 0,1 0-1 0 0,0 0 0 0 0,-1 0 0 0 0,0 0 0 0 0,1 0 0 0 0,1-2 0 0 0,4-5 25 0 0,-1-1 0 0 0,0 1 1 0 0,0-1-1 0 0,-1-1 0 0 0,0 1 0 0 0,-1 0 0 0 0,0-1 1 0 0,-1 0-1 0 0,4-13 0 0 0,-2 7 29 0 0,-4 14-28 0 0,-3-8 57 0 0,-1 13-76 0 0,1 0 0 0 0,-1 0 0 0 0,1 1 1 0 0,-1-1-1 0 0,1 0 0 0 0,0 1 0 0 0,1 0 0 0 0,-1-1 0 0 0,0 1 0 0 0,1 0 0 0 0,0 0 0 0 0,-1 8 0 0 0,-9 52 141 0 0,10-57-131 0 0,1-6-15 0 0,0 1 0 0 0,-1 0 0 0 0,1 0 0 0 0,0 0 0 0 0,0 0 0 0 0,0 0 0 0 0,1 0 0 0 0,-1 0 0 0 0,0-1 0 0 0,1 1 0 0 0,-1 0 0 0 0,1 0 1 0 0,0 0-1 0 0,-1-1 0 0 0,1 1 0 0 0,0 0 0 0 0,0-1 0 0 0,0 1 0 0 0,0-1 0 0 0,0 1 0 0 0,1-1 0 0 0,-1 1 0 0 0,0-1 0 0 0,1 0 0 0 0,1 2 0 0 0,3 0 19 0 0,0 0 1 0 0,-1-1-1 0 0,1 1 0 0 0,0-1 0 0 0,0-1 0 0 0,7 2 1 0 0,-8-2-3 0 0,0 0-1 0 0,0 1 1 0 0,0-1 0 0 0,0 1 0 0 0,9 5 0 0 0,-13-5-16 0 0,1 0 0 0 0,0 0 0 0 0,-1 1 0 0 0,1-1 0 0 0,-1 0 0 0 0,1 1 0 0 0,-1 0 0 0 0,0-1 0 0 0,0 1 0 0 0,0 0 0 0 0,-1-1-1 0 0,1 1 1 0 0,-1 0 0 0 0,1 0 0 0 0,-1 0 0 0 0,0 4 0 0 0,-4 12 46 0 0,1-9-30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2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16879 0 0,'0'0'0'0'0,"22"8"504"0"0,-9-8 8 0 0,-2-3 504 0 0,3 0-872 0 0,-4 1 144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2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14464 0 0,'0'0'0'0'0,"34"18"552"0"0,-20-15 552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22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 12664 0 0,'8'-12'33'0'0,"4"-3"117"0"0,-3 4 0 0 0,-7 8-108 0 0,1 0 1 0 0,-1-1-1 0 0,0 0 1 0 0,0 1-1 0 0,0-1 1 0 0,0 0-1 0 0,0 0 0 0 0,-1 0 1 0 0,0 0-1 0 0,0 0 1 0 0,1-8-1 0 0,0-8 563 0 0,-1 0-1 0 0,0-24 1 0 0,17 118-560 0 0,4-2 0 0 0,41 95 1 0 0,-53-145-57 0 0,2 0 0 0 0,0-1 0 0 0,25 34 0 0 0,-36-54 7 0 0,-1 0 1 0 0,1 0-1 0 0,-1 0 1 0 0,1-1 0 0 0,0 1-1 0 0,-1 0 1 0 0,1-1-1 0 0,0 1 1 0 0,-1 0 0 0 0,1-1-1 0 0,0 1 1 0 0,0-1-1 0 0,0 1 1 0 0,-1-1-1 0 0,1 1 1 0 0,0-1 0 0 0,0 0-1 0 0,0 0 1 0 0,0 1-1 0 0,0-1 1 0 0,0 0 0 0 0,0 0-1 0 0,0 0 1 0 0,-1 0-1 0 0,1 0 1 0 0,0 0 0 0 0,2 0-1 0 0,-2-1-1 0 0,0 0 0 0 0,0 0-1 0 0,0 0 1 0 0,0 0 0 0 0,0 0-1 0 0,0 0 1 0 0,0 0 0 0 0,0 0 0 0 0,0 0-1 0 0,-1-1 1 0 0,1 1 0 0 0,-1 0-1 0 0,1 0 1 0 0,-1-1 0 0 0,1 1 0 0 0,0-2-1 0 0,1-8-15 0 0,0 0 0 0 0,0 0 0 0 0,0-17 0 0 0,20-310-33 0 0,-21 336 76 0 0,-1 2-21 0 0,0 0-1 0 0,0 0 1 0 0,0 0-1 0 0,0 0 1 0 0,0 0-1 0 0,0-1 1 0 0,0 1 0 0 0,0 0-1 0 0,0 0 1 0 0,0 0-1 0 0,0 0 1 0 0,1 0-1 0 0,-1 0 1 0 0,0 0-1 0 0,0 0 1 0 0,0 0 0 0 0,0-1-1 0 0,0 1 1 0 0,0 0-1 0 0,0 0 1 0 0,1 0-1 0 0,-1 0 1 0 0,0 0-1 0 0,0 0 1 0 0,0 0-1 0 0,0 0 1 0 0,0 0 0 0 0,0 0-1 0 0,1 0 1 0 0,-1 0-1 0 0,0 0 1 0 0,0 0-1 0 0,0 0 1 0 0,0 0-1 0 0,0 0 1 0 0,0 0-1 0 0,1 0 1 0 0,-1 0 0 0 0,0 0-1 0 0,0 0 1 0 0,0 0-1 0 0,0 1 1 0 0,0-1-1 0 0,0 0 1 0 0,1 0-1 0 0,-1 0 1 0 0,0 0-1 0 0,0 0 1 0 0,0 0 0 0 0,0 0-1 0 0,0 0 1 0 0,0 0-1 0 0,0 1 1 0 0,0-1-1 0 0,0 0 1 0 0,0 0-1 0 0,7 8 15 0 0,44 181 204 0 0,-42-152-190 0 0,8 27 119 0 0,2 0 1 0 0,49 109 0 0 0,-66-169-134 0 0,1 1-1 0 0,-1-1 1 0 0,1 0-1 0 0,-1 0 1 0 0,1 0-1 0 0,0 0 0 0 0,1-1 1 0 0,-1 1-1 0 0,1-1 1 0 0,0 0-1 0 0,-1 0 1 0 0,6 3-1 0 0,-7-5-5 0 0,0 0-1 0 0,0 0 0 0 0,0 0 1 0 0,0-1-1 0 0,1 1 0 0 0,-1-1 1 0 0,0 1-1 0 0,0-1 0 0 0,1 0 1 0 0,-1 0-1 0 0,0 0 1 0 0,0 0-1 0 0,1 0 0 0 0,-1-1 1 0 0,0 1-1 0 0,0-1 0 0 0,1 1 1 0 0,-1-1-1 0 0,0 0 0 0 0,0 0 1 0 0,0 0-1 0 0,0 0 0 0 0,0 0 1 0 0,0 0-1 0 0,3-3 1 0 0,8-8 33 0 0,0 0 1 0 0,-1-1-1 0 0,0 0 1 0 0,-1-1 0 0 0,-1 0-1 0 0,0-1 1 0 0,13-25 0 0 0,-6 5 68 0 0,-2-1 1 0 0,16-53-1 0 0,-28 81-72 0 0,-1-1 0 0 0,-1 1 0 0 0,1 0 0 0 0,-2 0 0 0 0,1-1 0 0 0,-1 1 0 0 0,0-1 0 0 0,-1 1 0 0 0,-2-13 0 0 0,-1 11 63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2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0 458 12160 0 0,'25'-6'157'0'0,"12"-5"233"0"0,-24 7-251 0 0,0-1 1 0 0,-1 0-1 0 0,1-1 1 0 0,-1-1-1 0 0,13-8 1 0 0,1-4 427 0 0,-1 0 0 0 0,43-45 0 0 0,-48 41-384 0 0,-11 14-81 0 0,-1-1 0 0 0,0 1-1 0 0,-1-1 1 0 0,0-1 0 0 0,-1 1 0 0 0,6-13 0 0 0,-7 12 9 0 0,-3 1-81 0 0,-2 9-26 0 0,-1 2 3 0 0,-12 18-14 0 0,2-1 0 0 0,0 1 0 0 0,1 1 1 0 0,1 0-1 0 0,1 0 0 0 0,0 1 0 0 0,2 0 0 0 0,0 0 1 0 0,-3 32-1 0 0,6-39-1 0 0,1 0-1 0 0,1 0 1 0 0,0 1 0 0 0,1-1 0 0 0,0 0-1 0 0,1 1 1 0 0,1-1 0 0 0,0 0-1 0 0,6 19 1 0 0,-6-29 3 0 0,-1-3 5 0 0,-1-1 0 0 0,1 1 0 0 0,-1 0 0 0 0,1 0 0 0 0,0 0 0 0 0,-1-1 0 0 0,1 1-1 0 0,0-1 1 0 0,0 1 0 0 0,-1 0 0 0 0,1-1 0 0 0,0 1 0 0 0,0-1 0 0 0,0 0 0 0 0,0 1 0 0 0,0-1 0 0 0,0 0 0 0 0,-1 1 0 0 0,1-1 0 0 0,0 0 0 0 0,0 0 0 0 0,0 0 0 0 0,0 0 0 0 0,0 0 0 0 0,0 0 0 0 0,0 0 0 0 0,0 0 0 0 0,0 0-1 0 0,0 0 1 0 0,0-1 0 0 0,0 1 0 0 0,0 0 0 0 0,0-1 0 0 0,1 0 0 0 0,19-15 0 0 0,-20 16 1 0 0,14-15 3 0 0,0 0 0 0 0,20-28 1 0 0,-23 28-1 0 0,-4 3 5 0 0,1-1 0 0 0,-2 0 1 0 0,0 0-1 0 0,10-26 0 0 0,4-8 46 0 0,-8 4 107 0 0,-12 41-137 0 0,-17 19 156 0 0,8 1-117 0 0,2 0 0 0 0,0 0 0 0 0,1 1 0 0 0,1-1 0 0 0,1 1 0 0 0,1 0 0 0 0,0 0 0 0 0,2 24 0 0 0,0-27 14 0 0,1 1 0 0 0,0-1 0 0 0,6 21 0 0 0,-6-32-38 0 0,0 0 0 0 0,0 0 0 0 0,1 0 0 0 0,0 0 0 0 0,0 0 0 0 0,0 0 0 0 0,1-1 0 0 0,0 1 0 0 0,0-1 0 0 0,0 0 0 0 0,0 0 0 0 0,0 0 0 0 0,8 7 0 0 0,-10-10-25 0 0,1 0-1 0 0,0 0 1 0 0,-1 0 0 0 0,1-1 0 0 0,-1 1-1 0 0,1 0 1 0 0,0 0 0 0 0,0-1-1 0 0,0 1 1 0 0,-1-1 0 0 0,1 0-1 0 0,0 0 1 0 0,0 1 0 0 0,0-1-1 0 0,0 0 1 0 0,-1-1 0 0 0,1 1-1 0 0,0 0 1 0 0,0 0 0 0 0,0-1-1 0 0,0 1 1 0 0,-1-1 0 0 0,1 0-1 0 0,0 1 1 0 0,-1-1 0 0 0,1 0-1 0 0,0 0 1 0 0,-1 0 0 0 0,2-1-1 0 0,5-5 48 0 0,0 1 0 0 0,-1-1 0 0 0,0 0-1 0 0,8-12 1 0 0,-6 7-46 0 0,-3 5 6 0 0,7-7 51 0 0,-1 0 0 0 0,-1-1 0 0 0,-1-1 0 0 0,0 1 0 0 0,15-34 0 0 0,-18 27-7 0 0,-2 10-12 0 0,0 1-1 0 0,-2-1 0 0 0,1 1 0 0 0,-2-1 1 0 0,1 0-1 0 0,-2 0 0 0 0,1 0 1 0 0,-2-1-1 0 0,0 1 0 0 0,0 0 0 0 0,-3-17 1 0 0,-3 17 68 0 0,-1 11 9 0 0,6 2-117 0 0,1-1-1 0 0,-1 1 0 0 0,0 0 1 0 0,0 0-1 0 0,1 0 0 0 0,-1-1 1 0 0,0 1-1 0 0,1 0 0 0 0,-1 0 1 0 0,1 0-1 0 0,-1 0 0 0 0,1 0 0 0 0,0 0 1 0 0,-1 2-1 0 0,-1 5 34 0 0,-5 26 151 0 0,-3 47 1 0 0,9-70-159 0 0,1-1 0 0 0,0 1 0 0 0,1-1 0 0 0,0 0 0 0 0,1 0 0 0 0,0 1 0 0 0,1-1 0 0 0,7 19 0 0 0,-8-25-23 0 0,0 0 0 0 0,0 0 0 0 0,0 0 0 0 0,0 0 0 0 0,1 0 0 0 0,0 0 0 0 0,0-1 0 0 0,0 1 0 0 0,0-1-1 0 0,1 0 1 0 0,-1 0 0 0 0,1 0 0 0 0,0-1 0 0 0,-1 1 0 0 0,1-1 0 0 0,9 4 0 0 0,-9-5-3 0 0,-1 0 0 0 0,1-1-1 0 0,0 1 1 0 0,0-1 0 0 0,0 0 0 0 0,0 0-1 0 0,0 0 1 0 0,0 0 0 0 0,0-1 0 0 0,-1 0-1 0 0,1 0 1 0 0,0 0 0 0 0,0 0 0 0 0,-1 0-1 0 0,1-1 1 0 0,-1 0 0 0 0,1 1 0 0 0,-1-1-1 0 0,1-1 1 0 0,-1 1 0 0 0,5-5 0 0 0,7-6 25 0 0,-1-1 0 0 0,0-1 0 0 0,-1 0 0 0 0,-1-1 0 0 0,0 0 0 0 0,-1-1 0 0 0,-1 0 0 0 0,10-22 0 0 0,6-22 79 0 0,20-74 0 0 0,-38 109-89 0 0,-4 14-8 0 0,-1 0 1 0 0,0-1 0 0 0,-1 1 0 0 0,-1-1 0 0 0,1-16-1 0 0,-2 25-11 0 0,0 0 0 0 0,0-1 0 0 0,-1 1 0 0 0,1 0 0 0 0,-1-1 0 0 0,0 1 0 0 0,0 0-1 0 0,-1 0 1 0 0,1 0 0 0 0,-1 0 0 0 0,0 0 0 0 0,0 0 0 0 0,0 0 0 0 0,0 1 0 0 0,-1-1 0 0 0,1 1 0 0 0,-1 0-1 0 0,-6-6 1 0 0,8 8-4 0 0,0 1-1 0 0,-1-1 1 0 0,1 1 0 0 0,0 0-1 0 0,-1-1 1 0 0,1 1-1 0 0,0 0 1 0 0,-1 0 0 0 0,1 0-1 0 0,0 0 1 0 0,-1 0-1 0 0,1 0 1 0 0,0 0 0 0 0,-1 0-1 0 0,1 1 1 0 0,0-1-1 0 0,-1 0 1 0 0,1 1 0 0 0,0-1-1 0 0,0 1 1 0 0,-1 0-1 0 0,1-1 1 0 0,0 1 0 0 0,0 0-1 0 0,0 0 1 0 0,0-1-1 0 0,0 1 1 0 0,0 0 0 0 0,0 0-1 0 0,-1 2 1 0 0,-25 30 71 0 0,14-7-39 0 0,1 1-1 0 0,2 0 1 0 0,0 0 0 0 0,-9 47-1 0 0,16-61-24 0 0,-19 95 69 0 0,13-58-33 0 0,2 15 23 0 0,7-60-62 0 0,0 1 0 0 0,0-1 0 0 0,1 0 0 0 0,-1 0 0 0 0,1 0 0 0 0,1 1 0 0 0,-1-1 1 0 0,1 0-1 0 0,0-1 0 0 0,5 10 0 0 0,10 8 40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2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0 583 13168 0 0,'0'0'4159'0'0,"6"1"-3927"0"0,17 2-114 0 0,-1 1 0 0 0,1 2-1 0 0,27 9 1 0 0,-27-7-40 0 0,1-1 1 0 0,46 8 0 0 0,-62-15-59 0 0,0 1 0 0 0,1-1 0 0 0,-1 0 1 0 0,0-1-1 0 0,0 0 0 0 0,0 0 0 0 0,0-1 0 0 0,0 0 1 0 0,-1 0-1 0 0,1-1 0 0 0,0 0 0 0 0,-1 0 1 0 0,7-4-1 0 0,-5 0-14 0 0,-1 1 0 0 0,-1-1 0 0 0,1 0 1 0 0,-1 0-1 0 0,-1-1 0 0 0,1 0 0 0 0,-1-1 1 0 0,-1 1-1 0 0,1-1 0 0 0,-2 0 0 0 0,9-19 0 0 0,9-26-98 0 0,-1-2-1 0 0,-3 0 0 0 0,-3-1 0 0 0,-2-1 0 0 0,6-64 0 0 0,-18 111 23 0 0,-1 0 0 0 0,0 0 1 0 0,-1 0-1 0 0,0 1 0 0 0,-1-1 0 0 0,0 0 0 0 0,-4-11 0 0 0,4 19-12 0 0,1 3 68 0 0,-1 1 0 0 0,1-1 1 0 0,0 1-1 0 0,-1-1 0 0 0,1 1 0 0 0,0 0 1 0 0,-1 0-1 0 0,1 0 0 0 0,0-1 1 0 0,0 1-1 0 0,0 0 0 0 0,0 0 0 0 0,0 1 1 0 0,0-1-1 0 0,0 0 0 0 0,0 0 0 0 0,0 0 1 0 0,0 1-1 0 0,1-1 0 0 0,-1 0 1 0 0,0 1-1 0 0,1-1 0 0 0,-1 1 0 0 0,1-1 1 0 0,-1 3-1 0 0,-9 43-35 0 0,9-43 31 0 0,-7 45-14 0 0,1 0-1 0 0,3 1 1 0 0,2-1 0 0 0,5 57-1 0 0,3-25 33 0 0,-4-38 1 0 0,3 1-1 0 0,1-1 0 0 0,13 48 1 0 0,-18-89 0 0 0,0 0 0 0 0,0 1 0 0 0,0-1-1 0 0,0 1 1 0 0,0-1 0 0 0,1 0 0 0 0,-1 0 0 0 0,1 0 0 0 0,-1 0 0 0 0,1 0 0 0 0,0 0 0 0 0,0 0 0 0 0,0-1 0 0 0,0 1-1 0 0,0-1 1 0 0,0 1 0 0 0,1-1 0 0 0,-1 0 0 0 0,0 0 0 0 0,1 0 0 0 0,-1 0 0 0 0,1 0 0 0 0,-1 0 0 0 0,1-1 0 0 0,-1 1-1 0 0,1-1 1 0 0,-1 0 0 0 0,1 0 0 0 0,0 0 0 0 0,-1 0 0 0 0,1 0 0 0 0,-1-1 0 0 0,1 1 0 0 0,-1-1 0 0 0,1 1 0 0 0,-1-1-1 0 0,1 0 1 0 0,-1 0 0 0 0,1 0 0 0 0,3-3 0 0 0,4-5 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30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1 487 11760 0 0,'12'1'142'0'0,"20"1"199"0"0,-9-2 729 0 0,-22 0-1036 0 0,-1-1-1 0 0,0 0 1 0 0,1 1 0 0 0,-1-1 0 0 0,0 0 0 0 0,0 0-1 0 0,0 1 1 0 0,1-1 0 0 0,-1 0 0 0 0,0 1-1 0 0,0-1 1 0 0,0 0 0 0 0,0 0 0 0 0,0 1 0 0 0,0-1-1 0 0,0 0 1 0 0,-1 0 0 0 0,1 1 0 0 0,0-1-1 0 0,0 0 1 0 0,-1 0 0 0 0,0-7 550 0 0,2-2-527 0 0,0 1 1 0 0,1 0 0 0 0,-1-1 0 0 0,2 1 0 0 0,-1 0 0 0 0,2 0-1 0 0,-1 1 1 0 0,1-1 0 0 0,0 1 0 0 0,1-1 0 0 0,7-9 0 0 0,-5 8 1 0 0,0 0 1 0 0,1 1 0 0 0,0 1 0 0 0,0-1-1 0 0,1 1 1 0 0,0 0 0 0 0,1 1 0 0 0,18-11 0 0 0,-22 16-70 0 0,-1 0 0 0 0,1 0 1 0 0,0 1-1 0 0,0 0 1 0 0,0 0-1 0 0,0 0 0 0 0,0 1 1 0 0,0 0-1 0 0,0 0 1 0 0,0 1-1 0 0,0 0 0 0 0,0 0 1 0 0,0 0-1 0 0,0 0 1 0 0,0 1-1 0 0,0 0 0 0 0,-1 0 1 0 0,1 1-1 0 0,-1 0 1 0 0,1 0-1 0 0,-1 0 0 0 0,0 0 1 0 0,0 1-1 0 0,-1 0 1 0 0,1 0-1 0 0,-1 0 0 0 0,0 1 1 0 0,0-1-1 0 0,4 6 1 0 0,-7-6-11 0 0,1 0 1 0 0,-1 0-1 0 0,1 0 1 0 0,-1 0 0 0 0,0 0-1 0 0,0 0 1 0 0,-1 1-1 0 0,0-1 1 0 0,1 0 0 0 0,-1 1-1 0 0,-1-1 1 0 0,1 0 0 0 0,0 0-1 0 0,-1 1 1 0 0,0-1-1 0 0,0 0 1 0 0,-1 0 0 0 0,1 0-1 0 0,-1 0 1 0 0,0 0-1 0 0,0 0 1 0 0,0-1 0 0 0,-4 7-1 0 0,2-4 6 0 0,0 0 0 0 0,-1 0-1 0 0,1-1 1 0 0,-1 1 0 0 0,0-1 0 0 0,0 0-1 0 0,-1-1 1 0 0,0 1 0 0 0,0-1-1 0 0,0 0 1 0 0,0 0 0 0 0,0-1 0 0 0,-11 4-1 0 0,8-5 4 0 0,1 0 1 0 0,-1 0-1 0 0,0-1 0 0 0,0 0 1 0 0,1-1-1 0 0,-1 0 0 0 0,-15-2 0 0 0,-51-1-12 0 0,100 9 38 0 0,-6-5-11 0 0,-1-1 1 0 0,1-1 0 0 0,-1 0-1 0 0,0-1 1 0 0,0-1 0 0 0,0-1-1 0 0,0-1 1 0 0,0 0 0 0 0,-1-1-1 0 0,0-1 1 0 0,0-1 0 0 0,-1 0-1 0 0,29-20 1 0 0,-31 18 8 0 0,0-2 0 0 0,0 0 0 0 0,-1 0 0 0 0,0-1 0 0 0,-1-1 0 0 0,-1 0 0 0 0,0 0 0 0 0,-1-1 0 0 0,-1-1 0 0 0,14-29 0 0 0,-20 38 8 0 0,0 0 0 0 0,-1 0 0 0 0,0 0 0 0 0,0-1 1 0 0,-1 1-1 0 0,0-1 0 0 0,0 0 0 0 0,-1 1 1 0 0,0-1-1 0 0,0 1 0 0 0,-1-1 0 0 0,0 0 1 0 0,-4-14-1 0 0,5 21 23 0 0,0 0-40 0 0,0 1-1 0 0,0 0 1 0 0,0-1 0 0 0,0 1-1 0 0,0 0 1 0 0,0 0 0 0 0,0-1-1 0 0,0 1 1 0 0,0 0 0 0 0,0-1-1 0 0,0 1 1 0 0,0 0 0 0 0,0-1-1 0 0,0 1 1 0 0,0 0 0 0 0,-1 0-1 0 0,1-1 1 0 0,0 1 0 0 0,0 0 0 0 0,0 0-1 0 0,0-1 1 0 0,0 1 0 0 0,-1 0-1 0 0,1 0 1 0 0,0-1 0 0 0,0 1-1 0 0,-1 0 1 0 0,1 0 0 0 0,0 0-1 0 0,0 0 1 0 0,-1-1 0 0 0,1 1-1 0 0,0 0 1 0 0,0 0 0 0 0,-1 0-1 0 0,1 0 1 0 0,-12 5 106 0 0,-10 16 21 0 0,21-19-123 0 0,-7 7 33 0 0,1 0-1 0 0,0 1 1 0 0,1 0-1 0 0,0 0 1 0 0,1 0-1 0 0,0 1 1 0 0,-6 17-1 0 0,8-19-9 0 0,-4 10 47 0 0,1 0 0 0 0,-6 31 0 0 0,10-41-35 0 0,1 0-1 0 0,0 0 1 0 0,1 0-1 0 0,-1 0 1 0 0,2 0 0 0 0,-1 0-1 0 0,1-1 1 0 0,3 11-1 0 0,-4-18-33 0 0,0 1 0 0 0,1-1 0 0 0,-1 0 0 0 0,0 0 0 0 0,1 0 0 0 0,-1 0 0 0 0,1 0 0 0 0,-1 0 0 0 0,1 0 0 0 0,-1 0 0 0 0,1 0 0 0 0,0 0 0 0 0,0 0 0 0 0,-1 0 0 0 0,1 0 0 0 0,0-1 0 0 0,0 1 0 0 0,0 0 0 0 0,0-1 1 0 0,0 1-1 0 0,0-1 0 0 0,0 1 0 0 0,0-1 0 0 0,0 1 0 0 0,0-1 0 0 0,1 1 0 0 0,-1-1 0 0 0,0 0 0 0 0,0 0 0 0 0,2 0 0 0 0,1 0 11 0 0,0-1 1 0 0,0 0 0 0 0,0 0-1 0 0,0 0 1 0 0,0-1 0 0 0,0 1-1 0 0,-1-1 1 0 0,5-2-1 0 0,22-14 109 0 0,-1-2 0 0 0,52-44 0 0 0,-79 62-120 0 0,14-9 69 0 0,0 0 0 0 0,1 1 0 0 0,0 1 0 0 0,30-11 0 0 0,-46 19-70 0 0,0 1 1 0 0,0-1-1 0 0,1 1 0 0 0,-1-1 1 0 0,0 1-1 0 0,0 0 1 0 0,1-1-1 0 0,-1 1 0 0 0,0 0 1 0 0,0 0-1 0 0,1 0 0 0 0,-1 0 1 0 0,0 0-1 0 0,1 0 1 0 0,-1 0-1 0 0,0 0 0 0 0,0 1 1 0 0,1-1-1 0 0,-1 0 1 0 0,0 1-1 0 0,0-1 0 0 0,0 1 1 0 0,1 0-1 0 0,-1-1 1 0 0,0 1-1 0 0,0 0 0 0 0,0-1 1 0 0,0 1-1 0 0,0 0 0 0 0,0 0 1 0 0,-1 0-1 0 0,1 0 1 0 0,0 0-1 0 0,0 0 0 0 0,0 0 1 0 0,-1 0-1 0 0,1 0 1 0 0,-1 1-1 0 0,1 0 0 0 0,1 5 24 0 0,0 0-1 0 0,0 0 0 0 0,-1 0 0 0 0,0 0 0 0 0,0 11 0 0 0,-1-6 13 0 0,0 43 61 0 0,-1-45-75 0 0,0-1 0 0 0,1 1 0 0 0,1-1 0 0 0,-1 0 0 0 0,1 1 0 0 0,1-1 0 0 0,0 0 0 0 0,4 14 0 0 0,-6-22 5 0 0,2 0-10 0 0,-1 0 0 0 0,1-1 0 0 0,-1 1 0 0 0,1 0 0 0 0,-1-1 0 0 0,0 0 0 0 0,1 1 0 0 0,0-1 1 0 0,-1 0-1 0 0,3 0 0 0 0,28-42 250 0 0,46-49 0 0 0,-63 75-175 0 0,21-22 0 0 0,-34 36-77 0 0,0 0 0 0 0,0 0 0 0 0,0 1-1 0 0,0-1 1 0 0,1 1 0 0 0,-1-1 0 0 0,0 1 0 0 0,1 0 0 0 0,-1 0 0 0 0,1 0 0 0 0,0 0 0 0 0,-1 0-1 0 0,5 0 1 0 0,-5 1-6 0 0,-1 0 0 0 0,1 0 0 0 0,-1 0 0 0 0,0 1 0 0 0,1-1 0 0 0,-1 1 0 0 0,1-1-1 0 0,-1 1 1 0 0,0-1 0 0 0,1 1 0 0 0,-1 0 0 0 0,0-1 0 0 0,0 1 0 0 0,1 0 0 0 0,-1 0-1 0 0,0 0 1 0 0,0 0 0 0 0,0 0 0 0 0,0 0 0 0 0,0 1 0 0 0,0-1 0 0 0,-1 0 0 0 0,1 0-1 0 0,1 2 1 0 0,12 40 127 0 0,-6-16 9 0 0,5 9-21 0 0,-11-27-95 0 0,1 0 0 0 0,0 0 0 0 0,1-1 0 0 0,7 13 0 0 0,-9-18-1 0 0,1 0 0 0 0,-1 0-1 0 0,1 0 1 0 0,0-1 0 0 0,0 1 0 0 0,0-1-1 0 0,1 0 1 0 0,-1 0 0 0 0,0 0-1 0 0,1 0 1 0 0,0-1 0 0 0,-1 1 0 0 0,7 1-1 0 0,10-22 151 0 0,-14 13-153 0 0,0 0 0 0 0,-1 0 1 0 0,1 0-1 0 0,-1-1 0 0 0,-1 0 1 0 0,0 1-1 0 0,1-2 0 0 0,-2 1 1 0 0,6-15-1 0 0,15-44 147 0 0,-21 50-126 0 0,-2 11-30 0 0,1-1 0 0 0,-1 0 1 0 0,-1 0-1 0 0,1 0 1 0 0,-1 0-1 0 0,0 0 0 0 0,0 1 1 0 0,-1-1-1 0 0,-1-8 0 0 0,1 11 18 0 0,-6-6 18 0 0,7 9-57 0 0,0 0 1 0 0,0 0-1 0 0,0-1 1 0 0,-1 1-1 0 0,1 0 1 0 0,0 0-1 0 0,0-1 1 0 0,-1 1-1 0 0,1 0 1 0 0,0 0-1 0 0,0 0 1 0 0,-1-1-1 0 0,1 1 1 0 0,0 0-1 0 0,-1 0 1 0 0,1 0-1 0 0,0 0 0 0 0,-1 0 1 0 0,1 0-1 0 0,0 0 1 0 0,-1-1-1 0 0,1 1 1 0 0,0 0-1 0 0,-1 0 1 0 0,1 0-1 0 0,0 0 1 0 0,-1 0-1 0 0,1 1 1 0 0,0-1-1 0 0,-1 0 1 0 0,1 0-1 0 0,0 0 1 0 0,-1 0-1 0 0,1 0 0 0 0,0 0 1 0 0,0 0-1 0 0,-1 1 1 0 0,1-1-1 0 0,0 0 1 0 0,-1 1-1 0 0,-2 6 9 0 0,0 0 0 0 0,1 1 0 0 0,0 0 0 0 0,0-1 0 0 0,1 1 0 0 0,0 0 1 0 0,0 0-1 0 0,1 8 0 0 0,0 6 41 0 0,7 39 0 0 0,-6-56-46 0 0,0 0-1 0 0,1 0 1 0 0,0 0-1 0 0,0 0 1 0 0,0-1-1 0 0,1 1 1 0 0,0-1 0 0 0,0 0-1 0 0,0 1 1 0 0,0-2-1 0 0,0 1 1 0 0,1 0-1 0 0,0 0 1 0 0,0-1 0 0 0,0 0-1 0 0,0 0 1 0 0,0 0-1 0 0,1-1 1 0 0,-1 1-1 0 0,8 2 1 0 0,-9-3 1 0 0,1-1-1 0 0,0 0 1 0 0,0 1 0 0 0,-1-1-1 0 0,1 0 1 0 0,0-1 0 0 0,0 1-1 0 0,0-1 1 0 0,0 0-1 0 0,0 0 1 0 0,0 0 0 0 0,0 0-1 0 0,0-1 1 0 0,0 0 0 0 0,0 1-1 0 0,0-1 1 0 0,0-1 0 0 0,0 1-1 0 0,-1-1 1 0 0,1 1-1 0 0,0-1 1 0 0,-1 0 0 0 0,1 0-1 0 0,-1-1 1 0 0,0 1 0 0 0,0-1-1 0 0,6-5 1 0 0,16-23 77 0 0,0-2 1 0 0,-2 0-1 0 0,36-71 1 0 0,-50 85-62 0 0,-1 1 0 0 0,0-1 1 0 0,-2-1-1 0 0,0 1 0 0 0,-1-1 0 0 0,-1 0 0 0 0,-1-1 0 0 0,-1 1 1 0 0,0 0-1 0 0,-3-23 0 0 0,1 42-21 0 0,0-1 0 0 0,0 0 1 0 0,0 1-1 0 0,0-1 0 0 0,0 0 0 0 0,0 1 0 0 0,-1-1 1 0 0,1 1-1 0 0,-1-1 0 0 0,1 1 0 0 0,-1-1 1 0 0,0 1-1 0 0,0-1 0 0 0,0 1 0 0 0,0-1 0 0 0,1 1 1 0 0,-2 0-1 0 0,1 0 0 0 0,0-1 0 0 0,0 1 1 0 0,0 0-1 0 0,-1 0 0 0 0,1 0 0 0 0,0 0 0 0 0,-1 0 1 0 0,1 1-1 0 0,-1-1 0 0 0,1 0 0 0 0,-4 0 1 0 0,3 1-1 0 0,0 0 1 0 0,0 0 0 0 0,0 0-1 0 0,0 0 1 0 0,-1 1 0 0 0,1-1-1 0 0,0 1 1 0 0,0 0 0 0 0,0-1-1 0 0,0 1 1 0 0,0 0 0 0 0,0 0-1 0 0,0 0 1 0 0,1 0 0 0 0,-1 1-1 0 0,0-1 1 0 0,0 1 0 0 0,1-1-1 0 0,-1 1 1 0 0,1-1 0 0 0,-3 4-1 0 0,-4 7 13 0 0,0 1-1 0 0,0 0 0 0 0,2 1 1 0 0,-1-1-1 0 0,2 1 0 0 0,0 0 0 0 0,-6 26 1 0 0,3 1 27 0 0,-4 63 1 0 0,10-78-30 0 0,-2 11 26 0 0,3 54 1 0 0,2-81-29 0 0,0 0-1 0 0,0 0 1 0 0,1 0-1 0 0,0 0 1 0 0,1 0-1 0 0,0 0 1 0 0,0-1 0 0 0,1 1-1 0 0,1-1 1 0 0,6 11-1 0 0,-8-16-5 0 0,0 0 0 0 0,0 0 0 0 0,0-1 0 0 0,1 0 0 0 0,0 1-1 0 0,0-1 1 0 0,-1 0 0 0 0,2-1 0 0 0,-1 1 0 0 0,0-1 0 0 0,0 0 0 0 0,1 0-1 0 0,-1 0 1 0 0,1-1 0 0 0,0 1 0 0 0,-1-1 0 0 0,1 0 0 0 0,0 0 0 0 0,0-1-1 0 0,0 0 1 0 0,0 0 0 0 0,-1 0 0 0 0,1 0 0 0 0,7-2 0 0 0,-3 1 2 0 0,1-1 1 0 0,-1-1-1 0 0,0 0 1 0 0,0 0 0 0 0,0-1-1 0 0,-1 0 1 0 0,1 0-1 0 0,-1-1 1 0 0,0 0-1 0 0,0 0 1 0 0,10-10 0 0 0,1-6 7 0 0,0 0 0 0 0,-1-2 0 0 0,-2 0 0 0 0,0-1-1 0 0,-2 0 1 0 0,20-44 0 0 0,-28 56-10 0 0,9-27 3 0 0,-14 37-7 0 0,-1 0-1 0 0,1 0 1 0 0,-1 0 0 0 0,1 0-1 0 0,-1 0 1 0 0,0 0 0 0 0,0 0-1 0 0,0 0 1 0 0,0 0-1 0 0,0 1 1 0 0,0-1 0 0 0,0 0-1 0 0,-2-4 1 0 0,-5 4-1 0 0,-2 7-1 0 0,2 7 0 0 0,3-1 0 0 0,-1 0 7 0 0,1 1-1 0 0,1 0 0 0 0,0 0 0 0 0,0 0 1 0 0,1 0-1 0 0,1 1 0 0 0,0-1 1 0 0,1 19-1 0 0,0-10 11 0 0,0-16-10 0 0,0-1 1 0 0,0 1 0 0 0,1 0 0 0 0,0 0 0 0 0,0 0-1 0 0,2 8 1 0 0,-2-11 0 0 0,2 9 27 0 0,-1-10-28 0 0,0 0 0 0 0,1 1 0 0 0,-1-1 0 0 0,1 0 0 0 0,-1 0 0 0 0,1-1 0 0 0,0 1 0 0 0,-1-1 0 0 0,1 1 0 0 0,0-1 0 0 0,-1 0 0 0 0,1 0 0 0 0,0 0 0 0 0,-1 0 0 0 0,5-1 0 0 0,4 1 13 0 0,-8 0-11 0 0,-2-2-2 0 0,8-8-6 0 0,1 3-1 0 0,-1 0-1 0 0,-2 0-6 0 0,-4 4 1 0 0,35-53-465 0 0,-33 46 417 0 0,0-1 0 0 0,0 1 0 0 0,-1-1 0 0 0,0 0 0 0 0,-1 0 0 0 0,0-1 0 0 0,-1 1 0 0 0,2-21 0 0 0,0 4-52 0 0,-2-35-126 0 0,-2 59 183 0 0,-8 0-13 0 0,4 2 8 0 0,-4 8 14 0 0,-1 4 18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3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15680 0 0,'0'0'0'0'0,"39"9"0"0"0,-3-6 272 0 0,-8-2-8 0 0,-6 2 7 0 0,-1 2 9 0 0,-6-2-168 0 0,17-1 128 0 0,-20 3-128 0 0,0-2 272 0 0,-1-3 16 0 0,0 0-16 0 0,-3 0 8 0 0,2 0-256 0 0,1 0 136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3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0 386 10752 0 0,'0'0'3145'0'0,"4"0"-3258"0"0,0-1 107 0 0,0 1 1 0 0,0-1 0 0 0,0 0 0 0 0,0 0-1 0 0,0-1 1 0 0,0 1 0 0 0,0-1 0 0 0,-1 0-1 0 0,1 0 1 0 0,-1 0 0 0 0,4-3 0 0 0,35-30-104 0 0,-36 30 89 0 0,10-11-52 0 0,-1 0 1 0 0,0-1-1 0 0,21-32 1 0 0,17-20-195 0 0,-44 57 182 0 0,0 1 1 0 0,-1-1-1 0 0,-1-1 1 0 0,0 1-1 0 0,0-1 1 0 0,4-15 0 0 0,-6 19-36 0 0,-1 1 1 0 0,1-1-1 0 0,0 2 1 0 0,1-1-1 0 0,7-8 1 0 0,-12 18 103 0 0,0 3 15 0 0,0 0 0 0 0,0 1 0 0 0,0 0-1 0 0,-1-1 1 0 0,0 1 0 0 0,0-1 0 0 0,0 1-1 0 0,-1-1 1 0 0,1 1 0 0 0,-3 7 0 0 0,-2 16 2 0 0,-43 279 73 0 0,45-294-61 0 0,-8 47 69 0 0,-2-1 1 0 0,-23 59 0 0 0,31-105-58 0 0,0-5 57 0 0,1 1-1 0 0,1 0 1 0 0,-4 19-1 0 0,6-28 84 0 0,10-18 110 0 0,23-76 112 0 0,11-28 14 0 0,-32 99-245 0 0,-7 12-73 0 0,0 0-1 0 0,1 1 1 0 0,0-1-1 0 0,1 1 1 0 0,-1 1-1 0 0,2-1 1 0 0,11-12 0 0 0,-16 19 62 0 0,5-2 59 0 0,-4 4 2 0 0,4 8 37 0 0,2 6-133 0 0,-6-8-72 0 0,0-1 1 0 0,1 0-1 0 0,-1 0 1 0 0,1 0-1 0 0,0 0 1 0 0,1-1-1 0 0,-1 1 1 0 0,1-1 0 0 0,0 0-1 0 0,0 0 1 0 0,0-1-1 0 0,0 0 1 0 0,9 4-1 0 0,-13-6-26 0 0,1-1 0 0 0,0 0 0 0 0,0 0 0 0 0,0 0 0 0 0,-1 0-1 0 0,1 0 1 0 0,0 0 0 0 0,0 0 0 0 0,-1-1 0 0 0,1 1 0 0 0,0-1 0 0 0,0 1-1 0 0,-1-1 1 0 0,1 0 0 0 0,0 1 0 0 0,-1-1 0 0 0,1 0 0 0 0,-1 0 0 0 0,1 0 0 0 0,-1 0-1 0 0,2-2 1 0 0,22-28 114 0 0,-18 20-88 0 0,-1 0 1 0 0,0 0-1 0 0,-1 0 1 0 0,0-1 0 0 0,0 0-1 0 0,5-25 1 0 0,-3 10 15 0 0,-5 21-37 0 0,0 0-1 0 0,0 0 1 0 0,-1-1 0 0 0,0 1-1 0 0,0-13 1 0 0,-1 14 4 0 0,0-1 0 0 0,0 0 0 0 0,-1 0 0 0 0,0 0 0 0 0,0 1 0 0 0,-1-1-1 0 0,0 0 1 0 0,0 1 0 0 0,0-1 0 0 0,0 1 0 0 0,-1 0 0 0 0,0 0 0 0 0,-3-5 0 0 0,5 8-12 0 0,-1 0 0 0 0,1 1 0 0 0,0-1 0 0 0,0 1 0 0 0,-1-1 0 0 0,1 1 1 0 0,-1 0-1 0 0,1-1 0 0 0,-1 1 0 0 0,1 0 0 0 0,-1 0 0 0 0,0 0 0 0 0,0 0 0 0 0,0 1 0 0 0,1-1 1 0 0,-1 0-1 0 0,0 1 0 0 0,0-1 0 0 0,0 1 0 0 0,0-1 0 0 0,0 1 0 0 0,0 0 0 0 0,0 0 0 0 0,0 0 1 0 0,0 0-1 0 0,0 1 0 0 0,0-1 0 0 0,0 0 0 0 0,0 1 0 0 0,0-1 0 0 0,0 1 0 0 0,0 0 0 0 0,1-1 1 0 0,-1 1-1 0 0,0 0 0 0 0,0 0 0 0 0,1 0 0 0 0,-1 1 0 0 0,1-1 0 0 0,-1 0 0 0 0,-2 3 0 0 0,0 0 13 0 0,0 0 0 0 0,0 0 0 0 0,0 1 0 0 0,0 0 0 0 0,0-1 0 0 0,1 1 0 0 0,0 0 0 0 0,0 1 0 0 0,1-1-1 0 0,-1 0 1 0 0,1 1 0 0 0,0 0 0 0 0,-2 9 0 0 0,4-9-7 0 0,-1 1 0 0 0,1-1-1 0 0,0 0 1 0 0,1 1 0 0 0,-1-1 0 0 0,1 1-1 0 0,1-1 1 0 0,-1 0 0 0 0,1 0 0 0 0,0 1 0 0 0,0-1-1 0 0,1-1 1 0 0,0 1 0 0 0,5 8 0 0 0,-5-10-6 0 0,0 0 1 0 0,0 0-1 0 0,0-1 1 0 0,1 0 0 0 0,-1 0-1 0 0,1 0 1 0 0,0 0 0 0 0,0 0-1 0 0,0-1 1 0 0,0 1 0 0 0,0-1-1 0 0,0 0 1 0 0,1 0 0 0 0,-1-1-1 0 0,1 0 1 0 0,-1 1 0 0 0,1-1-1 0 0,-1-1 1 0 0,1 1-1 0 0,8-1 1 0 0,0 1 20 0 0,1 0 0 0 0,-1 1 0 0 0,0 0 0 0 0,23 7 0 0 0,-34-9 55 0 0,3 12 41 0 0,-1-4-94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54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4416 0 0,'2'0'9'0'0,"24"4"-11"0"0,-18-2 35 0 0,-13-1 80 0 0,3-1-42 0 0,0 0 19 0 0,1 1 1 0 0,-1 0-1 0 0,1 0 1 0 0,-1 0 0 0 0,1 0-1 0 0,-1 0 1 0 0,1 1-1 0 0,0-1 1 0 0,0 0-1 0 0,-2 2 1 0 0,18 4 242 0 0,-13-7-201 0 0,11-4 212 0 0,-5 1-275 0 0,0 0 0 0 0,1 0 0 0 0,-1 1 0 0 0,1 0 0 0 0,-1 0 0 0 0,18 0 0 0 0,-14 0 20 0 0,1 1 0 0 0,24-7-1 0 0,-18 0-20 0 0,0-1 0 0 0,0-1-1 0 0,-1 0 1 0 0,0-2-1 0 0,-1 1 1 0 0,0-2-1 0 0,-1-1 1 0 0,17-17-1 0 0,-26 25-28 0 0,0 0 1 0 0,0 0-1 0 0,1 1 0 0 0,0 0 0 0 0,13-6 0 0 0,-18 9-12 0 0,1 1 0 0 0,0-1 0 0 0,0 1 0 0 0,0 0 1 0 0,0 0-1 0 0,0 0 0 0 0,0 0 0 0 0,1 1 0 0 0,-1-1 0 0 0,0 1 1 0 0,0 0-1 0 0,0 1 0 0 0,5 0 0 0 0,-6 0-15 0 0,-1 1 1 0 0,0 0-1 0 0,0-1 0 0 0,0 1 1 0 0,0 0-1 0 0,0 0 0 0 0,-1 0 1 0 0,1 0-1 0 0,0 0 0 0 0,-1 1 1 0 0,0-1-1 0 0,0 0 0 0 0,1 1 0 0 0,-1-1 1 0 0,0 1-1 0 0,0 2 0 0 0,1 1 19 0 0,5 12 10 0 0,-2 1 0 0 0,0 0 0 0 0,-1 0 0 0 0,3 34 0 0 0,0 4 65 0 0,-4-34-18 0 0,-1 36 1 0 0,-2-42-30 0 0,0-1 0 0 0,1 0 0 0 0,1 0 1 0 0,6 29-1 0 0,-6-37 20 0 0,3 7 111 0 0,1-10-108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0:54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1 826 7632 0 0,'22'56'233'0'0,"6"32"212"0"0,-28-87-403 0 0,1 1-1 0 0,-1 0 1 0 0,1-1-1 0 0,-1 1 0 0 0,1 0 1 0 0,0-1-1 0 0,0 1 1 0 0,0-1-1 0 0,0 1 1 0 0,0-1-1 0 0,0 1 0 0 0,0-1 1 0 0,0 0-1 0 0,1 0 1 0 0,0 2-1 0 0,-1-3-24 0 0,0 1 1 0 0,0-1-1 0 0,0 0 0 0 0,-1 0 0 0 0,1 1 1 0 0,0-1-1 0 0,0 0 0 0 0,0 0 0 0 0,0 0 0 0 0,-1 0 1 0 0,1 0-1 0 0,0 0 0 0 0,0 0 0 0 0,0 0 1 0 0,0 0-1 0 0,0 0 0 0 0,-1-1 0 0 0,1 1 1 0 0,0 0-1 0 0,0-1 0 0 0,0 1 0 0 0,0-1 1 0 0,2-1 9 0 0,0 0 1 0 0,0 0 0 0 0,0-1-1 0 0,-1 1 1 0 0,1-1 0 0 0,-1 0-1 0 0,0 1 1 0 0,0-1-1 0 0,0 0 1 0 0,0 0 0 0 0,0-1-1 0 0,2-6 1 0 0,26-63 179 0 0,-9 22-78 0 0,19-69 0 0 0,-30 87-67 0 0,27-59-1 0 0,-22 60-20 0 0,18-64-1 0 0,-30 87-48 0 0,3-12 71 0 0,-3 21-23 0 0,-1 13-21 0 0,3 110 54 0 0,-6-86-27 0 0,2 1 0 0 0,10 57 1 0 0,-10-89-38 0 0,1 0 0 0 0,0 0 0 0 0,0 0 0 0 0,0 0 1 0 0,1-1-1 0 0,0 1 0 0 0,7 9 0 0 0,-9-14-4 0 0,0 1-1 0 0,0-1 0 0 0,0 0 0 0 0,0 0 1 0 0,0 1-1 0 0,0-1 0 0 0,0 0 0 0 0,0 0 1 0 0,1 0-1 0 0,-1 0 0 0 0,1 0 0 0 0,-1-1 1 0 0,0 1-1 0 0,1 0 0 0 0,-1-1 1 0 0,1 1-1 0 0,0-1 0 0 0,-1 1 0 0 0,1-1 1 0 0,-1 0-1 0 0,1 1 0 0 0,0-1 0 0 0,-1 0 1 0 0,1 0-1 0 0,0 0 0 0 0,-1-1 0 0 0,1 1 1 0 0,-1 0-1 0 0,1-1 0 0 0,0 1 1 0 0,-1-1-1 0 0,1 1 0 0 0,1-2 0 0 0,6-4 14 0 0,0-1-1 0 0,0-1 1 0 0,-1 0 0 0 0,0 0-1 0 0,-1 0 1 0 0,0-1-1 0 0,0 0 1 0 0,-1 0-1 0 0,0-1 1 0 0,0 0-1 0 0,-1 0 1 0 0,5-17 0 0 0,6-13 42 0 0,15-70 1 0 0,-14 43 1 0 0,-1 6 37 0 0,12-92 0 0 0,-26 135-80 0 0,-1-1 1 0 0,0 1-1 0 0,-2-1 0 0 0,0 1 1 0 0,-1 0-1 0 0,-1-1 0 0 0,0 1 0 0 0,-2 0 1 0 0,-9-24-1 0 0,14 39-15 0 0,-1 1 0 0 0,0 0 1 0 0,0 0-1 0 0,0 0 0 0 0,0 0 0 0 0,-1 0 0 0 0,1 0 1 0 0,0 1-1 0 0,-1-1 0 0 0,1 0 0 0 0,-1 1 0 0 0,0-1 1 0 0,1 1-1 0 0,-1-1 0 0 0,0 1 0 0 0,0 0 0 0 0,-4-2 1 0 0,5 3-3 0 0,-1-1 1 0 0,0 1 0 0 0,1 0 0 0 0,-1 0 0 0 0,1 1 0 0 0,-1-1-1 0 0,1 0 1 0 0,-1 1 0 0 0,1-1 0 0 0,-1 0 0 0 0,1 1-1 0 0,-1 0 1 0 0,1-1 0 0 0,0 1 0 0 0,-1 0 0 0 0,1 0 0 0 0,0 0-1 0 0,0 0 1 0 0,-1 0 0 0 0,1 0 0 0 0,0 0 0 0 0,0 0-1 0 0,0 0 1 0 0,0 0 0 0 0,0 1 0 0 0,1-1 0 0 0,-1 0-1 0 0,-1 2 1 0 0,-7 15 17 0 0,1 0-1 0 0,1 0 0 0 0,0 0 0 0 0,1 1 1 0 0,-5 33-1 0 0,9-44-16 0 0,-31 191 84 0 0,28-158-69 0 0,-3 24 41 0 0,1 111 0 0 0,8-153-41 0 0,1-1 1 0 0,0 1-1 0 0,2-1 0 0 0,1 0 1 0 0,0 0-1 0 0,2 0 0 0 0,0-1 1 0 0,17 33-1 0 0,-6-24 37 0 0,2-3 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1:0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8432 0 0,'18'0'134'0'0,"-6"0"49"0"0,-11 0-27 0 0,20 1 1123 0 0,-13 15-841 0 0,0 1 0 0 0,-1-1 0 0 0,0 1 0 0 0,-1 0 0 0 0,6 34 0 0 0,-1-8-114 0 0,36 107 692 0 0,-46-145-972 0 0,1-1 1 0 0,0 0 0 0 0,0 1 0 0 0,0-1 0 0 0,1 0 0 0 0,-1 0 0 0 0,1 0 0 0 0,0 0 0 0 0,0-1 0 0 0,0 1 0 0 0,1-1-1 0 0,-1 0 1 0 0,1 0 0 0 0,0 0 0 0 0,0 0 0 0 0,0-1 0 0 0,0 1 0 0 0,8 2 0 0 0,-10-6-22 0 0,0 1 0 0 0,0-1-1 0 0,-1 0 1 0 0,1 0 0 0 0,0 0 0 0 0,0-1 0 0 0,-1 1 0 0 0,1 0-1 0 0,-1-1 1 0 0,1 1 0 0 0,-1 0 0 0 0,2-4 0 0 0,-2 5-17 0 0,5-8 43 0 0,-1 0 0 0 0,1-1 0 0 0,-1 1 0 0 0,-1-1 0 0 0,1 0 0 0 0,-2 0 0 0 0,5-14 0 0 0,12-72 202 0 0,-2 6-49 0 0,-12 63-65 0 0,4-40 0 0 0,-6 37-30 0 0,-4 27-64 0 0,6-2 82 0 0,-3 2-52 0 0,1 11-46 0 0,8 27 56 0 0,-2 1 0 0 0,7 53 0 0 0,-12-58-31 0 0,1-1-1 0 0,2 0 1 0 0,0 0 0 0 0,18 39 0 0 0,-25-68-46 0 0,-1 0 0 0 0,1 0 1 0 0,0-1-1 0 0,0 1 0 0 0,-1 0 0 0 0,1-1 0 0 0,0 1 1 0 0,0 0-1 0 0,1-1 0 0 0,-1 0 0 0 0,0 1 0 0 0,0-1 0 0 0,1 0 1 0 0,-1 1-1 0 0,1-1 0 0 0,-1 0 0 0 0,1 0 0 0 0,0 0 0 0 0,-1 0 1 0 0,1-1-1 0 0,0 1 0 0 0,-1 0 0 0 0,1-1 0 0 0,0 1 1 0 0,0-1-1 0 0,0 1 0 0 0,0-1 0 0 0,0 0 0 0 0,-1 0 0 0 0,1 0 1 0 0,0 0-1 0 0,4-1 0 0 0,-2-1 7 0 0,0 0 1 0 0,0 0-1 0 0,0 0 1 0 0,0-1-1 0 0,0 0 1 0 0,-1 0-1 0 0,1 0 0 0 0,-1 0 1 0 0,0 0-1 0 0,0-1 1 0 0,0 1-1 0 0,0-1 1 0 0,4-7-1 0 0,14-26 48 0 0,-1-1 1 0 0,-2 0-1 0 0,-1-1 0 0 0,-2-1 1 0 0,-2 0-1 0 0,-2-1 0 0 0,11-82 1 0 0,-21 120-54 0 0,-1 0 0 0 0,0 1 0 0 0,0-1 0 0 0,0 0 0 0 0,-1 0 0 0 0,1 0 1 0 0,-1 1-1 0 0,1-1 0 0 0,-1 0 0 0 0,0 1 0 0 0,0-1 0 0 0,0 0 0 0 0,0 1 0 0 0,-1-1 0 0 0,1 1 1 0 0,-1 0-1 0 0,1 0 0 0 0,-1-1 0 0 0,0 1 0 0 0,0 0 0 0 0,0 0 0 0 0,0 0 0 0 0,-3-1 0 0 0,4 3 2 0 0,0 0-1 0 0,0 0 0 0 0,0 0 1 0 0,0 0-1 0 0,0 0 0 0 0,0 0 0 0 0,0 0 1 0 0,0 1-1 0 0,-1-1 0 0 0,1 0 1 0 0,0 1-1 0 0,0-1 0 0 0,1 1 0 0 0,-1-1 1 0 0,0 1-1 0 0,0-1 0 0 0,0 1 1 0 0,0 0-1 0 0,0-1 0 0 0,1 1 0 0 0,-1 0 1 0 0,-1 1-1 0 0,-16 21 92 0 0,5 1-20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1:0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0 721 12664 0 0,'24'0'105'0'0,"10"-5"322"0"0,-27 4-326 0 0,0 0 0 0 0,-1-1 1 0 0,1 0-1 0 0,-1-1 0 0 0,1 0 0 0 0,-1 0 0 0 0,0 0 0 0 0,0 0 0 0 0,0-1 0 0 0,8-7 0 0 0,45-48 1328 0 0,14-11-572 0 0,-27 26-122 0 0,-31 23-459 0 0,-11 10-88 0 0,-4 11-182 0 0,0 0 1 0 0,0 0-1 0 0,0 0 0 0 0,0 0 1 0 0,0 0-1 0 0,0 0 1 0 0,0 0-1 0 0,0 0 1 0 0,0 0-1 0 0,0-1 1 0 0,0 1-1 0 0,0 0 1 0 0,0 0-1 0 0,0 0 1 0 0,0 0-1 0 0,0 0 0 0 0,0 0 1 0 0,0 0-1 0 0,0 0 1 0 0,0 0-1 0 0,0-1 1 0 0,0 1-1 0 0,0 0 1 0 0,0 0-1 0 0,0 0 1 0 0,0 0-1 0 0,0 0 1 0 0,0 0-1 0 0,0 0 0 0 0,-1 0 1 0 0,1 0-1 0 0,0 0 1 0 0,0 0-1 0 0,0 0 1 0 0,0 0-1 0 0,0 0 1 0 0,0-1-1 0 0,0 1 1 0 0,0 0-1 0 0,0 0 1 0 0,-1 0-1 0 0,1 0 0 0 0,0 0 1 0 0,0 0-1 0 0,0 0 1 0 0,0 0-1 0 0,0 0 1 0 0,0 0-1 0 0,0 0 1 0 0,0 0-1 0 0,0 0 1 0 0,-1 0-1 0 0,1 0 1 0 0,0 1-1 0 0,0-1 0 0 0,0 0 1 0 0,0 0-1 0 0,-3 2 3 0 0,0 0-1 0 0,0 1 1 0 0,1-1-1 0 0,-1 1 0 0 0,1 0 1 0 0,-1 0-1 0 0,1 0 0 0 0,0 0 1 0 0,-1 3-1 0 0,-1 0 10 0 0,-6 10 8 0 0,2-1 1 0 0,0 2-1 0 0,0-1 1 0 0,2 1 0 0 0,-6 20-1 0 0,9-27-11 0 0,2-6-7 0 0,0 0-1 0 0,1-1 0 0 0,0 1 1 0 0,-1 0-1 0 0,1-1 0 0 0,0 1 1 0 0,1 0-1 0 0,-1-1 0 0 0,1 1 1 0 0,0-1-1 0 0,0 1 0 0 0,0 0 1 0 0,0-1-1 0 0,0 0 0 0 0,1 1 1 0 0,0-1-1 0 0,-1 0 0 0 0,1 0 1 0 0,4 5-1 0 0,-4-7-2 0 0,-1 1-1 0 0,0-1 0 0 0,1 0 1 0 0,-1 0-1 0 0,0 0 1 0 0,1 0-1 0 0,-1-1 0 0 0,1 1 1 0 0,-1 0-1 0 0,1-1 1 0 0,0 1-1 0 0,-1-1 1 0 0,1 1-1 0 0,0-1 0 0 0,-1 0 1 0 0,1 0-1 0 0,0 0 1 0 0,0 0-1 0 0,-1 0 0 0 0,1 0 1 0 0,0 0-1 0 0,-1 0 1 0 0,1-1-1 0 0,0 1 1 0 0,-1-1-1 0 0,1 1 0 0 0,2-2 1 0 0,1 0 5 0 0,0 0 1 0 0,0 0-1 0 0,0-1 1 0 0,-1 0-1 0 0,1 0 1 0 0,7-6-1 0 0,7-12 50 0 0,-1 0 0 0 0,-1-2 0 0 0,-1 0 0 0 0,-1 0 0 0 0,22-49 0 0 0,-27 54-16 0 0,-8 15-22 0 0,0-1-1 0 0,0 0 1 0 0,0 0-1 0 0,-1 0 1 0 0,1 0-1 0 0,-1-1 0 0 0,0 1 1 0 0,-1 0-1 0 0,1 0 1 0 0,0-1-1 0 0,-1 1 0 0 0,0 0 1 0 0,0-1-1 0 0,-2-6 1 0 0,2 9 98 0 0,-1 2-110 0 0,0 0 1 0 0,0 0 0 0 0,1 0-1 0 0,-1 0 1 0 0,0 0-1 0 0,0 1 1 0 0,1-1-1 0 0,-1 0 1 0 0,0 0 0 0 0,0 1-1 0 0,1-1 1 0 0,-1 0-1 0 0,1 1 1 0 0,-1-1 0 0 0,0 1-1 0 0,1-1 1 0 0,-1 1-1 0 0,0 0 1 0 0,-6 9 27 0 0,0 1 0 0 0,0 0-1 0 0,1 0 1 0 0,0 0 0 0 0,1 1 0 0 0,1 0 0 0 0,0 0 0 0 0,-3 16-1 0 0,5-18-1 0 0,0 0 1 0 0,1 0-1 0 0,0 0 0 0 0,1 0 0 0 0,0 0 0 0 0,0 1 0 0 0,1-1 0 0 0,1 0 0 0 0,-1 0 0 0 0,2 0 0 0 0,4 12 0 0 0,-7-20-26 0 0,2 0 0 0 0,-1 0 1 0 0,0 0-1 0 0,0 0 0 0 0,1 0 0 0 0,-1 0 0 0 0,1 0 0 0 0,-1-1 0 0 0,1 1 0 0 0,0-1 0 0 0,0 1 0 0 0,0-1 0 0 0,-1 0 0 0 0,1 1 0 0 0,1-1 0 0 0,-1 0 0 0 0,0 0 0 0 0,0 0 0 0 0,0-1 0 0 0,0 1 1 0 0,1-1-1 0 0,-1 1 0 0 0,0-1 0 0 0,1 0 0 0 0,-1 1 0 0 0,0-1 0 0 0,1 0 0 0 0,-1-1 0 0 0,0 1 0 0 0,4-1 0 0 0,0 0 10 0 0,0 0 0 0 0,-1-1 0 0 0,1 1 1 0 0,0-1-1 0 0,-1 0 0 0 0,0-1 0 0 0,1 0 0 0 0,-1 1 0 0 0,0-2 1 0 0,8-6-1 0 0,4-4 26 0 0,-1-2-1 0 0,-1 0 1 0 0,0-1 0 0 0,-1 0 0 0 0,-1-2 0 0 0,18-31 0 0 0,-6-3 83 0 0,34-106-1 0 0,-52 140-83 0 0,0-1 0 0 0,-2-1 0 0 0,-1 1 0 0 0,0-1 0 0 0,-2 1 0 0 0,0-1 0 0 0,-1 0 0 0 0,-1 0 0 0 0,-5-37 0 0 0,4 56-31 0 0,1 0 1 0 0,0 0 0 0 0,-1-1 0 0 0,1 1 0 0 0,-1 0-1 0 0,0 0 1 0 0,1 0 0 0 0,-1 0 0 0 0,0 1-1 0 0,0-1 1 0 0,-1 0 0 0 0,1 0 0 0 0,0 0 0 0 0,-3-2-1 0 0,3 4-7 0 0,1-1 1 0 0,-1 1-1 0 0,0 0 0 0 0,1 0 0 0 0,-1 0 0 0 0,0-1 0 0 0,1 1 0 0 0,-1 0 0 0 0,0 0 0 0 0,1 0 1 0 0,-1 0-1 0 0,0 0 0 0 0,0 0 0 0 0,1 0 0 0 0,-1 1 0 0 0,0-1 0 0 0,1 0 0 0 0,-1 0 0 0 0,0 0 1 0 0,1 1-1 0 0,-1-1 0 0 0,1 0 0 0 0,-1 1 0 0 0,0-1 0 0 0,1 1 0 0 0,-1-1 0 0 0,1 0 0 0 0,-1 2 1 0 0,-4 3 19 0 0,0 0 0 0 0,1 0 1 0 0,0 1-1 0 0,0-1 0 0 0,1 1 1 0 0,0 0-1 0 0,-4 8 0 0 0,-7 25 48 0 0,2 0-1 0 0,2 1 0 0 0,1 0 0 0 0,2 0 1 0 0,2 1-1 0 0,0 76 0 0 0,5-89-22 0 0,2 0-1 0 0,6 40 0 0 0,-6-58-28 0 0,0 0-1 0 0,1-1 0 0 0,0 1 0 0 0,0 0 1 0 0,1-1-1 0 0,1 0 0 0 0,-1 0 0 0 0,2 0 0 0 0,-1 0 1 0 0,8 8-1 0 0,-11-14-14 0 0,0-1-1 0 0,0 0 1 0 0,1 0 0 0 0,-1 0 0 0 0,1 0-1 0 0,0 0 1 0 0,-1 0 0 0 0,1-1 0 0 0,0 1-1 0 0,0-1 1 0 0,0 0 0 0 0,0 0 0 0 0,0 0-1 0 0,0 0 1 0 0,0 0 0 0 0,0-1 0 0 0,0 1-1 0 0,1-1 1 0 0,-1 0 0 0 0,0 0-1 0 0,0 0 1 0 0,0 0 0 0 0,1-1 0 0 0,-1 0-1 0 0,0 1 1 0 0,0-1 0 0 0,0 0 0 0 0,0 0-1 0 0,0-1 1 0 0,0 1 0 0 0,0 0 0 0 0,3-3-1 0 0,3-2 12 0 0,0-1 0 0 0,-1 1 0 0 0,1-2 0 0 0,-1 1 0 0 0,-1-1 1 0 0,0 0-1 0 0,0-1 0 0 0,8-12 0 0 0,113-196 180 0 0,-109 177-153 0 0,-1-1 0 0 0,-2-1-1 0 0,17-71 1 0 0,-33 111-43 0 0,15-81 109 0 0,-14 76-97 0 0,-1 0 0 0 0,0 0 0 0 0,0 0 1 0 0,-1 0-1 0 0,0 1 0 0 0,0-1 0 0 0,0 0 0 0 0,-1 0 1 0 0,-3-8-1 0 0,4 14-12 0 0,1 0 1 0 0,0 1-1 0 0,0-1 1 0 0,-1 0-1 0 0,1 1 1 0 0,0-1-1 0 0,-1 1 1 0 0,1-1-1 0 0,-1 1 1 0 0,1-1-1 0 0,-1 1 0 0 0,1-1 1 0 0,-1 1-1 0 0,1-1 1 0 0,-1 1-1 0 0,1-1 1 0 0,-1 1-1 0 0,0 0 1 0 0,1-1-1 0 0,-1 1 1 0 0,1 0-1 0 0,-1 0 0 0 0,0 0 1 0 0,1-1-1 0 0,-1 1 1 0 0,0 0-1 0 0,1 0 1 0 0,-1 0-1 0 0,0 0 1 0 0,0 0-1 0 0,1 0 1 0 0,-1 0-1 0 0,0 0 1 0 0,1 1-1 0 0,-1-1 0 0 0,0 0 1 0 0,1 0-1 0 0,-1 0 1 0 0,1 1-1 0 0,-1-1 1 0 0,0 0-1 0 0,1 1 1 0 0,-1-1-1 0 0,1 1 1 0 0,-1-1-1 0 0,1 0 0 0 0,-2 2 1 0 0,-24 25 79 0 0,11-5-44 0 0,1 0 0 0 0,1 1-1 0 0,1 1 1 0 0,1 0 0 0 0,-14 44 0 0 0,9-9 55 0 0,-14 86 1 0 0,27-122-66 0 0,1 1 0 0 0,0-1 1 0 0,2 1-1 0 0,3 27 1 0 0,-2-40-13 0 0,1 0 1 0 0,0 0-1 0 0,1 0 1 0 0,0 0-1 0 0,0 0 1 0 0,1-1-1 0 0,1 0 1 0 0,-1 0 0 0 0,2 0-1 0 0,10 15 1 0 0,-15-23-12 0 0,1 0 1 0 0,-1 0-1 0 0,1 0 0 0 0,0-1 1 0 0,0 1-1 0 0,0-1 1 0 0,0 1-1 0 0,0-1 1 0 0,0 0-1 0 0,0 1 1 0 0,0-1-1 0 0,0 0 1 0 0,1 0-1 0 0,-1-1 1 0 0,0 1-1 0 0,1 0 1 0 0,-1-1-1 0 0,1 0 1 0 0,-1 1-1 0 0,3-1 1 0 0,-1-1 1 0 0,0 1 1 0 0,0-1 0 0 0,0 0 0 0 0,0 0-1 0 0,-1 0 1 0 0,1-1 0 0 0,0 1 0 0 0,-1-1-1 0 0,1 0 1 0 0,-1 0 0 0 0,5-4 0 0 0,4-4 15 0 0,0-1 0 0 0,0 0 1 0 0,-1-1-1 0 0,18-26 0 0 0,25-46 64 0 0,-42 61-56 0 0,2 1-1 0 0,1 0 1 0 0,0 1-1 0 0,2 0 0 0 0,0 2 1 0 0,22-20-1 0 0,-39 39-27 0 0,0-1 0 0 0,1 1 0 0 0,-1 0 1 0 0,1-1-1 0 0,-1 1 0 0 0,1-1 0 0 0,0 1 0 0 0,-1 0 0 0 0,1-1 0 0 0,-1 1 0 0 0,1 0 0 0 0,-1 0 0 0 0,1-1 0 0 0,0 1 0 0 0,-1 0 1 0 0,1 0-1 0 0,0 0 0 0 0,-1 0 0 0 0,1 0 0 0 0,0 0 0 0 0,-1 0 0 0 0,1 0 0 0 0,0 0 0 0 0,-1 0 0 0 0,1 0 0 0 0,0 0 0 0 0,0 1 1 0 0,0 0-2 0 0,0-1 1 0 0,-1 1 0 0 0,1 0 0 0 0,0 0 0 0 0,-1 0 0 0 0,1 0 0 0 0,-1-1 0 0 0,0 1 0 0 0,1 0-1 0 0,-1 0 1 0 0,0 0 0 0 0,1 0 0 0 0,-1 0 0 0 0,0 0 0 0 0,0 2 0 0 0,-2 44 55 0 0,2-43-48 0 0,-21 178 185 0 0,20-180-189 0 0,1 0 0 0 0,0 0 0 0 0,-1 0-1 0 0,1 0 1 0 0,0 1 0 0 0,0-1 0 0 0,1 0 0 0 0,-1 0 0 0 0,0 0 0 0 0,1 0 0 0 0,-1 1 0 0 0,1-1 0 0 0,0 0 0 0 0,0 0-1 0 0,0 0 1 0 0,0 0 0 0 0,0 0 0 0 0,0-1 0 0 0,0 1 0 0 0,1 0 0 0 0,-1 0 0 0 0,1-1 0 0 0,-1 1 0 0 0,1-1 0 0 0,-1 1-1 0 0,1-1 1 0 0,0 0 0 0 0,0 0 0 0 0,0 0 0 0 0,0 0 0 0 0,0 0 0 0 0,3 1 0 0 0,-3-2-2 0 0,1-1 0 0 0,-1 0 0 0 0,0 0 0 0 0,0 0 0 0 0,0 0 0 0 0,0-1 0 0 0,0 1 0 0 0,0-1 0 0 0,0 1 0 0 0,0-1 0 0 0,-1 0 0 0 0,1 1 0 0 0,-1-1 0 0 0,3-3 0 0 0,-1 1 6 0 0,11-11 17 0 0,80-79 110 0 0,-82 83-118 0 0,0 1-1 0 0,1 1 1 0 0,1 0-1 0 0,-1 1 1 0 0,1 0 0 0 0,18-7-1 0 0,-31 15-16 0 0,1-1 0 0 0,0 1-1 0 0,-1-1 1 0 0,1 1 0 0 0,0 0 0 0 0,0 0 0 0 0,-1 0-1 0 0,1-1 1 0 0,0 2 0 0 0,-1-1 0 0 0,1 0-1 0 0,0 0 1 0 0,0 0 0 0 0,-1 1 0 0 0,1-1-1 0 0,-1 1 1 0 0,1 0 0 0 0,0-1 0 0 0,-1 1-1 0 0,1 0 1 0 0,-1 0 0 0 0,1 0 0 0 0,-1 0-1 0 0,0 0 1 0 0,1 0 0 0 0,-1 0 0 0 0,0 0 0 0 0,0 1-1 0 0,0-1 1 0 0,0 1 0 0 0,0-1 0 0 0,0 0-1 0 0,0 1 1 0 0,1 2 0 0 0,3 7 9 0 0,-1 0 1 0 0,0 0-1 0 0,-1 0 1 0 0,3 14-1 0 0,-2-6 13 0 0,-2-12-13 0 0,-1-1-1 0 0,1 1 1 0 0,1-1-1 0 0,-1 0 1 0 0,1 0-1 0 0,0 1 1 0 0,1-2-1 0 0,-1 1 1 0 0,1 0-1 0 0,1-1 1 0 0,-1 0-1 0 0,0 0 1 0 0,11 9-1 0 0,-12-13-7 0 0,-1 0 0 0 0,0-1 0 0 0,1 1 0 0 0,-1-1-1 0 0,0 1 1 0 0,1-1 0 0 0,-1 0 0 0 0,1 0-1 0 0,-1 0 1 0 0,1 0 0 0 0,-1 0 0 0 0,0 0-1 0 0,1-1 1 0 0,-1 1 0 0 0,0-1 0 0 0,1 0-1 0 0,-1 0 1 0 0,0 0 0 0 0,0 0 0 0 0,1 0 0 0 0,-1 0-1 0 0,0-1 1 0 0,0 1 0 0 0,2-3 0 0 0,8-5 18 0 0,-1-1 0 0 0,18-20 0 0 0,-20 20-9 0 0,91-96 100 0 0,-85 87-80 0 0,-14 18-29 0 0,0 0-1 0 0,0-1 0 0 0,0 1 1 0 0,0 0-1 0 0,0-1 0 0 0,0 1 0 0 0,0 0 1 0 0,1 0-1 0 0,-1 0 0 0 0,0 0 0 0 0,0 0 1 0 0,1 0-1 0 0,-1 0 0 0 0,1 1 0 0 0,-1-1 1 0 0,1 0-1 0 0,2 0 0 0 0,-3 1-1 0 0,0 0 0 0 0,-1 0 0 0 0,1 0-1 0 0,0 1 1 0 0,-1-1 0 0 0,1 0 0 0 0,-1 0 0 0 0,1 1 0 0 0,-1-1-1 0 0,1 0 1 0 0,0 0 0 0 0,-1 1 0 0 0,1-1 0 0 0,-1 1-1 0 0,1-1 1 0 0,-1 0 0 0 0,0 1 0 0 0,1-1 0 0 0,-1 1 0 0 0,1-1-1 0 0,-1 1 1 0 0,0 0 0 0 0,1-1 0 0 0,-1 1 0 0 0,0-1-1 0 0,0 1 1 0 0,0-1 0 0 0,1 1 0 0 0,-1 0 0 0 0,0-1 0 0 0,0 2-1 0 0,5 20 25 0 0,-5-20-21 0 0,2 11 16 0 0,0 0 0 0 0,1 0-1 0 0,0-1 1 0 0,1 1 0 0 0,11 20-1 0 0,-15-32-18 0 0,1 0 0 0 0,0 0 0 0 0,0 0 0 0 0,0 0 0 0 0,-1 0 0 0 0,1 0 0 0 0,0 0 0 0 0,0-1 0 0 0,0 1 0 0 0,0 0 0 0 0,0-1 0 0 0,1 1 0 0 0,-1-1 0 0 0,0 1 0 0 0,0-1 0 0 0,0 0 0 0 0,0 1 0 0 0,0-1 0 0 0,1 0 0 0 0,-1 0 0 0 0,0 0 0 0 0,0 0 0 0 0,1 0 0 0 0,-1 0 0 0 0,0 0 0 0 0,0 0 0 0 0,0 0 0 0 0,1-1 0 0 0,-1 1 0 0 0,0 0-1 0 0,0-1 1 0 0,0 1 0 0 0,0-1 0 0 0,2 0 0 0 0,29-19 31 0 0,-19 6-21 0 0,0 0 0 0 0,-1-1 0 0 0,0 0 0 0 0,-1-1 1 0 0,-1 0-1 0 0,0 0 0 0 0,9-24 0 0 0,-14 25 6 0 0,-1 0 0 0 0,0 0 0 0 0,-1 0 0 0 0,0-1 0 0 0,-1 1 0 0 0,-1-25-1 0 0,-1 38-5 0 0,-13 3 12 0 0,10 1-20 0 0,0 0-1 0 0,1-1 1 0 0,-1 1 0 0 0,1 0-1 0 0,0 1 1 0 0,0-1-1 0 0,0 0 1 0 0,0 0-1 0 0,0 1 1 0 0,0 0-1 0 0,0-1 1 0 0,1 1-1 0 0,-1 0 1 0 0,0 3-1 0 0,-19 48 29 0 0,20-49-27 0 0,-3 7 7 0 0,0-1 0 0 0,1 1 0 0 0,0 0 0 0 0,1 1 0 0 0,0-1 0 0 0,1 0 0 0 0,1 1 0 0 0,0-1 0 0 0,1 0 0 0 0,1 14 0 0 0,-1-25-10 0 0,-1-1-1 0 0,0 1 1 0 0,1 0 0 0 0,-1 0 0 0 0,0 0 0 0 0,1-1 0 0 0,-1 1-1 0 0,1 0 1 0 0,-1-1 0 0 0,1 1 0 0 0,-1 0 0 0 0,1-1-1 0 0,-1 1 1 0 0,1 0 0 0 0,0-1 0 0 0,-1 1 0 0 0,1-1 0 0 0,0 1-1 0 0,0-1 1 0 0,-1 0 0 0 0,1 1 0 0 0,0-1 0 0 0,0 0 0 0 0,0 0-1 0 0,-1 1 1 0 0,1-1 0 0 0,0 0 0 0 0,0 0 0 0 0,0 0-1 0 0,0 0 1 0 0,0 0 0 0 0,-1 0 0 0 0,1 0 0 0 0,0 0 0 0 0,0 0-1 0 0,0-1 1 0 0,0 1 0 0 0,-1 0 0 0 0,1 0 0 0 0,0-1-1 0 0,0 0 1 0 0,4 0 4 0 0,-1-1-1 0 0,0 0 1 0 0,0-1-1 0 0,0 1 1 0 0,0-1-1 0 0,3-3 0 0 0,50-51 72 0 0,8-6 33 0 0,-65 62-107 0 0,1 0-1 0 0,0 0 0 0 0,0 1 1 0 0,-1-1-1 0 0,1 0 1 0 0,0 1-1 0 0,0-1 1 0 0,0 1-1 0 0,0-1 0 0 0,0 1 1 0 0,-1-1-1 0 0,1 1 1 0 0,0 0-1 0 0,0-1 1 0 0,0 1-1 0 0,0 0 0 0 0,0 0 1 0 0,0 0-1 0 0,0 0 1 0 0,1 0-1 0 0,-1 0 1 0 0,0 0-1 0 0,1 0 0 0 0,-1 1 0 0 0,0-1 0 0 0,-1 1 0 0 0,1 0 0 0 0,0 0-1 0 0,-1-1 1 0 0,1 1 0 0 0,-1 0 0 0 0,1 0 0 0 0,-1 0-1 0 0,1 0 1 0 0,-1 0 0 0 0,0-1 0 0 0,1 1 0 0 0,-1 0-1 0 0,0 0 1 0 0,0 0 0 0 0,0 0 0 0 0,0 0 0 0 0,0 2-1 0 0,0 8 9 0 0,0 1-1 0 0,-1 0 1 0 0,-3 13-1 0 0,3-18-2 0 0,1-5-5 0 0,-3 9 10 0 0,1 2 1 0 0,1-1-1 0 0,0 0 0 0 0,0 0 1 0 0,1 0-1 0 0,1 1 1 0 0,0-1-1 0 0,0 0 1 0 0,2 0-1 0 0,3 12 0 0 0,-6-24-11 0 0,0 1 1 0 0,1-1-1 0 0,-1 1 0 0 0,0-1 0 0 0,1 0 0 0 0,-1 1 0 0 0,1-1 0 0 0,-1 0 0 0 0,1 1 0 0 0,-1-1 0 0 0,1 0 0 0 0,-1 0 0 0 0,1 1 0 0 0,-1-1 0 0 0,1 0 0 0 0,-1 0 1 0 0,1 0-1 0 0,-1 0 0 0 0,1 0 0 0 0,0 0 0 0 0,-1 0 0 0 0,1 0 0 0 0,-1 0 0 0 0,1 0 0 0 0,-1 0 0 0 0,1 0 0 0 0,-1 0 0 0 0,1 0 0 0 0,0 0 0 0 0,-1-1 0 0 0,1 1 1 0 0,-1 0-1 0 0,1-1 0 0 0,17-8 17 0 0,12-17 17 0 0,41-45 1 0 0,15-17 20 0 0,-83 84-53 0 0,9-6 11 0 0,-11 10-13 0 0,-1-1-1 0 0,1 1 1 0 0,0 0-1 0 0,0-1 1 0 0,-1 1-1 0 0,1 0 1 0 0,0-1 0 0 0,0 1-1 0 0,0 0 1 0 0,0 0-1 0 0,-1 0 1 0 0,1 0-1 0 0,0 0 1 0 0,0 0-1 0 0,0 0 1 0 0,0 0-1 0 0,-1 0 1 0 0,1 0 0 0 0,0 0-1 0 0,0 1 1 0 0,0-1-1 0 0,-1 0 1 0 0,1 1-1 0 0,0-1 1 0 0,0 0-1 0 0,-1 1 1 0 0,1-1-1 0 0,0 1 1 0 0,-1-1 0 0 0,1 1-1 0 0,0-1 1 0 0,-1 1-1 0 0,1 0 1 0 0,-1-1-1 0 0,1 1 1 0 0,-1 0-1 0 0,1 1 1 0 0,6 26 6 0 0,-7-24-3 0 0,2 10 9 0 0,-1 1-1 0 0,-1-1 0 0 0,0 0 1 0 0,-1 1-1 0 0,-4 26 1 0 0,4-38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1:0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19999 0 0,'0'0'1704'0'0,"22"7"-1128"0"0,2-7-432 0 0,6 0 144 0 0,-21-3 1080 0 0,2-7-752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1:0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17183 0 0,'0'0'5648'0'0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1:07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161 332 15176 0 0,'13'-28'336'0'0,"4"-14"67"0"0,16-66 453 0 0,-18 58-332 0 0,16-37 676 0 0,-30 86-1048 0 0,-1 0-122 0 0,0 0-1 0 0,0 0 0 0 0,1 0 0 0 0,-1 1 0 0 0,0-1 1 0 0,1 0-1 0 0,-1 0 0 0 0,1 1 0 0 0,-1-1 0 0 0,1 0 0 0 0,-1 1 1 0 0,1-1-1 0 0,0 1 0 0 0,-1-1 0 0 0,1 0 0 0 0,0 1 0 0 0,-1-1 1 0 0,1 1-1 0 0,0 0 0 0 0,0-1 0 0 0,-1 1 0 0 0,1 0 1 0 0,0-1-1 0 0,0 1 0 0 0,1 0 0 0 0,3 13-5 0 0,-1 0 0 0 0,0 0 0 0 0,-1 0 0 0 0,3 27 0 0 0,1 63 15 0 0,-6-89-37 0 0,-2 274 40 0 0,-1-263-38 0 0,-2 1 0 0 0,-1-1 0 0 0,-1 0 0 0 0,-1-1 0 0 0,-2 0 1 0 0,0 0-1 0 0,-1-1 0 0 0,-27 44 0 0 0,32-60-3 0 0,0 0-1 0 0,-1-1 1 0 0,1 1 0 0 0,-1-1-1 0 0,-1-1 1 0 0,1 1 0 0 0,-1-1-1 0 0,0 0 1 0 0,-1-1 0 0 0,1 1-1 0 0,-1-2 1 0 0,-11 5 0 0 0,15-6-1 0 0,1 0 1 0 0,-1-1-1 0 0,0 0 1 0 0,0 0-1 0 0,0 0 1 0 0,0-1-1 0 0,0 1 1 0 0,0-1-1 0 0,0 0 1 0 0,0 0-1 0 0,0 0 1 0 0,0 0 0 0 0,1-1-1 0 0,-1 0 1 0 0,0 0-1 0 0,0 0 1 0 0,0 0-1 0 0,0 0 1 0 0,1-1-1 0 0,-1 0 1 0 0,1 0-1 0 0,-1 0 1 0 0,1 0-1 0 0,0 0 1 0 0,-1-1-1 0 0,1 1 1 0 0,1-1 0 0 0,-5-4-1 0 0,5 3 1 0 0,-1 0-1 0 0,1 0 1 0 0,-1 0 0 0 0,1-1-1 0 0,1 1 1 0 0,-1-1-1 0 0,1 1 1 0 0,-1-1 0 0 0,1 0-1 0 0,1 0 1 0 0,-1 1 0 0 0,1-1-1 0 0,-1 0 1 0 0,1 0 0 0 0,1 0-1 0 0,-1 0 1 0 0,1 0-1 0 0,0 1 1 0 0,0-1 0 0 0,0 0-1 0 0,0 1 1 0 0,1-1 0 0 0,0 1-1 0 0,0-1 1 0 0,4-5 0 0 0,-1 2 4 0 0,0-1-1 0 0,1 1 1 0 0,0 0 0 0 0,0 1 0 0 0,1-1 0 0 0,0 1 0 0 0,0 1 0 0 0,1-1 0 0 0,0 1 0 0 0,0 0 0 0 0,12-6 0 0 0,3 2 22 0 0,1 1-1 0 0,27-7 1 0 0,-37 13-12 0 0,-1-1 0 0 0,0 0 0 0 0,0-1 0 0 0,0 0 0 0 0,0-1-1 0 0,-1 0 1 0 0,0-1 0 0 0,0-1 0 0 0,-1 0 0 0 0,18-15 0 0 0,10-17 23 0 0,-21 23-18 0 0,0 0 0 0 0,-2-1 0 0 0,0-1 0 0 0,-1 0 0 0 0,-1-1 0 0 0,13-24-1 0 0,17-33 41 0 0,-33 56-39 0 0,-9 19-19 0 0,-1 0 1 0 0,0 1 0 0 0,0-1-1 0 0,0 0 1 0 0,0 0-1 0 0,0 1 1 0 0,0-1-1 0 0,-1 0 1 0 0,1 0-1 0 0,-1 0 1 0 0,1 0-1 0 0,-1 0 1 0 0,0 0 0 0 0,1 0-1 0 0,-2-4 1 0 0,3-4 111 0 0,-6 20-70 0 0,1-5-33 0 0,0 1-1 0 0,0-1 0 0 0,1 0 0 0 0,0 1 0 0 0,0-1 1 0 0,1 1-1 0 0,-1 0 0 0 0,1 0 0 0 0,0-1 1 0 0,1 1-1 0 0,-1 0 0 0 0,1 0 0 0 0,0 0 0 0 0,2 7 1 0 0,-2-11-6 0 0,1-1 0 0 0,0 1-1 0 0,0-1 1 0 0,-1 0 0 0 0,1 0 0 0 0,0 1 0 0 0,0-1 0 0 0,0 0 0 0 0,0 0 0 0 0,1 0 0 0 0,-1 0 0 0 0,0 0 0 0 0,0 0 0 0 0,1 0 0 0 0,-1-1 0 0 0,0 1-1 0 0,1 0 1 0 0,-1-1 0 0 0,1 1 0 0 0,-1-1 0 0 0,1 1 0 0 0,-1-1 0 0 0,1 0 0 0 0,-1 0 0 0 0,1 0 0 0 0,-1 0 0 0 0,3 0 0 0 0,1 0 4 0 0,0 0 1 0 0,0-1 0 0 0,0 1-1 0 0,0-1 1 0 0,0 0-1 0 0,8-3 1 0 0,41-25 64 0 0,-42 22-43 0 0,0 0-1 0 0,0 1 1 0 0,18-7-1 0 0,22-5 194 0 0,-51 18-214 0 0,1 1-1 0 0,-1-1 1 0 0,0 0-1 0 0,0 1 1 0 0,0-1 0 0 0,0 1-1 0 0,0-1 1 0 0,0 1-1 0 0,0 0 1 0 0,0 0-1 0 0,0-1 1 0 0,0 1 0 0 0,0 0-1 0 0,0 0 1 0 0,0 0-1 0 0,-1 0 1 0 0,1 0 0 0 0,0 0-1 0 0,-1 0 1 0 0,2 2-1 0 0,1 7 27 0 0,-1 0 0 0 0,-1 0-1 0 0,1-1 1 0 0,-1 1 0 0 0,-1 0 0 0 0,0 0-1 0 0,0 0 1 0 0,-3 13 0 0 0,0-6 34 0 0,0 0-1 0 0,-1 0 1 0 0,-1 0 0 0 0,-7 17 0 0 0,11-33-51 0 0,0 0 1 0 0,0 1-1 0 0,0-1 1 0 0,0 0-1 0 0,0 0 1 0 0,0 0-1 0 0,0 0 1 0 0,-1 0-1 0 0,1 0 0 0 0,0 0 1 0 0,-1-1-1 0 0,1 1 1 0 0,-1 0-1 0 0,1-1 1 0 0,-1 1-1 0 0,1-1 0 0 0,-1 0 1 0 0,1 1-1 0 0,-1-1 1 0 0,1 0-1 0 0,-4 0 1 0 0,5 0 21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4:01:0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0 474 13168 0 0,'32'0'474'0'0,"-14"0"57"0"0,-14 0 17 0 0,4-10-99 0 0,-3 6-187 0 0,-1 0 1 0 0,0 0-1 0 0,0-1 0 0 0,-1 1 1 0 0,1-1-1 0 0,2-5 0 0 0,-3 5-215 0 0,0 0-1 0 0,1 0 1 0 0,-1 1-1 0 0,1-1 1 0 0,0 1-1 0 0,0 0 1 0 0,0 0-1 0 0,1 0 1 0 0,7-5-1 0 0,30-10 422 0 0,77-25-1 0 0,-108 42-452 0 0,-1-1 0 0 0,1 2 0 0 0,-1 0 0 0 0,1 0 0 0 0,0 0 0 0 0,0 2 1 0 0,-1-1-1 0 0,1 1 0 0 0,0 1 0 0 0,11 3 0 0 0,-14-4-7 0 0,-1 2 0 0 0,1-1 0 0 0,0 1 1 0 0,-1 0-1 0 0,0 0 0 0 0,0 1 0 0 0,0 0 1 0 0,0 0-1 0 0,0 1 0 0 0,-1-1 0 0 0,0 2 1 0 0,0-1-1 0 0,0 1 0 0 0,4 6 0 0 0,-7-9-8 0 0,-1 1 0 0 0,1 0 0 0 0,-1 0 0 0 0,0-1 0 0 0,-1 1 0 0 0,1 0 0 0 0,-1 1-1 0 0,1-1 1 0 0,-1 0 0 0 0,0 0 0 0 0,-1 1 0 0 0,1-1 0 0 0,-1 0 0 0 0,0 1 0 0 0,0-1-1 0 0,0 0 1 0 0,-1 1 0 0 0,1-1 0 0 0,-1 0 0 0 0,0 1 0 0 0,0-1 0 0 0,-1 0 0 0 0,1 0 0 0 0,-1 0-1 0 0,0 0 1 0 0,0 0 0 0 0,-3 4 0 0 0,-5 5-1 0 0,-1 0 1 0 0,0 0-1 0 0,-1-2 0 0 0,0 1 0 0 0,-19 13 1 0 0,11-9-1 0 0,-39 28 1 0 0,53-40 0 0 0,-1 0 0 0 0,1-1 0 0 0,-1 1 0 0 0,1-2 0 0 0,-1 1 0 0 0,0-1 0 0 0,0 0 0 0 0,-8 1 0 0 0,13-3 0 0 0,0 0 1 0 0,1 0-1 0 0,-1 0 0 0 0,0-1 0 0 0,0 1 0 0 0,0 0 0 0 0,1-1 0 0 0,-1 0 0 0 0,0 1 0 0 0,1-1 0 0 0,-1 0 0 0 0,0 0 0 0 0,1 0 0 0 0,-1 0 0 0 0,1 0 0 0 0,-1 0 0 0 0,1 0 0 0 0,0 0 0 0 0,-1-1 0 0 0,1 1 0 0 0,0-1 0 0 0,0 1 0 0 0,0-1 0 0 0,0 1 1 0 0,0-1-1 0 0,0 1 0 0 0,1-1 0 0 0,-1 0 0 0 0,1 0 0 0 0,-2-2 0 0 0,2-2 12 0 0,-1 0 0 0 0,1-1 0 0 0,0 1 0 0 0,0 0 0 0 0,0 0 0 0 0,1 0 0 0 0,0 0-1 0 0,1 0 1 0 0,-1 0 0 0 0,1 0 0 0 0,0 0 0 0 0,0 1 0 0 0,1-1 0 0 0,0 1 0 0 0,0-1 0 0 0,0 1 0 0 0,1 0 0 0 0,-1 0 0 0 0,1 1 0 0 0,0-1 0 0 0,1 1 0 0 0,-1-1 0 0 0,1 1 0 0 0,0 1 0 0 0,0-1 0 0 0,0 1 0 0 0,0 0 0 0 0,1 0 0 0 0,-1 0 0 0 0,1 1 0 0 0,0 0 0 0 0,-1 0 0 0 0,1 0 0 0 0,0 1 0 0 0,0 0-1 0 0,0 0 1 0 0,10 0 0 0 0,28 3 166 0 0,-29-1-82 0 0,-1 0-1 0 0,0-2 0 0 0,29-3 1 0 0,-38 3-76 0 0,0 0 0 0 0,1-1 0 0 0,-1 0 1 0 0,0 0-1 0 0,0 0 0 0 0,0-1 1 0 0,0 0-1 0 0,0 0 0 0 0,-1 0 1 0 0,0 0-1 0 0,1-1 0 0 0,-1 0 1 0 0,0 0-1 0 0,3-5 0 0 0,63-94 403 0 0,-61 89-376 0 0,0-1-1 0 0,0 0 1 0 0,10-27-1 0 0,8-15 115 0 0,5-3 91 0 0,-15 26-3 0 0,28-39-1 0 0,-40 63-93 0 0,-5 10-145 0 0,0-1 1 0 0,0 1-1 0 0,0 0 1 0 0,0-1-1 0 0,0 1 1 0 0,0 0-1 0 0,1-1 0 0 0,-1 1 1 0 0,0 0-1 0 0,0 0 1 0 0,0-1-1 0 0,1 1 1 0 0,-1 0-1 0 0,0 0 0 0 0,0-1 1 0 0,1 1-1 0 0,-1 0 1 0 0,0 0-1 0 0,0-1 1 0 0,1 1-1 0 0,-1 0 1 0 0,0 0-1 0 0,1 0 0 0 0,-1 0 1 0 0,0 0-1 0 0,1 0 1 0 0,-1-1-1 0 0,0 1 1 0 0,1 0-1 0 0,-1 0 0 0 0,0 0 1 0 0,1 0-1 0 0,-1 0 1 0 0,0 0-1 0 0,1 0 1 0 0,-6 30 266 0 0,1-5-235 0 0,-80 375 695 0 0,71-342-637 0 0,-8 24 94 0 0,16-64-120 0 0,-7 38 0 0 0,10-43-19 0 0,0 0-1 0 0,-1-1 1 0 0,0 1 0 0 0,-1-1 0 0 0,0 1-1 0 0,-7 11 1 0 0,8-16 181 0 0,9-21-145 0 0,67-169 333 0 0,-36 95-306 0 0,-21 51-31 0 0,1 0 0 0 0,2 1-1 0 0,1 1 1 0 0,30-38 0 0 0,-49 70-77 0 0,1 0 1 0 0,0 1-1 0 0,-1-1 1 0 0,1 0 0 0 0,0 0-1 0 0,0 1 1 0 0,0-1 0 0 0,0 1-1 0 0,0 0 1 0 0,0-1 0 0 0,0 1-1 0 0,1 0 1 0 0,-1 0 0 0 0,0 0-1 0 0,1 1 1 0 0,-1-1-1 0 0,1 1 1 0 0,-1-1 0 0 0,1 1-1 0 0,-1 0 1 0 0,1 0 0 0 0,-1 0-1 0 0,1 0 1 0 0,-1 0 0 0 0,1 0-1 0 0,-1 1 1 0 0,0-1-1 0 0,1 1 1 0 0,-1 0 0 0 0,1 0-1 0 0,-1 0 1 0 0,0 0 0 0 0,0 0-1 0 0,0 0 1 0 0,1 1 0 0 0,-1-1-1 0 0,2 3 1 0 0,7 5 49 0 0,0 1 0 0 0,0 0 1 0 0,-1 1-1 0 0,16 23 0 0 0,-21-27-29 0 0,2 2 11 0 0,0-1 1 0 0,1 0 0 0 0,13 11 0 0 0,-18-16-10 0 0,0-1 0 0 0,1 0 0 0 0,-1 1 0 0 0,0-1 0 0 0,1-1 0 0 0,0 1 0 0 0,-1 0 0 0 0,1-1 0 0 0,0 0 0 0 0,0 1 0 0 0,0-2 0 0 0,7 2 0 0 0,-10-2 13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5123" y="2481643"/>
            <a:ext cx="487375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33292" y="462343"/>
            <a:ext cx="267741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119" cy="1945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.xml"/><Relationship Id="rId117" Type="http://schemas.openxmlformats.org/officeDocument/2006/relationships/image" Target="../media/image13.png"/><Relationship Id="rId21" Type="http://schemas.openxmlformats.org/officeDocument/2006/relationships/image" Target="../media/image46.png"/><Relationship Id="rId42" Type="http://schemas.openxmlformats.org/officeDocument/2006/relationships/customXml" Target="../ink/ink54.xml"/><Relationship Id="rId47" Type="http://schemas.openxmlformats.org/officeDocument/2006/relationships/image" Target="../media/image59.png"/><Relationship Id="rId63" Type="http://schemas.openxmlformats.org/officeDocument/2006/relationships/image" Target="../media/image67.png"/><Relationship Id="rId68" Type="http://schemas.openxmlformats.org/officeDocument/2006/relationships/customXml" Target="../ink/ink67.xml"/><Relationship Id="rId84" Type="http://schemas.openxmlformats.org/officeDocument/2006/relationships/customXml" Target="../ink/ink75.xml"/><Relationship Id="rId89" Type="http://schemas.openxmlformats.org/officeDocument/2006/relationships/image" Target="../media/image80.png"/><Relationship Id="rId112" Type="http://schemas.openxmlformats.org/officeDocument/2006/relationships/customXml" Target="../ink/ink89.xml"/><Relationship Id="rId16" Type="http://schemas.openxmlformats.org/officeDocument/2006/relationships/customXml" Target="../ink/ink41.xml"/><Relationship Id="rId107" Type="http://schemas.openxmlformats.org/officeDocument/2006/relationships/image" Target="../media/image89.png"/><Relationship Id="rId11" Type="http://schemas.openxmlformats.org/officeDocument/2006/relationships/image" Target="../media/image41.png"/><Relationship Id="rId32" Type="http://schemas.openxmlformats.org/officeDocument/2006/relationships/customXml" Target="../ink/ink49.xml"/><Relationship Id="rId37" Type="http://schemas.openxmlformats.org/officeDocument/2006/relationships/image" Target="../media/image54.png"/><Relationship Id="rId53" Type="http://schemas.openxmlformats.org/officeDocument/2006/relationships/image" Target="../media/image62.png"/><Relationship Id="rId58" Type="http://schemas.openxmlformats.org/officeDocument/2006/relationships/customXml" Target="../ink/ink62.xml"/><Relationship Id="rId74" Type="http://schemas.openxmlformats.org/officeDocument/2006/relationships/customXml" Target="../ink/ink70.xml"/><Relationship Id="rId79" Type="http://schemas.openxmlformats.org/officeDocument/2006/relationships/image" Target="../media/image75.png"/><Relationship Id="rId102" Type="http://schemas.openxmlformats.org/officeDocument/2006/relationships/customXml" Target="../ink/ink84.xml"/><Relationship Id="rId5" Type="http://schemas.openxmlformats.org/officeDocument/2006/relationships/image" Target="../media/image38.png"/><Relationship Id="rId90" Type="http://schemas.openxmlformats.org/officeDocument/2006/relationships/customXml" Target="../ink/ink78.xml"/><Relationship Id="rId95" Type="http://schemas.openxmlformats.org/officeDocument/2006/relationships/image" Target="../media/image83.png"/><Relationship Id="rId22" Type="http://schemas.openxmlformats.org/officeDocument/2006/relationships/customXml" Target="../ink/ink44.xml"/><Relationship Id="rId27" Type="http://schemas.openxmlformats.org/officeDocument/2006/relationships/image" Target="../media/image49.png"/><Relationship Id="rId43" Type="http://schemas.openxmlformats.org/officeDocument/2006/relationships/image" Target="../media/image57.png"/><Relationship Id="rId48" Type="http://schemas.openxmlformats.org/officeDocument/2006/relationships/customXml" Target="../ink/ink57.xml"/><Relationship Id="rId64" Type="http://schemas.openxmlformats.org/officeDocument/2006/relationships/customXml" Target="../ink/ink65.xml"/><Relationship Id="rId69" Type="http://schemas.openxmlformats.org/officeDocument/2006/relationships/image" Target="../media/image70.png"/><Relationship Id="rId113" Type="http://schemas.openxmlformats.org/officeDocument/2006/relationships/image" Target="../media/image92.png"/><Relationship Id="rId118" Type="http://schemas.openxmlformats.org/officeDocument/2006/relationships/customXml" Target="../ink/ink92.xml"/><Relationship Id="rId80" Type="http://schemas.openxmlformats.org/officeDocument/2006/relationships/customXml" Target="../ink/ink73.xml"/><Relationship Id="rId85" Type="http://schemas.openxmlformats.org/officeDocument/2006/relationships/image" Target="../media/image78.png"/><Relationship Id="rId12" Type="http://schemas.openxmlformats.org/officeDocument/2006/relationships/customXml" Target="../ink/ink39.xml"/><Relationship Id="rId17" Type="http://schemas.openxmlformats.org/officeDocument/2006/relationships/image" Target="../media/image44.png"/><Relationship Id="rId33" Type="http://schemas.openxmlformats.org/officeDocument/2006/relationships/image" Target="../media/image52.png"/><Relationship Id="rId38" Type="http://schemas.openxmlformats.org/officeDocument/2006/relationships/customXml" Target="../ink/ink52.xml"/><Relationship Id="rId59" Type="http://schemas.openxmlformats.org/officeDocument/2006/relationships/image" Target="../media/image65.png"/><Relationship Id="rId103" Type="http://schemas.openxmlformats.org/officeDocument/2006/relationships/image" Target="../media/image87.png"/><Relationship Id="rId108" Type="http://schemas.openxmlformats.org/officeDocument/2006/relationships/customXml" Target="../ink/ink87.xml"/><Relationship Id="rId54" Type="http://schemas.openxmlformats.org/officeDocument/2006/relationships/customXml" Target="../ink/ink60.xml"/><Relationship Id="rId70" Type="http://schemas.openxmlformats.org/officeDocument/2006/relationships/customXml" Target="../ink/ink68.xml"/><Relationship Id="rId75" Type="http://schemas.openxmlformats.org/officeDocument/2006/relationships/image" Target="../media/image73.png"/><Relationship Id="rId91" Type="http://schemas.openxmlformats.org/officeDocument/2006/relationships/image" Target="../media/image81.png"/><Relationship Id="rId96" Type="http://schemas.openxmlformats.org/officeDocument/2006/relationships/customXml" Target="../ink/ink8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6.xml"/><Relationship Id="rId23" Type="http://schemas.openxmlformats.org/officeDocument/2006/relationships/image" Target="../media/image47.png"/><Relationship Id="rId28" Type="http://schemas.openxmlformats.org/officeDocument/2006/relationships/customXml" Target="../ink/ink47.xml"/><Relationship Id="rId49" Type="http://schemas.openxmlformats.org/officeDocument/2006/relationships/image" Target="../media/image60.png"/><Relationship Id="rId114" Type="http://schemas.openxmlformats.org/officeDocument/2006/relationships/customXml" Target="../ink/ink90.xml"/><Relationship Id="rId119" Type="http://schemas.openxmlformats.org/officeDocument/2006/relationships/image" Target="../media/image94.png"/><Relationship Id="rId44" Type="http://schemas.openxmlformats.org/officeDocument/2006/relationships/customXml" Target="../ink/ink55.xml"/><Relationship Id="rId60" Type="http://schemas.openxmlformats.org/officeDocument/2006/relationships/customXml" Target="../ink/ink63.xml"/><Relationship Id="rId65" Type="http://schemas.openxmlformats.org/officeDocument/2006/relationships/image" Target="../media/image68.png"/><Relationship Id="rId81" Type="http://schemas.openxmlformats.org/officeDocument/2006/relationships/image" Target="../media/image76.png"/><Relationship Id="rId86" Type="http://schemas.openxmlformats.org/officeDocument/2006/relationships/customXml" Target="../ink/ink76.xml"/><Relationship Id="rId4" Type="http://schemas.openxmlformats.org/officeDocument/2006/relationships/customXml" Target="../ink/ink35.xml"/><Relationship Id="rId9" Type="http://schemas.openxmlformats.org/officeDocument/2006/relationships/image" Target="../media/image40.png"/><Relationship Id="rId13" Type="http://schemas.openxmlformats.org/officeDocument/2006/relationships/image" Target="../media/image42.png"/><Relationship Id="rId18" Type="http://schemas.openxmlformats.org/officeDocument/2006/relationships/customXml" Target="../ink/ink42.xml"/><Relationship Id="rId39" Type="http://schemas.openxmlformats.org/officeDocument/2006/relationships/image" Target="../media/image55.png"/><Relationship Id="rId109" Type="http://schemas.openxmlformats.org/officeDocument/2006/relationships/image" Target="../media/image90.png"/><Relationship Id="rId34" Type="http://schemas.openxmlformats.org/officeDocument/2006/relationships/customXml" Target="../ink/ink50.xml"/><Relationship Id="rId50" Type="http://schemas.openxmlformats.org/officeDocument/2006/relationships/customXml" Target="../ink/ink58.xml"/><Relationship Id="rId55" Type="http://schemas.openxmlformats.org/officeDocument/2006/relationships/image" Target="../media/image63.png"/><Relationship Id="rId76" Type="http://schemas.openxmlformats.org/officeDocument/2006/relationships/customXml" Target="../ink/ink71.xml"/><Relationship Id="rId97" Type="http://schemas.openxmlformats.org/officeDocument/2006/relationships/image" Target="../media/image84.png"/><Relationship Id="rId104" Type="http://schemas.openxmlformats.org/officeDocument/2006/relationships/customXml" Target="../ink/ink85.xml"/><Relationship Id="rId120" Type="http://schemas.openxmlformats.org/officeDocument/2006/relationships/customXml" Target="../ink/ink93.xml"/><Relationship Id="rId7" Type="http://schemas.openxmlformats.org/officeDocument/2006/relationships/image" Target="../media/image39.png"/><Relationship Id="rId71" Type="http://schemas.openxmlformats.org/officeDocument/2006/relationships/image" Target="../media/image71.png"/><Relationship Id="rId92" Type="http://schemas.openxmlformats.org/officeDocument/2006/relationships/customXml" Target="../ink/ink79.xml"/><Relationship Id="rId2" Type="http://schemas.openxmlformats.org/officeDocument/2006/relationships/customXml" Target="../ink/ink34.xml"/><Relationship Id="rId29" Type="http://schemas.openxmlformats.org/officeDocument/2006/relationships/image" Target="../media/image50.png"/><Relationship Id="rId24" Type="http://schemas.openxmlformats.org/officeDocument/2006/relationships/customXml" Target="../ink/ink45.xml"/><Relationship Id="rId40" Type="http://schemas.openxmlformats.org/officeDocument/2006/relationships/customXml" Target="../ink/ink53.xml"/><Relationship Id="rId45" Type="http://schemas.openxmlformats.org/officeDocument/2006/relationships/image" Target="../media/image58.png"/><Relationship Id="rId66" Type="http://schemas.openxmlformats.org/officeDocument/2006/relationships/customXml" Target="../ink/ink66.xml"/><Relationship Id="rId87" Type="http://schemas.openxmlformats.org/officeDocument/2006/relationships/image" Target="../media/image79.png"/><Relationship Id="rId110" Type="http://schemas.openxmlformats.org/officeDocument/2006/relationships/customXml" Target="../ink/ink88.xml"/><Relationship Id="rId115" Type="http://schemas.openxmlformats.org/officeDocument/2006/relationships/image" Target="../media/image93.png"/><Relationship Id="rId61" Type="http://schemas.openxmlformats.org/officeDocument/2006/relationships/image" Target="../media/image66.png"/><Relationship Id="rId82" Type="http://schemas.openxmlformats.org/officeDocument/2006/relationships/customXml" Target="../ink/ink74.xml"/><Relationship Id="rId19" Type="http://schemas.openxmlformats.org/officeDocument/2006/relationships/image" Target="../media/image45.png"/><Relationship Id="rId14" Type="http://schemas.openxmlformats.org/officeDocument/2006/relationships/customXml" Target="../ink/ink40.xml"/><Relationship Id="rId30" Type="http://schemas.openxmlformats.org/officeDocument/2006/relationships/customXml" Target="../ink/ink48.xml"/><Relationship Id="rId35" Type="http://schemas.openxmlformats.org/officeDocument/2006/relationships/image" Target="../media/image53.png"/><Relationship Id="rId56" Type="http://schemas.openxmlformats.org/officeDocument/2006/relationships/customXml" Target="../ink/ink61.xml"/><Relationship Id="rId77" Type="http://schemas.openxmlformats.org/officeDocument/2006/relationships/image" Target="../media/image74.png"/><Relationship Id="rId100" Type="http://schemas.openxmlformats.org/officeDocument/2006/relationships/customXml" Target="../ink/ink83.xml"/><Relationship Id="rId105" Type="http://schemas.openxmlformats.org/officeDocument/2006/relationships/image" Target="../media/image88.png"/><Relationship Id="rId8" Type="http://schemas.openxmlformats.org/officeDocument/2006/relationships/customXml" Target="../ink/ink37.xml"/><Relationship Id="rId51" Type="http://schemas.openxmlformats.org/officeDocument/2006/relationships/image" Target="../media/image61.png"/><Relationship Id="rId72" Type="http://schemas.openxmlformats.org/officeDocument/2006/relationships/customXml" Target="../ink/ink69.xml"/><Relationship Id="rId93" Type="http://schemas.openxmlformats.org/officeDocument/2006/relationships/image" Target="../media/image82.png"/><Relationship Id="rId98" Type="http://schemas.openxmlformats.org/officeDocument/2006/relationships/customXml" Target="../ink/ink82.xml"/><Relationship Id="rId121" Type="http://schemas.openxmlformats.org/officeDocument/2006/relationships/image" Target="../media/image95.png"/><Relationship Id="rId3" Type="http://schemas.openxmlformats.org/officeDocument/2006/relationships/image" Target="../media/image37.png"/><Relationship Id="rId25" Type="http://schemas.openxmlformats.org/officeDocument/2006/relationships/image" Target="../media/image48.png"/><Relationship Id="rId46" Type="http://schemas.openxmlformats.org/officeDocument/2006/relationships/customXml" Target="../ink/ink56.xml"/><Relationship Id="rId67" Type="http://schemas.openxmlformats.org/officeDocument/2006/relationships/image" Target="../media/image69.png"/><Relationship Id="rId116" Type="http://schemas.openxmlformats.org/officeDocument/2006/relationships/customXml" Target="../ink/ink91.xml"/><Relationship Id="rId20" Type="http://schemas.openxmlformats.org/officeDocument/2006/relationships/customXml" Target="../ink/ink43.xml"/><Relationship Id="rId41" Type="http://schemas.openxmlformats.org/officeDocument/2006/relationships/image" Target="../media/image56.png"/><Relationship Id="rId62" Type="http://schemas.openxmlformats.org/officeDocument/2006/relationships/customXml" Target="../ink/ink64.xml"/><Relationship Id="rId83" Type="http://schemas.openxmlformats.org/officeDocument/2006/relationships/image" Target="../media/image77.png"/><Relationship Id="rId88" Type="http://schemas.openxmlformats.org/officeDocument/2006/relationships/customXml" Target="../ink/ink77.xml"/><Relationship Id="rId111" Type="http://schemas.openxmlformats.org/officeDocument/2006/relationships/image" Target="../media/image91.png"/><Relationship Id="rId15" Type="http://schemas.openxmlformats.org/officeDocument/2006/relationships/image" Target="../media/image43.png"/><Relationship Id="rId36" Type="http://schemas.openxmlformats.org/officeDocument/2006/relationships/customXml" Target="../ink/ink51.xml"/><Relationship Id="rId57" Type="http://schemas.openxmlformats.org/officeDocument/2006/relationships/image" Target="../media/image64.png"/><Relationship Id="rId106" Type="http://schemas.openxmlformats.org/officeDocument/2006/relationships/customXml" Target="../ink/ink86.xml"/><Relationship Id="rId10" Type="http://schemas.openxmlformats.org/officeDocument/2006/relationships/customXml" Target="../ink/ink38.xml"/><Relationship Id="rId31" Type="http://schemas.openxmlformats.org/officeDocument/2006/relationships/image" Target="../media/image51.png"/><Relationship Id="rId52" Type="http://schemas.openxmlformats.org/officeDocument/2006/relationships/customXml" Target="../ink/ink59.xml"/><Relationship Id="rId73" Type="http://schemas.openxmlformats.org/officeDocument/2006/relationships/image" Target="../media/image72.png"/><Relationship Id="rId78" Type="http://schemas.openxmlformats.org/officeDocument/2006/relationships/customXml" Target="../ink/ink72.xml"/><Relationship Id="rId94" Type="http://schemas.openxmlformats.org/officeDocument/2006/relationships/customXml" Target="../ink/ink80.xml"/><Relationship Id="rId99" Type="http://schemas.openxmlformats.org/officeDocument/2006/relationships/image" Target="../media/image85.png"/><Relationship Id="rId101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Message </a:t>
            </a:r>
            <a:r>
              <a:rPr spc="-40" dirty="0"/>
              <a:t>Wall</a:t>
            </a:r>
            <a:r>
              <a:rPr spc="-10" dirty="0"/>
              <a:t> </a:t>
            </a:r>
            <a:r>
              <a:rPr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32156" y="3893311"/>
            <a:ext cx="3078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88888"/>
                </a:solidFill>
                <a:latin typeface="Calibri"/>
                <a:cs typeface="Calibri"/>
              </a:rPr>
              <a:t>Juan-Luis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 Gorricho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707" y="462343"/>
            <a:ext cx="36709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312"/>
            <a:ext cx="7871459" cy="412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4935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first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approach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implementing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message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wall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service.</a:t>
            </a:r>
            <a:endParaRPr sz="3200">
              <a:latin typeface="Calibri"/>
              <a:cs typeface="Calibri"/>
            </a:endParaRPr>
          </a:p>
          <a:p>
            <a:pPr marL="355600" marR="20256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approach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focuses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defining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interfaces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their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implementations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manage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usual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data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message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wall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service: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Message,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MessageWall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UserAccess.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approach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follows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MVC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pattern,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but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doesn't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consider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any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persistence.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2985CA92-C016-4E3A-102C-54159153E759}"/>
                  </a:ext>
                </a:extLst>
              </p14:cNvPr>
              <p14:cNvContentPartPr/>
              <p14:nvPr/>
            </p14:nvContentPartPr>
            <p14:xfrm>
              <a:off x="898137" y="2876910"/>
              <a:ext cx="7273440" cy="2012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2985CA92-C016-4E3A-102C-54159153E7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137" y="2768910"/>
                <a:ext cx="73810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5F947E6-AB84-E595-4814-7569910D36A5}"/>
                  </a:ext>
                </a:extLst>
              </p14:cNvPr>
              <p14:cNvContentPartPr/>
              <p14:nvPr/>
            </p14:nvContentPartPr>
            <p14:xfrm>
              <a:off x="821457" y="3341310"/>
              <a:ext cx="6877080" cy="1850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5F947E6-AB84-E595-4814-7569910D36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7457" y="3233670"/>
                <a:ext cx="698472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1D438A76-333D-7092-3EE6-93EDDF1AABCA}"/>
                  </a:ext>
                </a:extLst>
              </p14:cNvPr>
              <p14:cNvContentPartPr/>
              <p14:nvPr/>
            </p14:nvContentPartPr>
            <p14:xfrm>
              <a:off x="980577" y="3823710"/>
              <a:ext cx="5898960" cy="1616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1D438A76-333D-7092-3EE6-93EDDF1AAB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6577" y="3716070"/>
                <a:ext cx="60066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CBCAEBC5-6EB2-CA7D-543C-85578D0EA928}"/>
                  </a:ext>
                </a:extLst>
              </p14:cNvPr>
              <p14:cNvContentPartPr/>
              <p14:nvPr/>
            </p14:nvContentPartPr>
            <p14:xfrm>
              <a:off x="939177" y="4288110"/>
              <a:ext cx="6388200" cy="1778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CBCAEBC5-6EB2-CA7D-543C-85578D0EA9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5177" y="4180470"/>
                <a:ext cx="649584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9EB1EE7C-9907-F722-2FBB-568638269AB8}"/>
                  </a:ext>
                </a:extLst>
              </p14:cNvPr>
              <p14:cNvContentPartPr/>
              <p14:nvPr/>
            </p14:nvContentPartPr>
            <p14:xfrm>
              <a:off x="920097" y="4748190"/>
              <a:ext cx="7582320" cy="2790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9EB1EE7C-9907-F722-2FBB-568638269A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6457" y="4640550"/>
                <a:ext cx="76899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876A9688-39E8-F60C-524D-4CC88EEBDFDE}"/>
                  </a:ext>
                </a:extLst>
              </p14:cNvPr>
              <p14:cNvContentPartPr/>
              <p14:nvPr/>
            </p14:nvContentPartPr>
            <p14:xfrm>
              <a:off x="758457" y="5374950"/>
              <a:ext cx="5709960" cy="20232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876A9688-39E8-F60C-524D-4CC88EEBDF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4457" y="5266950"/>
                <a:ext cx="581760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E497F1F4-8FAC-0F54-28E2-DFF8FC37B194}"/>
                  </a:ext>
                </a:extLst>
              </p14:cNvPr>
              <p14:cNvContentPartPr/>
              <p14:nvPr/>
            </p14:nvContentPartPr>
            <p14:xfrm>
              <a:off x="947457" y="5004870"/>
              <a:ext cx="8640" cy="936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E497F1F4-8FAC-0F54-28E2-DFF8FC37B19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3457" y="4897230"/>
                <a:ext cx="1162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DF2D7333-45FF-A716-886D-E3EDB4CFDA32}"/>
                  </a:ext>
                </a:extLst>
              </p14:cNvPr>
              <p14:cNvContentPartPr/>
              <p14:nvPr/>
            </p14:nvContentPartPr>
            <p14:xfrm>
              <a:off x="976617" y="4962750"/>
              <a:ext cx="7480080" cy="26892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DF2D7333-45FF-A716-886D-E3EDB4CFDA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2617" y="4854750"/>
                <a:ext cx="7587720" cy="48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upo 23">
            <a:extLst>
              <a:ext uri="{FF2B5EF4-FFF2-40B4-BE49-F238E27FC236}">
                <a16:creationId xmlns:a16="http://schemas.microsoft.com/office/drawing/2014/main" id="{805B27B2-F8C0-B4E0-352C-4C9EBE00631B}"/>
              </a:ext>
            </a:extLst>
          </p:cNvPr>
          <p:cNvGrpSpPr/>
          <p:nvPr/>
        </p:nvGrpSpPr>
        <p:grpSpPr>
          <a:xfrm>
            <a:off x="661977" y="5973630"/>
            <a:ext cx="2000160" cy="389880"/>
            <a:chOff x="661977" y="5973630"/>
            <a:chExt cx="200016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83A40690-44C2-A142-574B-F3CD136D1592}"/>
                    </a:ext>
                  </a:extLst>
                </p14:cNvPr>
                <p14:cNvContentPartPr/>
                <p14:nvPr/>
              </p14:nvContentPartPr>
              <p14:xfrm>
                <a:off x="661977" y="6023670"/>
                <a:ext cx="112680" cy="3222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83A40690-44C2-A142-574B-F3CD136D15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2977" y="6015030"/>
                  <a:ext cx="1303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3D48282-930A-BF8D-D898-9275DB89A649}"/>
                    </a:ext>
                  </a:extLst>
                </p14:cNvPr>
                <p14:cNvContentPartPr/>
                <p14:nvPr/>
              </p14:nvContentPartPr>
              <p14:xfrm>
                <a:off x="856017" y="6141750"/>
                <a:ext cx="149040" cy="1497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3D48282-930A-BF8D-D898-9275DB89A6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7377" y="6133110"/>
                  <a:ext cx="166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194F6BE-933C-F58C-F2FE-E94C261520C2}"/>
                    </a:ext>
                  </a:extLst>
                </p14:cNvPr>
                <p14:cNvContentPartPr/>
                <p14:nvPr/>
              </p14:nvContentPartPr>
              <p14:xfrm>
                <a:off x="1117017" y="6145710"/>
                <a:ext cx="626400" cy="1990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194F6BE-933C-F58C-F2FE-E94C261520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8017" y="6137070"/>
                  <a:ext cx="644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65966822-86CC-BF5F-6EB8-78E6F75FF806}"/>
                    </a:ext>
                  </a:extLst>
                </p14:cNvPr>
                <p14:cNvContentPartPr/>
                <p14:nvPr/>
              </p14:nvContentPartPr>
              <p14:xfrm>
                <a:off x="1827657" y="5973630"/>
                <a:ext cx="13320" cy="61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65966822-86CC-BF5F-6EB8-78E6F75FF8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19017" y="5964630"/>
                  <a:ext cx="30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2664CEC-6E02-06A5-5132-D90176258A46}"/>
                    </a:ext>
                  </a:extLst>
                </p14:cNvPr>
                <p14:cNvContentPartPr/>
                <p14:nvPr/>
              </p14:nvContentPartPr>
              <p14:xfrm>
                <a:off x="1552617" y="6125190"/>
                <a:ext cx="360" cy="3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2664CEC-6E02-06A5-5132-D90176258A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43977" y="61161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7313BBB4-CE5A-7E79-A695-B3A6EF1D6C71}"/>
                    </a:ext>
                  </a:extLst>
                </p14:cNvPr>
                <p14:cNvContentPartPr/>
                <p14:nvPr/>
              </p14:nvContentPartPr>
              <p14:xfrm>
                <a:off x="1693017" y="6164790"/>
                <a:ext cx="88920" cy="1710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7313BBB4-CE5A-7E79-A695-B3A6EF1D6C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84377" y="6156150"/>
                  <a:ext cx="106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B96750A9-402D-6366-4231-1597774FBEBD}"/>
                    </a:ext>
                  </a:extLst>
                </p14:cNvPr>
                <p14:cNvContentPartPr/>
                <p14:nvPr/>
              </p14:nvContentPartPr>
              <p14:xfrm>
                <a:off x="1929537" y="6149670"/>
                <a:ext cx="265680" cy="1929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B96750A9-402D-6366-4231-1597774FBEB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0897" y="6141030"/>
                  <a:ext cx="283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69E8278D-8CA0-B059-72A6-183C499B87F7}"/>
                    </a:ext>
                  </a:extLst>
                </p14:cNvPr>
                <p14:cNvContentPartPr/>
                <p14:nvPr/>
              </p14:nvContentPartPr>
              <p14:xfrm>
                <a:off x="2348937" y="5974710"/>
                <a:ext cx="313200" cy="3888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69E8278D-8CA0-B059-72A6-183C499B87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40297" y="5965710"/>
                  <a:ext cx="330840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5D650AAB-24EF-48EA-2B10-271B7C91B4D4}"/>
              </a:ext>
            </a:extLst>
          </p:cNvPr>
          <p:cNvGrpSpPr/>
          <p:nvPr/>
        </p:nvGrpSpPr>
        <p:grpSpPr>
          <a:xfrm>
            <a:off x="2926737" y="6009270"/>
            <a:ext cx="544680" cy="322200"/>
            <a:chOff x="2926737" y="6009270"/>
            <a:chExt cx="54468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37A21275-685D-EE0A-181E-4335D68E443C}"/>
                    </a:ext>
                  </a:extLst>
                </p14:cNvPr>
                <p14:cNvContentPartPr/>
                <p14:nvPr/>
              </p14:nvContentPartPr>
              <p14:xfrm>
                <a:off x="2937897" y="6009270"/>
                <a:ext cx="533520" cy="3222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37A21275-685D-EE0A-181E-4335D68E44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29257" y="6000630"/>
                  <a:ext cx="5511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E79026D2-E690-C856-E22C-7426D8BE3112}"/>
                    </a:ext>
                  </a:extLst>
                </p14:cNvPr>
                <p14:cNvContentPartPr/>
                <p14:nvPr/>
              </p14:nvContentPartPr>
              <p14:xfrm>
                <a:off x="2926737" y="6103950"/>
                <a:ext cx="159120" cy="720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E79026D2-E690-C856-E22C-7426D8BE31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17737" y="6094950"/>
                  <a:ext cx="17676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8D5CCBA-E51F-E161-EBC6-0A5DEEF9A0FA}"/>
              </a:ext>
            </a:extLst>
          </p:cNvPr>
          <p:cNvGrpSpPr/>
          <p:nvPr/>
        </p:nvGrpSpPr>
        <p:grpSpPr>
          <a:xfrm>
            <a:off x="3687057" y="6029790"/>
            <a:ext cx="1947600" cy="520560"/>
            <a:chOff x="3687057" y="6029790"/>
            <a:chExt cx="1947600" cy="5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25C8361-F12F-FB12-2D76-8BB5FF11ED89}"/>
                    </a:ext>
                  </a:extLst>
                </p14:cNvPr>
                <p14:cNvContentPartPr/>
                <p14:nvPr/>
              </p14:nvContentPartPr>
              <p14:xfrm>
                <a:off x="3687057" y="6029790"/>
                <a:ext cx="603720" cy="2962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25C8361-F12F-FB12-2D76-8BB5FF11ED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78057" y="6021150"/>
                  <a:ext cx="6213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9DE8C68E-FF9F-87D3-8823-ADC4E6D99B05}"/>
                    </a:ext>
                  </a:extLst>
                </p14:cNvPr>
                <p14:cNvContentPartPr/>
                <p14:nvPr/>
              </p14:nvContentPartPr>
              <p14:xfrm>
                <a:off x="4251537" y="6190710"/>
                <a:ext cx="658440" cy="1756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9DE8C68E-FF9F-87D3-8823-ADC4E6D99B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42897" y="6182070"/>
                  <a:ext cx="676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477F6E61-A8A8-856F-AB9F-167FBF4598AB}"/>
                    </a:ext>
                  </a:extLst>
                </p14:cNvPr>
                <p14:cNvContentPartPr/>
                <p14:nvPr/>
              </p14:nvContentPartPr>
              <p14:xfrm>
                <a:off x="4518657" y="6108630"/>
                <a:ext cx="16560" cy="259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477F6E61-A8A8-856F-AB9F-167FBF4598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09657" y="6099990"/>
                  <a:ext cx="34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5C67C7BA-2F55-693E-974E-A4B36FAD9E3A}"/>
                    </a:ext>
                  </a:extLst>
                </p14:cNvPr>
                <p14:cNvContentPartPr/>
                <p14:nvPr/>
              </p14:nvContentPartPr>
              <p14:xfrm>
                <a:off x="4781817" y="6173430"/>
                <a:ext cx="104040" cy="15624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5C67C7BA-2F55-693E-974E-A4B36FAD9E3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72817" y="6164430"/>
                  <a:ext cx="121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F1A5310-0323-6AC4-677E-260D35A31D1F}"/>
                    </a:ext>
                  </a:extLst>
                </p14:cNvPr>
                <p14:cNvContentPartPr/>
                <p14:nvPr/>
              </p14:nvContentPartPr>
              <p14:xfrm>
                <a:off x="5003577" y="6296910"/>
                <a:ext cx="18720" cy="54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F1A5310-0323-6AC4-677E-260D35A31D1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94577" y="6288270"/>
                  <a:ext cx="36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A23E72DE-7794-D72B-ACED-DC7FE0ACE013}"/>
                    </a:ext>
                  </a:extLst>
                </p14:cNvPr>
                <p14:cNvContentPartPr/>
                <p14:nvPr/>
              </p14:nvContentPartPr>
              <p14:xfrm>
                <a:off x="5063697" y="6232470"/>
                <a:ext cx="119160" cy="3178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A23E72DE-7794-D72B-ACED-DC7FE0ACE01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54697" y="6223830"/>
                  <a:ext cx="1368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140ECB36-F2B0-34B9-24E5-15BE98135539}"/>
                    </a:ext>
                  </a:extLst>
                </p14:cNvPr>
                <p14:cNvContentPartPr/>
                <p14:nvPr/>
              </p14:nvContentPartPr>
              <p14:xfrm>
                <a:off x="5119497" y="6152190"/>
                <a:ext cx="25200" cy="626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140ECB36-F2B0-34B9-24E5-15BE981355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10857" y="6143190"/>
                  <a:ext cx="42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063978B-1060-85DD-C6DD-56F1EE0C9475}"/>
                    </a:ext>
                  </a:extLst>
                </p14:cNvPr>
                <p14:cNvContentPartPr/>
                <p14:nvPr/>
              </p14:nvContentPartPr>
              <p14:xfrm>
                <a:off x="5169897" y="6186030"/>
                <a:ext cx="464760" cy="2754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063978B-1060-85DD-C6DD-56F1EE0C947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61257" y="6177390"/>
                  <a:ext cx="482400" cy="293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778" y="462343"/>
            <a:ext cx="2269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</a:t>
            </a:r>
            <a:r>
              <a:rPr spc="-50" dirty="0"/>
              <a:t>n</a:t>
            </a:r>
            <a:r>
              <a:rPr spc="-55" dirty="0"/>
              <a:t>t</a:t>
            </a:r>
            <a:r>
              <a:rPr spc="-5" dirty="0"/>
              <a:t>er</a:t>
            </a:r>
            <a:r>
              <a:rPr spc="-85" dirty="0"/>
              <a:t>f</a:t>
            </a:r>
            <a:r>
              <a:rPr spc="-5" dirty="0"/>
              <a:t>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045" y="1730398"/>
            <a:ext cx="6579870" cy="3682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interface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MessageWall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2300" marR="508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void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put(String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user,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msg);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boolean delete(String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user,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int index);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Message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getLast();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ts val="2400"/>
              </a:lnSpc>
            </a:pPr>
            <a:r>
              <a:rPr sz="2000" spc="-5" dirty="0">
                <a:latin typeface="Courier New"/>
                <a:cs typeface="Courier New"/>
              </a:rPr>
              <a:t>int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getNumber();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List&lt;Message&gt; getAllMessages();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Courier New"/>
              <a:cs typeface="Courier New"/>
            </a:endParaRPr>
          </a:p>
          <a:p>
            <a:pPr marL="622300" marR="2596515" indent="-610235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public interface </a:t>
            </a:r>
            <a:r>
              <a:rPr sz="2000" b="1" spc="-5" dirty="0">
                <a:latin typeface="Courier New"/>
                <a:cs typeface="Courier New"/>
              </a:rPr>
              <a:t>Message </a:t>
            </a:r>
            <a:r>
              <a:rPr sz="2000" spc="-5" dirty="0">
                <a:latin typeface="Courier New"/>
                <a:cs typeface="Courier New"/>
              </a:rPr>
              <a:t>{ </a:t>
            </a:r>
            <a:r>
              <a:rPr sz="2000" spc="-11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 getContent();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getOwner();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400"/>
              </a:lnSpc>
            </a:pPr>
            <a:r>
              <a:rPr sz="2000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A83F623-01F6-1B2A-D87F-7C29D43AD1E0}"/>
                  </a:ext>
                </a:extLst>
              </p14:cNvPr>
              <p14:cNvContentPartPr/>
              <p14:nvPr/>
            </p14:nvContentPartPr>
            <p14:xfrm>
              <a:off x="306657" y="1774230"/>
              <a:ext cx="148680" cy="38768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A83F623-01F6-1B2A-D87F-7C29D43AD1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657" y="1666230"/>
                <a:ext cx="256320" cy="409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778" y="462343"/>
            <a:ext cx="2269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</a:t>
            </a:r>
            <a:r>
              <a:rPr spc="-50" dirty="0"/>
              <a:t>n</a:t>
            </a:r>
            <a:r>
              <a:rPr spc="-55" dirty="0"/>
              <a:t>t</a:t>
            </a:r>
            <a:r>
              <a:rPr spc="-5" dirty="0"/>
              <a:t>er</a:t>
            </a:r>
            <a:r>
              <a:rPr spc="-85" dirty="0"/>
              <a:t>f</a:t>
            </a:r>
            <a:r>
              <a:rPr spc="-5" dirty="0"/>
              <a:t>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299" y="1730398"/>
            <a:ext cx="7647305" cy="3682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interface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RemoteLogin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UserAccess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connect(String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usr,</a:t>
            </a:r>
            <a:r>
              <a:rPr sz="2000" spc="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passwd);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Courier New"/>
              <a:cs typeface="Courier New"/>
            </a:endParaRPr>
          </a:p>
          <a:p>
            <a:pPr marL="622935" marR="3206750" indent="-61087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public interface </a:t>
            </a:r>
            <a:r>
              <a:rPr sz="2000" b="1" spc="-5" dirty="0">
                <a:latin typeface="Courier New"/>
                <a:cs typeface="Courier New"/>
              </a:rPr>
              <a:t>UserAccess </a:t>
            </a:r>
            <a:r>
              <a:rPr sz="2000" spc="-5" dirty="0">
                <a:latin typeface="Courier New"/>
                <a:cs typeface="Courier New"/>
              </a:rPr>
              <a:t>{ </a:t>
            </a:r>
            <a:r>
              <a:rPr sz="2000" spc="-11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12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getUser();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Message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getLast();</a:t>
            </a:r>
            <a:endParaRPr sz="2000">
              <a:latin typeface="Courier New"/>
              <a:cs typeface="Courier New"/>
            </a:endParaRPr>
          </a:p>
          <a:p>
            <a:pPr marL="622935">
              <a:lnSpc>
                <a:spcPts val="2400"/>
              </a:lnSpc>
            </a:pPr>
            <a:r>
              <a:rPr sz="2000" spc="-5" dirty="0">
                <a:latin typeface="Courier New"/>
                <a:cs typeface="Courier New"/>
              </a:rPr>
              <a:t>int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getNumber();</a:t>
            </a:r>
            <a:endParaRPr sz="2000">
              <a:latin typeface="Courier New"/>
              <a:cs typeface="Courier New"/>
            </a:endParaRPr>
          </a:p>
          <a:p>
            <a:pPr marL="622935" marR="3053715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void put(String msg);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boolean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delete(int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index);</a:t>
            </a:r>
            <a:endParaRPr sz="2000">
              <a:latin typeface="Courier New"/>
              <a:cs typeface="Courier New"/>
            </a:endParaRPr>
          </a:p>
          <a:p>
            <a:pPr marL="622935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List&lt;Message&gt; getAllMessages();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021AB848-FCD5-D26C-313B-065416D40FA8}"/>
                  </a:ext>
                </a:extLst>
              </p14:cNvPr>
              <p14:cNvContentPartPr/>
              <p14:nvPr/>
            </p14:nvContentPartPr>
            <p14:xfrm>
              <a:off x="663777" y="1898430"/>
              <a:ext cx="21600" cy="486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021AB848-FCD5-D26C-313B-065416D40F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137" y="1790790"/>
                <a:ext cx="129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80C5AFE-CA62-0E7F-96B8-08E3094BE890}"/>
                  </a:ext>
                </a:extLst>
              </p14:cNvPr>
              <p14:cNvContentPartPr/>
              <p14:nvPr/>
            </p14:nvContentPartPr>
            <p14:xfrm>
              <a:off x="454257" y="1782870"/>
              <a:ext cx="96480" cy="32770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80C5AFE-CA62-0E7F-96B8-08E3094BE8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617" y="1675230"/>
                <a:ext cx="204120" cy="349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5969" y="462343"/>
            <a:ext cx="40500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schema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classes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8087" y="2011362"/>
            <a:ext cx="5600700" cy="3702050"/>
            <a:chOff x="2528087" y="2011362"/>
            <a:chExt cx="5600700" cy="3702050"/>
          </a:xfrm>
        </p:grpSpPr>
        <p:sp>
          <p:nvSpPr>
            <p:cNvPr id="4" name="object 4"/>
            <p:cNvSpPr/>
            <p:nvPr/>
          </p:nvSpPr>
          <p:spPr>
            <a:xfrm>
              <a:off x="2532849" y="2016125"/>
              <a:ext cx="5591175" cy="3692525"/>
            </a:xfrm>
            <a:custGeom>
              <a:avLst/>
              <a:gdLst/>
              <a:ahLst/>
              <a:cxnLst/>
              <a:rect l="l" t="t" r="r" b="b"/>
              <a:pathLst>
                <a:path w="5591175" h="3692525">
                  <a:moveTo>
                    <a:pt x="5590628" y="0"/>
                  </a:moveTo>
                  <a:lnTo>
                    <a:pt x="0" y="0"/>
                  </a:lnTo>
                  <a:lnTo>
                    <a:pt x="0" y="3692525"/>
                  </a:lnTo>
                  <a:lnTo>
                    <a:pt x="5590628" y="3692525"/>
                  </a:lnTo>
                  <a:lnTo>
                    <a:pt x="5590628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2849" y="2016125"/>
              <a:ext cx="5591175" cy="3692525"/>
            </a:xfrm>
            <a:custGeom>
              <a:avLst/>
              <a:gdLst/>
              <a:ahLst/>
              <a:cxnLst/>
              <a:rect l="l" t="t" r="r" b="b"/>
              <a:pathLst>
                <a:path w="5591175" h="3692525">
                  <a:moveTo>
                    <a:pt x="0" y="0"/>
                  </a:moveTo>
                  <a:lnTo>
                    <a:pt x="5590628" y="0"/>
                  </a:lnTo>
                  <a:lnTo>
                    <a:pt x="5590628" y="3692525"/>
                  </a:lnTo>
                  <a:lnTo>
                    <a:pt x="0" y="3692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3868" y="226060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3868" y="226060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27783" y="2520441"/>
            <a:ext cx="3072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RemoteLogin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(application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scope)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69543" y="2724622"/>
            <a:ext cx="1470025" cy="1628775"/>
            <a:chOff x="3969543" y="2724622"/>
            <a:chExt cx="1470025" cy="1628775"/>
          </a:xfrm>
        </p:grpSpPr>
        <p:sp>
          <p:nvSpPr>
            <p:cNvPr id="10" name="object 10"/>
            <p:cNvSpPr/>
            <p:nvPr/>
          </p:nvSpPr>
          <p:spPr>
            <a:xfrm>
              <a:off x="3975893" y="2756801"/>
              <a:ext cx="156210" cy="52069"/>
            </a:xfrm>
            <a:custGeom>
              <a:avLst/>
              <a:gdLst/>
              <a:ahLst/>
              <a:cxnLst/>
              <a:rect l="l" t="t" r="r" b="b"/>
              <a:pathLst>
                <a:path w="156210" h="52069">
                  <a:moveTo>
                    <a:pt x="0" y="51485"/>
                  </a:moveTo>
                  <a:lnTo>
                    <a:pt x="15561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07482" y="2724622"/>
              <a:ext cx="84455" cy="72390"/>
            </a:xfrm>
            <a:custGeom>
              <a:avLst/>
              <a:gdLst/>
              <a:ahLst/>
              <a:cxnLst/>
              <a:rect l="l" t="t" r="r" b="b"/>
              <a:pathLst>
                <a:path w="84454" h="72389">
                  <a:moveTo>
                    <a:pt x="0" y="0"/>
                  </a:moveTo>
                  <a:lnTo>
                    <a:pt x="23939" y="72339"/>
                  </a:lnTo>
                  <a:lnTo>
                    <a:pt x="84315" y="1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83868" y="348456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83868" y="348456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27783" y="3744404"/>
            <a:ext cx="258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UserAccess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(session scope)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67806" y="3157537"/>
            <a:ext cx="2138680" cy="1987550"/>
            <a:chOff x="2767806" y="3157537"/>
            <a:chExt cx="2138680" cy="1987550"/>
          </a:xfrm>
        </p:grpSpPr>
        <p:sp>
          <p:nvSpPr>
            <p:cNvPr id="16" name="object 16"/>
            <p:cNvSpPr/>
            <p:nvPr/>
          </p:nvSpPr>
          <p:spPr>
            <a:xfrm>
              <a:off x="4859336" y="3168650"/>
              <a:ext cx="9525" cy="191135"/>
            </a:xfrm>
            <a:custGeom>
              <a:avLst/>
              <a:gdLst/>
              <a:ahLst/>
              <a:cxnLst/>
              <a:rect l="l" t="t" r="r" b="b"/>
              <a:pathLst>
                <a:path w="9525" h="191135">
                  <a:moveTo>
                    <a:pt x="4762" y="-6350"/>
                  </a:moveTo>
                  <a:lnTo>
                    <a:pt x="4762" y="196926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30177" y="3344644"/>
              <a:ext cx="76200" cy="78105"/>
            </a:xfrm>
            <a:custGeom>
              <a:avLst/>
              <a:gdLst/>
              <a:ahLst/>
              <a:cxnLst/>
              <a:rect l="l" t="t" r="r" b="b"/>
              <a:pathLst>
                <a:path w="76200" h="78104">
                  <a:moveTo>
                    <a:pt x="76111" y="0"/>
                  </a:moveTo>
                  <a:lnTo>
                    <a:pt x="0" y="3797"/>
                  </a:lnTo>
                  <a:lnTo>
                    <a:pt x="41859" y="78003"/>
                  </a:lnTo>
                  <a:lnTo>
                    <a:pt x="76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72568" y="4276725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72568" y="4276725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879883" y="4460367"/>
            <a:ext cx="903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Wall</a:t>
            </a:r>
            <a:r>
              <a:rPr sz="1800" spc="-5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ew  Servlet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94781" y="2543176"/>
            <a:ext cx="1160780" cy="873125"/>
            <a:chOff x="2694781" y="2543176"/>
            <a:chExt cx="1160780" cy="873125"/>
          </a:xfrm>
        </p:grpSpPr>
        <p:sp>
          <p:nvSpPr>
            <p:cNvPr id="22" name="object 22"/>
            <p:cNvSpPr/>
            <p:nvPr/>
          </p:nvSpPr>
          <p:spPr>
            <a:xfrm>
              <a:off x="2699543" y="2547938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99543" y="2547938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25908" y="2731579"/>
            <a:ext cx="9632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ll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  </a:t>
            </a:r>
            <a:r>
              <a:rPr sz="1800" spc="-5" dirty="0">
                <a:latin typeface="Calibri"/>
                <a:cs typeface="Calibri"/>
              </a:rPr>
              <a:t>Servlet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649" y="2703080"/>
            <a:ext cx="1123950" cy="495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805"/>
              </a:spcBef>
            </a:pPr>
            <a:r>
              <a:rPr sz="1800" spc="-5" dirty="0">
                <a:latin typeface="Calibri"/>
                <a:cs typeface="Calibri"/>
              </a:rPr>
              <a:t>Login.html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56556" y="2931675"/>
            <a:ext cx="6130925" cy="1974214"/>
            <a:chOff x="1656556" y="2931675"/>
            <a:chExt cx="6130925" cy="1974214"/>
          </a:xfrm>
        </p:grpSpPr>
        <p:sp>
          <p:nvSpPr>
            <p:cNvPr id="27" name="object 27"/>
            <p:cNvSpPr/>
            <p:nvPr/>
          </p:nvSpPr>
          <p:spPr>
            <a:xfrm>
              <a:off x="1662906" y="2969779"/>
              <a:ext cx="973455" cy="0"/>
            </a:xfrm>
            <a:custGeom>
              <a:avLst/>
              <a:gdLst/>
              <a:ahLst/>
              <a:cxnLst/>
              <a:rect l="l" t="t" r="r" b="b"/>
              <a:pathLst>
                <a:path w="973455">
                  <a:moveTo>
                    <a:pt x="0" y="0"/>
                  </a:moveTo>
                  <a:lnTo>
                    <a:pt x="9731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23346" y="29316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31409" y="40370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31409" y="40370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35523" y="4295267"/>
            <a:ext cx="1819275" cy="127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896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ess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Wall  </a:t>
            </a:r>
            <a:r>
              <a:rPr sz="1800" spc="-5" dirty="0">
                <a:latin typeface="Calibri"/>
                <a:cs typeface="Calibri"/>
              </a:rPr>
              <a:t>(application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scope)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spc="-5" dirty="0">
                <a:latin typeface="Calibri"/>
                <a:cs typeface="Calibri"/>
              </a:rPr>
              <a:t>Servlet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Container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67668" y="3198383"/>
            <a:ext cx="4800600" cy="1548765"/>
            <a:chOff x="1667668" y="3198383"/>
            <a:chExt cx="4800600" cy="1548765"/>
          </a:xfrm>
        </p:grpSpPr>
        <p:sp>
          <p:nvSpPr>
            <p:cNvPr id="33" name="object 33"/>
            <p:cNvSpPr/>
            <p:nvPr/>
          </p:nvSpPr>
          <p:spPr>
            <a:xfrm>
              <a:off x="5582443" y="4087812"/>
              <a:ext cx="825500" cy="242570"/>
            </a:xfrm>
            <a:custGeom>
              <a:avLst/>
              <a:gdLst/>
              <a:ahLst/>
              <a:cxnLst/>
              <a:rect l="l" t="t" r="r" b="b"/>
              <a:pathLst>
                <a:path w="825500" h="242570">
                  <a:moveTo>
                    <a:pt x="0" y="0"/>
                  </a:moveTo>
                  <a:lnTo>
                    <a:pt x="824903" y="24244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84418" y="4290119"/>
              <a:ext cx="84455" cy="73660"/>
            </a:xfrm>
            <a:custGeom>
              <a:avLst/>
              <a:gdLst/>
              <a:ahLst/>
              <a:cxnLst/>
              <a:rect l="l" t="t" r="r" b="b"/>
              <a:pathLst>
                <a:path w="84454" h="73660">
                  <a:moveTo>
                    <a:pt x="21488" y="0"/>
                  </a:moveTo>
                  <a:lnTo>
                    <a:pt x="0" y="73101"/>
                  </a:lnTo>
                  <a:lnTo>
                    <a:pt x="83845" y="58038"/>
                  </a:lnTo>
                  <a:lnTo>
                    <a:pt x="214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51993" y="3505200"/>
              <a:ext cx="29209" cy="591185"/>
            </a:xfrm>
            <a:custGeom>
              <a:avLst/>
              <a:gdLst/>
              <a:ahLst/>
              <a:cxnLst/>
              <a:rect l="l" t="t" r="r" b="b"/>
              <a:pathLst>
                <a:path w="29210" h="591185">
                  <a:moveTo>
                    <a:pt x="0" y="0"/>
                  </a:moveTo>
                  <a:lnTo>
                    <a:pt x="28676" y="59062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41996" y="4081293"/>
              <a:ext cx="76200" cy="78105"/>
            </a:xfrm>
            <a:custGeom>
              <a:avLst/>
              <a:gdLst/>
              <a:ahLst/>
              <a:cxnLst/>
              <a:rect l="l" t="t" r="r" b="b"/>
              <a:pathLst>
                <a:path w="76200" h="78104">
                  <a:moveTo>
                    <a:pt x="76111" y="0"/>
                  </a:moveTo>
                  <a:lnTo>
                    <a:pt x="0" y="3695"/>
                  </a:lnTo>
                  <a:lnTo>
                    <a:pt x="41744" y="77952"/>
                  </a:lnTo>
                  <a:lnTo>
                    <a:pt x="76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29843" y="3257550"/>
              <a:ext cx="400050" cy="292735"/>
            </a:xfrm>
            <a:custGeom>
              <a:avLst/>
              <a:gdLst/>
              <a:ahLst/>
              <a:cxnLst/>
              <a:rect l="l" t="t" r="r" b="b"/>
              <a:pathLst>
                <a:path w="400050" h="292735">
                  <a:moveTo>
                    <a:pt x="0" y="0"/>
                  </a:moveTo>
                  <a:lnTo>
                    <a:pt x="399618" y="29268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96712" y="3511985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45021" y="0"/>
                  </a:moveTo>
                  <a:lnTo>
                    <a:pt x="0" y="61468"/>
                  </a:lnTo>
                  <a:lnTo>
                    <a:pt x="83985" y="75768"/>
                  </a:lnTo>
                  <a:lnTo>
                    <a:pt x="450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74018" y="3230294"/>
              <a:ext cx="1018540" cy="592455"/>
            </a:xfrm>
            <a:custGeom>
              <a:avLst/>
              <a:gdLst/>
              <a:ahLst/>
              <a:cxnLst/>
              <a:rect l="l" t="t" r="r" b="b"/>
              <a:pathLst>
                <a:path w="1018539" h="592454">
                  <a:moveTo>
                    <a:pt x="0" y="591972"/>
                  </a:moveTo>
                  <a:lnTo>
                    <a:pt x="10182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62142" y="3198383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89" h="71754">
                  <a:moveTo>
                    <a:pt x="85026" y="0"/>
                  </a:moveTo>
                  <a:lnTo>
                    <a:pt x="0" y="5359"/>
                  </a:lnTo>
                  <a:lnTo>
                    <a:pt x="38303" y="71234"/>
                  </a:lnTo>
                  <a:lnTo>
                    <a:pt x="850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37522" y="4708523"/>
              <a:ext cx="975994" cy="0"/>
            </a:xfrm>
            <a:custGeom>
              <a:avLst/>
              <a:gdLst/>
              <a:ahLst/>
              <a:cxnLst/>
              <a:rect l="l" t="t" r="r" b="b"/>
              <a:pathLst>
                <a:path w="975994">
                  <a:moveTo>
                    <a:pt x="9755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74016" y="46704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69099" y="3604780"/>
            <a:ext cx="1123950" cy="495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955"/>
              </a:spcBef>
            </a:pP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80237" y="4460875"/>
            <a:ext cx="1123950" cy="495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869"/>
              </a:spcBef>
            </a:pPr>
            <a:r>
              <a:rPr sz="1800" spc="-5" dirty="0">
                <a:latin typeface="Calibri"/>
                <a:cs typeface="Calibri"/>
              </a:rPr>
              <a:t>Html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reply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89086" y="3091347"/>
            <a:ext cx="4229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26986D43-8A48-F04F-E878-902A20571574}"/>
                  </a:ext>
                </a:extLst>
              </p14:cNvPr>
              <p14:cNvContentPartPr/>
              <p14:nvPr/>
            </p14:nvContentPartPr>
            <p14:xfrm>
              <a:off x="263097" y="1762710"/>
              <a:ext cx="144360" cy="384732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26986D43-8A48-F04F-E878-902A20571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457" y="1655070"/>
                <a:ext cx="252000" cy="406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0336" y="462343"/>
            <a:ext cx="17221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P</a:t>
            </a:r>
            <a:r>
              <a:rPr spc="-5" dirty="0"/>
              <a:t>ac</a:t>
            </a:r>
            <a:r>
              <a:rPr spc="-155" dirty="0"/>
              <a:t>k</a:t>
            </a:r>
            <a:r>
              <a:rPr spc="-30" dirty="0"/>
              <a:t>e</a:t>
            </a:r>
            <a:r>
              <a:rPr spc="-5"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782"/>
            <a:ext cx="6075045" cy="42564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demo.spec: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1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Message.java,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MessageWall.java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5" dirty="0">
                <a:latin typeface="Calibri"/>
                <a:cs typeface="Calibri"/>
              </a:rPr>
              <a:t>RemoteLogin.java,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UserAccess.java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demo.impl: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1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MessageWall_and_RemoteLogin_Impl.java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Message_Impl.java, UserAccess_Impl.java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demo.web: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1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25" dirty="0">
                <a:latin typeface="Calibri"/>
                <a:cs typeface="Calibri"/>
              </a:rPr>
              <a:t>ContextListener.java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ControllerServlet.java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WallViewServlet.java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B949C82-83B9-5A30-2226-F971B55A974A}"/>
                  </a:ext>
                </a:extLst>
              </p14:cNvPr>
              <p14:cNvContentPartPr/>
              <p14:nvPr/>
            </p14:nvContentPartPr>
            <p14:xfrm>
              <a:off x="326457" y="1772790"/>
              <a:ext cx="231480" cy="38037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B949C82-83B9-5A30-2226-F971B55A97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817" y="1664790"/>
                <a:ext cx="339120" cy="401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1859" y="462343"/>
            <a:ext cx="12401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</a:t>
            </a:r>
            <a:r>
              <a:rPr spc="-5" dirty="0"/>
              <a:t>ogin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654" y="1340767"/>
            <a:ext cx="6080216" cy="48641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496" y="462343"/>
            <a:ext cx="22110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Wall</a:t>
            </a:r>
            <a:r>
              <a:rPr spc="-75" dirty="0"/>
              <a:t> </a:t>
            </a:r>
            <a:r>
              <a:rPr spc="-1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559" y="1340767"/>
            <a:ext cx="6080222" cy="48641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300" y="462343"/>
            <a:ext cx="25533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701675" algn="l"/>
              </a:tabLst>
            </a:pPr>
            <a:r>
              <a:rPr spc="-10" dirty="0"/>
              <a:t>1</a:t>
            </a:r>
            <a:r>
              <a:rPr sz="4350" spc="-15" baseline="24904" dirty="0"/>
              <a:t>st	</a:t>
            </a:r>
            <a:r>
              <a:rPr sz="4400" spc="-25" dirty="0"/>
              <a:t>Exercise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981315" cy="4219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1545590" indent="-342900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Review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initial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content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web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application: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MessageWall_exercise</a:t>
            </a:r>
            <a:endParaRPr sz="3200">
              <a:latin typeface="Calibri"/>
              <a:cs typeface="Calibri"/>
            </a:endParaRPr>
          </a:p>
          <a:p>
            <a:pPr marL="355600" marR="216535" indent="-342900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5" dirty="0">
                <a:latin typeface="Calibri"/>
                <a:cs typeface="Calibri"/>
              </a:rPr>
              <a:t> 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classes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package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demo.impl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java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class: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ControllerServlet</a:t>
            </a:r>
            <a:endParaRPr sz="3200">
              <a:latin typeface="Calibri"/>
              <a:cs typeface="Calibri"/>
            </a:endParaRPr>
          </a:p>
          <a:p>
            <a:pPr marL="354965" marR="5080" indent="-342900">
              <a:lnSpc>
                <a:spcPts val="346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-10" dirty="0">
                <a:latin typeface="Calibri"/>
                <a:cs typeface="Calibri"/>
              </a:rPr>
              <a:t>Hint</a:t>
            </a:r>
            <a:r>
              <a:rPr sz="3200" spc="-10" dirty="0">
                <a:latin typeface="Calibri"/>
                <a:cs typeface="Calibri"/>
              </a:rPr>
              <a:t>: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forward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action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made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ControllerServlet,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review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web.xml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it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specifies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servlet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mapping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when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forwarding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request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non-html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file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0AD0CAB-37A7-1BF5-BD10-5ACE6CCED8E2}"/>
                  </a:ext>
                </a:extLst>
              </p14:cNvPr>
              <p14:cNvContentPartPr/>
              <p14:nvPr/>
            </p14:nvContentPartPr>
            <p14:xfrm>
              <a:off x="685017" y="1665150"/>
              <a:ext cx="81360" cy="46483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0AD0CAB-37A7-1BF5-BD10-5ACE6CCED8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017" y="1557510"/>
                <a:ext cx="189000" cy="486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pc="10" dirty="0"/>
              <a:t>2</a:t>
            </a:r>
            <a:r>
              <a:rPr sz="4350" spc="15" baseline="24904" dirty="0"/>
              <a:t>nd</a:t>
            </a:r>
            <a:r>
              <a:rPr sz="4350" spc="345" baseline="24904" dirty="0"/>
              <a:t> </a:t>
            </a:r>
            <a:r>
              <a:rPr sz="4400" spc="-25" dirty="0"/>
              <a:t>Exercise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8020684" cy="37807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5080" indent="-342900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wallview.jsp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show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messages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posted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wall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same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attach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each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message’s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owner 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option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delete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message</a:t>
            </a:r>
            <a:endParaRPr sz="3200">
              <a:latin typeface="Calibri"/>
              <a:cs typeface="Calibri"/>
            </a:endParaRPr>
          </a:p>
          <a:p>
            <a:pPr marL="355600" marR="87630" indent="-343535">
              <a:lnSpc>
                <a:spcPts val="3460"/>
              </a:lnSpc>
              <a:spcBef>
                <a:spcPts val="7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Modify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ControllerServlet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show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new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view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instead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 old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one</a:t>
            </a:r>
            <a:endParaRPr sz="3200">
              <a:latin typeface="Calibri"/>
              <a:cs typeface="Calibri"/>
            </a:endParaRPr>
          </a:p>
          <a:p>
            <a:pPr marL="355600" marR="74295" indent="-342900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Add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minimal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login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functionality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using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hash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table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predefined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pairs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user/password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9053D3D-48FD-7128-3FB5-445AB448A686}"/>
                  </a:ext>
                </a:extLst>
              </p14:cNvPr>
              <p14:cNvContentPartPr/>
              <p14:nvPr/>
            </p14:nvContentPartPr>
            <p14:xfrm>
              <a:off x="755577" y="1576950"/>
              <a:ext cx="142920" cy="44316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9053D3D-48FD-7128-3FB5-445AB448A6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937" y="1468950"/>
                <a:ext cx="250560" cy="464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8586" y="462343"/>
            <a:ext cx="33064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new</a:t>
            </a:r>
            <a:r>
              <a:rPr spc="-30" dirty="0"/>
              <a:t> </a:t>
            </a:r>
            <a:r>
              <a:rPr spc="-40" dirty="0"/>
              <a:t>Wall</a:t>
            </a:r>
            <a:r>
              <a:rPr spc="-25" dirty="0"/>
              <a:t> </a:t>
            </a:r>
            <a:r>
              <a:rPr spc="-1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295" y="1484783"/>
            <a:ext cx="6502399" cy="4876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296" y="462343"/>
            <a:ext cx="18510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</a:t>
            </a:r>
            <a:r>
              <a:rPr spc="-125" dirty="0"/>
              <a:t>x</a:t>
            </a:r>
            <a:r>
              <a:rPr spc="-5" dirty="0"/>
              <a:t>e</a:t>
            </a:r>
            <a:r>
              <a:rPr spc="-70" dirty="0"/>
              <a:t>r</a:t>
            </a:r>
            <a:r>
              <a:rPr spc="-5" dirty="0"/>
              <a:t>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540"/>
            <a:ext cx="7947025" cy="194563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Add the </a:t>
            </a:r>
            <a:r>
              <a:rPr sz="3000" spc="-10" dirty="0">
                <a:latin typeface="Calibri"/>
                <a:cs typeface="Calibri"/>
              </a:rPr>
              <a:t>following </a:t>
            </a:r>
            <a:r>
              <a:rPr sz="3000" spc="-15" dirty="0">
                <a:latin typeface="Calibri"/>
                <a:cs typeface="Calibri"/>
              </a:rPr>
              <a:t>JavaScript </a:t>
            </a:r>
            <a:r>
              <a:rPr sz="3000" spc="-10" dirty="0">
                <a:latin typeface="Calibri"/>
                <a:cs typeface="Calibri"/>
              </a:rPr>
              <a:t>code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wallview.jsp </a:t>
            </a:r>
            <a:r>
              <a:rPr sz="3000" dirty="0">
                <a:latin typeface="Calibri"/>
                <a:cs typeface="Calibri"/>
              </a:rPr>
              <a:t>file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spc="-5" dirty="0">
                <a:latin typeface="Calibri"/>
                <a:cs typeface="Calibri"/>
              </a:rPr>
              <a:t>periodically </a:t>
            </a:r>
            <a:r>
              <a:rPr sz="3000" spc="-15" dirty="0">
                <a:latin typeface="Calibri"/>
                <a:cs typeface="Calibri"/>
              </a:rPr>
              <a:t>request </a:t>
            </a:r>
            <a:r>
              <a:rPr sz="3000" dirty="0">
                <a:latin typeface="Calibri"/>
                <a:cs typeface="Calibri"/>
              </a:rPr>
              <a:t>(polling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strategy)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spc="-5" dirty="0">
                <a:latin typeface="Calibri"/>
                <a:cs typeface="Calibri"/>
              </a:rPr>
              <a:t>new messages </a:t>
            </a:r>
            <a:r>
              <a:rPr sz="3000" dirty="0">
                <a:latin typeface="Calibri"/>
                <a:cs typeface="Calibri"/>
              </a:rPr>
              <a:t>on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wall, </a:t>
            </a:r>
            <a:r>
              <a:rPr sz="3000" spc="-5" dirty="0">
                <a:latin typeface="Calibri"/>
                <a:cs typeface="Calibri"/>
              </a:rPr>
              <a:t>without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having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spc="-10" dirty="0">
                <a:latin typeface="Calibri"/>
                <a:cs typeface="Calibri"/>
              </a:rPr>
              <a:t>press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20" dirty="0">
                <a:latin typeface="Calibri"/>
                <a:cs typeface="Calibri"/>
              </a:rPr>
              <a:t>refresh </a:t>
            </a:r>
            <a:r>
              <a:rPr sz="3000" spc="-15" dirty="0">
                <a:latin typeface="Calibri"/>
                <a:cs typeface="Calibri"/>
              </a:rPr>
              <a:t>button </a:t>
            </a:r>
            <a:r>
              <a:rPr sz="3000" spc="-10" dirty="0">
                <a:latin typeface="Calibri"/>
                <a:cs typeface="Calibri"/>
              </a:rPr>
              <a:t>(asynchronous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performance):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3909314"/>
            <a:ext cx="661479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latin typeface="Calibri"/>
                <a:cs typeface="Calibri"/>
              </a:rPr>
              <a:t>&lt;script&gt;</a:t>
            </a:r>
            <a:endParaRPr sz="1900">
              <a:latin typeface="Calibri"/>
              <a:cs typeface="Calibri"/>
            </a:endParaRPr>
          </a:p>
          <a:p>
            <a:pPr marL="469900" marR="2919730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setInterval(my_function, </a:t>
            </a:r>
            <a:r>
              <a:rPr sz="1900" dirty="0">
                <a:latin typeface="Calibri"/>
                <a:cs typeface="Calibri"/>
              </a:rPr>
              <a:t>10000);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function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my_function()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endParaRPr sz="1900">
              <a:latin typeface="Calibri"/>
              <a:cs typeface="Calibri"/>
            </a:endParaRPr>
          </a:p>
          <a:p>
            <a:pPr marL="794385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document.getElementsByName('refresh_button')[0].click();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10" dirty="0">
                <a:latin typeface="Calibri"/>
                <a:cs typeface="Calibri"/>
              </a:rPr>
              <a:t>&lt;/script&gt;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E5FBDB9B-6065-CB3B-B747-FBB40E0A169B}"/>
                  </a:ext>
                </a:extLst>
              </p14:cNvPr>
              <p14:cNvContentPartPr/>
              <p14:nvPr/>
            </p14:nvContentPartPr>
            <p14:xfrm>
              <a:off x="1192617" y="852990"/>
              <a:ext cx="143640" cy="28008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E5FBDB9B-6065-CB3B-B747-FBB40E0A16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3617" y="843990"/>
                <a:ext cx="161280" cy="29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upo 83">
            <a:extLst>
              <a:ext uri="{FF2B5EF4-FFF2-40B4-BE49-F238E27FC236}">
                <a16:creationId xmlns:a16="http://schemas.microsoft.com/office/drawing/2014/main" id="{D34E01C8-A594-2E70-5782-15DEFFF211F1}"/>
              </a:ext>
            </a:extLst>
          </p:cNvPr>
          <p:cNvGrpSpPr/>
          <p:nvPr/>
        </p:nvGrpSpPr>
        <p:grpSpPr>
          <a:xfrm>
            <a:off x="222057" y="253230"/>
            <a:ext cx="8758080" cy="1676880"/>
            <a:chOff x="222057" y="253230"/>
            <a:chExt cx="8758080" cy="167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BA254765-3517-ABEE-CFC4-20BA1538962E}"/>
                    </a:ext>
                  </a:extLst>
                </p14:cNvPr>
                <p14:cNvContentPartPr/>
                <p14:nvPr/>
              </p14:nvContentPartPr>
              <p14:xfrm>
                <a:off x="3773817" y="877470"/>
                <a:ext cx="857520" cy="34164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BA254765-3517-ABEE-CFC4-20BA1538962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65177" y="868830"/>
                  <a:ext cx="8751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7CC985C8-DAD5-CDED-9865-1A3E7F1E3102}"/>
                    </a:ext>
                  </a:extLst>
                </p14:cNvPr>
                <p14:cNvContentPartPr/>
                <p14:nvPr/>
              </p14:nvContentPartPr>
              <p14:xfrm>
                <a:off x="4345497" y="1082670"/>
                <a:ext cx="77400" cy="432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7CC985C8-DAD5-CDED-9865-1A3E7F1E31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36497" y="1074030"/>
                  <a:ext cx="95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4830FA4-4B49-7C24-1AB8-8DE9D626235C}"/>
                    </a:ext>
                  </a:extLst>
                </p14:cNvPr>
                <p14:cNvContentPartPr/>
                <p14:nvPr/>
              </p14:nvContentPartPr>
              <p14:xfrm>
                <a:off x="4934457" y="932910"/>
                <a:ext cx="254880" cy="3722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4830FA4-4B49-7C24-1AB8-8DE9D62623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25457" y="923910"/>
                  <a:ext cx="272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593B67E5-2111-7995-B259-55A10DF1AA56}"/>
                    </a:ext>
                  </a:extLst>
                </p14:cNvPr>
                <p14:cNvContentPartPr/>
                <p14:nvPr/>
              </p14:nvContentPartPr>
              <p14:xfrm>
                <a:off x="5255937" y="944430"/>
                <a:ext cx="284400" cy="2764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593B67E5-2111-7995-B259-55A10DF1AA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47297" y="935430"/>
                  <a:ext cx="3020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AA6EE6BB-A5DF-04ED-FF2E-548C437BDCBD}"/>
                    </a:ext>
                  </a:extLst>
                </p14:cNvPr>
                <p14:cNvContentPartPr/>
                <p14:nvPr/>
              </p14:nvContentPartPr>
              <p14:xfrm>
                <a:off x="5253057" y="1067910"/>
                <a:ext cx="157320" cy="118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AA6EE6BB-A5DF-04ED-FF2E-548C437BDC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44057" y="1059270"/>
                  <a:ext cx="174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11D5D296-52CA-7C74-F779-C4A3BCAA4936}"/>
                    </a:ext>
                  </a:extLst>
                </p14:cNvPr>
                <p14:cNvContentPartPr/>
                <p14:nvPr/>
              </p14:nvContentPartPr>
              <p14:xfrm>
                <a:off x="5691537" y="893670"/>
                <a:ext cx="861120" cy="28548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11D5D296-52CA-7C74-F779-C4A3BCAA49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82537" y="884670"/>
                  <a:ext cx="8787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4828496-5CB7-164D-FE0C-FFC865B8DD16}"/>
                    </a:ext>
                  </a:extLst>
                </p14:cNvPr>
                <p14:cNvContentPartPr/>
                <p14:nvPr/>
              </p14:nvContentPartPr>
              <p14:xfrm>
                <a:off x="6005817" y="935790"/>
                <a:ext cx="173880" cy="367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4828496-5CB7-164D-FE0C-FFC865B8DD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7177" y="926790"/>
                  <a:ext cx="1915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C4BF15D4-FFB1-AB98-1C08-3BAD1EA95595}"/>
                    </a:ext>
                  </a:extLst>
                </p14:cNvPr>
                <p14:cNvContentPartPr/>
                <p14:nvPr/>
              </p14:nvContentPartPr>
              <p14:xfrm>
                <a:off x="6683697" y="901230"/>
                <a:ext cx="121320" cy="2372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C4BF15D4-FFB1-AB98-1C08-3BAD1EA955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75057" y="892230"/>
                  <a:ext cx="1389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49703ABB-D61B-8936-E74B-BDDF251B0F26}"/>
                    </a:ext>
                  </a:extLst>
                </p14:cNvPr>
                <p14:cNvContentPartPr/>
                <p14:nvPr/>
              </p14:nvContentPartPr>
              <p14:xfrm>
                <a:off x="6806817" y="888990"/>
                <a:ext cx="705240" cy="2930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49703ABB-D61B-8936-E74B-BDDF251B0F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8177" y="879990"/>
                  <a:ext cx="7228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A218896F-64E3-0150-007D-6BAE5A55E2A4}"/>
                    </a:ext>
                  </a:extLst>
                </p14:cNvPr>
                <p14:cNvContentPartPr/>
                <p14:nvPr/>
              </p14:nvContentPartPr>
              <p14:xfrm>
                <a:off x="7449057" y="965310"/>
                <a:ext cx="131760" cy="151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A218896F-64E3-0150-007D-6BAE5A55E2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40417" y="956670"/>
                  <a:ext cx="149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2489B165-3956-1FD0-5F95-F26D1EA7A06D}"/>
                    </a:ext>
                  </a:extLst>
                </p14:cNvPr>
                <p14:cNvContentPartPr/>
                <p14:nvPr/>
              </p14:nvContentPartPr>
              <p14:xfrm>
                <a:off x="7662537" y="1207950"/>
                <a:ext cx="291960" cy="399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2489B165-3956-1FD0-5F95-F26D1EA7A0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3537" y="1199310"/>
                  <a:ext cx="309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7B6DB78-C980-F25C-8089-27D1E0D4FA1D}"/>
                    </a:ext>
                  </a:extLst>
                </p14:cNvPr>
                <p14:cNvContentPartPr/>
                <p14:nvPr/>
              </p14:nvContentPartPr>
              <p14:xfrm>
                <a:off x="7660737" y="1151430"/>
                <a:ext cx="80640" cy="2044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7B6DB78-C980-F25C-8089-27D1E0D4FA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51737" y="1142430"/>
                  <a:ext cx="98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9D18162F-223F-F3B6-EB08-F95E36679EA5}"/>
                    </a:ext>
                  </a:extLst>
                </p14:cNvPr>
                <p14:cNvContentPartPr/>
                <p14:nvPr/>
              </p14:nvContentPartPr>
              <p14:xfrm>
                <a:off x="8121897" y="1108950"/>
                <a:ext cx="168480" cy="2736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9D18162F-223F-F3B6-EB08-F95E36679E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13257" y="1100310"/>
                  <a:ext cx="186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6A2800ED-3D75-4779-5F05-5938D082C630}"/>
                    </a:ext>
                  </a:extLst>
                </p14:cNvPr>
                <p14:cNvContentPartPr/>
                <p14:nvPr/>
              </p14:nvContentPartPr>
              <p14:xfrm>
                <a:off x="8268777" y="1306230"/>
                <a:ext cx="158400" cy="1310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6A2800ED-3D75-4779-5F05-5938D082C6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59777" y="1297230"/>
                  <a:ext cx="176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E45D8D3-7437-6F54-DC2D-C7726A262232}"/>
                    </a:ext>
                  </a:extLst>
                </p14:cNvPr>
                <p14:cNvContentPartPr/>
                <p14:nvPr/>
              </p14:nvContentPartPr>
              <p14:xfrm>
                <a:off x="8499897" y="1163670"/>
                <a:ext cx="176400" cy="1850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E45D8D3-7437-6F54-DC2D-C7726A2622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91257" y="1154670"/>
                  <a:ext cx="194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C44589BC-A26B-2100-3F5B-CDAB550D8469}"/>
                    </a:ext>
                  </a:extLst>
                </p14:cNvPr>
                <p14:cNvContentPartPr/>
                <p14:nvPr/>
              </p14:nvContentPartPr>
              <p14:xfrm>
                <a:off x="8512857" y="1183830"/>
                <a:ext cx="124920" cy="712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C44589BC-A26B-2100-3F5B-CDAB550D84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503857" y="1175190"/>
                  <a:ext cx="142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35D402FB-EDA5-E865-4610-64543EA25709}"/>
                    </a:ext>
                  </a:extLst>
                </p14:cNvPr>
                <p14:cNvContentPartPr/>
                <p14:nvPr/>
              </p14:nvContentPartPr>
              <p14:xfrm>
                <a:off x="8492337" y="1113630"/>
                <a:ext cx="266040" cy="2062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35D402FB-EDA5-E865-4610-64543EA257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83697" y="1104990"/>
                  <a:ext cx="283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3392A96-0B99-00B6-5614-3D9CDC48EC70}"/>
                    </a:ext>
                  </a:extLst>
                </p14:cNvPr>
                <p14:cNvContentPartPr/>
                <p14:nvPr/>
              </p14:nvContentPartPr>
              <p14:xfrm>
                <a:off x="8682057" y="1187430"/>
                <a:ext cx="298080" cy="2174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3392A96-0B99-00B6-5614-3D9CDC48EC7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73417" y="1178430"/>
                  <a:ext cx="315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38419854-A1E7-6718-15B0-40178B70E6FF}"/>
                    </a:ext>
                  </a:extLst>
                </p14:cNvPr>
                <p14:cNvContentPartPr/>
                <p14:nvPr/>
              </p14:nvContentPartPr>
              <p14:xfrm>
                <a:off x="8900217" y="1160070"/>
                <a:ext cx="54720" cy="547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38419854-A1E7-6718-15B0-40178B70E6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91217" y="1151430"/>
                  <a:ext cx="72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6E12961-E692-0A11-0B5A-0A23553656BB}"/>
                    </a:ext>
                  </a:extLst>
                </p14:cNvPr>
                <p14:cNvContentPartPr/>
                <p14:nvPr/>
              </p14:nvContentPartPr>
              <p14:xfrm>
                <a:off x="239337" y="262950"/>
                <a:ext cx="111240" cy="2264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6E12961-E692-0A11-0B5A-0A23553656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0697" y="253950"/>
                  <a:ext cx="128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20C8855-F06C-E051-265E-16C8E367B845}"/>
                    </a:ext>
                  </a:extLst>
                </p14:cNvPr>
                <p14:cNvContentPartPr/>
                <p14:nvPr/>
              </p14:nvContentPartPr>
              <p14:xfrm>
                <a:off x="417177" y="399750"/>
                <a:ext cx="100080" cy="1188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20C8855-F06C-E051-265E-16C8E367B8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8537" y="391110"/>
                  <a:ext cx="117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47324BC-C590-A6F9-AF27-6BEDD74E28A0}"/>
                    </a:ext>
                  </a:extLst>
                </p14:cNvPr>
                <p14:cNvContentPartPr/>
                <p14:nvPr/>
              </p14:nvContentPartPr>
              <p14:xfrm>
                <a:off x="746217" y="359790"/>
                <a:ext cx="123840" cy="432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47324BC-C590-A6F9-AF27-6BEDD74E28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7577" y="350790"/>
                  <a:ext cx="141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E56BED18-0AFF-6A6E-97DF-0F77A76D951A}"/>
                    </a:ext>
                  </a:extLst>
                </p14:cNvPr>
                <p14:cNvContentPartPr/>
                <p14:nvPr/>
              </p14:nvContentPartPr>
              <p14:xfrm>
                <a:off x="1030977" y="271950"/>
                <a:ext cx="131400" cy="3286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E56BED18-0AFF-6A6E-97DF-0F77A76D951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1977" y="262950"/>
                  <a:ext cx="1490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5C87A71-EF4F-2D7F-6FAB-FDFA75A69639}"/>
                    </a:ext>
                  </a:extLst>
                </p14:cNvPr>
                <p14:cNvContentPartPr/>
                <p14:nvPr/>
              </p14:nvContentPartPr>
              <p14:xfrm>
                <a:off x="1286937" y="366990"/>
                <a:ext cx="511560" cy="2502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5C87A71-EF4F-2D7F-6FAB-FDFA75A696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77937" y="358350"/>
                  <a:ext cx="529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207C8AE5-BE35-4CE3-5830-329F231D454B}"/>
                    </a:ext>
                  </a:extLst>
                </p14:cNvPr>
                <p14:cNvContentPartPr/>
                <p14:nvPr/>
              </p14:nvContentPartPr>
              <p14:xfrm>
                <a:off x="1906497" y="330270"/>
                <a:ext cx="361080" cy="2793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207C8AE5-BE35-4CE3-5830-329F231D45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97497" y="321630"/>
                  <a:ext cx="378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3B44118E-A881-BE46-6A70-2537043D2DBA}"/>
                    </a:ext>
                  </a:extLst>
                </p14:cNvPr>
                <p14:cNvContentPartPr/>
                <p14:nvPr/>
              </p14:nvContentPartPr>
              <p14:xfrm>
                <a:off x="2483937" y="253230"/>
                <a:ext cx="463680" cy="3081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3B44118E-A881-BE46-6A70-2537043D2DB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74937" y="244590"/>
                  <a:ext cx="4813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0225802-7F47-9800-721C-8B2D5D8E5769}"/>
                    </a:ext>
                  </a:extLst>
                </p14:cNvPr>
                <p14:cNvContentPartPr/>
                <p14:nvPr/>
              </p14:nvContentPartPr>
              <p14:xfrm>
                <a:off x="2984697" y="501270"/>
                <a:ext cx="21600" cy="306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0225802-7F47-9800-721C-8B2D5D8E576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76057" y="492630"/>
                  <a:ext cx="39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18276F2B-D8D8-4401-FE9E-04CF1F6681C8}"/>
                    </a:ext>
                  </a:extLst>
                </p14:cNvPr>
                <p14:cNvContentPartPr/>
                <p14:nvPr/>
              </p14:nvContentPartPr>
              <p14:xfrm>
                <a:off x="3036177" y="272310"/>
                <a:ext cx="581040" cy="4276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18276F2B-D8D8-4401-FE9E-04CF1F6681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27537" y="263310"/>
                  <a:ext cx="5986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54249B13-6962-BA9A-F647-F6A5079B2FE7}"/>
                    </a:ext>
                  </a:extLst>
                </p14:cNvPr>
                <p14:cNvContentPartPr/>
                <p14:nvPr/>
              </p14:nvContentPartPr>
              <p14:xfrm>
                <a:off x="3154257" y="434310"/>
                <a:ext cx="19800" cy="46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54249B13-6962-BA9A-F647-F6A5079B2FE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45617" y="425310"/>
                  <a:ext cx="37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A398FC73-37C0-00FA-A466-208A97D763AF}"/>
                    </a:ext>
                  </a:extLst>
                </p14:cNvPr>
                <p14:cNvContentPartPr/>
                <p14:nvPr/>
              </p14:nvContentPartPr>
              <p14:xfrm>
                <a:off x="222057" y="745710"/>
                <a:ext cx="147960" cy="2556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A398FC73-37C0-00FA-A466-208A97D763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3417" y="736710"/>
                  <a:ext cx="165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25A1E16-7205-96BE-86DE-92486C405D9E}"/>
                    </a:ext>
                  </a:extLst>
                </p14:cNvPr>
                <p14:cNvContentPartPr/>
                <p14:nvPr/>
              </p14:nvContentPartPr>
              <p14:xfrm>
                <a:off x="443817" y="926430"/>
                <a:ext cx="122400" cy="1400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25A1E16-7205-96BE-86DE-92486C405D9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5177" y="917430"/>
                  <a:ext cx="140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E807595C-8EEB-6070-9009-868F2111BDFF}"/>
                    </a:ext>
                  </a:extLst>
                </p14:cNvPr>
                <p14:cNvContentPartPr/>
                <p14:nvPr/>
              </p14:nvContentPartPr>
              <p14:xfrm>
                <a:off x="690057" y="986550"/>
                <a:ext cx="195480" cy="799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E807595C-8EEB-6070-9009-868F2111BD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1057" y="977910"/>
                  <a:ext cx="213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FCE12A9A-0608-6414-F889-AD8D72FAF949}"/>
                    </a:ext>
                  </a:extLst>
                </p14:cNvPr>
                <p14:cNvContentPartPr/>
                <p14:nvPr/>
              </p14:nvContentPartPr>
              <p14:xfrm>
                <a:off x="1264617" y="1008870"/>
                <a:ext cx="1316520" cy="2790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FCE12A9A-0608-6414-F889-AD8D72FAF9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55617" y="999870"/>
                  <a:ext cx="1334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34D520A0-E928-0E61-D22E-53EA8E9D7412}"/>
                    </a:ext>
                  </a:extLst>
                </p14:cNvPr>
                <p14:cNvContentPartPr/>
                <p14:nvPr/>
              </p14:nvContentPartPr>
              <p14:xfrm>
                <a:off x="2356857" y="892230"/>
                <a:ext cx="1800" cy="93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34D520A0-E928-0E61-D22E-53EA8E9D74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48217" y="883590"/>
                  <a:ext cx="19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ACC3CE6-8D8B-DAC6-36CA-48C0DDC97EE8}"/>
                    </a:ext>
                  </a:extLst>
                </p14:cNvPr>
                <p14:cNvContentPartPr/>
                <p14:nvPr/>
              </p14:nvContentPartPr>
              <p14:xfrm>
                <a:off x="2494377" y="1029750"/>
                <a:ext cx="168480" cy="3722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ACC3CE6-8D8B-DAC6-36CA-48C0DDC97E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85377" y="1021110"/>
                  <a:ext cx="1861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443037B1-82E1-03D0-581D-148756FD4870}"/>
                    </a:ext>
                  </a:extLst>
                </p14:cNvPr>
                <p14:cNvContentPartPr/>
                <p14:nvPr/>
              </p14:nvContentPartPr>
              <p14:xfrm>
                <a:off x="2767617" y="928230"/>
                <a:ext cx="333000" cy="4204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443037B1-82E1-03D0-581D-148756FD48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58617" y="919590"/>
                  <a:ext cx="3506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1609EAD6-2463-6350-1643-070F459CBC26}"/>
                    </a:ext>
                  </a:extLst>
                </p14:cNvPr>
                <p14:cNvContentPartPr/>
                <p14:nvPr/>
              </p14:nvContentPartPr>
              <p14:xfrm>
                <a:off x="3232377" y="967110"/>
                <a:ext cx="293760" cy="2426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1609EAD6-2463-6350-1643-070F459CBC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23737" y="958470"/>
                  <a:ext cx="3114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0D5DF17-0BB5-D6CB-1ED5-8272055CFF6E}"/>
                    </a:ext>
                  </a:extLst>
                </p14:cNvPr>
                <p14:cNvContentPartPr/>
                <p14:nvPr/>
              </p14:nvContentPartPr>
              <p14:xfrm>
                <a:off x="3262617" y="1080150"/>
                <a:ext cx="74520" cy="82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0D5DF17-0BB5-D6CB-1ED5-8272055CFF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53617" y="1071510"/>
                  <a:ext cx="92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FA0E219-AC48-D466-43DE-5424DFE8ABB9}"/>
                    </a:ext>
                  </a:extLst>
                </p14:cNvPr>
                <p14:cNvContentPartPr/>
                <p14:nvPr/>
              </p14:nvContentPartPr>
              <p14:xfrm>
                <a:off x="257697" y="1403070"/>
                <a:ext cx="114840" cy="2408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FA0E219-AC48-D466-43DE-5424DFE8AB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9057" y="1394430"/>
                  <a:ext cx="132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2A44F612-3A89-FF79-A1BB-2C4CF9D48132}"/>
                    </a:ext>
                  </a:extLst>
                </p14:cNvPr>
                <p14:cNvContentPartPr/>
                <p14:nvPr/>
              </p14:nvContentPartPr>
              <p14:xfrm>
                <a:off x="463617" y="1591350"/>
                <a:ext cx="150120" cy="1641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2A44F612-3A89-FF79-A1BB-2C4CF9D4813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4977" y="1582350"/>
                  <a:ext cx="167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FB886FFF-2EB4-4D62-971D-E7FFA835A142}"/>
                    </a:ext>
                  </a:extLst>
                </p14:cNvPr>
                <p14:cNvContentPartPr/>
                <p14:nvPr/>
              </p14:nvContentPartPr>
              <p14:xfrm>
                <a:off x="832257" y="1634550"/>
                <a:ext cx="110160" cy="136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FB886FFF-2EB4-4D62-971D-E7FFA835A14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3617" y="1625910"/>
                  <a:ext cx="127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3D0DC2E-8C7F-BF70-B12E-01074D8F2B27}"/>
                    </a:ext>
                  </a:extLst>
                </p14:cNvPr>
                <p14:cNvContentPartPr/>
                <p14:nvPr/>
              </p14:nvContentPartPr>
              <p14:xfrm>
                <a:off x="1093617" y="1477950"/>
                <a:ext cx="122040" cy="2228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3D0DC2E-8C7F-BF70-B12E-01074D8F2B2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4977" y="1468950"/>
                  <a:ext cx="139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E0A1D4E-D4A4-3360-917B-D0D5FBC02726}"/>
                    </a:ext>
                  </a:extLst>
                </p14:cNvPr>
                <p14:cNvContentPartPr/>
                <p14:nvPr/>
              </p14:nvContentPartPr>
              <p14:xfrm>
                <a:off x="1239417" y="1462830"/>
                <a:ext cx="735840" cy="2757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E0A1D4E-D4A4-3360-917B-D0D5FBC0272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30417" y="1453830"/>
                  <a:ext cx="753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869E8606-EB9F-4910-7ED7-DB79906EAB21}"/>
                    </a:ext>
                  </a:extLst>
                </p14:cNvPr>
                <p14:cNvContentPartPr/>
                <p14:nvPr/>
              </p14:nvContentPartPr>
              <p14:xfrm>
                <a:off x="1896417" y="1649310"/>
                <a:ext cx="25560" cy="32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869E8606-EB9F-4910-7ED7-DB79906EAB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87777" y="1640670"/>
                  <a:ext cx="432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E5EDFF0D-9B86-936A-A082-D91433FE6852}"/>
                    </a:ext>
                  </a:extLst>
                </p14:cNvPr>
                <p14:cNvContentPartPr/>
                <p14:nvPr/>
              </p14:nvContentPartPr>
              <p14:xfrm>
                <a:off x="1680417" y="1632750"/>
                <a:ext cx="17640" cy="79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E5EDFF0D-9B86-936A-A082-D91433FE685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71777" y="1623750"/>
                  <a:ext cx="35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1170D3F3-F1E7-37E3-8096-388493EC0AAA}"/>
                    </a:ext>
                  </a:extLst>
                </p14:cNvPr>
                <p14:cNvContentPartPr/>
                <p14:nvPr/>
              </p14:nvContentPartPr>
              <p14:xfrm>
                <a:off x="2218977" y="1527270"/>
                <a:ext cx="271800" cy="2217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1170D3F3-F1E7-37E3-8096-388493EC0AA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10337" y="1518270"/>
                  <a:ext cx="289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BD5470DB-E524-3C4E-7558-99942DB2BD3B}"/>
                    </a:ext>
                  </a:extLst>
                </p14:cNvPr>
                <p14:cNvContentPartPr/>
                <p14:nvPr/>
              </p14:nvContentPartPr>
              <p14:xfrm>
                <a:off x="2459817" y="1612590"/>
                <a:ext cx="375120" cy="2390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BD5470DB-E524-3C4E-7558-99942DB2BD3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50817" y="1603950"/>
                  <a:ext cx="392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2905DD1-8218-BAE4-4311-63D01082DBA2}"/>
                    </a:ext>
                  </a:extLst>
                </p14:cNvPr>
                <p14:cNvContentPartPr/>
                <p14:nvPr/>
              </p14:nvContentPartPr>
              <p14:xfrm>
                <a:off x="2770137" y="1592070"/>
                <a:ext cx="224280" cy="2620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2905DD1-8218-BAE4-4311-63D01082DB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61137" y="1583430"/>
                  <a:ext cx="2419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8148372A-6138-FEA0-2367-ABAA5C85C38C}"/>
                    </a:ext>
                  </a:extLst>
                </p14:cNvPr>
                <p14:cNvContentPartPr/>
                <p14:nvPr/>
              </p14:nvContentPartPr>
              <p14:xfrm>
                <a:off x="3153177" y="1617630"/>
                <a:ext cx="729720" cy="2235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8148372A-6138-FEA0-2367-ABAA5C85C38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44537" y="1608990"/>
                  <a:ext cx="7473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6226BC8F-4DC1-0435-2405-8D703A2776DE}"/>
                    </a:ext>
                  </a:extLst>
                </p14:cNvPr>
                <p14:cNvContentPartPr/>
                <p14:nvPr/>
              </p14:nvContentPartPr>
              <p14:xfrm>
                <a:off x="3838617" y="1695750"/>
                <a:ext cx="96840" cy="126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6226BC8F-4DC1-0435-2405-8D703A2776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29617" y="1687110"/>
                  <a:ext cx="11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2A29A37E-A443-A34D-0042-08003F8264E8}"/>
                    </a:ext>
                  </a:extLst>
                </p14:cNvPr>
                <p14:cNvContentPartPr/>
                <p14:nvPr/>
              </p14:nvContentPartPr>
              <p14:xfrm>
                <a:off x="3975057" y="1665510"/>
                <a:ext cx="227520" cy="2646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2A29A37E-A443-A34D-0042-08003F8264E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66057" y="1656870"/>
                  <a:ext cx="245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06C2F8ED-3102-E752-89A1-42C179610A9E}"/>
                    </a:ext>
                  </a:extLst>
                </p14:cNvPr>
                <p14:cNvContentPartPr/>
                <p14:nvPr/>
              </p14:nvContentPartPr>
              <p14:xfrm>
                <a:off x="4182777" y="1754070"/>
                <a:ext cx="205560" cy="16272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06C2F8ED-3102-E752-89A1-42C179610A9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74137" y="1745070"/>
                  <a:ext cx="223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8ACE6C8-5248-0267-41D8-5E3ABCC613D1}"/>
                    </a:ext>
                  </a:extLst>
                </p14:cNvPr>
                <p14:cNvContentPartPr/>
                <p14:nvPr/>
              </p14:nvContentPartPr>
              <p14:xfrm>
                <a:off x="4575177" y="1507110"/>
                <a:ext cx="222840" cy="3592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8ACE6C8-5248-0267-41D8-5E3ABCC613D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66537" y="1498110"/>
                  <a:ext cx="24048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ACB01477-4C2C-5983-3D03-6569C1FFEBC3}"/>
              </a:ext>
            </a:extLst>
          </p:cNvPr>
          <p:cNvGrpSpPr/>
          <p:nvPr/>
        </p:nvGrpSpPr>
        <p:grpSpPr>
          <a:xfrm>
            <a:off x="4960017" y="1534470"/>
            <a:ext cx="1918440" cy="411840"/>
            <a:chOff x="4960017" y="1534470"/>
            <a:chExt cx="191844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497E22D4-72ED-5408-35DD-DB70DD343366}"/>
                    </a:ext>
                  </a:extLst>
                </p14:cNvPr>
                <p14:cNvContentPartPr/>
                <p14:nvPr/>
              </p14:nvContentPartPr>
              <p14:xfrm>
                <a:off x="4960017" y="1616190"/>
                <a:ext cx="250200" cy="1875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497E22D4-72ED-5408-35DD-DB70DD3433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51377" y="1607550"/>
                  <a:ext cx="267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41AE940-1C75-FE8A-57A7-07B64199C740}"/>
                    </a:ext>
                  </a:extLst>
                </p14:cNvPr>
                <p14:cNvContentPartPr/>
                <p14:nvPr/>
              </p14:nvContentPartPr>
              <p14:xfrm>
                <a:off x="5177457" y="1534470"/>
                <a:ext cx="957600" cy="2610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41AE940-1C75-FE8A-57A7-07B64199C7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68457" y="1525470"/>
                  <a:ext cx="975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3FA72D3-DAD5-30F3-EACD-AA8C08D43596}"/>
                    </a:ext>
                  </a:extLst>
                </p14:cNvPr>
                <p14:cNvContentPartPr/>
                <p14:nvPr/>
              </p14:nvContentPartPr>
              <p14:xfrm>
                <a:off x="5901777" y="1584870"/>
                <a:ext cx="34920" cy="46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3FA72D3-DAD5-30F3-EACD-AA8C08D4359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92777" y="1575870"/>
                  <a:ext cx="52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E5DE8047-015F-03F0-42A2-97E3343172C2}"/>
                    </a:ext>
                  </a:extLst>
                </p14:cNvPr>
                <p14:cNvContentPartPr/>
                <p14:nvPr/>
              </p14:nvContentPartPr>
              <p14:xfrm>
                <a:off x="6223257" y="1754070"/>
                <a:ext cx="360" cy="3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E5DE8047-015F-03F0-42A2-97E3343172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14617" y="1745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B8AD251-F6CE-BC61-F135-09AA8854E498}"/>
                    </a:ext>
                  </a:extLst>
                </p14:cNvPr>
                <p14:cNvContentPartPr/>
                <p14:nvPr/>
              </p14:nvContentPartPr>
              <p14:xfrm>
                <a:off x="6287697" y="1642470"/>
                <a:ext cx="307440" cy="3038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B8AD251-F6CE-BC61-F135-09AA8854E49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78697" y="1633830"/>
                  <a:ext cx="3250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81880D1B-1111-6C94-DCB8-3C5D5CFAD9F6}"/>
                    </a:ext>
                  </a:extLst>
                </p14:cNvPr>
                <p14:cNvContentPartPr/>
                <p14:nvPr/>
              </p14:nvContentPartPr>
              <p14:xfrm>
                <a:off x="6455097" y="1569030"/>
                <a:ext cx="423360" cy="2800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81880D1B-1111-6C94-DCB8-3C5D5CFAD9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46097" y="1560030"/>
                  <a:ext cx="441000" cy="297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2" name="CuadroTexto 91">
            <a:extLst>
              <a:ext uri="{FF2B5EF4-FFF2-40B4-BE49-F238E27FC236}">
                <a16:creationId xmlns:a16="http://schemas.microsoft.com/office/drawing/2014/main" id="{0FFCC7A2-E633-1C32-0A66-6A918982AF85}"/>
              </a:ext>
            </a:extLst>
          </p:cNvPr>
          <p:cNvSpPr txBox="1"/>
          <p:nvPr/>
        </p:nvSpPr>
        <p:spPr>
          <a:xfrm>
            <a:off x="690057" y="2743200"/>
            <a:ext cx="7578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Getlast</a:t>
            </a:r>
            <a:r>
              <a:rPr lang="en-GB" dirty="0"/>
              <a:t>, if there is no message we have to introduce a </a:t>
            </a:r>
            <a:r>
              <a:rPr lang="en-GB"/>
              <a:t>initial message.</a:t>
            </a:r>
          </a:p>
        </p:txBody>
      </p:sp>
    </p:spTree>
    <p:extLst>
      <p:ext uri="{BB962C8B-B14F-4D97-AF65-F5344CB8AC3E}">
        <p14:creationId xmlns:p14="http://schemas.microsoft.com/office/powerpoint/2010/main" val="3174100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455</Words>
  <Application>Microsoft Office PowerPoint</Application>
  <PresentationFormat>Presentación en pantalla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 MT</vt:lpstr>
      <vt:lpstr>Calibri</vt:lpstr>
      <vt:lpstr>Courier New</vt:lpstr>
      <vt:lpstr>Office Theme</vt:lpstr>
      <vt:lpstr>Message Wall service</vt:lpstr>
      <vt:lpstr>Implementation</vt:lpstr>
      <vt:lpstr>Interfaces</vt:lpstr>
      <vt:lpstr>Interfaces</vt:lpstr>
      <vt:lpstr>schema of classes</vt:lpstr>
      <vt:lpstr>Packets</vt:lpstr>
      <vt:lpstr>Login</vt:lpstr>
      <vt:lpstr>Wall view</vt:lpstr>
      <vt:lpstr>1st Exercise</vt:lpstr>
      <vt:lpstr>2nd Exercise</vt:lpstr>
      <vt:lpstr>new Wall view</vt:lpstr>
      <vt:lpstr>Exercise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 of messages</dc:title>
  <cp:lastModifiedBy>Sergi Salvà</cp:lastModifiedBy>
  <cp:revision>2</cp:revision>
  <dcterms:created xsi:type="dcterms:W3CDTF">2023-09-18T18:46:48Z</dcterms:created>
  <dcterms:modified xsi:type="dcterms:W3CDTF">2023-10-24T15:59:00Z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