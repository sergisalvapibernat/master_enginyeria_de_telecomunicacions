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1:12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7432 0 0,'0'0'0'0'0,"23"19"80"0"0,-15-16 240 0 0,6 0-264 0 0,-6-1 56 0 0,9 1 64 0 0,-9-6 160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1:14.9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1 275 7832 0 0,'5'-2'73'0'0,"100"-33"875"0"0,-99 31-767 0 0,10-4 934 0 0,5 7-963 0 0,41-7-1 0 0,-55 7-125 0 0,31-2 101 0 0,-34 4-110 0 0,1-1 0 0 0,0 0 0 0 0,0-1 1 0 0,0 1-1 0 0,0-1 0 0 0,-1 0 0 0 0,1 0 0 0 0,4-2 1 0 0,14-5 77 0 0,-1 1 0 0 0,1 2 0 0 0,0 0 0 0 0,0 1 0 0 0,1 1 0 0 0,-1 2 0 0 0,1 0 1 0 0,43 5-1 0 0,-33-4-7 0 0,-28 0-61 0 0,0-1-1 0 0,0 2 1 0 0,0-1 0 0 0,0 0-1 0 0,1 1 1 0 0,8 3-1 0 0,15 1 171 0 0,-26-5-155 0 0,0 0-1 0 0,0 1 1 0 0,0 0-1 0 0,0 0 1 0 0,0 0 0 0 0,0 0-1 0 0,7 4 1 0 0,63 32 434 0 0,-63-30-361 0 0,0-1 1 0 0,1 0 0 0 0,0-1-1 0 0,0 0 1 0 0,23 5 0 0 0,68 9 439 0 0,-44-13-361 0 0,-26-3-58 0 0,0 1-1 0 0,42 11 0 0 0,-58-11-13 0 0,0-1 0 0 0,33 2 1 0 0,-4 0 13 0 0,178 18 560 0 0,-99-12-378 0 0,-95-10-213 0 0,1-1-1 0 0,-1-2 0 0 0,53-9 1 0 0,-3 1 54 0 0,72-17 63 0 0,-95 15-156 0 0,-22 5-21 0 0,303-71 277 0 0,-176 43-185 0 0,-118 27-90 0 0,12 1 49 0 0,0 3-1 0 0,99 4 1 0 0,-50 2-3 0 0,303-8 144 0 0,-239 3-81 0 0,55-5 4 0 0,-26 2 119 0 0,-25-2-67 0 0,-19 0-11 0 0,-1 12-74 0 0,111-2 124 0 0,-51-11-43 0 0,-104 9-109 0 0,-3 2 64 0 0,-40-4-48 0 0,-35 2-55 0 0,0-2 0 0 0,48-8 0 0 0,-18 2 86 0 0,0 2 1 0 0,0 3-1 0 0,118 8 0 0 0,99 10 213 0 0,-254-14-342 0 0,190 2 239 0 0,-41-1-1 0 0,-5-4-7 0 0,-148 2-205 0 0,1 1 0 0 0,-1 1 0 0 0,0 1 0 0 0,0 1-1 0 0,26 8 1 0 0,-17-4 45 0 0,44 5 0 0 0,-45-9 44 0 0,52 12 0 0 0,31 10 76 0 0,-19-2-52 0 0,-57-17-101 0 0,37 15 0 0 0,-11-3 60 0 0,1-2 1 0 0,0-3-1 0 0,1-3 0 0 0,112 6 1 0 0,83-18 129 0 0,-113-18-101 0 0,-36 4-62 0 0,-21 4-19 0 0,-49 5-32 0 0,58-2 0 0 0,205-1 177 0 0,-104-12-109 0 0,-180 18-90 0 0,166-24 103 0 0,141-16 4 0 0,-71 35 5 0 0,-93 8-39 0 0,234-22 70 0 0,-180 1-70 0 0,-149 12-47 0 0,1 2 1 0 0,92 4 0 0 0,-37 1 3 0 0,-48-1-13 0 0,42-7 11 0 0,10 1 8 0 0,187 5 51 0 0,75 7-35 0 0,-329-4-38 0 0,88-11 1 0 0,-57 3-7 0 0,461-42 79 0 0,-163 38-18 0 0,-273 11-53 0 0,209 22 18 0 0,-191-7-21 0 0,184 33 20 0 0,-16-2-3 0 0,-86-17-24 0 0,-44-5-6 0 0,-39-4 3 0 0,55 4 0 0 0,126 21 28 0 0,-238-32-32 0 0,364 72 33 0 0,-28-4-10 0 0,245-2 16 0 0,-575-74-38 0 0,-9 1 2 0 0,95-7 1 0 0,185-35 20 0 0,190-12 1 0 0,-467 46-29 0 0,432-10 35 0 0,-387 17-24 0 0,-1 5 0 0 0,145 28 0 0 0,281 104 41 0 0,-389-100-24 0 0,2-7-1 0 0,199 17 1 0 0,-330-47-31 0 0,0 1 6 0 0,1-1 1 0 0,-1-2-1 0 0,47-3 1 0 0,-72 2-8 0 0,0 0 1 0 0,-1-1-1 0 0,0 1 1 0 0,1-1-1 0 0,-1 1 1 0 0,1-1-1 0 0,-1 1 1 0 0,1-1-1 0 0,-1 0 1 0 0,0 1-1 0 0,1-1 1 0 0,-1 0-1 0 0,0 0 1 0 0,0 0-1 0 0,0 0 1 0 0,0 0-1 0 0,0 0 1 0 0,0-1-1 0 0,0 1 1 0 0,1-2-1 0 0,4-7 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1:17.3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960 869 5120 0 0,'56'36'8502'0'0,"-49"-45"-8132"0"0,-5 7-207 0 0,-1 0 1 0 0,1-1-1 0 0,-1 1 1 0 0,1-1-1 0 0,-1 1 1 0 0,0-1-1 0 0,0 0 1 0 0,0 0-1 0 0,1-4 1 0 0,0-3 401 0 0,-1 10-557 0 0,-1 0 0 0 0,0-1 0 0 0,0 1 1 0 0,0 0-1 0 0,0-1 0 0 0,0 1 0 0 0,1 0 1 0 0,-1 0-1 0 0,0-1 0 0 0,0 1 1 0 0,0 0-1 0 0,0-1 0 0 0,0 1 0 0 0,0 0 1 0 0,0 0-1 0 0,0-1 0 0 0,0 1 1 0 0,0 0-1 0 0,0-1 0 0 0,0 1 0 0 0,0 0 1 0 0,0-1-1 0 0,0 1 0 0 0,-1 0 0 0 0,1 0 1 0 0,0-1-1 0 0,0 1 0 0 0,0 0 1 0 0,0 0-1 0 0,0-1 0 0 0,-1 1 0 0 0,1 0 1 0 0,0 0-1 0 0,0-1 0 0 0,0 1 1 0 0,-1 0-1 0 0,1 0 0 0 0,0 0 0 0 0,0 0 1 0 0,-1-1-1 0 0,1 1 0 0 0,0 0 0 0 0,-1 0 1 0 0,1 0-1 0 0,0 0 0 0 0,0 0 1 0 0,-1 0-1 0 0,1 0 0 0 0,0 0 0 0 0,-1 0 1 0 0,1 0-1 0 0,-23 1 47 0 0,8 1-83 0 0,12-2 1 0 0,14-10-1401 0 0,-5 5 1024 0 0,0 0 1 0 0,9-5 0 0 0,-14 10 339 0 0,0 0 0 0 0,0-1 1 0 0,0 1-1 0 0,0 0 0 0 0,0-1 1 0 0,0 1-1 0 0,0 0 0 0 0,1 0 1 0 0,-1 0-1 0 0,0 0 0 0 0,0 0 1 0 0,0 0-1 0 0,0 1 1 0 0,0-1-1 0 0,0 0 0 0 0,1 1 1 0 0,-1-1-1 0 0,0 0 0 0 0,0 1 1 0 0,0-1-1 0 0,0 1 0 0 0,0 0 1 0 0,1 0-1 0 0,26 22-114 0 0,-7-5 60 0 0,-11-11 75 0 0,1 0 0 0 0,-1-1 0 0 0,1-1 0 0 0,0 0 0 0 0,1 0 0 0 0,-1-1 0 0 0,1 0 0 0 0,0-1 0 0 0,0-1 1 0 0,20 3-1 0 0,8-3-28 0 0,0-1 0 0 0,-1-2 1 0 0,1-1-1 0 0,43-10 0 0 0,-21 3 0 0 0,97-4-1 0 0,-95 9 54 0 0,11 2 22 0 0,0 3 0 0 0,0 3 1 0 0,0 3-1 0 0,-1 4 0 0 0,-1 3 0 0 0,106 34 0 0 0,97 14 162 0 0,-251-58-157 0 0,34 3 146 0 0,1-2 1 0 0,85-5-1 0 0,10 1 90 0 0,-128 0-199 0 0,299 21 718 0 0,-241-13-486 0 0,145 35 0 0 0,-148-22-80 0 0,216 68 350 0 0,-241-70-392 0 0,1-4 0 0 0,0-1 0 0 0,1-3 0 0 0,0-3 0 0 0,108 3 0 0 0,-109-9-64 0 0,-13-1 114 0 0,71-4 1 0 0,83-26 195 0 0,-118 15-172 0 0,36 5 246 0 0,-7 2-192 0 0,160-14 709 0 0,-217 18-889 0 0,49-4 299 0 0,162-29 1 0 0,-33-22 132 0 0,87-15 166 0 0,-281 69-481 0 0,1 1-1 0 0,57 6 1 0 0,22-1 71 0 0,-90-3-239 0 0,73-7 220 0 0,-58 3-186 0 0,13-2 61 0 0,-41 2-107 0 0,-5 3 5 0 0,0-2 1 0 0,0 1-1 0 0,-1-1 1 0 0,1-1-1 0 0,12-6 1 0 0,-19 9-37 0 0,-1 1-1 0 0,1-1 1 0 0,0 0-1 0 0,-1 1 1 0 0,1 0 0 0 0,0-1-1 0 0,0 1 1 0 0,0 0 0 0 0,-1 0-1 0 0,1 0 1 0 0,3 0-1 0 0,-3 0 9 0 0,0 1 0 0 0,-1-1 0 0 0,1 0 0 0 0,0-1 0 0 0,0 1-1 0 0,0 0 1 0 0,0 0 0 0 0,-1-1 0 0 0,1 1 0 0 0,0-1 0 0 0,0 1 0 0 0,-1-1-1 0 0,3-1 1 0 0,-4 2 2 0 0,1-1-1 0 0,-1 1 1 0 0,1-1 0 0 0,-1 1-1 0 0,1 0 1 0 0,-1-1-1 0 0,1 1 1 0 0,-1-1-1 0 0,0 1 1 0 0,1-1 0 0 0,-1 0-1 0 0,0 1 1 0 0,1-1-1 0 0,-1 1 1 0 0,0-1-1 0 0,0 0 1 0 0,0 1 0 0 0,1-1-1 0 0,-1 1 1 0 0,0-1-1 0 0,0 0 1 0 0,0 1-1 0 0,0-1 1 0 0,0 0 0 0 0,0 1-1 0 0,0-1 1 0 0,0 0-1 0 0,-1 1 1 0 0,1-1-1 0 0,0 1 1 0 0,0-1-1 0 0,0 0 1 0 0,-1 1 0 0 0,1-1-1 0 0,0 1 1 0 0,-1-2-1 0 0,-21-24 104 0 0,4 4 22 0 0,14 14-119 0 0,-1 1 0 0 0,0 0-1 0 0,0 0 1 0 0,-1 1 0 0 0,0 0-1 0 0,0 0 1 0 0,0 0 0 0 0,-1 0 0 0 0,0 1-1 0 0,-12-7 1 0 0,-3 0 34 0 0,-1 2 1 0 0,-32-10 0 0 0,-2-1 21 0 0,32 12-37 0 0,0 1 0 0 0,0 2 0 0 0,-1 0 0 0 0,-41-4 0 0 0,-106-21 139 0 0,71 11-53 0 0,42 8-75 0 0,-59-8 56 0 0,-77 17 51 0 0,-15-1 10 0 0,0-22-36 0 0,148 15-92 0 0,-80-23 0 0 0,34 9 33 0 0,-73-15 2 0 0,-1-1-25 0 0,0-3 1 0 0,-67-9 4 0 0,118 27-32 0 0,17 8-2 0 0,-28-8-3 0 0,86 15-9 0 0,0 2-1 0 0,-74-1 1 0 0,-35-5 9 0 0,-69-6 11 0 0,27 3-5 0 0,-60-7 14 0 0,-199 2 27 0 0,396 22-59 0 0,-629 25 114 0 0,549-4-92 0 0,-149 40-1 0 0,53-9 9 0 0,129-23-5 0 0,-20 3-2 0 0,-236 18 93 0 0,311-40-112 0 0,-165 17 43 0 0,98-28 5 0 0,114 2-34 0 0,-1 0-1 0 0,1-1 1 0 0,0-1 0 0 0,-24-6 0 0 0,31 3 1 0 0,18 2 4 0 0,18 1-2 0 0,40-2-8 0 0,0-3-1 0 0,-1-3 1 0 0,123-35 0 0 0,-138 30-19 0 0,-21 6-1 0 0,1 1 0 0 0,52-7 0 0 0,43 2 5 0 0,184-10 9 0 0,61 40-4 0 0,-352-16-14 0 0,129 6 3 0 0,63 6 2 0 0,167 17 3 0 0,-316-28-6 0 0,0-4-1 0 0,-1-2 1 0 0,0-3 0 0 0,67-16-1 0 0,150-67-1 0 0,-149 44 0 0 0,-103 38 0 0 0,251-78-28 0 0,-219 72 19 0 0,1 3 0 0 0,118-7 1 0 0,162 18-32 0 0,-287 2 28 0 0,0 3 0 0 0,73 17 0 0 0,-1 0-58 0 0,-90-17 41 0 0,51 0 0 0 0,-76-5 20 0 0,0 0 0 0 0,-1-1 1 0 0,1 0-1 0 0,0 0 1 0 0,0-1-1 0 0,0 0 1 0 0,-1-1-1 0 0,1 1 1 0 0,-1-2-1 0 0,0 1 0 0 0,9-6 1 0 0,-16 9 4 0 0,-1-1 0 0 0,1 1-1 0 0,0-1 1 0 0,-1 1 0 0 0,1-1 0 0 0,-1 1 0 0 0,1-1-1 0 0,0 1 1 0 0,-1-1 0 0 0,1 0 0 0 0,-1 1 0 0 0,1-1 0 0 0,-1 0-1 0 0,0 1 1 0 0,1-1 0 0 0,-1 0 0 0 0,0 0 0 0 0,1 0-1 0 0,-1 1 1 0 0,0-1 0 0 0,0 0 0 0 0,0 0 0 0 0,0 0 0 0 0,0 1-1 0 0,0-1 1 0 0,0 0 0 0 0,0 0 0 0 0,0-1 0 0 0,-1 1-3 0 0,0-1 1 0 0,0 0 0 0 0,1 0 0 0 0,-2 1-1 0 0,1-1 1 0 0,0 0 0 0 0,0 1-1 0 0,0-1 1 0 0,-1 1 0 0 0,1 0 0 0 0,-3-3-1 0 0,-7-3-13 0 0,0-1 0 0 0,-23-10 0 0 0,27 15 16 0 0,-40-19-23 0 0,-9 0-4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1:19.1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12456 0 0,'15'17'73'0'0,"7"9"251"0"0,-4 1 113 0 0,-14-19-333 0 0,-1-1 0 0 0,0 0 0 0 0,0 1 0 0 0,3 9 0 0 0,2 29 293 0 0,-2 0 0 0 0,-2 0 0 0 0,-2 0 0 0 0,-2 0 0 0 0,-7 54 0 0 0,-25 162 482 0 0,19-150-882 0 0,6-70 0 0 0,2 0 0 0 0,2 1 0 0 0,3 45-1 0 0,2-56-17 0 0,1-1 0 0 0,16 60-1 0 0,-12-63-25 0 0,-1 1-1 0 0,3 52 0 0 0,2 12-34 0 0,-10-83 63 0 0,0 0 1 0 0,0 1-1 0 0,-1-1 0 0 0,-1 0 0 0 0,0 1 1 0 0,-4 18-1 0 0,-21 63-66 0 0,14-55 69 0 0,-2-8 2 0 0,11-25 12 0 0,0 1 1 0 0,1-1-1 0 0,-1 1 1 0 0,1 0-1 0 0,0 0 0 0 0,1 0 1 0 0,-1 0-1 0 0,1 0 0 0 0,0 0 1 0 0,0 1-1 0 0,1-1 0 0 0,-1 0 1 0 0,1 0-1 0 0,1 9 1 0 0,-2-9 0 0 0,4 23 3 0 0,-4-24 0 0 0,0 1-1 0 0,8 15 20 0 0,-6-17-15 0 0,-1-1 0 0 0,1 1 1 0 0,0-1-1 0 0,0 1 0 0 0,0-1 1 0 0,0 1-1 0 0,1-1 0 0 0,-1 1 1 0 0,1-1-1 0 0,-1 0 0 0 0,1 0 1 0 0,0 0-1 0 0,0 0 0 0 0,0 0 1 0 0,0 0-1 0 0,0-1 0 0 0,0 1 1 0 0,0-1-1 0 0,5 3 0 0 0,-3-3 3 0 0,-1 0 0 0 0,1 0 0 0 0,-1-1 0 0 0,1 0 0 0 0,-1 1 0 0 0,1-1-1 0 0,-1 0 1 0 0,1-1 0 0 0,-1 1 0 0 0,1-1 0 0 0,3 0 0 0 0,45-15 100 0 0,-16 4-70 0 0,39-3 124 0 0,110-8 1 0 0,-52 9-8 0 0,-33 5 50 0 0,160 6 0 0 0,-60 3 50 0 0,-10 0 93 0 0,38 10-67 0 0,-6 0 127 0 0,15-7-123 0 0,-52 1 29 0 0,-109-3-123 0 0,1 2 1 0 0,-1 4-1 0 0,144 33 0 0 0,-166-28-110 0 0,0-2 0 0 0,0-2-1 0 0,1-3 1 0 0,101-3-1 0 0,-44-10 86 0 0,146-30 0 0 0,-127 16 7 0 0,217-9 1 0 0,-151 42 96 0 0,-191-11-265 0 0,164 26 226 0 0,-126-19-152 0 0,-19-2-43 0 0,151 31 198 0 0,-156-32-195 0 0,-1-1 1 0 0,36 1-1 0 0,3 1 23 0 0,-30-2-12 0 0,48-3 0 0 0,-36 0 1 0 0,-19-2-15 0 0,0 0 1 0 0,-1-1 0 0 0,33-10 0 0 0,9-1 44 0 0,-18 9 36 0 0,81 0 0 0 0,-21 2 26 0 0,-5-8-21 0 0,-61 8-76 0 0,0-2 1 0 0,0-1 0 0 0,-1-2 0 0 0,44-15-1 0 0,-63 18-32 0 0,31-10 63 0 0,81-35 1 0 0,-104 37-57 0 0,0-1 0 0 0,-1-1 0 0 0,-1-1 0 0 0,35-30 0 0 0,-57 43-20 0 0,9-6 8 0 0,0 0-1 0 0,-1-1 0 0 0,0 0 1 0 0,-1-1-1 0 0,0 0 0 0 0,7-13 1 0 0,8-24 8 0 0,-2 0 0 0 0,25-84 0 0 0,-40 113-15 0 0,25-88-3 0 0,19-117 0 0 0,-42 183-4 0 0,-3 9-1 0 0,5-42-1 0 0,-9 64 6 0 0,-1 8-1 0 0,0-1 1 0 0,-1 1-1 0 0,1 0 0 0 0,-1-1 1 0 0,1 1-1 0 0,-1-1 1 0 0,0 1-1 0 0,0-1 1 0 0,0 1-1 0 0,0-1 1 0 0,-1 1-1 0 0,1 0 1 0 0,-2-6-1 0 0,-3-2-8 0 0,-2-1-4 0 0,4 7 3 0 0,0-1 0 0 0,0 1 0 0 0,0 0 0 0 0,-1 0 1 0 0,0 0-1 0 0,1 0 0 0 0,-10-6 0 0 0,11 9 8 0 0,-1 0 0 0 0,1 1 0 0 0,-1-1 0 0 0,1 1 0 0 0,-1 0 0 0 0,1-1 0 0 0,-1 1 0 0 0,0 0 0 0 0,1 0-1 0 0,-1 1 1 0 0,1-1 0 0 0,-4 1 0 0 0,-69 4-19 0 0,53-5 14 0 0,1 1 0 0 0,-1 1 0 0 0,-30 7 0 0 0,44-8 4 0 0,0 1 0 0 0,-1-1 0 0 0,1 0 0 0 0,0 0 0 0 0,0-1 0 0 0,-1 0 0 0 0,-14-3 0 0 0,-58-17-13 0 0,57 13 1 0 0,-37-6 1 0 0,7 5 7 0 0,0 3 0 0 0,0 2 0 0 0,-1 3 0 0 0,1 2 0 0 0,0 2 0 0 0,-84 18 1 0 0,-194 61-4 0 0,280-70 11 0 0,0-3-1 0 0,-1-1 0 0 0,0-3 0 0 0,-98-1 1 0 0,12-11 11 0 0,-77-7 6 0 0,-50-37 34 0 0,186 32-24 0 0,0 2 0 0 0,-164-8 0 0 0,-32 44 44 0 0,6 0 55 0 0,247-21-99 0 0,-1-1 1 0 0,1-1-1 0 0,-27-7 0 0 0,-48-19 214 0 0,98 29-239 0 0,-1 0 0 0 0,1 0 0 0 0,-1 0 0 0 0,1 0 0 0 0,-1 0 0 0 0,1 0 0 0 0,-1 0 1 0 0,1-1-1 0 0,-1 1 0 0 0,1 0 0 0 0,-1 0 0 0 0,1 0 0 0 0,-1 0 0 0 0,1-1 0 0 0,-1 1 1 0 0,1 0-1 0 0,-1-1 0 0 0,1 1 0 0 0,0 0 0 0 0,-1-1 0 0 0,1 1 0 0 0,0 0 1 0 0,-1-1-1 0 0,1 1 0 0 0,0-1 0 0 0,-1 1 0 0 0,1-1 0 0 0,0 1 0 0 0,0-1 0 0 0,-1 1 1 0 0,1-1-1 0 0,0 1 0 0 0,0-1 0 0 0,0 1 0 0 0,0-1 0 0 0,0 1 0 0 0,0-1 0 0 0,0 1 1 0 0,0-1-1 0 0,0 1 0 0 0,0-1 0 0 0,0 1 0 0 0,0-1 0 0 0,0 1 0 0 0,0-1 0 0 0,0 1 1 0 0,1-1-1 0 0,-1 1 0 0 0,0-1 0 0 0,0 1 0 0 0,1-1 0 0 0,-1 1 0 0 0,0 0 0 0 0,0-1 1 0 0,1 1-1 0 0,-1-1 0 0 0,1 0 0 0 0,19-19 72 0 0,-5 10-61 0 0,-1 0 1 0 0,1 1-1 0 0,1 1 1 0 0,-1 0-1 0 0,1 1 1 0 0,19-5-1 0 0,105-22 34 0 0,-47 13-13 0 0,-71 15-26 0 0,1 0 0 0 0,-1 2 0 0 0,1 1 0 0 0,26 0 0 0 0,-10 3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1:19.9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2108 101 15776 0 0,'-1'0'1'0'0,"-6"22"31"0"0,7-5 263 0 0,-1-16-265 0 0,1 0 1 0 0,0 0 0 0 0,0 0 0 0 0,-1 0 0 0 0,1 0 0 0 0,0-1 0 0 0,-1 1 0 0 0,1 0 0 0 0,-1 0-1 0 0,1 0 1 0 0,-1-1 0 0 0,1 1 0 0 0,-1 0 0 0 0,1 0 0 0 0,-1-1 0 0 0,0 1 0 0 0,0 0 0 0 0,1-1-1 0 0,-1 1 1 0 0,0-1 0 0 0,-1 1 0 0 0,-23 12 310 0 0,14-9-242 0 0,4 0-2 0 0,-1-1-1 0 0,-1 0 0 0 0,1-1 0 0 0,0 0 0 0 0,-1 0 1 0 0,1-1-1 0 0,-1 0 0 0 0,1 0 0 0 0,-16-1 0 0 0,-8-3 324 0 0,-40-8 0 0 0,27 4-355 0 0,-87-10 296 0 0,31 6-137 0 0,-177-45-1 0 0,222 39-199 0 0,-120-31-170 0 0,142 40 52 0 0,-1 2 0 0 0,0 2 0 0 0,-38-1 1 0 0,43 6-21 0 0,1 1 1 0 0,-1 2 0 0 0,1 1-1 0 0,-1 1 1 0 0,2 1 0 0 0,-1 2-1 0 0,-43 19 1 0 0,-153 81-428 0 0,192-92 343 0 0,-2-1 0 0 0,-42 13 0 0 0,54-22 95 0 0,-2-1 0 0 0,1-1-1 0 0,-37 3 1 0 0,-21 7-82 0 0,81-14 182 0 0,0-1 0 0 0,-1 1 0 0 0,1-1 0 0 0,0 0 1 0 0,0 1-1 0 0,0 0 0 0 0,0-1 0 0 0,0 1 0 0 0,-1 0 0 0 0,1 0 1 0 0,1-1-1 0 0,-1 1 0 0 0,0 0 0 0 0,0 0 0 0 0,-1 1 0 0 0,2 0 2 0 0,-1-1-1 0 0,0 1 0 0 0,1-1 0 0 0,0 1 0 0 0,-1-1 0 0 0,1 1 1 0 0,0-1-1 0 0,0 1 0 0 0,0-1 0 0 0,0 1 0 0 0,0-1 1 0 0,0 1-1 0 0,0-1 0 0 0,0 1 0 0 0,1-1 0 0 0,-1 1 0 0 0,1-1 1 0 0,-1 1-1 0 0,1-1 0 0 0,-1 0 0 0 0,1 1 0 0 0,0-1 0 0 0,0 0 1 0 0,0 1-1 0 0,0-1 0 0 0,2 2 0 0 0,1 2 2 0 0,0 0 0 0 0,0 0-1 0 0,1-1 1 0 0,0 1 0 0 0,0-1-1 0 0,0 0 1 0 0,0-1 0 0 0,1 1 0 0 0,-1-1-1 0 0,12 4 1 0 0,5 2 0 0 0,40 8 0 0 0,-21-7 0 0 0,80 20 8 0 0,184 19 0 0 0,61-29 17 0 0,-112-10-8 0 0,15-8-4 0 0,-132-5 2 0 0,165-6-5 0 0,-100-3-2 0 0,-24 0-1 0 0,9 2-6 0 0,-135 8-1 0 0,92-15 0 0 0,-130 15 0 0 0,0 1 0 0 0,0 0 0 0 0,0 1 0 0 0,0 1 0 0 0,17 2 0 0 0,-27-4 0 0 0,-3 1 0 0 0,0-1 0 0 0,-1 1 0 0 0,1 0 0 0 0,-1-1 0 0 0,1 1 0 0 0,0 0 0 0 0,0 0 0 0 0,-1-1 0 0 0,1 1 0 0 0,0 0 0 0 0,-1 0 0 0 0,1 0 0 0 0,0 0 0 0 0,0 0 0 0 0,-1 0 0 0 0,1 0 0 0 0,0 0 0 0 0,-1 0 0 0 0,1 1 0 0 0,0-1 0 0 0,-1 0 0 0 0,2 1 0 0 0,8 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3:45.9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6520 0 0,'20'1'19'0'0,"8"4"64"0"0,-23-3-64 0 0,0-1 0 0 0,-1 1 0 0 0,1 0 1 0 0,0 1-1 0 0,-1-1 0 0 0,1 1 0 0 0,-1 0 0 0 0,0 0 0 0 0,0 0 1 0 0,0 0-1 0 0,5 6 0 0 0,-8-7 199 0 0,-1 10 96 0 0,0-10-276 0 0,0 1-1 0 0,0-1 1 0 0,0 1 0 0 0,0 0 0 0 0,0-1 0 0 0,1 1 0 0 0,0-1 0 0 0,-1 0-1 0 0,1 1 1 0 0,0-1 0 0 0,0 1 0 0 0,0-1 0 0 0,0 0 0 0 0,0 0 0 0 0,1 0-1 0 0,-1 0 1 0 0,1 0 0 0 0,0 0 0 0 0,-1 0 0 0 0,1 0 0 0 0,0 0 0 0 0,0-1-1 0 0,3 3 1 0 0,1-1 42 0 0,1-1 0 0 0,0 1-1 0 0,-1-1 1 0 0,1 0-1 0 0,0 0 1 0 0,0-1-1 0 0,11 1 1 0 0,13 3 149 0 0,56 16-1 0 0,-71-17-190 0 0,1-2 1 0 0,-1 0-1 0 0,30 0 0 0 0,6 0 13 0 0,-25-1-17 0 0,41-3 0 0 0,-5-1 36 0 0,-37 3-34 0 0,6 0 15 0 0,0 0 0 0 0,1-2 1 0 0,50-10-1 0 0,213-48 490 0 0,-256 51-426 0 0,-19 4-46 0 0,0 1 1 0 0,23-2-1 0 0,244-12 915 0 0,-50-1-322 0 0,-76 4-316 0 0,-123 12-313 0 0,23-2 229 0 0,1 2-1 0 0,-1 3 1 0 0,66 9 0 0 0,-89-2-104 0 0,-2 2 1 0 0,0 2-1 0 0,0 2 1 0 0,-1 1-1 0 0,61 33 1 0 0,-50-27 26 0 0,1-1 1 0 0,74 17 0 0 0,-50-15-46 0 0,126 26 146 0 0,-113-29-71 0 0,-43-11-50 0 0,0-2 0 0 0,60-1 1 0 0,-52-2-38 0 0,208 11 268 0 0,-116 4-76 0 0,-118-16-274 0 0,70 4 219 0 0,147-12 0 0 0,74-18 171 0 0,-251 23-285 0 0,-1 4 0 0 0,123 17 0 0 0,32 36 97 0 0,13 2 132 0 0,-163-47-154 0 0,98 3-1 0 0,75 10 207 0 0,-42-2-186 0 0,-157-19-161 0 0,-1-2-1 0 0,78-9 1 0 0,-80 3-42 0 0,186-36 157 0 0,-137 20-106 0 0,148-36 132 0 0,-170 46-151 0 0,108-8 0 0 0,-72 20-17 0 0,127 16-1 0 0,-52-1-29 0 0,258 12 7 0 0,204 25 57 0 0,-365-25-35 0 0,363 49 236 0 0,-562-66-273 0 0,36 0 66 0 0,141-7-1 0 0,-149-4-33 0 0,137-14 93 0 0,-179 9-113 0 0,350-22 128 0 0,-257 37-128 0 0,-128-5-24 0 0,43 13-1 0 0,-51-9-6 0 0,-13-3 6 0 0,1-1-6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4:03.3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341 220 5320 0 0,'0'0'35'0'0,"3"-2"10"0"0,-1 1-36 0 0,0-1 0 0 0,0 1 1 0 0,0 0-1 0 0,0-1 0 0 0,0 1 0 0 0,-1-1 0 0 0,1 1 1 0 0,-1-1-1 0 0,1 0 0 0 0,-1 0 0 0 0,0 0 1 0 0,2-2-1 0 0,-2 1 23 0 0,7-9 507 0 0,-8 12-504 0 0,1 0 1 0 0,-1 0-1 0 0,0-1 1 0 0,0 1 0 0 0,0 0-1 0 0,0-1 1 0 0,0 1-1 0 0,0 0 1 0 0,0 0-1 0 0,1-1 1 0 0,-1 1 0 0 0,0 0-1 0 0,0-1 1 0 0,0 1-1 0 0,0 0 1 0 0,0 0 0 0 0,-3-5 640 0 0,3 5-641 0 0,-1-1 1 0 0,-13 2 617 0 0,12 0-591 0 0,-22 5 125 0 0,7 3-84 0 0,0 0 0 0 0,-1-2 0 0 0,0 0 0 0 0,0-2 0 0 0,0 1 0 0 0,-1-2 0 0 0,0-1 0 0 0,-37 2 0 0 0,54-5-71 0 0,-38 0 1158 0 0,39 0-1084 0 0,-3 1-54 0 0,1-1 1 0 0,0 1 0 0 0,-1 0 0 0 0,1-1 0 0 0,0 1 0 0 0,-1 1-1 0 0,1-1 1 0 0,0 0 0 0 0,0 1 0 0 0,0 0 0 0 0,0 0-1 0 0,0-1 1 0 0,0 2 0 0 0,1-1 0 0 0,-1 0 0 0 0,1 1 0 0 0,-1-1-1 0 0,-1 4 1 0 0,-4 2 128 0 0,6-6-109 0 0,-9 2 159 0 0,11-5-219 0 0,0 1 0 0 0,0 0 0 0 0,0 0 0 0 0,0-1 0 0 0,1 1 0 0 0,-1 0 0 0 0,0 0 0 0 0,0-1 0 0 0,0 1-1 0 0,0 0 1 0 0,0 0 0 0 0,0-1 0 0 0,0 1 0 0 0,0 0 0 0 0,0 0 0 0 0,0-1 0 0 0,0 1 0 0 0,0 0 0 0 0,0 0 0 0 0,0-1-1 0 0,0 1 1 0 0,0 0 0 0 0,-1 0 0 0 0,1 0 0 0 0,0-1 0 0 0,0 1 0 0 0,0 0 0 0 0,0 0 0 0 0,0-1 0 0 0,0 1 0 0 0,-1 0-1 0 0,1 0 1 0 0,0 0 0 0 0,0 0 0 0 0,0-1 0 0 0,-1 1 0 0 0,1 0 0 0 0,0 0 0 0 0,0 0 0 0 0,0 0 0 0 0,-1 0-1 0 0,1 0 1 0 0,0-1 0 0 0,0 1 0 0 0,-1 0 0 0 0,1 0 0 0 0,0 0 0 0 0,0 0 0 0 0,-1 0 0 0 0,1 0 0 0 0,0 0 0 0 0,0 0-1 0 0,-1 0 1 0 0,1 0 0 0 0,0 0 0 0 0,0 0 0 0 0,-1 1 0 0 0,1-1 0 0 0,0 0 0 0 0,0 0 0 0 0,-1 0 0 0 0,1 0 0 0 0,0 0-1 0 0,0 0 1 0 0,0 0 0 0 0,-1 1 0 0 0,1-1 0 0 0,0 0 0 0 0,0 1 0 0 0,0-4 59 0 0,-1 3-55 0 0,1 0 1 0 0,0-1-1 0 0,0 1 0 0 0,0-1 1 0 0,0 1-1 0 0,0-1 1 0 0,0 1-1 0 0,0-1 1 0 0,0 1-1 0 0,0-1 1 0 0,0 1-1 0 0,0-1 1 0 0,0 1-1 0 0,0-1 1 0 0,0 1-1 0 0,1-1 0 0 0,-1 1 1 0 0,0 0-1 0 0,0-1 1 0 0,0 1-1 0 0,1-1 1 0 0,-1 1-1 0 0,0 0 1 0 0,1-1-1 0 0,-1 1 1 0 0,0 0-1 0 0,1-1 1 0 0,-1 1-1 0 0,0 0 0 0 0,1-1 1 0 0,12-15 238 0 0,-9 14-234 0 0,-1 1 1 0 0,0-1-1 0 0,1 1 0 0 0,-1 0 1 0 0,1 0-1 0 0,0 0 1 0 0,-1 1-1 0 0,1-1 0 0 0,-1 1 1 0 0,8 0-1 0 0,25-4 135 0 0,119-43 568 0 0,-110 32-626 0 0,-25 8-3 0 0,0 1 0 0 0,37-6 1 0 0,-43 11-35 0 0,0 1-1 0 0,-1 0 1 0 0,1 1 0 0 0,-1 1 0 0 0,1 0 0 0 0,-1 1 0 0 0,23 8 0 0 0,10 1 66 0 0,-35-11-94 0 0,1 0-1 0 0,0 0 0 0 0,0-1 1 0 0,0-1-1 0 0,0 0 0 0 0,20-4 1 0 0,-8 1 36 0 0,65-14 89 0 0,13-2 52 0 0,-1-1 23 0 0,-61 15-142 0 0,29-3 101 0 0,29-4-19 0 0,-83 11-129 0 0,0 0-1 0 0,27-10 0 0 0,18-2 45 0 0,35-4 28 0 0,-49 9-17 0 0,50-4-1 0 0,45 9 82 0 0,-126 3-154 0 0,0 1 0 0 0,-1 1 0 0 0,1 1 0 0 0,24 5-1 0 0,9 1 26 0 0,13-1 7 0 0,-6-1 24 0 0,63 15 1 0 0,-98-16-50 0 0,0-2 0 0 0,0 0 1 0 0,1-2-1 0 0,-1 0 0 0 0,36-3 1 0 0,24 0 79 0 0,-54 3-50 0 0,1-2 0 0 0,50-7 0 0 0,-47 4 49 0 0,-1 2 0 0 0,1 1-1 0 0,0 1 1 0 0,-1 1 0 0 0,40 8-1 0 0,6-1 133 0 0,108 11 267 0 0,164 7 230 0 0,-271-24-424 0 0,0 4 1 0 0,113 23 0 0 0,145 53 78 0 0,-227-54-301 0 0,-33-11 45 0 0,0-3 1 0 0,107 7-1 0 0,403-12 138 0 0,-367-10-204 0 0,345-45 1 0 0,-441 31-69 0 0,18-5-15 0 0,51-6-6 0 0,119-1 15 0 0,325-22 0 0 0,-612 48 0 0 0,187-7 9 0 0,-166 9-7 0 0,1 2 1 0 0,76 14-1 0 0,11 8 1 0 0,43 9 2 0 0,-61-8-5 0 0,205 20 0 0 0,68 1 54 0 0,-296-35-45 0 0,-63-9-5 0 0,185 30 115 0 0,16-6 36 0 0,-109-16-5 0 0,-51-7-8 0 0,104-7-1 0 0,-40-1 7 0 0,137-5 34 0 0,66 1 94 0 0,-255 11-191 0 0,-1 4-1 0 0,119 25 1 0 0,-49-6 69 0 0,263 9 1 0 0,-106-33 36 0 0,-140-4-83 0 0,-23 2-69 0 0,164-22 0 0 0,244-75 17 0 0,-386 65-41 0 0,265-22 16 0 0,-194 30-27 0 0,114-10 8 0 0,-171 17-3 0 0,89 9-1 0 0,-121 6 0 0 0,3 6-1 0 0,-76-1-5 0 0,76 3 2 0 0,126 2 11 0 0,-194-9-9 0 0,111-17 0 0 0,114-16 13 0 0,18 22 51 0 0,-39 24-29 0 0,-63-2-18 0 0,347 15 80 0 0,-68-33 9 0 0,24-34-31 0 0,-411 28-58 0 0,-53 6-7 0 0,0 2 1 0 0,72 3-1 0 0,-10 13 24 0 0,192 40 0 0 0,-41-15 5 0 0,-91-15-24 0 0,30-2 5 0 0,-76-9 0 0 0,-43-1-16 0 0,363 21 41 0 0,-354-32-39 0 0,-1-6 0 0 0,115-23 0 0 0,-71 10-11 0 0,-125 18-1 0 0,31-7 0 0 0,-42 9 0 0 0,0 0 0 0 0,-11-6 0 0 0,-8 3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4:06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84 8432 0 0,'3'10'21'0'0,"1"8"22"0"0,-1-4 29 0 0,-3 11 143 0 0,-1-23-162 0 0,1 0 0 0 0,-1 0-1 0 0,1 0 1 0 0,0 0-1 0 0,0 0 1 0 0,0 0-1 0 0,0 0 1 0 0,0 0 0 0 0,0 0-1 0 0,1 0 1 0 0,1 5 257 0 0,-2-6-283 0 0,0 0 0 0 0,0 0 1 0 0,1-1-1 0 0,-1 1 0 0 0,0 0 1 0 0,1 0-1 0 0,-1 0 0 0 0,1 0 0 0 0,-1 0 1 0 0,0-1-1 0 0,1 1 0 0 0,0 0 1 0 0,-1 0-1 0 0,1-1 0 0 0,0 1 1 0 0,-1 0-1 0 0,1-1 0 0 0,0 1 0 0 0,-1-1 1 0 0,1 1-1 0 0,0-1 0 0 0,0 1 1 0 0,0-1-1 0 0,0 0 0 0 0,0 1 1 0 0,-1-1-1 0 0,1 0 0 0 0,2 1 0 0 0,32 7 493 0 0,-27-7-511 0 0,1 1 55 0 0,0-1 0 0 0,0-1 0 0 0,16 0 0 0 0,7 0 78 0 0,-8 0-9 0 0,0-1 0 0 0,31-5 0 0 0,-1 0 103 0 0,-23 4-112 0 0,0-2 1 0 0,0-1 0 0 0,-1-2-1 0 0,37-12 1 0 0,-33 8-18 0 0,1 3 0 0 0,39-6 0 0 0,35-8 12 0 0,3-1 8 0 0,-71 16-62 0 0,40-12 0 0 0,-52 12-35 0 0,-1 2 1 0 0,2 0-1 0 0,-1 2 0 0 0,43 1 1 0 0,13-1 24 0 0,-17 1 26 0 0,68 7 0 0 0,1 0 19 0 0,52 5 31 0 0,-80-5-47 0 0,33-1-1 0 0,32-11 76 0 0,205-16 147 0 0,-289 12-191 0 0,-29 2-23 0 0,0 3 1 0 0,116 3 0 0 0,-57 10 41 0 0,-31-2 3 0 0,99 18-1 0 0,95 7 389 0 0,-273-29-515 0 0,265 5 300 0 0,-54-2 51 0 0,-83-6-178 0 0,1 0 50 0 0,140 29 315 0 0,-68-3-25 0 0,7-5-251 0 0,83-8 185 0 0,-112-7-213 0 0,26-4 138 0 0,-4-3-136 0 0,-7 1 13 0 0,-97 3-84 0 0,-1-5 0 0 0,200-32 0 0 0,-174 17-9 0 0,72-16 126 0 0,-145 23-217 0 0,0 2 1 0 0,1 3-1 0 0,1 2 1 0 0,-1 3-1 0 0,105 10 1 0 0,-109-4 4 0 0,83-6-1 0 0,-42 0-19 0 0,-49 4-4 0 0,64 11 0 0 0,-65-5-4 0 0,64 0 0 0 0,569 48 361 0 0,-387-32-343 0 0,-205-18-59 0 0,330 7 108 0 0,-80 2-13 0 0,-113-7 20 0 0,-74-3-33 0 0,-1-8 1 0 0,152-21-1 0 0,14-5 12 0 0,-35 15 25 0 0,0 28 103 0 0,-56-1-94 0 0,-81-6-41 0 0,-58-1-10 0 0,99-7-1 0 0,9-4 36 0 0,-47 0-32 0 0,31-2 42 0 0,-119 3-87 0 0,15-3 8 0 0,81-8 33 0 0,-2 1-29 0 0,133-18 44 0 0,-236 28-81 0 0,112 1 51 0 0,41-2 22 0 0,-202 5-94 0 0,66 3 51 0 0,75 14 1 0 0,43 2 47 0 0,105-6 37 0 0,-60 8-48 0 0,-194-17-68 0 0,4 1-5 0 0,-13-3 3 0 0,-1 1 0 0 0,1 1 0 0 0,39 13 1 0 0,34 17 39 0 0,1-4 1 0 0,2-5 0 0 0,158 19-1 0 0,-216-40-28 0 0,0-2-1 0 0,83-5 0 0 0,94-24 42 0 0,-20 4-30 0 0,-24 3-12 0 0,50-9 8 0 0,-15-5-5 0 0,74-16-8 0 0,-147 28-8 0 0,-46 8-6 0 0,178-4 1 0 0,-97 8 0 0 0,90 22 34 0 0,-210-1-38 0 0,-44-8-5 0 0,0 0 0 0 0,1-1 1 0 0,16 1-1 0 0,-1-1 3 0 0,0 1 0 0 0,36 10 0 0 0,-37-8 1 0 0,0 0-1 0 0,49 3 1 0 0,-45-8 3 0 0,36-5-1 0 0,-5 1-8 0 0,-46 4 0 0 0,1-1 0 0 0,26-4 0 0 0,-16 0 8 0 0,-26 5-8 0 0,0 0 0 0 0,0 0 0 0 0,0 0 0 0 0,0 0 0 0 0,0 0 0 0 0,0 0 0 0 0,0 0 0 0 0,0 0 0 0 0,0 1 0 0 0,0-1 0 0 0,0 0 0 0 0,0 0 0 0 0,0 0 0 0 0,0 0 0 0 0,0 0 0 0 0,1 0 0 0 0,-1 0 0 0 0,0 0 0 0 0,0 0 0 0 0,0 1 0 0 0,0-1 0 0 0,0 0 0 0 0,0 0 0 0 0,0 0 0 0 0,0 0 0 0 0,0 0 0 0 0,0 0 0 0 0,0 0 0 0 0,0 0 0 0 0,1 0 0 0 0,-1 0 0 0 0,0 0 0 0 0,0 0 0 0 0,0 0 0 0 0,0 0 0 0 0,0 0 0 0 0,0 0 0 0 0,0 0 0 0 0,0 0 0 0 0,1 0 0 0 0,-9 5 0 0 0,-4-1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4:08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 8240 0 0,'0'0'4712'0'0,"4"1"-4199"0"0,0-1-415 0 0,1 0 1 0 0,0 0-1 0 0,-1 0 0 0 0,1 0 1 0 0,0 0-1 0 0,-1-1 0 0 0,1 0 1 0 0,-1 0-1 0 0,7-2 0 0 0,22-5 112 0 0,-11 5-144 0 0,1 0 1 0 0,-1 2-1 0 0,1 0 0 0 0,0 1 1 0 0,-1 2-1 0 0,1 0 0 0 0,-1 2 0 0 0,0 0 1 0 0,31 10-1 0 0,30 18-62 0 0,2-3 0 0 0,1-4 0 0 0,1-4 0 0 0,1-4 0 0 0,136 9 0 0 0,-200-25-6 0 0,477 23-108 0 0,-195 1 18 0 0,-124-7 40 0 0,87 20-4 0 0,-8-1 23 0 0,-112-22 19 0 0,177 13-20 0 0,-149-26 36 0 0,122 7 5 0 0,103 9 123 0 0,-198-13-56 0 0,-4-14 83 0 0,-134 3-91 0 0,70 3 0 0 0,194 3 241 0 0,-87-2-75 0 0,-151-6-85 0 0,0-3-1 0 0,117-30 1 0 0,-9 0 40 0 0,81-24 184 0 0,-224 46-240 0 0,0 3-1 0 0,1 3 0 0 0,92-11 1 0 0,-96 21-64 0 0,154-7 168 0 0,187-18 243 0 0,-340 20-407 0 0,71-6 83 0 0,37 2 39 0 0,-110 12-116 0 0,0 2 0 0 0,1 2-1 0 0,-1 3 1 0 0,-1 2 0 0 0,74 23-1 0 0,-37-7 70 0 0,114 17-1 0 0,-188-39-120 0 0,92 11 249 0 0,169 1 0 0 0,52 6 197 0 0,39 6-35 0 0,-293-27-299 0 0,1-2 1 0 0,128-22-1 0 0,50-31 79 0 0,73-14 125 0 0,-218 50-259 0 0,6-2 45 0 0,2 5 1 0 0,163-2-1 0 0,582 53 225 0 0,-710-27-288 0 0,183 16 133 0 0,-237-13-90 0 0,135 34 0 0 0,31 11 86 0 0,-163-36-141 0 0,364 60 286 0 0,-247-47-176 0 0,-7-7-38 0 0,-7-1 35 0 0,-10 14-5 0 0,-8 1 37 0 0,273 21-1 0 0,-401-58-166 0 0,122 4 61 0 0,-131-8-55 0 0,118-6 80 0 0,2 4-25 0 0,-9 0-1 0 0,-96-1-46 0 0,-11 1-1 0 0,52-9-1 0 0,-11-4 7 0 0,63-13 21 0 0,250-62 82 0 0,-229 53-92 0 0,-76 18-13 0 0,1 5 1 0 0,133-3-1 0 0,205 36 81 0 0,-340-11-85 0 0,148-9 0 0 0,-47 7-8 0 0,-50 1-4 0 0,-80-4-15 0 0,0 3 0 0 0,0 2 0 0 0,-1 4 0 0 0,100 28 0 0 0,-105-20-3 0 0,127 42 26 0 0,-186-57 3 0 0,-21-7-18 0 0,1 0-10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4:10.9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 8032 0 0,'10'4'430'0'0,"41"14"6684"0"0,-35 2-6921 0 0,-3-14-181 0 0,0-1 0 0 0,1 0 0 0 0,-1-1 0 0 0,1 0 0 0 0,0-1 0 0 0,0 0 0 0 0,0-1 0 0 0,0-1-1 0 0,0 0 1 0 0,24-2 0 0 0,13-4-35 0 0,79-18 0 0 0,-80 13 9 0 0,50-6-40 0 0,1 4 0 0 0,0 4 0 0 0,110 7 0 0 0,-42-2 28 0 0,78 12 12 0 0,-120 0 14 0 0,-18 1 0 0 0,3 7 0 0 0,59 1 9 0 0,121 4 30 0 0,-220-14-8 0 0,-53-4 37 0 0,39 1 1 0 0,123-4 213 0 0,28 10 142 0 0,-156-8 36 0 0,100 18 1 0 0,-33-3-161 0 0,-48-8-155 0 0,50 4 149 0 0,-63-11-197 0 0,63 0 257 0 0,183-36 777 0 0,-89 6-532 0 0,-29 0 138 0 0,36-3 30 0 0,-76 8-367 0 0,-49 5-30 0 0,7 0-110 0 0,44-5 234 0 0,-105 20-348 0 0,-1 2-1 0 0,1 3 0 0 0,55 9 1 0 0,239 57 274 0 0,-138-10-181 0 0,-147-42-181 0 0,279 87 302 0 0,-283-88-297 0 0,2-2 0 0 0,0-3 0 0 0,60 6 0 0 0,-54-10-25 0 0,-31-3-3 0 0,38 0 0 0 0,31 2 26 0 0,22 0 2 0 0,-60-6-31 0 0,33-3 32 0 0,55-10 19 0 0,-115 10-48 0 0,1 2-1 0 0,36 3 1 0 0,-25-1-2 0 0,12 0 15 0 0,0-4 1 0 0,-1-1-1 0 0,68-15 0 0 0,128-36 93 0 0,67-14 33 0 0,10 26-29 0 0,-4 30-26 0 0,255-16 105 0 0,-372 23-159 0 0,129-18 66 0 0,-160 20-38 0 0,77-3-21 0 0,-93-6-14 0 0,-117 8-32 0 0,-23 3-17 0 0,0 0 1 0 0,29 1-1 0 0,12 5 7 0 0,94 0 24 0 0,-130-4-34 0 0,-1 2-1 0 0,0 0 1 0 0,23 6-1 0 0,-13-3 6 0 0,430 73 83 0 0,-340-54-73 0 0,67 9 6 0 0,-161-30-27 0 0,38 4 16 0 0,69-2 0 0 0,223-13 26 0 0,-213 8-13 0 0,-72 1-17 0 0,84-9 1 0 0,43-14 13 0 0,-85 10-4 0 0,1 4-1 0 0,0 5 0 0 0,-1 5 0 0 0,1 5 0 0 0,116 23 0 0 0,-114-16 7 0 0,190-1-1 0 0,-168-10-17 0 0,-100-2-5 0 0,224 13 26 0 0,97 2 7 0 0,-318-15-34 0 0,1-3 2 0 0,56-8-1 0 0,-55 5 0 0 0,154-22 17 0 0,-129 18-15 0 0,-31 4-2 0 0,42 0 1 0 0,-50 5-4 0 0,123 4 12 0 0,50 3 2 0 0,-177-5-14 0 0,141 16 18 0 0,29 0 1 0 0,-95-11-15 0 0,131 3 2 0 0,20 2 0 0 0,31-8 1 0 0,-55-3-2 0 0,-144 0-7 0 0,153-18 0 0 0,14-1 0 0 0,85 25 0 0 0,-74-11 0 0 0,-73-2 0 0 0,-121 1 0 0 0,-52 3 0 0 0,1 0 0 0 0,32 2 0 0 0,-27 2 0 0 0,1-1 0 0 0,-1-2 0 0 0,37-3 0 0 0,-52 3 0 0 0,0 0 0 0 0,1 1 0 0 0,-1 1 0 0 0,0-1 0 0 0,1 1 0 0 0,-1 0 0 0 0,0 1 0 0 0,0 0 0 0 0,0 1 0 0 0,10 3 0 0 0,-8-1 0 0 0,-3 3 0 0 0,-11 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6:09.8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306 0 3912 0 0,'-16'18'1'0'0,"15"-16"-1"0"0,0 1 1 0 0,0 0 0 0 0,0-1-1 0 0,0 1 1 0 0,1 0 0 0 0,0 0-1 0 0,-1-1 1 0 0,1 1-1 0 0,0 4 1 0 0,0 1 1 0 0,-1-5 2 0 0,0 1-1 0 0,0 0 0 0 0,0-1 1 0 0,-1 1-1 0 0,1-1 0 0 0,-1 1 1 0 0,0-1-1 0 0,0 0 0 0 0,0 1 1 0 0,-1-1-1 0 0,1 0 0 0 0,-1-1 1 0 0,-4 6-1 0 0,-12 14 14 0 0,-22 25 52 0 0,31-37 29 0 0,2-1 1 0 0,-15 21 0 0 0,20-26-66 0 0,1 1 0 0 0,-1-1 0 0 0,1 1 0 0 0,0 0 0 0 0,1 0 0 0 0,-1 0 0 0 0,1 0-1 0 0,0 0 1 0 0,0 0 0 0 0,1 0 0 0 0,-1 6 0 0 0,-9 58 270 0 0,6-24 16 0 0,5-43-270 0 0,-1-1-36 0 0,0 1-1 0 0,0-1 1 0 0,0 1 0 0 0,1-1 0 0 0,-1 1-1 0 0,1-1 1 0 0,-1 1 0 0 0,1-1 0 0 0,-1 0-1 0 0,1 1 1 0 0,0-1 0 0 0,0 0 0 0 0,-1 1-1 0 0,1-1 1 0 0,0 0 0 0 0,0 0 0 0 0,2 1-1 0 0,4 9 29 0 0,-6-7-24 0 0,0 0-1 0 0,-1 0 0 0 0,0 0 0 0 0,1 0 0 0 0,-1 0 0 0 0,-1 0 0 0 0,0 5 0 0 0,0 24 103 0 0,3-14-75 0 0,-2-13-28 0 0,1-1 0 0 0,0 1 0 0 0,0-1 0 0 0,0 0 0 0 0,2 8 0 0 0,0-4 14 0 0,0 0-1 0 0,-1 1 1 0 0,-1 0-1 0 0,0-1 0 0 0,0 1 1 0 0,-2 19-1 0 0,3 20 33 0 0,27 106 172 0 0,-21-111-184 0 0,-4-27-22 0 0,-1 0 0 0 0,0 0 0 0 0,0 30 0 0 0,0-9 38 0 0,-1-33-49 0 0,-2 0-1 0 0,1 0 0 0 0,0 0 1 0 0,-1-1-1 0 0,0 1 1 0 0,0 0-1 0 0,0 0 1 0 0,-1 0-1 0 0,0 0 1 0 0,-1 6-1 0 0,-11 28 115 0 0,2 0 0 0 0,-8 49 0 0 0,0 3 21 0 0,-55 281 436 0 0,37 66 98 0 0,12-95-100 0 0,9 45 100 0 0,19-294-461 0 0,4 1 1 0 0,21 103-1 0 0,20 40 247 0 0,-27-130-293 0 0,54 254 258 0 0,-35-175-311 0 0,-15-66 44 0 0,62 187 0 0 0,-31-138-40 0 0,17 44 19 0 0,-46-144-87 0 0,33 144-1 0 0,-31-101-32 0 0,12 77 18 0 0,-22-93-31 0 0,7 32 4 0 0,51 220 146 0 0,13 62 30 0 0,-35-191 54 0 0,-30-133-131 0 0,14 100 0 0 0,-21-67-28 0 0,21 170 276 0 0,35 214 98 0 0,-57-417-289 0 0,4 0 0 0 0,43 116 0 0 0,-53-169-99 0 0,-5 0-3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14.5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0 308 9744 0 0,'7'0'145'0'0,"0"0"1"0"0,0 0-1 0 0,-1-1 1 0 0,1 0-1 0 0,0 0 0 0 0,-1 0 1 0 0,1-1-1 0 0,-1 0 1 0 0,1 0-1 0 0,7-5 1 0 0,-2 3 194 0 0,-1 0 1 0 0,1 1-1 0 0,0 0 1 0 0,0 0-1 0 0,0 2 1 0 0,16-2 0 0 0,-6 1-172 0 0,60-3 377 0 0,13-2 344 0 0,-49 2-680 0 0,0 2 0 0 0,0 2-1 0 0,0 2 1 0 0,52 8 0 0 0,-62-2-123 0 0,-28-5-64 0 0,1 0 0 0 0,-1-1 0 0 0,0 0 0 0 0,1 0 0 0 0,9-1 0 0 0,0 0 24 0 0,0 1-1 0 0,0 1 0 0 0,30 6 0 0 0,-31-4-17 0 0,-1-1 1 0 0,1-1-1 0 0,-1 0 0 0 0,27-2 0 0 0,100-7 128 0 0,-8-2-10 0 0,-123 8-134 0 0,0 0 0 0 0,0-1-1 0 0,0 0 1 0 0,12-5 0 0 0,23-4 32 0 0,129-15 123 0 0,-7 17 74 0 0,-158 9-216 0 0,0 1 0 0 0,0 1 0 0 0,0 0 0 0 0,-1 1 0 0 0,12 3 0 0 0,9 3 16 0 0,159 22 206 0 0,-63 7-115 0 0,-15-3 54 0 0,-66-26-101 0 0,0-2 0 0 0,0-2 0 0 0,63-1 0 0 0,-61 2-41 0 0,-41-4-34 0 0,0-1 0 0 0,0 0-1 0 0,0 0 1 0 0,1-1 0 0 0,11 0 0 0 0,51-1 74 0 0,-18 2-33 0 0,85 3 132 0 0,-82 2-96 0 0,-42-4-63 0 0,1-1 1 0 0,-1 0-1 0 0,0 0 0 0 0,1-1 1 0 0,16-3-1 0 0,264-63 351 0 0,-128 27-151 0 0,-146 35-201 0 0,142-16 208 0 0,108-9 22 0 0,-191 25-112 0 0,152-15 257 0 0,52-13-59 0 0,50-8 61 0 0,-90 12-102 0 0,-64 3-11 0 0,8 5-83 0 0,11 6 7 0 0,-146 11-152 0 0,0 3 1 0 0,0 2-1 0 0,54 9 0 0 0,11 0 74 0 0,37 12-18 0 0,-109-14-83 0 0,0-2 0 0 0,61 2 0 0 0,-35-9-11 0 0,129-5 40 0 0,17-17-45 0 0,43-3 0 0 0,46-8 6 0 0,-225 27-12 0 0,1 3-1 0 0,126 12 1 0 0,117 21 29 0 0,-198-24-32 0 0,-36-3 1 0 0,199-2 40 0 0,-46-2 9 0 0,-137 2-28 0 0,47 4 24 0 0,99 13 28 0 0,-112-9-25 0 0,-10-7 9 0 0,-77-3-39 0 0,52-5 30 0 0,-29 0 1 0 0,99-16 91 0 0,-45 3-66 0 0,-54 10-40 0 0,69-4 14 0 0,-62 4-21 0 0,-51 5-9 0 0,37 0 0 0 0,299-7 164 0 0,-288 8-129 0 0,135 0 79 0 0,-120 3-90 0 0,23 1-9 0 0,60 10 38 0 0,-118-8-53 0 0,-28-2-5 0 0,44 7 1 0 0,-9 1 4 0 0,17 2 10 0 0,163 31 76 0 0,-80-16-65 0 0,-134-20-40 0 0,71 15 24 0 0,80 32 40 0 0,-14 10-29 0 0,108 32 8 0 0,-240-88-43 0 0,0-1 0 0 0,54 0 0 0 0,-33-3-4 0 0,78-3 15 0 0,2 0-5 0 0,-12 2 0 0 0,-18-1-7 0 0,190-1 8 0 0,77-8-4 0 0,-113 8 3 0 0,-200 2-12 0 0,419 3 35 0 0,-48-29-10 0 0,-288 12-14 0 0,-28 2-1 0 0,197-8 33 0 0,35 4 32 0 0,-93 1-32 0 0,358 31 73 0 0,-234 13-12 0 0,-329-28-91 0 0,158 6 31 0 0,-176-7-26 0 0,-1 1 1 0 0,62 15 0 0 0,-82-15-11 0 0,56 16 20 0 0,0 3 0 0 0,80 37 0 0 0,65 22 81 0 0,-67-42-64 0 0,-96-26-25 0 0,19 3 21 0 0,20-9 36 0 0,-71-1 50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15.7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87 7736 0 0,'5'5'11'0'0,"-4"-2"-4"0"0,1-1 0 0 0,0 0 0 0 0,0 0 0 0 0,1 0 0 0 0,-1 0 1 0 0,0-1-1 0 0,1 1 0 0 0,2 1 0 0 0,-4-3-3 0 0,-1 1 1 0 0,1-1-1 0 0,0 0 1 0 0,0 0-1 0 0,0 0 1 0 0,0 0-1 0 0,-1 1 1 0 0,1-1-1 0 0,0 0 1 0 0,0-1-1 0 0,0 1 1 0 0,0 0-1 0 0,0 0 1 0 0,-1 0-1 0 0,1 0 1 0 0,0-1-1 0 0,0 1 1 0 0,0 0-1 0 0,-1-1 1 0 0,2 0-1 0 0,7-3 40 0 0,-1 1-1 0 0,1 0 1 0 0,-1 0 0 0 0,1 1-1 0 0,0 0 1 0 0,14-1-1 0 0,18-4 307 0 0,8-9 45 0 0,-35 11-317 0 0,0 0 0 0 0,0 1-1 0 0,1 1 1 0 0,-1 0-1 0 0,19-1 1 0 0,92-3 661 0 0,-105 5-655 0 0,-7 1-29 0 0,-1 0 0 0 0,1 1 0 0 0,16 1 0 0 0,-4 0 10 0 0,0-1 1 0 0,0-1 0 0 0,45-7 0 0 0,22-2 56 0 0,20 3 5 0 0,122 1 69 0 0,-210 7-174 0 0,1 1 1 0 0,-1 2-1 0 0,0 0 1 0 0,-1 1-1 0 0,1 2 1 0 0,-1 0-1 0 0,30 15 1 0 0,-29-8 32 0 0,-1 1 1 0 0,-1 0 0 0 0,0 2-1 0 0,32 33 1 0 0,-38-34 29 0 0,1 0-1 0 0,1-1 1 0 0,0-1 0 0 0,1-1 0 0 0,0 0 0 0 0,38 17 0 0 0,-54-29-64 0 0,0 0 0 0 0,0 0 1 0 0,0-1-1 0 0,-1 1 1 0 0,1-1-1 0 0,0 0 0 0 0,0 0 1 0 0,0 0-1 0 0,0 0 0 0 0,0 0 1 0 0,3-2-1 0 0,4 1 163 0 0,-8 1 104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18.0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1 272 10344 0 0,'12'-5'98'0'0,"-9"4"-39"0"0,0-1 1 0 0,0 1 0 0 0,0 0 0 0 0,0 1 0 0 0,0-1-1 0 0,0 0 1 0 0,0 1 0 0 0,0 0 0 0 0,4 0 0 0 0,17 12 493 0 0,-16-10-404 0 0,-1 1-1 0 0,0 0 1 0 0,0 0 0 0 0,0 1 0 0 0,0 0-1 0 0,-1 0 1 0 0,1 1 0 0 0,-1-1 0 0 0,7 8-1 0 0,29 19 429 0 0,-32-24-516 0 0,1-1-1 0 0,0 0 1 0 0,1-1 0 0 0,0 0 0 0 0,-1-1-1 0 0,1 0 1 0 0,1-1 0 0 0,17 3 0 0 0,100 6 88 0 0,33 1-70 0 0,22 1-62 0 0,-139-12-9 0 0,0 3 0 0 0,47 10 0 0 0,-49-6 2 0 0,0-3-1 0 0,68 2 1 0 0,229-39 30 0 0,-272 22-6 0 0,43 0 80 0 0,178 9 0 0 0,-168 4 40 0 0,122-12 1 0 0,152-61 182 0 0,-241 36-242 0 0,-91 21-45 0 0,3-2 78 0 0,128-11-1 0 0,59 5 304 0 0,-26-6-174 0 0,-27 1 35 0 0,-124 14-134 0 0,-1-5 1 0 0,0-2-1 0 0,96-38 0 0 0,-98 34 158 0 0,138-22 0 0 0,-177 38-186 0 0,20-4 145 0 0,56-1-1 0 0,-65 8-115 0 0,62 0 139 0 0,-28 7-183 0 0,-37-3 46 0 0,0 2 0 0 0,0 1 0 0 0,76 19 0 0 0,56 14 194 0 0,-9-3-34 0 0,-136-25-249 0 0,154 49 204 0 0,-73-23-160 0 0,7 11 1 0 0,20 9 37 0 0,193 143 254 0 0,-272-159-314 0 0,121 81 104 0 0,-161-108-162 0 0,1-2 0 0 0,0 0 0 0 0,1-1 0 0 0,0-1 0 0 0,0-1 0 0 0,1-1 0 0 0,0-1 0 0 0,25 3 0 0 0,28-1 104 0 0,78-1 0 0 0,-111-6-71 0 0,79 4 116 0 0,-20 0 31 0 0,135-12 0 0 0,-72-4-18 0 0,-131 9-129 0 0,48 1 0 0 0,-51 2-38 0 0,145 7 105 0 0,-33 10-39 0 0,-42-11-38 0 0,18 2 28 0 0,125-8-1 0 0,154-23 121 0 0,-330 19-174 0 0,-31 3 0 0 0,43-7 0 0 0,-46 4-3 0 0,34 0 0 0 0,-4 0 3 0 0,198 4 151 0 0,-148 4-101 0 0,-10-1-15 0 0,94-1 14 0 0,-60-7-11 0 0,141-11 33 0 0,103-19 0 0 0,-284 29-70 0 0,103 5 0 0 0,-85 3-11 0 0,287 17 43 0 0,-88-2-31 0 0,-55-25-17 0 0,2-1-9 0 0,-152 11-3 0 0,138 8 5 0 0,-121-1-1 0 0,0-5-1 0 0,1-6 1 0 0,223-33 0 0 0,84 1 12 0 0,-319 33-11 0 0,30 0 8 0 0,189-14 6 0 0,137-24 0 0 0,-366 36-11 0 0,118 13-1 0 0,-148-6-9 0 0,434 9 21 0 0,-304-11-11 0 0,-68 1-5 0 0,148-10 8 0 0,-118 3-11 0 0,-85 3-4 0 0,92-11-2 0 0,-112 6 0 0 0,0 2 0 0 0,88 6 0 0 0,-78 3 1 0 0,68 8 1 0 0,-120-10-1 0 0,0 1 0 0 0,0 1-1 0 0,-1 1 1 0 0,1 1-1 0 0,17 9 1 0 0,4-2 0 0 0,-32-11 5 0 0,0 0 0 0 0,1 0 0 0 0,-1 1 0 0 0,-1 0 0 0 0,1 1 0 0 0,9 6 0 0 0,-16-9 16 0 0,-1-1-14 0 0,2 5 5 0 0,-7-8-11 0 0,4 2-1 0 0,-10-3 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20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1 274 5624 0 0,'15'12'9370'0'0,"-11"19"-8757"0"0,-4-26-601 0 0,0-1 1 0 0,0 0 0 0 0,0 0 0 0 0,1 0-1 0 0,0 0 1 0 0,-1 0 0 0 0,2 0-1 0 0,-1 0 1 0 0,0 0 0 0 0,1 0-1 0 0,-1-1 1 0 0,1 1 0 0 0,0 0 0 0 0,0-1-1 0 0,1 0 1 0 0,-1 1 0 0 0,1-1-1 0 0,-1 0 1 0 0,1 0 0 0 0,0 0-1 0 0,4 2 1 0 0,-3-2-18 0 0,-2-2-8 0 0,0 1 1 0 0,0-1-1 0 0,0 0 1 0 0,0 0-1 0 0,0 0 1 0 0,0 0-1 0 0,0 0 1 0 0,0-1-1 0 0,0 1 1 0 0,1-1-1 0 0,-1 1 1 0 0,4-1-1 0 0,0 1-43 0 0,-2 1 11 0 0,0-1-1 0 0,1 0 1 0 0,-1 0-1 0 0,0 0 0 0 0,1-1 1 0 0,-1 0-1 0 0,9 0 1 0 0,8 1-77 0 0,21 4-260 0 0,-7-1 134 0 0,35 8-1 0 0,-56-9 199 0 0,1-1 0 0 0,0 0 0 0 0,0-1 1 0 0,-1-1-1 0 0,1 0 0 0 0,0-1 0 0 0,27-6 0 0 0,100-33-99 0 0,-135 38 142 0 0,145-61-105 0 0,-45 18 83 0 0,-93 39 28 0 0,15-6-5 0 0,0 2 1 0 0,59-13 0 0 0,-22 12 7 0 0,-20 2 6 0 0,0 2-1 0 0,1 2 1 0 0,0 2-1 0 0,51 3 1 0 0,66 9 67 0 0,-101-6-53 0 0,9-4 9 0 0,-46-1-5 0 0,0 2 0 0 0,27 3 0 0 0,-12 2 17 0 0,-17-2-12 0 0,1 0 0 0 0,28 9 0 0 0,3 1 22 0 0,-41-10-12 0 0,0 0 0 0 0,-1 1-1 0 0,24 10 1 0 0,31 14 172 0 0,129 33 0 0 0,-149-47-103 0 0,127 31 180 0 0,-138-37-202 0 0,-1-3 1 0 0,68 3-1 0 0,110 4 211 0 0,-203-11-281 0 0,130 19 400 0 0,-50-5-242 0 0,188 33 439 0 0,-206-30-395 0 0,1-3 0 0 0,0-4-1 0 0,86 2 1 0 0,-105-12-146 0 0,2 0 102 0 0,84-11-1 0 0,69-22 280 0 0,127-14 274 0 0,-176 47-214 0 0,-41 2-286 0 0,-72-3-143 0 0,0-3-1 0 0,0-2 0 0 0,0-2 1 0 0,-1-2-1 0 0,86-28 0 0 0,0-14 77 0 0,253-103 291 0 0,-347 137-373 0 0,2 2 1 0 0,0 2-1 0 0,86-15 0 0 0,25-9 170 0 0,150-12 46 0 0,-189 28-195 0 0,-21 3-37 0 0,-24 8-23 0 0,196-24 226 0 0,-80 23 72 0 0,238 17-1 0 0,-273 6-77 0 0,224 47 0 0 0,-198-30-101 0 0,61-2 29 0 0,-124-17-132 0 0,-23-4 36 0 0,125-8 0 0 0,-148-1-55 0 0,165 0 112 0 0,-153 7-106 0 0,-36-2 1 0 0,0 1 0 0 0,72 15-1 0 0,-74-10 0 0 0,0-2 1 0 0,75 1-1 0 0,-83-6-33 0 0,23-1 26 0 0,62-9-1 0 0,12 0 2 0 0,-31 1-17 0 0,5 0-9 0 0,-43 6 0 0 0,-30 1-5 0 0,33 2 0 0 0,217 33 23 0 0,-236-29-28 0 0,0-1-1 0 0,74-3 1 0 0,48 3 1 0 0,9 11-3 0 0,-100-4 0 0 0,125 35 0 0 0,-139-31 6 0 0,1-3 0 0 0,0-2 0 0 0,0-3-1 0 0,1-3 1 0 0,121-8 0 0 0,72-5 46 0 0,-127 17-24 0 0,-91-4-15 0 0,0-2 1 0 0,0-1-1 0 0,56-7 0 0 0,-32 0 2 0 0,-35 4-2 0 0,33-6-1 0 0,-7-3-2 0 0,98-25 20 0 0,-7-1 9 0 0,-102 25-22 0 0,81-12-1 0 0,-96 20-4 0 0,1 2 0 0 0,-1 1 0 0 0,1 1 0 0 0,-1 2-1 0 0,1 0 1 0 0,-1 2 0 0 0,54 15 0 0 0,-32-9 2 0 0,5 0-3 0 0,42 10 23 0 0,-33-2 6 0 0,-47-15-29 0 0,1 2 0 0 0,-1 0 1 0 0,32 15-1 0 0,83 60 78 0 0,-97-60-71 0 0,19 15 14 0 0,-20-13 6 0 0,-32-21-4 0 0,-18-7-18 0 0,-2-5-11 0 0,-3-1-4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24.8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4912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27.0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197 4 4512 0 0,'19'15'9'0'0,"-16"-12"29"0"0,-24 9 2 0 0,-9-2 6 0 0,26-7-28 0 0,-1-1 0 0 0,-1 0 0 0 0,1-1 0 0 0,0 1 0 0 0,-8 0 0 0 0,-34 12 89 0 0,24-7-32 0 0,18-4-3 0 0,-1 0 0 0 0,1 0 0 0 0,0 1 0 0 0,0 0 0 0 0,0 0 0 0 0,0 0 0 0 0,1 0-1 0 0,-8 9 1 0 0,11-10-121 0 0,0-2 103 0 0,0 0 1 0 0,1 0-1 0 0,-1 0 0 0 0,0 0 0 0 0,1 0 1 0 0,-1 0-1 0 0,1 0 0 0 0,-1 1 1 0 0,1-1-1 0 0,0 0 0 0 0,0 0 1 0 0,-1 0-1 0 0,1 1 0 0 0,0-1 1 0 0,0 0-1 0 0,0 0 0 0 0,0 3 0 0 0,1-3 52 0 0,10 3 139 0 0,20 0-78 0 0,0 0-1 0 0,0-2 1 0 0,48-3 0 0 0,81-18 426 0 0,-101 13-259 0 0,83-7 301 0 0,-28 4-178 0 0,21-1 101 0 0,-92 8-336 0 0,0-3 0 0 0,0-1-1 0 0,59-17 1 0 0,43-7 236 0 0,-100 24-342 0 0,-10 2 56 0 0,39-10 0 0 0,-57 10-99 0 0,1 1 0 0 0,0 1 0 0 0,0 1 0 0 0,1 0 0 0 0,27 3-1 0 0,-5 3 75 0 0,54 12-1 0 0,-72-10-79 0 0,46 19 1 0 0,-53-18 17 0 0,1-1 1 0 0,-1-1-1 0 0,2-1 1 0 0,-1 0-1 0 0,29 3 1 0 0,2-4 149 0 0,-1-2 1 0 0,2-2 0 0 0,-1-2-1 0 0,64-11 1 0 0,-88 9-72 0 0,0 2 0 0 0,0 0 0 0 0,0 1 0 0 0,0 2 0 0 0,0 0 0 0 0,-1 2 0 0 0,1 0 0 0 0,41 12 0 0 0,-26-4-3 0 0,26 7 402 0 0,1-2-1 0 0,109 10 0 0 0,-147-24-299 0 0,-8 0-106 0 0,1-1 0 0 0,-1 0 0 0 0,0-2 0 0 0,1 0 1 0 0,-1-2-1 0 0,23-4 0 0 0,-30 4-36 0 0,1 1 0 0 0,1 0 0 0 0,-1 1 0 0 0,0 1 0 0 0,28 3 0 0 0,5-1 135 0 0,-14 0-27 0 0,-25-2-186 0 0,0 1 1 0 0,1-1 0 0 0,-1 0 0 0 0,16-3 0 0 0,87-14 366 0 0,41-13 62 0 0,-117 21-359 0 0,-4 0 17 0 0,0 2-1 0 0,1 1 1 0 0,-1 1-1 0 0,52-1 1 0 0,17 1 245 0 0,-92 4-354 0 0,-1 1 0 0 0,1-1 0 0 0,-1 0 1 0 0,0 0-1 0 0,13-5 0 0 0,27-4 110 0 0,46 3 224 0 0,9-2-111 0 0,-48 5-67 0 0,63-1 117 0 0,-57 7-137 0 0,0 2 0 0 0,0 3 1 0 0,-1 3-1 0 0,65 19 0 0 0,-83-19-87 0 0,-1-2 0 0 0,1-2 0 0 0,0-2-1 0 0,1-2 1 0 0,70-4 0 0 0,-71-1-22 0 0,-15 1-3 0 0,0 1 0 0 0,1 1-1 0 0,-1 1 1 0 0,37 7 0 0 0,40 5 75 0 0,-51-7-5 0 0,102 0 1 0 0,-30-3-4 0 0,-4-3 5 0 0,39 0 80 0 0,202 7 205 0 0,-306-10-344 0 0,-32 0 15 0 0,40 2 0 0 0,44 9 69 0 0,179 36 0 0 0,-212-29-74 0 0,1-3 0 0 0,106 3 0 0 0,-154-13-55 0 0,0-1 15 0 0,0-1 0 0 0,32-3 0 0 0,106-9 64 0 0,122 18 85 0 0,-185 1-55 0 0,157-12 0 0 0,-235 2-114 0 0,260-19 76 0 0,-206 19-39 0 0,128 13 1 0 0,23 31 32 0 0,-34-5-14 0 0,-99-22-44 0 0,116 13 75 0 0,470-13 42 0 0,-400-31-66 0 0,144 0 17 0 0,215 52 48 0 0,-446-16-89 0 0,-87 0-17 0 0,-40-5-20 0 0,291 52 30 0 0,-240-44-24 0 0,-45-7 2 0 0,95 7 0 0 0,46 0 20 0 0,-136-5-6 0 0,32 6-1 0 0,-18-9-22 0 0,-21-2 10 0 0,1-4-1 0 0,142 0 0 0 0,-45-27 40 0 0,198-48 0 0 0,-148 24-31 0 0,111 3 16 0 0,-100 16-5 0 0,-37-12-11 0 0,-74 11-13 0 0,439-54 89 0 0,-495 73-92 0 0,133-4 18 0 0,171 9 52 0 0,-179-14-48 0 0,-71 3 1 0 0,176 7 1 0 0,-244 8-30 0 0,0 2 1 0 0,79 20 0 0 0,-97-16-2 0 0,-1 2 0 0 0,0 1 1 0 0,0 1-1 0 0,-2 2 0 0 0,46 29 0 0 0,-74-44-3 0 0,-1 1-1 0 0,0-1 0 0 0,1 0 0 0 0,-1 0 0 0 0,0 0 0 0 0,0 0 0 0 0,1 1 0 0 0,-1-1 0 0 0,0 0 0 0 0,0 0 1 0 0,1 1-1 0 0,-1-1 0 0 0,0 0 0 0 0,0 0 0 0 0,0 1 0 0 0,1-1 0 0 0,-1 0 0 0 0,0 0 0 0 0,0 1 0 0 0,0-1 1 0 0,0 0-1 0 0,0 1 0 0 0,0-1 0 0 0,0 0 0 0 0,1 1 0 0 0,-1-1 0 0 0,0 0 0 0 0,0 1 0 0 0,0-1 1 0 0,0 0-1 0 0,-1 1 0 0 0,1-1 0 0 0,0 0 0 0 0,0 1 0 0 0,0-1 0 0 0,0 0 0 0 0,0 1 0 0 0,0-1 0 0 0,0 0 1 0 0,0 1-1 0 0,-1-1 0 0 0,1 0 0 0 0,0 0 0 0 0,0 1 0 0 0,0-1 0 0 0,-1 0 0 0 0,1 0 0 0 0,0 1 0 0 0,0-1 1 0 0,-1 0-1 0 0,1 0 0 0 0,0 0 0 0 0,-1 0 0 0 0,1 1 0 0 0,0-1 0 0 0,-1 0 0 0 0,1 0 0 0 0,0 0 1 0 0,0 0-1 0 0,-1 0 0 0 0,1 0 0 0 0,0 0 0 0 0,-1 0 0 0 0,0 0 0 0 0,-12 5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28.3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11152 0 0,'18'5'494'0'0,"11"1"1522"0"0,-2 0 260 0 0,13 6 2944 0 0,-10-10-4411 0 0,27-7-716 0 0,-44 3-99 0 0,0 1 0 0 0,0 0 0 0 0,0 0 0 0 0,0 2 1 0 0,20 2-1 0 0,120 32-210 0 0,-133-30 180 0 0,4 1-14 0 0,0-1-1 0 0,39 3 1 0 0,203 9-139 0 0,-166-6 125 0 0,54-2-5 0 0,-109-6 48 0 0,103 19-37 0 0,3-1 20 0 0,100 4-10 0 0,130-18 7 0 0,-295-5 32 0 0,137 21 1 0 0,-64-4 2 0 0,-157-19 6 0 0,441 24 3 0 0,-161-40 36 0 0,-120 5-17 0 0,-6-2 56 0 0,-90 5 11 0 0,0 3 0 0 0,127 7-1 0 0,-36 13 89 0 0,108 13 22 0 0,23 4 35 0 0,-127-27-101 0 0,-101-5-24 0 0,91 11 1 0 0,-79-1-41 0 0,-23-4 21 0 0,0 3-1 0 0,69 20 1 0 0,-4 9 154 0 0,-112-37-36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30.6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0 277 15176 0 0,'0'0'1563'0'0,"4"4"-1383"0"0,11 12-45 0 0,-12-12-3 0 0,5 0 395 0 0,-7-4-422 0 0,0 1 0 0 0,0 0-1 0 0,0-1 1 0 0,0 1 0 0 0,0 0 0 0 0,1-1 0 0 0,-1 0 0 0 0,0 1 0 0 0,0-1 0 0 0,1 0 0 0 0,-1 1 0 0 0,0-1 0 0 0,2 0 0 0 0,10 0 48 0 0,0 0 1 0 0,-1-1-1 0 0,1-1 0 0 0,0 0 1 0 0,15-5-1 0 0,7-2 2 0 0,-1 1 1 0 0,1 3-1 0 0,48-3 0 0 0,22-4-53 0 0,133-11-65 0 0,-79 10-20 0 0,-51 3-32 0 0,125 4 0 0 0,-140 4-13 0 0,0-5 1 0 0,140-27-1 0 0,-95 11 4 0 0,131-26-45 0 0,44 19-23 0 0,-245 26 67 0 0,53 1-4 0 0,-49 2 11 0 0,0-4 0 0 0,106-19 0 0 0,-122 15 14 0 0,1 2 1 0 0,99 1 0 0 0,-123 7 2 0 0,0 2-1 0 0,0 2 1 0 0,0 1 0 0 0,-1 1 0 0 0,63 23-1 0 0,2 13 2 0 0,-58-24 0 0 0,1-3 0 0 0,73 22 0 0 0,167 42 7 0 0,-243-69-6 0 0,-17-3 9 0 0,0 0-1 0 0,32 19 0 0 0,16 7 22 0 0,-28-15 10 0 0,20 8 19 0 0,-47-23-48 0 0,4 2 11 0 0,0 0-1 0 0,1-1 1 0 0,0-1-1 0 0,0-1 1 0 0,25 1-1 0 0,19-5 127 0 0,90 5 194 0 0,-90-3-153 0 0,11 2-9 0 0,-42-1-106 0 0,1-1 0 0 0,-1-2 1 0 0,61-8-1 0 0,4-1 24 0 0,68-8 103 0 0,-54 3-70 0 0,-39 6-40 0 0,-47 4-57 0 0,0 2-1 0 0,0 1 0 0 0,1 1 1 0 0,35 2-1 0 0,236 45 366 0 0,-273-43-358 0 0,0-1-1 0 0,30-1 0 0 0,14 1 13 0 0,138-2 218 0 0,-22-1-111 0 0,64 27 75 0 0,-157-13-144 0 0,14 0 56 0 0,-60-10-103 0 0,111 2 89 0 0,32 3 36 0 0,433 7 210 0 0,-253 25-115 0 0,-156-14-112 0 0,119-7 17 0 0,-156-11-86 0 0,56-2 49 0 0,51 3 30 0 0,-1 6 11 0 0,-87-6-37 0 0,-100-6-36 0 0,1-5 1 0 0,140-20-1 0 0,181-57 166 0 0,-189 32-94 0 0,-135 30-64 0 0,110-7 1 0 0,-145 18-56 0 0,79 1 51 0 0,-40 3-40 0 0,95 0 105 0 0,-153 1-147 0 0,0 1 28 0 0,66-11 0 0 0,219-38 203 0 0,-83 16-109 0 0,-163 31-45 0 0,139 14-1 0 0,-141-4-16 0 0,145-6 0 0 0,1-10 17 0 0,86 2 62 0 0,24 29-4 0 0,-236-10-122 0 0,-23-3 13 0 0,125 2 0 0 0,-138-13-34 0 0,-5 1 9 0 0,56-9 1 0 0,16-10 5 0 0,-2-2 18 0 0,1 6 0 0 0,146 1 0 0 0,151 16 50 0 0,-86 8-42 0 0,-119 0-32 0 0,-184-9-20 0 0,59-6 0 0 0,7 0 4 0 0,68 4 5 0 0,73 2 14 0 0,-184 0-24 0 0,-19 0 0 0 0,47 6 0 0 0,-13 2-1 0 0,52 11 5 0 0,238 36 0 0 0,-339-53-7 0 0,14 0 0 0 0,48-3 0 0 0,-3-1 0 0 0,52-1 0 0 0,17 4 0 0 0,-55-7 3 0 0,27 1 2 0 0,-2 2 3 0 0,146 21 23 0 0,-171-18-23 0 0,-17-1 0 0 0,129-5 24 0 0,-10-1-6 0 0,4 24-2 0 0,-140-11-15 0 0,72 13 12 0 0,-69-14-7 0 0,-4 0-4 0 0,-17 0-3 0 0,0-2 1 0 0,51-2 0 0 0,-36-1 1 0 0,-41-1-5 0 0,0-1 0 0 0,0-1 0 0 0,25-6 0 0 0,-30 6-2 0 0,-3-1 2 0 0,-6 0 4 0 0,6-5-5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33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48 10040 0 0,'4'13'76'0'0,"7"16"225"0"0,-11-28-284 0 0,0-1-1 0 0,0 1 1 0 0,0 0-1 0 0,0-1 1 0 0,-1 1 0 0 0,1 0-1 0 0,0-1 1 0 0,0 1-1 0 0,0-1 1 0 0,0 1-1 0 0,-1 0 1 0 0,1-1 0 0 0,0 1-1 0 0,-1-1 1 0 0,1 1-1 0 0,0-1 1 0 0,-1 1 0 0 0,1-1-1 0 0,-1 1 1 0 0,0 0-1 0 0,-8 15 212 0 0,10-14-86 0 0,0 0-1 0 0,-1 0 1 0 0,1 1 0 0 0,0-1 0 0 0,0 0-1 0 0,0 0 1 0 0,0 0 0 0 0,1 0 0 0 0,-1 0-1 0 0,1 0 1 0 0,-1 0 0 0 0,1-1-1 0 0,-1 1 1 0 0,1 0 0 0 0,0-1 0 0 0,0 1-1 0 0,2 0 1 0 0,40 27 1021 0 0,-40-27-1046 0 0,5 2-46 0 0,0-1 0 0 0,0 0 0 0 0,0 0 0 0 0,1-1 0 0 0,-1-1 0 0 0,1 1 1 0 0,-1-1-1 0 0,1-1 0 0 0,10 0 0 0 0,17 1 155 0 0,82 5 190 0 0,172-14 0 0 0,-209 7-255 0 0,143 16 0 0 0,-142-6-25 0 0,137-3-1 0 0,356-47 332 0 0,-535 40-410 0 0,0 1 0 0 0,70 11 0 0 0,42 1 78 0 0,-88-12-81 0 0,0-4 0 0 0,-1-2-1 0 0,68-16 1 0 0,-39 3 18 0 0,33-7 9 0 0,-78 12-39 0 0,1 3 0 0 0,0 1-1 0 0,0 3 1 0 0,1 2-1 0 0,68 2 1 0 0,-98 6-11 0 0,1 0 0 0 0,-1 2 1 0 0,0 1-1 0 0,-1 0 0 0 0,27 13 1 0 0,-19-8 32 0 0,44 12 1 0 0,-44-18-25 0 0,0-1-1 0 0,0-2 1 0 0,38-1-1 0 0,-37-1 1 0 0,1 1 1 0 0,52 9-1 0 0,-45-3-17 0 0,-11-2 24 0 0,34 10 0 0 0,-12 0 59 0 0,-24-9-47 0 0,37 16 0 0 0,96 53 268 0 0,-121-59-223 0 0,0-2 1 0 0,2-1 0 0 0,-1-2 0 0 0,2-2 0 0 0,-1-1-1 0 0,58 5 1 0 0,112 14 663 0 0,-116-14-625 0 0,90 28 272 0 0,-134-28-264 0 0,0-2 1 0 0,1-1-1 0 0,62 3 1 0 0,-38-12 24 0 0,0-2 1 0 0,141-21-1 0 0,-17-5 34 0 0,-116 17-128 0 0,107-9 190 0 0,-59 18-91 0 0,6-1 65 0 0,-107 2-184 0 0,53 5-1 0 0,-31 0 7 0 0,119 7 189 0 0,-29-4-74 0 0,43 1 79 0 0,93-4-39 0 0,-204-5-145 0 0,35 2 23 0 0,218 38 260 0 0,-126-14-217 0 0,-53-15-49 0 0,-14-7-16 0 0,-58-3-33 0 0,3-3 28 0 0,-1-4 0 0 0,111-21 0 0 0,-86 10-5 0 0,398-22 243 0 0,-473 38-294 0 0,347-26 209 0 0,82-35-39 0 0,-316 50-53 0 0,203 10-1 0 0,-80 5 5 0 0,-94-3-80 0 0,54-7-1 0 0,62 2 62 0 0,-239 5-45 0 0,72-9 0 0 0,-51 3-26 0 0,791-43 311 0 0,-425 64-230 0 0,-172-1-83 0 0,97 15 0 0 0,-111 17 58 0 0,-1 0-14 0 0,-184-37-73 0 0,179 18 24 0 0,-199-25-35 0 0,117-1 43 0 0,-103-2-36 0 0,-7 0 15 0 0,59-9 0 0 0,4-6 0 0 0,87-18 38 0 0,-79 5-51 0 0,157-35 9 0 0,-116 23-4 0 0,25-5-10 0 0,-148 38-6 0 0,35-13-1 0 0,26-6 2 0 0,37-4 2 0 0,-64 13 0 0 0,84-9 0 0 0,5 2-8 0 0,-62 8 0 0 0,111-21 0 0 0,141-17 0 0 0,-18 55 0 0 0,-206 7 0 0 0,104 3 0 0 0,-18-14 0 0 0,-146 5 0 0 0,0 3 0 0 0,86 15 0 0 0,-88-9 0 0 0,191 17 0 0 0,-153-17 0 0 0,-77-8 0 0 0,-3 0 0 0 0,0 0 0 0 0,38 11 0 0 0,-8 0 0 0 0,1 0 0 0 0,0 2 0 0 0,60 27 0 0 0,236 111 0 0 0,-340-150 0 0 0,0 0 0 0 0,1 0 0 0 0,-1-1 0 0 0,1 0 0 0 0,0-1 0 0 0,0 1 0 0 0,0-2 0 0 0,0 1 0 0 0,0-1 0 0 0,-1-1 0 0 0,12-1 0 0 0,3-4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8:34.5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1 211 11256 0 0,'1'0'1'0'0,"18"-9"211"0"0,-5 4 43 0 0,11 1 110 0 0,-20-32 415 0 0,-4 21-490 0 0,2 3 1407 0 0,-2 12-1650 0 0,0 0 1 0 0,0-1-1 0 0,0 1 1 0 0,0 0-1 0 0,1 0 1 0 0,-1 0-1 0 0,0 0 1 0 0,0 0-1 0 0,0 0 1 0 0,0 0-1 0 0,1 1 1 0 0,-1-1-1 0 0,0 0 1 0 0,0 1-1 0 0,2 0 1 0 0,52 13 36 0 0,0-3 1 0 0,94 7 0 0 0,-108-17-39 0 0,1-3-1 0 0,-1-1 1 0 0,64-14 0 0 0,57-5 67 0 0,-52 17 24 0 0,193 15 0 0 0,-97 0 29 0 0,-70-5-81 0 0,172-1 214 0 0,-242-10-218 0 0,0-3-1 0 0,76-19 1 0 0,-126 24-59 0 0,59-15 79 0 0,-42 9-36 0 0,50-7 1 0 0,18-1 128 0 0,-62 9-63 0 0,48-3 0 0 0,-4 0 29 0 0,-58 8-77 0 0,1 0 0 0 0,40 0 0 0 0,-47 5-43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9:05.2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 6424 0 0,'18'3'3'0'0,"6"0"9"0"0,0-1 7 0 0,12 0 8 0 0,-32-2 36 0 0,-4 0-57 0 0,0 1 0 0 0,1-1 0 0 0,-1 1 0 0 0,1-1 1 0 0,-1 1-1 0 0,0-1 0 0 0,1 1 0 0 0,0-1 0 0 0,-1 1 0 0 0,1-1 0 0 0,-1 1 1 0 0,1-1-1 0 0,-1 0 0 0 0,1 1 0 0 0,0-1 0 0 0,-1 0 0 0 0,2 1 0 0 0,0-3 40 0 0,-1 1-1 0 0,1 0 0 0 0,0 0 1 0 0,0 0-1 0 0,-1 0 0 0 0,1 0 0 0 0,0 1 1 0 0,0-1-1 0 0,0 0 0 0 0,0 1 1 0 0,0 0-1 0 0,0-1 0 0 0,0 1 0 0 0,0 0 1 0 0,0 0-1 0 0,0 0 0 0 0,0 0 1 0 0,0 0-1 0 0,2 1 0 0 0,-1 0-16 0 0,0-1 0 0 0,0 1 0 0 0,0-1 0 0 0,0 1 0 0 0,0 0 1 0 0,0 0-1 0 0,0 0 0 0 0,0 1 0 0 0,0-1 0 0 0,-1 1 0 0 0,1-1 0 0 0,-1 1 0 0 0,1 0 0 0 0,-1 0 0 0 0,3 3 0 0 0,0 1-16 0 0,-2 0-5 0 0,1-1 1 0 0,0 0 0 0 0,-1 0-1 0 0,2-1 1 0 0,-1 1 0 0 0,0-1 0 0 0,1 0-1 0 0,0 0 1 0 0,0 0 0 0 0,0-1-1 0 0,1 1 1 0 0,-1-1 0 0 0,1-1 0 0 0,-1 1-1 0 0,1-1 1 0 0,0 0 0 0 0,0 0-1 0 0,0-1 1 0 0,7 2 0 0 0,5-3 16 0 0,-1 0 0 0 0,1 0 0 0 0,0-2 0 0 0,28-5 1 0 0,-2 0 24 0 0,0-2-10 0 0,-35 7-30 0 0,1 0-1 0 0,-1 0 0 0 0,1 1 0 0 0,0 0 0 0 0,-1 1 0 0 0,1 0 0 0 0,13 2 0 0 0,209 33 351 0 0,-168-28-153 0 0,108-3-1 0 0,-54-19-87 0 0,-85 9-68 0 0,1 1 1 0 0,44 0 0 0 0,-51 5-3 0 0,98 7 212 0 0,-74 1-22 0 0,91 27-1 0 0,-89-20-149 0 0,-3-4 26 0 0,0-3-1 0 0,1-2 1 0 0,82-1 0 0 0,43 5 202 0 0,-130-7-250 0 0,-32-3-39 0 0,0 1 0 0 0,0 0 0 0 0,0 1 0 0 0,17 5-1 0 0,62 19 184 0 0,-50-15-90 0 0,65 25 1 0 0,69 46 250 0 0,-152-70-309 0 0,2-1 1 0 0,0-2 0 0 0,0 0 0 0 0,52 8-1 0 0,-57-15 10 0 0,0-1 1 0 0,0 0-1 0 0,-1-2 0 0 0,1-1 0 0 0,37-8 0 0 0,8 0 68 0 0,-22 5 35 0 0,148-9 642 0 0,-125 17-635 0 0,-36-2-55 0 0,1 0 0 0 0,40-5-1 0 0,83-14 276 0 0,-95 8-268 0 0,96-22 369 0 0,-102 20-123 0 0,91-9 1 0 0,-27 5 1 0 0,-64 8-65 0 0,0 3-1 0 0,71 2 1 0 0,110 17 403 0 0,-226-13-699 0 0,73 4 360 0 0,57 6 168 0 0,-14 4-39 0 0,-14-6-268 0 0,-41-4-90 0 0,-29-3 11 0 0,76-7 1 0 0,8 1 32 0 0,-52 2-47 0 0,0-2-1 0 0,99-19 1 0 0,-137 17-109 0 0,134-28 168 0 0,17-2-60 0 0,-154 32-119 0 0,0 2 1 0 0,0 0-1 0 0,58 6 1 0 0,94 9 71 0 0,3 3-11 0 0,1-7 3 0 0,-28-2-69 0 0,94 19 18 0 0,-109-9-2 0 0,148-2 1 0 0,-97-33-9 0 0,-32 0 14 0 0,161-8 73 0 0,-158 10-30 0 0,346-24 86 0 0,-369 22-151 0 0,70-5 20 0 0,-150 20-29 0 0,2-1 16 0 0,0 2 0 0 0,92 11 0 0 0,23 11 56 0 0,218-5-1 0 0,-243-2-9 0 0,0 0-11 0 0,-55-13-8 0 0,170-22 0 0 0,209-42 175 0 0,-221 6-56 0 0,-108 20-77 0 0,-107 28-68 0 0,10-2 82 0 0,86-10 0 0 0,469 22 294 0 0,-291 10-170 0 0,-139-11-112 0 0,-100-2-29 0 0,121 12-1 0 0,-38 4 135 0 0,276-13-1 0 0,-388-2-166 0 0,0 3-1 0 0,0 2 1 0 0,52 10 0 0 0,364 79 332 0 0,-386-80-290 0 0,84 1 1 0 0,-29-3-58 0 0,89 27 60 0 0,108 2 44 0 0,-303-36-144 0 0,59 0 18 0 0,36 4 40 0 0,62 5 10 0 0,-97-9-54 0 0,-31-1-4 0 0,62 5 38 0 0,-86-3-48 0 0,-7-2 5 0 0,48 11 1 0 0,-20 1 8 0 0,0-2 0 0 0,1-4 0 0 0,1-1 0 0 0,-1-3 0 0 0,59-4 0 0 0,-45-3-4 0 0,57-2 35 0 0,1-5 0 0 0,147-31 0 0 0,-59 0 33 0 0,-21 4-33 0 0,206-54 50 0 0,-365 85-77 0 0,54-3 0 0 0,-66 10-10 0 0,-1 0-1 0 0,1 1 1 0 0,35 8 0 0 0,15 2 23 0 0,-28-5-4 0 0,29 2 44 0 0,-70-9-76 0 0,1 0 1 0 0,-1 0 0 0 0,0-1 0 0 0,0 0 0 0 0,0 0 0 0 0,0-1 0 0 0,0 1-1 0 0,0-1 1 0 0,11-6 0 0 0,-15 7-4 0 0,-1 0-1 0 0,1-1 1 0 0,-1 1-1 0 0,1-1 1 0 0,-1 0-1 0 0,0 1 1 0 0,1-1-1 0 0,-1 0 0 0 0,0 0 1 0 0,0 1-1 0 0,0-1 1 0 0,-1 0-1 0 0,1 0 1 0 0,0 0-1 0 0,-1 0 1 0 0,1 0-1 0 0,-1-1 1 0 0,0 1-1 0 0,1 0 1 0 0,-1 0-1 0 0,0 0 1 0 0,0 0-1 0 0,-1 0 1 0 0,1 0-1 0 0,0 0 1 0 0,-1-3-1 0 0,-3-10 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19:07.2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1 120 13264 0 0,'24'4'250'0'0,"12"1"787"0"0,-1-2 264 0 0,22-3-162 0 0,-54 0-1066 0 0,0-1 1 0 0,-1 0-1 0 0,0 0 0 0 0,1 1 0 0 0,-1-2 0 0 0,1 1 0 0 0,-1 0 0 0 0,0 0 0 0 0,4-3 0 0 0,22-10 1468 0 0,-17 11-1386 0 0,1 0 0 0 0,0 1-1 0 0,-1 1 1 0 0,1 0 0 0 0,0 0-1 0 0,0 2 1 0 0,0-1 0 0 0,-1 1-1 0 0,1 1 1 0 0,19 5 0 0 0,64 19 33 0 0,-54-15-81 0 0,40 15 0 0 0,-19-8-107 0 0,-46-14 0 0 0,0 1 0 0 0,19 8 0 0 0,17 10-1 0 0,-1 0-6 0 0,54 32 1 0 0,-51-22-9 0 0,72 31 0 0 0,-99-52 4 0 0,1-2 1 0 0,0-1 0 0 0,1-1 0 0 0,55 8-1 0 0,23 2 2 0 0,20 1 2 0 0,-61-13 7 0 0,121 4 0 0 0,-8-9 3 0 0,-63 1 4 0 0,144-16-1 0 0,-188 8 17 0 0,87 4-1 0 0,39-3 68 0 0,-67 0-8 0 0,36-6 0 0 0,118-14 244 0 0,-105 12-201 0 0,-84 3-42 0 0,124-9 182 0 0,173-6 229 0 0,-239 12-306 0 0,-1-7-1 0 0,191-49 1 0 0,-233 42-45 0 0,143-16 1 0 0,-95 16 12 0 0,31-4 29 0 0,300-14 159 0 0,-408 39-269 0 0,0 4-1 0 0,0 3 1 0 0,0 3 0 0 0,0 5-1 0 0,147 33 1 0 0,158 20 122 0 0,-262-47-135 0 0,53-3 88 0 0,-79-8-76 0 0,344 31 189 0 0,-377-29-222 0 0,-5-3 33 0 0,0-2 1 0 0,94-11 0 0 0,116-32 48 0 0,-150 20-62 0 0,188-32 99 0 0,-140 35-33 0 0,-124 16-97 0 0,21 1 41 0 0,84 7-1 0 0,54-1 77 0 0,320-59 208 0 0,-67-11-179 0 0,-333 51-101 0 0,0 5 0 0 0,0 6 0 0 0,179 16 1 0 0,290 31 211 0 0,-553-41-272 0 0,194 6 69 0 0,39 2 11 0 0,-141-6-56 0 0,36 4 2 0 0,51 11 23 0 0,-89-8-10 0 0,1-6 1 0 0,253-25-1 0 0,-161 7-4 0 0,-185 12-39 0 0,116 5 23 0 0,-7 1-12 0 0,329-41 58 0 0,-221 21-14 0 0,-105 10-44 0 0,76 7 27 0 0,-76 3-18 0 0,-85-3-12 0 0,0 4-1 0 0,76 16 1 0 0,-82-7-8 0 0,0 2 1 0 0,-2 3-1 0 0,57 28 0 0 0,-56-23-9 0 0,84 46 7 0 0,-125-62-7 0 0,9 2 3 0 0,-25-11-5 0 0,-1 0 0 0 0,1 0 0 0 0,0 1 1 0 0,-1-1-1 0 0,1 0 0 0 0,0 0 0 0 0,-1 0 1 0 0,1 0-1 0 0,0 0 0 0 0,-1 0 0 0 0,1 0 0 0 0,-1 0 1 0 0,1-1-1 0 0,0 1 0 0 0,-1 0 0 0 0,1 0 0 0 0,0 0 1 0 0,-1-1-1 0 0,1 1 0 0 0,-1 0 0 0 0,1-1 1 0 0,-1 1-1 0 0,1 0 0 0 0,-1-1 0 0 0,1 1 0 0 0,-1-1 1 0 0,1 1-1 0 0,-1-1 0 0 0,1 1 0 0 0,-1-1 1 0 0,0 1-1 0 0,1-1 0 0 0,-1 1 0 0 0,0-1 0 0 0,0 0 1 0 0,1 0-1 0 0,-3-9 1 0 0,-7-4-1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47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0 257 6128 0 0,'0'0'496'0'0,"5"1"-399"0"0,1 0-54 0 0,0 1 0 0 0,0-2 0 0 0,-1 1 0 0 0,1 0 0 0 0,0-1 0 0 0,0 0 0 0 0,0-1 0 0 0,0 1 0 0 0,0-1 0 0 0,0 0 0 0 0,7-3 0 0 0,4-2 107 0 0,0 0 0 0 0,26-15 1 0 0,-21 10 51 0 0,1 2 0 0 0,-1 1 0 0 0,30-6 0 0 0,-26 7-126 0 0,0 2-1 0 0,0 0 1 0 0,1 2 0 0 0,-1 1 0 0 0,1 1 0 0 0,31 3-1 0 0,56 1 161 0 0,-78-3-169 0 0,15 3 18 0 0,-44-2-68 0 0,0-1-1 0 0,1 1 0 0 0,-1-1 1 0 0,12-1-1 0 0,24 0 38 0 0,11 5 18 0 0,-37-4-33 0 0,-1 1 0 0 0,0 1 1 0 0,0 0-1 0 0,28 9 0 0 0,149 47 265 0 0,-165-51-222 0 0,1 0 0 0 0,-1-3 0 0 0,1 0 0 0 0,52 0 0 0 0,1 0 3 0 0,-28 1 22 0 0,0-3-1 0 0,86-6 1 0 0,-114 2-56 0 0,35 2 1 0 0,25-1 116 0 0,-9-5-10 0 0,54-7 37 0 0,46-10 268 0 0,19 9-62 0 0,-170 13-342 0 0,121 6 446 0 0,-27 0-246 0 0,38-16 71 0 0,-118 7-198 0 0,270-43 489 0 0,-66 7-99 0 0,-43 25-201 0 0,-146 13-135 0 0,1 2-1 0 0,75 10 0 0 0,17 2 39 0 0,-76-9-96 0 0,51 0 109 0 0,-24-2-114 0 0,59-5 74 0 0,1-18 17 0 0,-95 12-52 0 0,117-6 0 0 0,-94 15-23 0 0,-38-1-79 0 0,-1 2 0 0 0,0 2 1 0 0,1 2-1 0 0,57 12 0 0 0,299 94 381 0 0,-345-95-372 0 0,-15-3 4 0 0,0-2-1 0 0,87 7 1 0 0,-95-14-16 0 0,41 9 1 0 0,10 2 16 0 0,8-2 10 0 0,-46-5-9 0 0,66 2 1 0 0,-70-8-27 0 0,1-3 0 0 0,-1-1 0 0 0,57-13 0 0 0,23-10 63 0 0,153-40 226 0 0,-186 42-164 0 0,124-14 0 0 0,-97 19 32 0 0,87-4 72 0 0,-109 14-82 0 0,23-5 50 0 0,28-12-73 0 0,211-30 168 0 0,-149 53-153 0 0,-156 4-138 0 0,433 36 323 0 0,-299-18-270 0 0,-27 4-34 0 0,-53-6-30 0 0,344 64 135 0 0,-163-25-103 0 0,-70-24-56 0 0,50 10 3 0 0,196 31-3 0 0,-391-66-7 0 0,0-3 0 0 0,0-3 0 0 0,1-4 0 0 0,86-13 0 0 0,-79 9 29 0 0,160 7 0 0 0,-185 2-22 0 0,34-4 21 0 0,-1-3 0 0 0,0-5 0 0 0,96-23 0 0 0,-140 22-7 0 0,65-26-1 0 0,-15 5 5 0 0,-39 14-8 0 0,24-7 26 0 0,137-23 1 0 0,58 22 65 0 0,-4 8 9 0 0,-111 5-49 0 0,166-20 59 0 0,-208 21-90 0 0,36-2-4 0 0,277 14 68 0 0,-101 21-94 0 0,-48-11-8 0 0,-6-8 0 0 0,-31-17-10 0 0,-27 0-2 0 0,232 30-7 0 0,-299 4-6 0 0,-40-4 10 0 0,108 17-20 0 0,431 122 1 0 0,-579-137 23 0 0,0-4 1 0 0,2-2 0 0 0,99 0-1 0 0,54-16 3 0 0,-41-1 0 0 0,-85 8 0 0 0,166-3 0 0 0,-205 0 3 0 0,70 8 0 0 0,-22-1 1 0 0,14 6 2 0 0,17-1 13 0 0,-112-11 2 0 0,0-1-1 0 0,-1-2 1 0 0,51-10 0 0 0,-55 7-11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50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196 61 6928 0 0,'4'10'-10'0'0,"1"1"56"0"0,-5-8 8 0 0,-9-4 28 0 0,-2-4-46 0 0,5 2-9 0 0,0-1 0 0 0,0 0 0 0 0,1 0 0 0 0,0 0 0 0 0,-1 0 0 0 0,-5-8 0 0 0,7 8 11 0 0,0-1 0 0 0,-1 1 0 0 0,1 0 0 0 0,-1 0 0 0 0,0 1 0 0 0,0 0 0 0 0,0 0 0 0 0,-1 0 0 0 0,-6-3 0 0 0,10 5-21 0 0,0 0 1 0 0,-1 1-1 0 0,1-1 1 0 0,0 0-1 0 0,-1 1 0 0 0,1 0 1 0 0,-1-1-1 0 0,1 1 0 0 0,-1 0 1 0 0,1 0-1 0 0,-1 0 0 0 0,1 1 1 0 0,-1-1-1 0 0,1 1 1 0 0,-1-1-1 0 0,1 1 0 0 0,0 0 1 0 0,-1 0-1 0 0,1 0 0 0 0,0 0 1 0 0,0 0-1 0 0,0 0 0 0 0,-1 1 1 0 0,1-1-1 0 0,1 1 1 0 0,-1-1-1 0 0,0 1 0 0 0,0 0 1 0 0,1 0-1 0 0,-1 0 0 0 0,0 0 1 0 0,1 0-1 0 0,0 0 0 0 0,0 0 1 0 0,0 0-1 0 0,0 1 1 0 0,0-1-1 0 0,0 0 0 0 0,0 1 1 0 0,1-1-1 0 0,-1 5 0 0 0,0-4-2 0 0,0 0-1 0 0,0 0 0 0 0,0 0 1 0 0,1 0-1 0 0,0 0 0 0 0,-1 0 0 0 0,1 1 1 0 0,0-1-1 0 0,1 0 0 0 0,-1 0 1 0 0,0 0-1 0 0,1 0 0 0 0,0 0 0 0 0,0 0 1 0 0,0 0-1 0 0,0 0 0 0 0,0 0 1 0 0,1 0-1 0 0,-1 0 0 0 0,1-1 1 0 0,0 1-1 0 0,-1 0 0 0 0,1-1 0 0 0,1 0 1 0 0,-1 1-1 0 0,0-1 0 0 0,0 0 1 0 0,1 0-1 0 0,-1 0 0 0 0,1 0 0 0 0,5 2 1 0 0,-2-1-2 0 0,-1 0 0 0 0,1 0 0 0 0,0 0 1 0 0,0-1-1 0 0,0 0 0 0 0,0 0 0 0 0,0-1 1 0 0,0 0-1 0 0,1 0 0 0 0,-1 0 0 0 0,0-1 0 0 0,13 0 1 0 0,1-3 24 0 0,1 0 1 0 0,32-10-1 0 0,-15 3-3 0 0,-14 3-2 0 0,38-15-1 0 0,-46 15-18 0 0,0 1-1 0 0,0 0 1 0 0,0 1-1 0 0,1 1 0 0 0,25-3 1 0 0,232-6 210 0 0,-116 9-62 0 0,-11-2 12 0 0,12-10 82 0 0,-8 7-109 0 0,-27 1 228 0 0,221 12 0 0 0,-310 0-288 0 0,1 1 0 0 0,-1 2 0 0 0,0 1 0 0 0,-1 2-1 0 0,56 23 1 0 0,15 15 24 0 0,-12-5 108 0 0,171 55-1 0 0,-199-80-108 0 0,0-3-1 0 0,2-3 0 0 0,-1-3 1 0 0,80 1-1 0 0,-110-10-82 0 0,164-5 322 0 0,-11-3 8 0 0,-78 4-211 0 0,521 12 843 0 0,-462-1-780 0 0,15 4 72 0 0,129 0 190 0 0,-260-13-375 0 0,127-8 130 0 0,-102 3-146 0 0,90-12 112 0 0,226-42 162 0 0,-188 26-145 0 0,-22 2-21 0 0,-172 32-173 0 0,210-30 210 0 0,-157 20-146 0 0,98-22 81 0 0,-78 14-20 0 0,106-9 0 0 0,-10 3 36 0 0,-148 20-97 0 0,1 2-1 0 0,-1 2 1 0 0,64 4 0 0 0,107 25 205 0 0,-45-6-152 0 0,206 7 250 0 0,-173-26-73 0 0,-62-2 36 0 0,176 23 0 0 0,81 8 152 0 0,-139-12-217 0 0,2-3-17 0 0,-168-5-155 0 0,-56-8-64 0 0,34 3 0 0 0,62 6 67 0 0,-82-8-32 0 0,81 2 0 0 0,335-35 328 0 0,-352 28-317 0 0,23-3-3 0 0,-81 0-40 0 0,57 4 0 0 0,-25 1-6 0 0,46 8 21 0 0,-20 0-19 0 0,-63-7-12 0 0,45 10-1 0 0,4 1 37 0 0,-3-3 0 0 0,50 5 17 0 0,97-2 60 0 0,-75-2-37 0 0,-90-6-70 0 0,228 30 174 0 0,-206-23-140 0 0,93 6 50 0 0,-44-12 9 0 0,115 1 26 0 0,-171-8-105 0 0,48-2 34 0 0,95-13 26 0 0,16 1 1 0 0,-77 11-26 0 0,-115 4-12 0 0,104-11-1 0 0,161-48 203 0 0,4-1-25 0 0,-292 56-203 0 0,45 0 0 0 0,-9 2 8 0 0,64 1 57 0 0,-84 2-61 0 0,54-5 0 0 0,368-23 249 0 0,-430 25-290 0 0,175-15 92 0 0,-157 12-81 0 0,27-1 12 0 0,-23 5-20 0 0,22 0 19 0 0,95 18 41 0 0,-166-17-72 0 0,53 8 23 0 0,0-4 1 0 0,1-2 0 0 0,69-6-1 0 0,-22-10-5 0 0,-59 5 2 0 0,0 3 1 0 0,-1 1-1 0 0,97 7 1 0 0,-55 7 7 0 0,1-5 0 0 0,131-7 0 0 0,-23-3 2 0 0,-201 5-32 0 0,246 21 86 0 0,-185-13-62 0 0,234 47 40 0 0,-232-41-46 0 0,27 17 14 0 0,-86-29-27 0 0,0 0 1 0 0,0 0-1 0 0,0 1 0 0 0,-1-1 0 0 0,1 1 0 0 0,-1 0 1 0 0,0 0-1 0 0,1 1 0 0 0,-2-1 0 0 0,8 8 1 0 0,-11-11-6 0 0,0 1 1 0 0,0-1-1 0 0,0 0 1 0 0,1 1-1 0 0,-1-1 1 0 0,0 0 0 0 0,0 1-1 0 0,0-1 1 0 0,0 1-1 0 0,0-1 1 0 0,0 0 0 0 0,0 1-1 0 0,0-1 1 0 0,0 1-1 0 0,0-1 1 0 0,0 1 0 0 0,0-1-1 0 0,0 0 1 0 0,0 1-1 0 0,0-1 1 0 0,0 1 0 0 0,0-1-1 0 0,0 0 1 0 0,0 1-1 0 0,-1-1 1 0 0,1 0-1 0 0,0 1 1 0 0,0-1 0 0 0,-1 1-1 0 0,1-1 1 0 0,0 0-1 0 0,0 0 1 0 0,-1 1 0 0 0,1-1-1 0 0,0 0 1 0 0,-1 1-1 0 0,1-1 1 0 0,0 0 0 0 0,-1 0-1 0 0,1 0 1 0 0,-1 1-1 0 0,1-1 1 0 0,0 0-1 0 0,-1 0 1 0 0,1 0 0 0 0,-1 0-1 0 0,1 0 1 0 0,0 0-1 0 0,-1 0 1 0 0,1 0 0 0 0,-1 0-1 0 0,1 0 1 0 0,0 0-1 0 0,-1 0 1 0 0,1 0 0 0 0,-1 0-1 0 0,1 0 1 0 0,-1 0 1 0 0,-11 2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52.5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1 114 8536 0 0,'21'-8'113'0'0,"9"-3"388"0"0,1 2 221 0 0,-13 5-264 0 0,11-1 149 0 0,-28 4-514 0 0,-1 1-1 0 0,1-1 1 0 0,0 0-1 0 0,0 1 1 0 0,-1-1-1 0 0,1 0 1 0 0,0 1-1 0 0,-1-1 1 0 0,1 0 0 0 0,-1 0-1 0 0,1 0 1 0 0,-1 0-1 0 0,1 1 1 0 0,-1-1-1 0 0,1 0 1 0 0,-1 0-1 0 0,0 0 1 0 0,0 0 0 0 0,1 0-1 0 0,-1 0 1 0 0,0 0-1 0 0,0 0 1 0 0,0-1-1 0 0,1-1 43 0 0,-1 0-1 0 0,1 0 1 0 0,-1 0-1 0 0,0 0 0 0 0,1 0 1 0 0,-1 0-1 0 0,-1 0 1 0 0,1 0-1 0 0,-5-17 2809 0 0,17 13-2591 0 0,-5 6-315 0 0,0 1-1 0 0,-1 0 0 0 0,1 0 1 0 0,0 1-1 0 0,-1 0 0 0 0,1 0 1 0 0,-1 0-1 0 0,1 1 0 0 0,-1 0 0 0 0,11 5 1 0 0,3 2-6 0 0,36 24 1 0 0,55 32-53 0 0,-75-44-132 0 0,1-2-1 0 0,0 0 1 0 0,1-3 0 0 0,59 17-1 0 0,166 29-820 0 0,-201-49 691 0 0,49 5-276 0 0,128 4-1 0 0,-137-15 351 0 0,101 4-73 0 0,97 9 19 0 0,-267-16 246 0 0,530 55-216 0 0,-519-58 216 0 0,-1-1 0 0 0,1-2 0 0 0,67-13-1 0 0,123-45-23 0 0,-191 46 39 0 0,206-59-16 0 0,-195 61 14 0 0,0 1 0 0 0,94-4 0 0 0,291 9 4 0 0,-261 16 35 0 0,112 0 55 0 0,-207-11 25 0 0,0 5 1 0 0,132 21 0 0 0,-153-11 75 0 0,95 34 1 0 0,-96-27-28 0 0,89 18-1 0 0,28-4 237 0 0,171 26 179 0 0,-183-36-342 0 0,-77-11 106 0 0,147 6 1 0 0,-213-20-312 0 0,126-5 266 0 0,-34-2-112 0 0,19-3-58 0 0,-33-5 0 0 0,-19 2 37 0 0,1 3 0 0 0,132 2-1 0 0,233 15 379 0 0,-391-8-451 0 0,70-4 91 0 0,266-41 217 0 0,-142 20-144 0 0,-21 10 22 0 0,-96 4-113 0 0,47-6-18 0 0,-64 9-33 0 0,14-3 55 0 0,-31-3 8 0 0,172-2-1 0 0,-174 17-84 0 0,242-5 95 0 0,-47-24-52 0 0,-52 3-18 0 0,-184 21-88 0 0,-13 1 14 0 0,71 1 0 0 0,6 10 54 0 0,528 13 311 0 0,-609-22-356 0 0,45-10 0 0 0,4-1 4 0 0,15 1 7 0 0,-66 6-12 0 0,0 1-1 0 0,0 2 1 0 0,74 5-1 0 0,139 20 209 0 0,-140-9-192 0 0,-34-4 37 0 0,136 0 0 0 0,-114-15-34 0 0,72-1 34 0 0,-59 5-24 0 0,172 7 99 0 0,-223-1-143 0 0,-20-1-5 0 0,60 10 1 0 0,372 110 173 0 0,-238-44-74 0 0,-113-45-65 0 0,-85-22-34 0 0,0-1 0 0 0,1-2 0 0 0,0-2 0 0 0,64 4 0 0 0,135-15 141 0 0,-219 3-162 0 0,76 2 44 0 0,23-2 12 0 0,37-3-2 0 0,-89 4-34 0 0,63-8-1 0 0,133-30 74 0 0,82-10 26 0 0,-177 43-42 0 0,5 0 4 0 0,506-77 158 0 0,-426 41-150 0 0,-129 18-19 0 0,158-8 0 0 0,-79 34 8 0 0,-75-3-22 0 0,-105-1-54 0 0,-8 0 7 0 0,0 0-1 0 0,0 1 1 0 0,0 1-1 0 0,25 4 0 0 0,-37-4 21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55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69 7632 0 0,'6'-2'1952'0'0,"10"-3"-331"0"0,14-14 2628 0 0,-24 14-4081 0 0,1 0 0 0 0,-1 1 0 0 0,1 0 0 0 0,0 0 1 0 0,0 1-1 0 0,0 0 0 0 0,0 0 0 0 0,1 0 0 0 0,-1 1 0 0 0,1 0 0 0 0,0 1 0 0 0,-1 0 0 0 0,10-1 0 0 0,10 2 15 0 0,0 1 1 0 0,38 5-1 0 0,-17 0 141 0 0,373 60 41 0 0,-414-65-361 0 0,154 22-147 0 0,-81-13 69 0 0,123 4-120 0 0,-40-6-294 0 0,212 1-540 0 0,-247-10 688 0 0,23-4 153 0 0,-85 1 68 0 0,0 3-1 0 0,123 14 1 0 0,-107 1 3 0 0,0-3-1 0 0,0-4 0 0 0,134-5 1 0 0,-5-27 56 0 0,-42 5 25 0 0,-58 9 22 0 0,75-1 5 0 0,-110 8 9 0 0,89 8 1 0 0,-92 0 1 0 0,101-8 0 0 0,135-49 138 0 0,-51 5-34 0 0,-178 43 2 0 0,0 3 0 0 0,135 13 0 0 0,-175-8 17 0 0,134 24 271 0 0,-22-2 169 0 0,4 0 8 0 0,18 0-195 0 0,40-16 316 0 0,-82-5-397 0 0,-11-2 146 0 0,42 2 11 0 0,390 59 1029 0 0,-451-45-1233 0 0,1-3 1 0 0,1-6-1 0 0,203-6 0 0 0,-157-16-73 0 0,289-10 182 0 0,-109 40-80 0 0,-257-10-212 0 0,-49-4-36 0 0,-1-1 1 0 0,32 0-1 0 0,2-6 33 0 0,65-11 1 0 0,75-15 123 0 0,-160 25-138 0 0,1 2 0 0 0,0 2 0 0 0,0 1-1 0 0,0 3 1 0 0,62 10 0 0 0,-44-1-10 0 0,-21-6 2 0 0,48 17 0 0 0,-37-7-4 0 0,1-2 0 0 0,0-2 0 0 0,1-3 0 0 0,0-1 0 0 0,1-2 0 0 0,76-2 0 0 0,-59-10 23 0 0,80-18-1 0 0,-84 12 6 0 0,99-7 1 0 0,21 15 70 0 0,-156 4-113 0 0,1 0-1 0 0,26 5 1 0 0,1-1 20 0 0,4-2-3 0 0,0-2-1 0 0,0-4 1 0 0,0-1 0 0 0,-1-4 0 0 0,93-24 0 0 0,122-33 88 0 0,-220 55-100 0 0,-31 6-24 0 0,-7 1 2 0 0,1 1 1 0 0,-1 1 0 0 0,1 0-1 0 0,-1 0 1 0 0,1 2 0 0 0,21 1-1 0 0,109 14 70 0 0,76 13 12 0 0,-165-26-54 0 0,107-11 0 0 0,-142 7-29 0 0,156-18 44 0 0,-82 8-4 0 0,161-2 0 0 0,98 0 7 0 0,38 1 3 0 0,-280 20-45 0 0,-36-1-1 0 0,78-4-1 0 0,-122-4-3 0 0,121-11 16 0 0,17-8 3 0 0,-86 12-2 0 0,155 5 0 0 0,-95 19-16 0 0,10 4 0 0 0,-56-11-8 0 0,-45-3 0 0 0,103-3 0 0 0,-13-5 0 0 0,-111 3-2 0 0,0 1-1 0 0,0 1 0 0 0,0 2 1 0 0,48 12-1 0 0,-3-2 0 0 0,102 29-16 0 0,-68-15 8 0 0,-53-17-2 0 0,89 4 1 0 0,-30-4-6 0 0,-40-3-4 0 0,-36-4 9 0 0,1 1-1 0 0,55 15 0 0 0,94 24-20 0 0,-78-21 20 0 0,-77-17 13 0 0,1-2-1 0 0,-1-2 1 0 0,1-1 0 0 0,59-6-1 0 0,-31 1 1 0 0,47-8 1 0 0,-68 6 0 0 0,50 0 0 0 0,292 10 0 0 0,-355-5 1 0 0,0-1 0 0 0,0-2 0 0 0,40-10 1 0 0,88-32 5 0 0,-78 21-4 0 0,-53 19-1 0 0,0 1 0 0 0,1 1 0 0 0,0 2 0 0 0,0 1-1 0 0,0 1 1 0 0,-1 1 0 0 0,1 2 0 0 0,53 11 0 0 0,61 8-25 0 0,-77-14-1 0 0,74 21 1 0 0,98 17-116 0 0,17-27-162 0 0,-144-14 205 0 0,-69-2 40 0 0,0-2 1 0 0,0-2 0 0 0,0-2 0 0 0,0-2 0 0 0,42-10 0 0 0,-57 10-9 0 0,0 0 0 0 0,-1 1 0 0 0,1 2 0 0 0,1 1 0 0 0,-1 1 0 0 0,45 6 0 0 0,-50-1 9 0 0,-11-2 39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57.9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0 319 8240 0 0,'13'17'59'0'0,"-3"-5"20"0"0,8 6 70 0 0,-14-15-116 0 0,0 1-1 0 0,0-1 0 0 0,0 0 0 0 0,0 0 0 0 0,1 0 0 0 0,-1-1 1 0 0,1 1-1 0 0,-1-1 0 0 0,10 3 0 0 0,-3-5 98 0 0,1 0 0 0 0,-1-1 0 0 0,0 0-1 0 0,0-1 1 0 0,0 0 0 0 0,0 0 0 0 0,12-6 0 0 0,9 0-50 0 0,-3-1 54 0 0,1-1 1 0 0,-2-1 0 0 0,33-18-1 0 0,-31 13-20 0 0,2 2 0 0 0,41-13 0 0 0,-1 6 60 0 0,-35 9-89 0 0,1 2 1 0 0,0 1-1 0 0,1 1 0 0 0,67-3 1 0 0,-50 12 19 0 0,0 2 1 0 0,96 17-1 0 0,-113-14-65 0 0,-1-3-1 0 0,1-1 1 0 0,0-1 0 0 0,0-3-1 0 0,47-7 1 0 0,-27 3 22 0 0,67 1-1 0 0,-72 10-17 0 0,0 3 0 0 0,0 2 0 0 0,67 22 0 0 0,-18-5 74 0 0,82 27 1 0 0,27 6 22 0 0,-159-52-72 0 0,2-2 0 0 0,94-2 1 0 0,-14-15 130 0 0,-51 3 30 0 0,258-7 284 0 0,-260 16-331 0 0,0 3 1 0 0,95 19-1 0 0,81 13 381 0 0,-210-34-466 0 0,0-1 0 0 0,0-2 0 0 0,67-11 0 0 0,48-21 218 0 0,179-61 0 0 0,-224 60-198 0 0,134-47 201 0 0,-159 50-128 0 0,1 4 0 0 0,116-18-1 0 0,-126 29-103 0 0,236-36 352 0 0,-305 50-433 0 0,79-9 242 0 0,185 3 0 0 0,165 39 592 0 0,-310-30-632 0 0,-62-3-64 0 0,11 2 43 0 0,140 4 337 0 0,-88 10-142 0 0,-1 7 0 0 0,161 45-1 0 0,-190-42-10 0 0,1-5 1 0 0,195 10-1 0 0,-22-22 43 0 0,-233-6-295 0 0,51 7-1 0 0,-33-2-33 0 0,75 1 120 0 0,-68-5-31 0 0,115 17 0 0 0,-121-7-66 0 0,58 13 88 0 0,65 21 20 0 0,18-2 69 0 0,-117-28-190 0 0,-24-7 89 0 0,105 1 0 0 0,-87-7-85 0 0,229 15 230 0 0,-213-7-233 0 0,-25-2-25 0 0,16 2 34 0 0,-53-6-35 0 0,53 2 0 0 0,160-16 202 0 0,-75 0-153 0 0,19 4 15 0 0,-36 0-39 0 0,21-2 20 0 0,22-6-7 0 0,-107-3-20 0 0,111-31 1 0 0,16-5 20 0 0,-132 40-43 0 0,99 1 0 0 0,64-9 18 0 0,-139 5-50 0 0,28-4 11 0 0,-85 11-10 0 0,80-2-1 0 0,-29 3-6 0 0,85 5 19 0 0,-25 2-14 0 0,38-7 7 0 0,-158 7-29 0 0,0 2-1 0 0,0 2 1 0 0,68 15-1 0 0,-42-6 11 0 0,73-1-5 0 0,-123-11-12 0 0,42-4 1 0 0,-7-1 2 0 0,-24 4 0 0 0,1-1 1 0 0,-1-2 0 0 0,47-10 0 0 0,-30 4 3 0 0,71-4 0 0 0,-53 8-6 0 0,-21 2 2 0 0,1 2-1 0 0,-1 2 0 0 0,0 3 0 0 0,59 11 0 0 0,49-1 7 0 0,-43-6-3 0 0,-84-6-9 0 0,40-3 1 0 0,-46 0 0 0 0,1 1 0 0 0,-1 0 0 0 0,34 7-1 0 0,209 61 14 0 0,-180-37-10 0 0,-51-18 0 0 0,56 14 0 0 0,-86-26-5 0 0,17 4 2 0 0,0-1 0 0 0,0-1 0 0 0,39 1 0 0 0,-19-4-1 0 0,-20 0 6 0 0,36-4-1 0 0,82-6-2 0 0,-78 8-5 0 0,156 8 1 0 0,-167-3 0 0 0,34 0-8 0 0,0-4 0 0 0,98-13 0 0 0,133-11-98 0 0,-263 26 16 0 0,104 15 0 0 0,-25-1-28 0 0,-60-10 68 0 0,259 7-209 0 0,-302-14 219 0 0,-1 2 0 0 0,1 1 0 0 0,-1 1 0 0 0,0 2 0 0 0,45 11 0 0 0,39 19 0 0 0,-47-13-10 0 0,75 14 0 0 0,-25-22-41 0 0,-89-11 47 0 0,45-3 0 0 0,-28 0-45 0 0,-43 1 86 0 0,1 1 1 0 0,-1-1-1 0 0,1 0 1 0 0,-1 0-1 0 0,0 0 1 0 0,1 0-1 0 0,-1 0 1 0 0,1 0 0 0 0,-1 0-1 0 0,1 0 1 0 0,-1 0-1 0 0,1 0 1 0 0,-1-1-1 0 0,0 1 1 0 0,1 0-1 0 0,-1 0 1 0 0,1 0-1 0 0,-1 0 1 0 0,1-1-1 0 0,-1 1 1 0 0,0 0-1 0 0,1-1 1 0 0,-1 1-1 0 0,0 0 1 0 0,1 0-1 0 0,-1-1 1 0 0,0 1-1 0 0,1 0 1 0 0,-1-1-1 0 0,0 1 1 0 0,0-1-1 0 0,0 1 1 0 0,1 0-1 0 0,-1-1 1 0 0,0 1-1 0 0,0-1 1 0 0,0 1-1 0 0,0-1 1 0 0,0 1 0 0 0,0-1-1 0 0,0 1 1 0 0,1 0-1 0 0,-2-1 1 0 0,1-1-32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4:59.1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0 128 10848 0 0,'32'-5'8'0'0,"18"-4"26"0"0,75-16 58 0 0,-9-2 173 0 0,-69 14 136 0 0,2 2 0 0 0,-1 3 0 0 0,88-5-1 0 0,-15 15 45 0 0,153-6-123 0 0,-145-6-281 0 0,0 5 1 0 0,234 23-1 0 0,-294-7-32 0 0,-1 4-1 0 0,-1 2 1 0 0,80 31 0 0 0,-44-13 5 0 0,-26-15-1 0 0,0-5-1 0 0,146 12 1 0 0,-149-20-11 0 0,177 11 15 0 0,86 11 9 0 0,-90 20 11 0 0,-4 0 0 0 0,-151-34 8 0 0,-23-7 24 0 0,1-3 1 0 0,-1-3 0 0 0,97-10 0 0 0,27 0 629 0 0,-185 8-637 0 0,-6 0 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02.0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1 121 11152 0 0,'13'2'103'0'0,"18"3"307"0"0,-29-4-149 0 0,27 11 1373 0 0,-22-11-1486 0 0,0 0 0 0 0,-1 1 0 0 0,1-1 0 0 0,9 5 0 0 0,4 0 48 0 0,4 1 20 0 0,-19-4-182 0 0,0-2 0 0 0,0 1 0 0 0,0 0 0 0 0,1-1 1 0 0,-1 0-1 0 0,0-1 0 0 0,1 1 0 0 0,-1-1 0 0 0,1 0 0 0 0,-1 0 1 0 0,1 0-1 0 0,-1-1 0 0 0,6-1 0 0 0,68-21-2 0 0,-15 2 8 0 0,1 4 1 0 0,0 2-1 0 0,82-7 1 0 0,121 14-67 0 0,88 2-76 0 0,-144-25-12 0 0,-157 24 93 0 0,26-4-66 0 0,1 4 0 0 0,90 2 1 0 0,-69 12-69 0 0,124 23-1 0 0,-154-18 79 0 0,1-3 0 0 0,0-4-1 0 0,82-4 1 0 0,-47-5 43 0 0,272-4-149 0 0,-187 5 175 0 0,253 16 53 0 0,-392-10 20 0 0,1 3 0 0 0,-1 2-1 0 0,57 17 1 0 0,45 7 136 0 0,-66-21 102 0 0,140 0-1 0 0,-139-13 56 0 0,153-21-1 0 0,-159 11-143 0 0,1 4 0 0 0,1 4 0 0 0,-1 3 1 0 0,0 5-1 0 0,144 23 0 0 0,-189-19-159 0 0,85 13 258 0 0,-117-20-286 0 0,25 3 69 0 0,1-1 0 0 0,-1-1 0 0 0,68-7 0 0 0,81-22 256 0 0,-143 21-288 0 0,-1 1 0 0 0,1 3 0 0 0,0 1 0 0 0,0 2 0 0 0,0 1 0 0 0,-1 3 0 0 0,1 1 0 0 0,51 15 0 0 0,-11-3 114 0 0,-29-8-75 0 0,-11-3-57 0 0,1-2 1 0 0,0-1-1 0 0,0-2 0 0 0,0-2 1 0 0,0-2-1 0 0,43-8 0 0 0,-34 5-4 0 0,-27 4-3 0 0,41-8 0 0 0,-10-6 26 0 0,1 3-1 0 0,0 3 1 0 0,0 1-1 0 0,85 1 1 0 0,92 31 98 0 0,-18-1 26 0 0,-131-19-70 0 0,0 3 1 0 0,156 34-1 0 0,-154-15-36 0 0,-44-13-38 0 0,0-1 1 0 0,1-3-1 0 0,68 8 0 0 0,14-5 42 0 0,56 2 90 0 0,-121-12-127 0 0,-32 0-7 0 0,41-3-1 0 0,88-3 66 0 0,-129 4-83 0 0,119 10 66 0 0,-110-7-75 0 0,1 1 0 0 0,47 13 1 0 0,-44-8 3 0 0,69 6 0 0 0,-71-12-12 0 0,6 0 13 0 0,60-4 0 0 0,303-43 11 0 0,-367 40-15 0 0,0 2 1 0 0,76 6 0 0 0,-13 1-10 0 0,16-11 23 0 0,201-36 1 0 0,-111 11 33 0 0,-169 27-40 0 0,1 2 1 0 0,73 6-1 0 0,80 22 94 0 0,-141-21-71 0 0,0-3 0 0 0,0-1-1 0 0,0-4 1 0 0,58-9 0 0 0,101-3 111 0 0,-110 17 33 0 0,188 29 0 0 0,-230-21-180 0 0,150 19 30 0 0,-180-27-33 0 0,-1-2 1 0 0,0-1-1 0 0,0-1 1 0 0,1-1-1 0 0,33-9 1 0 0,280-56 43 0 0,-105 24-35 0 0,-81 20-8 0 0,-137 21-10 0 0,68-4 12 0 0,156 7 1 0 0,-94 4-4 0 0,-60 0 21 0 0,163 30 0 0 0,-244-33-29 0 0,36 4 8 0 0,0-2 0 0 0,70-4-1 0 0,-30-1 14 0 0,-11 1 6 0 0,-1 5-1 0 0,98 16 1 0 0,-136-14-23 0 0,0-2 1 0 0,0-1 0 0 0,0-1-1 0 0,0-3 1 0 0,-1 0 0 0 0,37-8 0 0 0,-51 6-5 0 0,130-17 33 0 0,-131 19-30 0 0,0 1 1 0 0,-1 1 0 0 0,1 1-1 0 0,0 0 1 0 0,32 10-1 0 0,-2 3-4 0 0,92 41 0 0 0,-101-39 0 0 0,53 15 0 0 0,-46-17 0 0 0,30 11 4 0 0,111 19 0 0 0,-158-39-1 0 0,31 6 28 0 0,0-3 0 0 0,0-3 0 0 0,100-1 0 0 0,6-8 96 0 0,-97 4-54 0 0,-28-2-17 0 0,0-3 0 0 0,46-9 0 0 0,246-56 320 0 0,-303 63-310 0 0,1 1 0 0 0,-1 2 0 0 0,65 1 0 0 0,22-1 6 0 0,-76 0-13 0 0,1 2 1 0 0,44 5 0 0 0,-75-3-48 0 0,0 1 0 0 0,0 0 0 0 0,-1 1 0 0 0,1 0 0 0 0,-1 1 0 0 0,0 1 1 0 0,0 0-1 0 0,14 8 0 0 0,-19-9-6 0 0,0 1 0 0 0,-1 0 0 0 0,0 0-1 0 0,0 0 1 0 0,0 1 0 0 0,0-1 0 0 0,-1 1 0 0 0,0 1 0 0 0,5 7 0 0 0,-9-12 7 0 0,-3 0-5 0 0,-7 6-7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04.6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1 185 7736 0 0,'17'-23'74'0'0,"-4"11"57"0"0,10-6 230 0 0,-21 17-310 0 0,-1 0-1 0 0,0 0 0 0 0,0 1 0 0 0,0-1 0 0 0,0 0 0 0 0,1 0 1 0 0,-1 0-1 0 0,0 0 0 0 0,-1-1 0 0 0,1 1 0 0 0,0 0 0 0 0,0 0 1 0 0,0-1-1 0 0,-1 1 0 0 0,1 0 0 0 0,0-1 0 0 0,-1 1 0 0 0,0 0 1 0 0,1-1-1 0 0,-1 1 0 0 0,0-1 0 0 0,1 1 0 0 0,-1-1 1 0 0,0-2-1 0 0,-1 0 41 0 0,0 0 1 0 0,-1 0 0 0 0,1 0-1 0 0,-1 0 1 0 0,1 0 0 0 0,-6-6-1 0 0,5 6 46 0 0,0 1-1 0 0,0 0 0 0 0,1-1 0 0 0,-1 0 0 0 0,1 1 0 0 0,0-1 0 0 0,-1 0 0 0 0,2 0 1 0 0,-2-4-1 0 0,2 7-69 0 0,0 0 0 0 0,0 0 0 0 0,0 0 0 0 0,0 0 0 0 0,0 0 0 0 0,0 1 0 0 0,0-1 1 0 0,0 0-1 0 0,0 0 0 0 0,0 0 0 0 0,0 0 0 0 0,1 0 0 0 0,-1 0 0 0 0,0 0 0 0 0,1 1 1 0 0,-1-1-1 0 0,0 0 0 0 0,1 0 0 0 0,-1 0 0 0 0,1 1 0 0 0,0-1 0 0 0,-1 0 0 0 0,1 1 0 0 0,-1-1 1 0 0,1 0-1 0 0,1 0 0 0 0,1 1-58 0 0,-1-1 0 0 0,1 1 1 0 0,0 0-1 0 0,0 0 0 0 0,0 0 1 0 0,0 1-1 0 0,-1-1 0 0 0,1 1 1 0 0,4 1-1 0 0,157 23-4 0 0,-6-2-59 0 0,-123-17-10 0 0,37 1 1 0 0,-39-5-3 0 0,54 11 1 0 0,205 43-140 0 0,-222-42 145 0 0,68 24 1 0 0,-95-26 41 0 0,240 84-87 0 0,12 2 59 0 0,-139-43 44 0 0,-106-35 2 0 0,2-3 1 0 0,86 19-1 0 0,-77-25 4 0 0,0-4 1 0 0,0-1-1 0 0,0-4 1 0 0,81-6-1 0 0,334-34 428 0 0,-239 42 25 0 0,-64 1-104 0 0,95 5 79 0 0,-175-7-209 0 0,-18 1 38 0 0,0-4 0 0 0,125-15 0 0 0,25-13 398 0 0,-8 2-18 0 0,-150 17-425 0 0,1 4-1 0 0,87 3 1 0 0,0 0 314 0 0,-1-7-1 0 0,215-40 1 0 0,-257 32-145 0 0,153-4 1 0 0,-197 16-208 0 0,0-2 1 0 0,75-20 0 0 0,-83 15-59 0 0,180-21 216 0 0,-179 26-247 0 0,1 2 0 0 0,0 4 1 0 0,-1 2-1 0 0,1 3 0 0 0,0 2 1 0 0,96 24-1 0 0,-49-11 53 0 0,209 9 0 0 0,-224-23-86 0 0,212-6 64 0 0,-211-3-88 0 0,86 8 44 0 0,-151-2-61 0 0,65 4 47 0 0,-47-1-17 0 0,0-3 0 0 0,87-6 0 0 0,-14-9 56 0 0,-37 4-11 0 0,82-18-1 0 0,-77 9 9 0 0,0 4 1 0 0,1 4-1 0 0,1 4 1 0 0,137 8-1 0 0,-74 11 32 0 0,77 3 67 0 0,-102-12-107 0 0,-65 0-8 0 0,89-8-1 0 0,-80-2 33 0 0,133 4 0 0 0,-116 3-35 0 0,-65-2-40 0 0,0 1-1 0 0,0 1 1 0 0,0 1-1 0 0,26 6 1 0 0,68 15 80 0 0,2-5 0 0 0,195 5 0 0 0,-67-28-17 0 0,-54-1 27 0 0,-25 14-65 0 0,9 0-22 0 0,-145-9-27 0 0,1-1-1 0 0,-1-1 0 0 0,42-11 1 0 0,-32 1 15 0 0,-2-3-1 0 0,81-39 1 0 0,-7 1-10 0 0,-76 38-12 0 0,13-6 13 0 0,1 2 1 0 0,82-19-1 0 0,-110 35-9 0 0,1 1 1 0 0,-1 1-1 0 0,47 3 0 0 0,82 17 26 0 0,-41-4-27 0 0,-35-10-5 0 0,109-8 0 0 0,-88-1-4 0 0,-23 7-2 0 0,0 4 0 0 0,0 3 0 0 0,89 22 0 0 0,-109-20 0 0 0,-11-4-6 0 0,1-2 0 0 0,69-1 0 0 0,94-14-23 0 0,-186 9 27 0 0,19-2-14 0 0,-8-1-23 0 0,1 2-1 0 0,-1 1 0 0 0,1 2 1 0 0,-1 1-1 0 0,46 9 1 0 0,-26 3-45 0 0,0-3 0 0 0,1-2 0 0 0,1-3 1 0 0,90-2-1 0 0,-68-8-100 0 0,0 4 1 0 0,124 14-1 0 0,-135-3 130 0 0,-22-2 36 0 0,1-3 0 0 0,-1-1 1 0 0,1-2-1 0 0,49-4 1 0 0,93-26-49 0 0,-157 23 47 0 0,-1 1 0 0 0,1 2 0 0 0,-1 2 1 0 0,43 5-1 0 0,15 8-47 0 0,-48-6 15 0 0,-1-2-1 0 0,1-2 1 0 0,1-1-1 0 0,74-6 1 0 0,-79-2 9 0 0,6-2-44 0 0,0 1 1 0 0,0 3-1 0 0,1 1 1 0 0,83 8 0 0 0,0 6-142 0 0,1-4-1 0 0,156-12 1 0 0,-256 3 214 0 0,0 1-1 0 0,0 2 0 0 0,0 1 1 0 0,0 1-1 0 0,0 2 0 0 0,0 0 1 0 0,31 13-1 0 0,32 18-5 0 0,40 13-1 0 0,-111-44 13 0 0,1-1 1 0 0,-1-1-1 0 0,1-1 1 0 0,38 2-1 0 0,-38-5-12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07.7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61 8240 0 0,'11'0'150'0'0,"8"0"234"0"0,9 1 419 0 0,-22-1-565 0 0,1 1-1 0 0,-1 0 1 0 0,0 0-1 0 0,-1 0 0 0 0,1 1 1 0 0,0 0-1 0 0,0 0 1 0 0,-1 0-1 0 0,9 6 1 0 0,-11-7-116 0 0,0 0 0 0 0,0 0 0 0 0,0 0 0 0 0,1-1 0 0 0,-1 1 0 0 0,0-1 0 0 0,0 1 0 0 0,5-1 0 0 0,10 1 77 0 0,145 24 354 0 0,-122-25-497 0 0,-4 0-57 0 0,338 75-72 0 0,-334-69 38 0 0,-1-1 0 0 0,1-2 1 0 0,0-2-1 0 0,1-2 0 0 0,-1-1 1 0 0,-1-3-1 0 0,57-12 0 0 0,-22 1-42 0 0,204-55-132 0 0,-224 55 207 0 0,1 3 1 0 0,1 2-1 0 0,-1 2 0 0 0,1 3 1 0 0,1 3-1 0 0,78 5 1 0 0,283-12 165 0 0,-293-1-101 0 0,-44 3 34 0 0,2 3 0 0 0,-1 4 0 0 0,101 11 0 0 0,-89 2 19 0 0,22 3 156 0 0,120 31 1 0 0,-175-34-119 0 0,1-2 0 0 0,-1-3 0 0 0,66-1-1 0 0,33 4 131 0 0,-103-4-94 0 0,0-3 0 0 0,1-2 1 0 0,100-11-1 0 0,-73-1 153 0 0,125 2 0 0 0,-175 10-266 0 0,0 2 0 0 0,0 2-1 0 0,-1 2 1 0 0,0 1-1 0 0,0 1 1 0 0,36 16-1 0 0,-40-13 6 0 0,74 26 84 0 0,-50-21-100 0 0,-22-5-12 0 0,1-2 0 0 0,1-2 0 0 0,-1 0 1 0 0,2-3-1 0 0,38 2 0 0 0,118-6 163 0 0,-5 9-44 0 0,-174-9-160 0 0,59 10 83 0 0,-1 2 0 0 0,110 36 0 0 0,-85-22-8 0 0,-58-20-49 0 0,1-1 1 0 0,0-2-1 0 0,0-2 1 0 0,1-1 0 0 0,41-6-1 0 0,3 2 49 0 0,-12 2-33 0 0,328 9 154 0 0,-215 23-101 0 0,-153-25-53 0 0,0 1-1 0 0,34 13 1 0 0,34 8 53 0 0,-58-20-23 0 0,0-2 0 0 0,1-2 0 0 0,-1-2 0 0 0,0-1 1 0 0,54-7-1 0 0,-21-3 4 0 0,-3 1 98 0 0,86-21 1 0 0,-83 10-25 0 0,1 3 0 0 0,0 3 1 0 0,149-5-1 0 0,-179 16-24 0 0,85-16 0 0 0,-20 2 10 0 0,40-6 40 0 0,0-5-18 0 0,-61 16-67 0 0,39-3 113 0 0,-73 9-158 0 0,47 0 58 0 0,0 8 35 0 0,0 5-1 0 0,0 4 1 0 0,-1 5 0 0 0,110 32 0 0 0,-36-2 46 0 0,-114-32-116 0 0,0-2 1 0 0,1-4-1 0 0,68 2 0 0 0,-26-2 36 0 0,59 18 9 0 0,-111-17-91 0 0,-14-3-18 0 0,378 62 100 0 0,-360-66-93 0 0,77-4 0 0 0,-44-1-11 0 0,-7-1-4 0 0,87-16 1 0 0,-99 9-2 0 0,-1 3-1 0 0,84 2 0 0 0,227 4-89 0 0,-241-15-21 0 0,24-2-68 0 0,-43 20 92 0 0,-77 0 10 0 0,-1-2 1 0 0,1-1-1 0 0,44-9 1 0 0,204-36-295 0 0,-187 31 219 0 0,3-4 24 0 0,-47 7-2 0 0,1 3-1 0 0,71-1 1 0 0,-93 7 62 0 0,-1-1 1 0 0,0-2-1 0 0,0-1 1 0 0,54-19-1 0 0,-32 9 0 0 0,202-57-164 0 0,-111 44 35 0 0,297-20-1 0 0,-322 37 64 0 0,145-34 1 0 0,-208 34 80 0 0,16 0-54 0 0,1 3 1 0 0,96 0 0 0 0,159 26-113 0 0,50-9-144 0 0,-57 1 118 0 0,49 31 22 0 0,-320-32 173 0 0,-1 2-1 0 0,0 3 1 0 0,0 2-1 0 0,61 25 0 0 0,-77-27 16 0 0,0-2 0 0 0,79 10 0 0 0,-70-13 15 0 0,158 18-57 0 0,29 4-71 0 0,-66-2-2 0 0,67 9-107 0 0,-198-33 171 0 0,0-2-1 0 0,0-2 1 0 0,0-1 0 0 0,42-8-1 0 0,18-3-71 0 0,-55 8 28 0 0,64-16 1 0 0,138-36-247 0 0,-200 47 294 0 0,56-6 1 0 0,-84 13 46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08.6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198 0 6224 0 0,'-16'5'3'0'0,"19"-1"5"0"0,27-1 30 0 0,-61 10 109 0 0,17-10-81 0 0,-1-1 0 0 0,1-1 0 0 0,-1 0 1 0 0,1 0-1 0 0,-21-3 0 0 0,6 2 219 0 0,-12-3 246 0 0,41 3-517 0 0,0 0-1 0 0,-1 0 1 0 0,1 0-1 0 0,0 0 1 0 0,-1-1-1 0 0,1 1 1 0 0,0 0-1 0 0,-1 0 1 0 0,1-1 0 0 0,0 1-1 0 0,-1 0 1 0 0,1 0-1 0 0,0-1 1 0 0,0 1-1 0 0,-1 0 1 0 0,1 0-1 0 0,0-1 1 0 0,0 1-1 0 0,0 0 1 0 0,0-1 0 0 0,-1 1-1 0 0,1-1 1 0 0,0 1-1 0 0,0 0 1 0 0,0-1-1 0 0,0 1 1 0 0,0 0-1 0 0,0-1 1 0 0,0 1-1 0 0,0 0 1 0 0,0-1 0 0 0,0 1-1 0 0,0-1 1 0 0,0 1-1 0 0,0 0 1 0 0,0-1-1 0 0,0 1 1 0 0,1 0-1 0 0,-1-1 1 0 0,0 1-1 0 0,0 0 1 0 0,0-1 0 0 0,0 1-1 0 0,1 0 1 0 0,-1-1-1 0 0,1 0 7 0 0,-1 1-1 0 0,1-1 0 0 0,-1 0 0 0 0,1 1 1 0 0,0-1-1 0 0,-1 1 0 0 0,1-1 1 0 0,-1 1-1 0 0,1-1 0 0 0,0 1 1 0 0,0 0-1 0 0,-1-1 0 0 0,1 1 1 0 0,0 0-1 0 0,-1-1 0 0 0,1 1 1 0 0,0 0-1 0 0,0 0 0 0 0,0 0 1 0 0,-1 0-1 0 0,1 0 0 0 0,0 0 0 0 0,0 0 1 0 0,0 0-1 0 0,-1 0 0 0 0,1 0 1 0 0,1 1-1 0 0,23 7 87 0 0,0 2 0 0 0,27 15-1 0 0,-27-12-47 0 0,0-2-1 0 0,33 11 0 0 0,-22-12-16 0 0,1-1-1 0 0,0-2 0 0 0,0-1 0 0 0,1-2 1 0 0,0-2-1 0 0,0-1 0 0 0,-1-2 1 0 0,1-2-1 0 0,61-12 0 0 0,28-12 101 0 0,168-15 1 0 0,-231 38-81 0 0,1 2 1 0 0,0 3 0 0 0,0 3-1 0 0,102 20 1 0 0,-84-4 72 0 0,-1 4 1 0 0,146 64 0 0 0,140 98 163 0 0,-253-133-160 0 0,13 9 6 0 0,-108-51-79 0 0,0 0 0 0 0,0-2-1 0 0,1 0 1 0 0,0-1 0 0 0,1-1 0 0 0,0-1 0 0 0,0-1 0 0 0,0-1 0 0 0,31 1 0 0 0,-43-5-20 0 0,-1-1 1 0 0,1-1 0 0 0,0 0-1 0 0,0 0 1 0 0,-1 0-1 0 0,15-7 1 0 0,-23 9-35 0 0,0-1 1 0 0,1 0-1 0 0,-1 0 1 0 0,0 0-1 0 0,0 0 1 0 0,1 0-1 0 0,-1 0 0 0 0,0 0 1 0 0,0 0-1 0 0,0-1 1 0 0,-1 1-1 0 0,1 0 1 0 0,0 0-1 0 0,0-1 1 0 0,-1 1-1 0 0,1-1 1 0 0,0-2-1 0 0,-2-5 47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25.0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1 254 4312 0 0,'5'-3'6'0'0,"25"-11"19"0"0,-6 10 27 0 0,8-12 2857 0 0,-30 16-2783 0 0,16 29 1922 0 0,-17-26-1945 0 0,0 1 1 0 0,0-1-1 0 0,1 1 0 0 0,-1-1 0 0 0,1 0 0 0 0,0 0 0 0 0,0 0 0 0 0,0 0 0 0 0,0 0 0 0 0,0 0 0 0 0,1 0 0 0 0,-1-1 0 0 0,1 1 0 0 0,0-1 1 0 0,4 3-1 0 0,-5-3 42 0 0,0 0-6 0 0,6 7-30 0 0,0-1 0 0 0,0 0 1 0 0,1-1-1 0 0,-1 0 0 0 0,2 0 1 0 0,-1-1-1 0 0,1 0 0 0 0,0-1 1 0 0,0 0-1 0 0,0 0 0 0 0,1-1 1 0 0,0 0-1 0 0,0-1 0 0 0,0-1 1 0 0,0 0-1 0 0,0 0 0 0 0,0-1 1 0 0,1 0-1 0 0,19-2 0 0 0,7 0 205 0 0,0-2-1 0 0,0-2 0 0 0,-1-1 1 0 0,66-20-1 0 0,-86 20-67 0 0,1 1 1 0 0,27-3 0 0 0,24-7 152 0 0,-55 12-274 0 0,-1 0 0 0 0,1 1 1 0 0,23-1-1 0 0,-24 3-57 0 0,1-1 0 0 0,-1-1 0 0 0,0 0 0 0 0,15-5 0 0 0,-12 3 41 0 0,0 1 1 0 0,0 0 0 0 0,0 2-1 0 0,26-1 1 0 0,22-3 64 0 0,122-14 590 0 0,-121 7-476 0 0,-44 11-189 0 0,0-2-1 0 0,0 0 1 0 0,0-1-1 0 0,23-8 0 0 0,24-5 82 0 0,100-22 371 0 0,-115 26-445 0 0,-41 9-45 0 0,1 0-1 0 0,26-2 1 0 0,146-16 451 0 0,-140 19-337 0 0,1 3 1 0 0,47 6-1 0 0,-72-4-58 0 0,254 25 904 0 0,-162-34-701 0 0,-112 7-315 0 0,29 2 130 0 0,-1-1 0 0 0,59-7 1 0 0,1 4 169 0 0,8-9-81 0 0,94-17 156 0 0,-40 2-173 0 0,-41 9-94 0 0,-100 15-104 0 0,233-36 191 0 0,-176 30-72 0 0,113 2-1 0 0,-107 6-57 0 0,30 3 24 0 0,256 10 278 0 0,-111 6-148 0 0,-131-7-109 0 0,63 10 9 0 0,-34 0-16 0 0,-25-7 66 0 0,-26-2-96 0 0,90 7 10 0 0,59 6 48 0 0,349 38 260 0 0,-178-33-134 0 0,-2-28-2 0 0,-211-5-160 0 0,-44-5-12 0 0,170-30 1 0 0,-252 27-66 0 0,-45 6 0 0 0,171-23 93 0 0,216-1 0 0 0,-354 28-81 0 0,299 5 131 0 0,161 12-54 0 0,-208 6 8 0 0,-149-4-90 0 0,114 10 36 0 0,-182-27-40 0 0,111-12 0 0 0,-49 0-6 0 0,49-2 28 0 0,199 30 1 0 0,-193 5-1 0 0,91 7-4 0 0,28 8 6 0 0,13 36 25 0 0,-238-48-70 0 0,-46-13 5 0 0,1-4-1 0 0,-1-2 1 0 0,123-2 0 0 0,191-38 23 0 0,-353 30-31 0 0,335-34 45 0 0,196-12-23 0 0,-526 46-23 0 0,177-14 15 0 0,-131 13-10 0 0,-28 1 3 0 0,90 5-1 0 0,-50 7 3 0 0,0 4 0 0 0,108 30 0 0 0,7 20 27 0 0,-73-34-21 0 0,-82-21-10 0 0,117 11 17 0 0,-71-11-8 0 0,308 37 58 0 0,-325-42-56 0 0,142-13 0 0 0,-94 2 6 0 0,264-4 26 0 0,-106 0-29 0 0,0-1-1 0 0,2 6-4 0 0,-127-3-16 0 0,-80 3 0 0 0,68-6 0 0 0,223-9 0 0 0,-292 18 0 0 0,-55 1 0 0 0,0 2 0 0 0,0 0 0 0 0,0 2 0 0 0,38 5 0 0 0,-15 6 0 0 0,-37-6 0 0 0,-1 3 0 0 0,-1 3 0 0 0,-5 0 0 0 0,-1-2 0 0 0,-3 0 0 0 0,-3-1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27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1 733 10152 0 0,'56'7'8987'0'0,"-40"-46"-8347"0"0,-15 34-634 0 0,27-85 73 0 0,-16 48-115 0 0,25-60-1 0 0,-26 78 49 0 0,-6 11-153 0 0,1 1 0 0 0,0 0 0 0 0,0 0 0 0 0,2 1 0 0 0,9-14 0 0 0,-10 16 15 0 0,0-2 0 0 0,-1 1 1 0 0,0-1-1 0 0,7-16 0 0 0,10-19-360 0 0,-22 44 436 0 0,1-1-1 0 0,-1 0 1 0 0,1 0-1 0 0,-1 1 1 0 0,0-1-1 0 0,0 0 1 0 0,0 0-1 0 0,-1 0 1 0 0,1 0-1 0 0,-1 0 1 0 0,1 0-1 0 0,-1-1 1 0 0,0-2-1 0 0,-1 4-75 0 0,2 2 119 0 0,-1 0 0 0 0,0 0 0 0 0,0-1 0 0 0,1 1 0 0 0,-1 0 0 0 0,0 0 0 0 0,1-1 0 0 0,-1 1 0 0 0,0 0 0 0 0,0 0 0 0 0,0-1 0 0 0,1 1 0 0 0,-1 0 0 0 0,0-1 0 0 0,0 1 0 0 0,0 0 0 0 0,0-1 0 0 0,0 1 0 0 0,0 0 0 0 0,1-1 0 0 0,-1 1 0 0 0,0 0 0 0 0,0-1 0 0 0,0 1 0 0 0,0 0 0 0 0,0-1 0 0 0,0 1 0 0 0,-1 0 0 0 0,1-1 0 0 0,0 1 0 0 0,0 0 0 0 0,0-1 0 0 0,0 1 0 0 0,0 0 0 0 0,0-1 0 0 0,0 1 0 0 0,-1 0 0 0 0,1-1 0 0 0,0 1 0 0 0,0 0 0 0 0,-1-1 0 0 0,-8-19-512 0 0,7 17 193 0 0,86 76 272 0 0,-73-62 54 0 0,0 0 0 0 0,1-1 1 0 0,0 0-1 0 0,20 11 1 0 0,-25-17-1 0 0,0 0 1 0 0,1 0-1 0 0,-1-1 1 0 0,1 0-1 0 0,0 0 0 0 0,0-1 1 0 0,0 0-1 0 0,0-1 1 0 0,17 2-1 0 0,29-2 1 0 0,-15 0 61 0 0,57-5 1 0 0,-61 1-7 0 0,65 5 0 0 0,-89-1-42 0 0,37 1 75 0 0,1-2 0 0 0,69-9 0 0 0,11 0 192 0 0,-79 7-162 0 0,54-10-1 0 0,3 3 89 0 0,-47 5-82 0 0,118-10 203 0 0,113-6 208 0 0,-45 8-240 0 0,-223 12-273 0 0,563 14 738 0 0,-363-14-527 0 0,-17 7-12 0 0,-57-5-42 0 0,-94-2-134 0 0,147-9 218 0 0,164-1 27 0 0,-125 2-88 0 0,-69 7-63 0 0,50-1 116 0 0,-78-2-129 0 0,96-7 112 0 0,344-71 242 0 0,-522 72-453 0 0,435-58 205 0 0,-189 64-79 0 0,-172 6-92 0 0,-16-1-10 0 0,2 0-1 0 0,142-15 0 0 0,-14-5 62 0 0,-79 7-37 0 0,-81 8 9 0 0,95 9-1 0 0,-24 0 20 0 0,40 4 42 0 0,-40 2-24 0 0,3 0 20 0 0,93-4 127 0 0,103 23 70 0 0,-259-20-274 0 0,735 106 427 0 0,-726-99-380 0 0,1-4 1 0 0,198-4-1 0 0,-49 0 26 0 0,-159-4-30 0 0,-64-4-51 0 0,0 1 0 0 0,45 8-1 0 0,23 11 106 0 0,-68-23-69 0 0,-12 5-56 0 0,-19-2-32 0 0,0 0 1 0 0,-1 0 0 0 0,1-1-1 0 0,0 0 1 0 0,6 0 0 0 0,30-5 9 0 0,-21 4-6 0 0,0-2-1 0 0,-1 0 1 0 0,1-2 0 0 0,21-6-1 0 0,-16-1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28.0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2163 19 15472 0 0,'0'0'3178'0'0,"-4"-3"-2859"0"0,-11-8-151 0 0,12 11-137 0 0,1-1 0 0 0,0 1 0 0 0,-1 0 0 0 0,1 0 0 0 0,-1 0 0 0 0,1 0 0 0 0,-1 1 0 0 0,1-1 0 0 0,-1 1 0 0 0,1-1 1 0 0,-1 1-1 0 0,1 0 0 0 0,0 0 0 0 0,-1 0 0 0 0,-1 2 0 0 0,0-2 53 0 0,-20 8-18 0 0,-1-1 0 0 0,0-1-1 0 0,0-1 1 0 0,-1-2 0 0 0,-49 4 0 0 0,54-8-122 0 0,0-1 0 0 0,0-1 0 0 0,-32-7 0 0 0,-125-25-399 0 0,133 29 279 0 0,-55 0 0 0 0,-129 19-67 0 0,200-11 226 0 0,-167 10-89 0 0,-118 14-11 0 0,124 10 89 0 0,119-20 27 0 0,-79 7 0 0 0,15-11 22 0 0,32-1 67 0 0,70-6 19 0 0,24-3-61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31.7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0 151 9040 0 0,'17'-3'50'0'0,"13"-2"158"0"0,-3 2 57 0 0,-10 2-12 0 0,-39 1 796 0 0,21 1-941 0 0,0 0 0 0 0,0 1 0 0 0,0-1 0 0 0,0 1 1 0 0,0-1-1 0 0,0 1 0 0 0,1 0 0 0 0,-1-1 0 0 0,0 1 0 0 0,1 1 0 0 0,4 0-46 0 0,2-1 0 0 0,-1 0-1 0 0,0 0 1 0 0,0-1 0 0 0,1 1-1 0 0,-1-1 1 0 0,0-1 0 0 0,1 1-1 0 0,6-1 1 0 0,55-4 142 0 0,-19 0-14 0 0,-36 3-137 0 0,1-1 0 0 0,-1 0 0 0 0,0 0 0 0 0,0-2 0 0 0,12-4 0 0 0,17-4 52 0 0,-17 6-44 0 0,160-35 273 0 0,-144 35-274 0 0,-1 1-1 0 0,70 2 0 0 0,-58 4-5 0 0,1-2-1 0 0,83-11 1 0 0,29-8 25 0 0,27-1 18 0 0,-64 8 23 0 0,-60 10-9 0 0,0 2 0 0 0,105 12-1 0 0,-151-9-90 0 0,37 6 105 0 0,71 18 0 0 0,-94-20-16 0 0,56 3 1 0 0,-66-7-76 0 0,108-2 182 0 0,-52-3 3 0 0,147-7 182 0 0,-185 7-227 0 0,1 3 0 0 0,46 5 1 0 0,45-1 103 0 0,-64-2 40 0 0,142 22 0 0 0,-159-16-210 0 0,303 29 585 0 0,-296-35-556 0 0,67-7 1 0 0,31 1 107 0 0,55 21 43 0 0,352 54 663 0 0,-367-66-766 0 0,-152-5-113 0 0,75-9 119 0 0,-32 2-94 0 0,100 4 209 0 0,-98 2-124 0 0,31 1 10 0 0,-42 6 31 0 0,74 8 114 0 0,-94-2-224 0 0,1-4 0 0 0,0-2-1 0 0,68-3 1 0 0,87-21 137 0 0,-128 10-128 0 0,-61 6-82 0 0,266-29 273 0 0,-183 18-129 0 0,122 2-1 0 0,219 36 385 0 0,-411-22-496 0 0,50-2 0 0 0,-49-1-37 0 0,-8-2 15 0 0,35-5 1 0 0,-5 0 22 0 0,10-1 9 0 0,-43 3-41 0 0,1 2 1 0 0,0 1-1 0 0,0 2 1 0 0,56 6 0 0 0,8 4 67 0 0,-66-8-66 0 0,0 2-1 0 0,37 8 1 0 0,72 14 133 0 0,-122-22-163 0 0,42 11 60 0 0,1-3-1 0 0,105 9 1 0 0,83-25 79 0 0,-31-1 4 0 0,-62 3-21 0 0,22 0 16 0 0,-23-3 10 0 0,-33 1-67 0 0,283-34 158 0 0,-270 21-200 0 0,-39 1-5 0 0,-60 8-22 0 0,47-2 0 0 0,-52 7-3 0 0,43-10 0 0 0,-49 7 0 0 0,1 2 1 0 0,43-2-1 0 0,69 4 51 0 0,132 4 87 0 0,-189-1-92 0 0,101-13 0 0 0,-96 5-28 0 0,-43 4-21 0 0,146-7 53 0 0,-52 9 31 0 0,149 18 0 0 0,-147-11-23 0 0,55 4-10 0 0,-109-3-46 0 0,-51-4-4 0 0,40 0 0 0 0,115 0 45 0 0,-180-3-63 0 0,54 5 29 0 0,69 14 1 0 0,-15-1 14 0 0,181 9 68 0 0,-33 19-12 0 0,-143-20-42 0 0,105 22 30 0 0,-187-40-77 0 0,9 1 7 0 0,0-1 0 0 0,74 2-1 0 0,160-8 79 0 0,-230 0-80 0 0,29-2 6 0 0,130-3 72 0 0,-127 4-64 0 0,-29-1 4 0 0,0-3-1 0 0,0-2 0 0 0,78-16 1 0 0,-111 16-26 0 0,1 2-1 0 0,-1 1 1 0 0,31 1 0 0 0,-27 1 7 0 0,51-7 0 0 0,-59 6-4 0 0,0 0 0 0 0,-1 1 1 0 0,1 1-1 0 0,0 0 0 0 0,0 2 0 0 0,-1 0 0 0 0,31 9 0 0 0,-22-5 8 0 0,0-2 0 0 0,38 4 0 0 0,201-6 75 0 0,-117-20-62 0 0,-86 8-11 0 0,81-2 0 0 0,208 2 40 0 0,77-14-14 0 0,-217 13-2 0 0,-150 9-23 0 0,0 3 1 0 0,0 3 0 0 0,96 19-1 0 0,-157-24-23 0 0,0 0 0 0 0,1 0-1 0 0,-1 0 1 0 0,0 0-1 0 0,1 0 1 0 0,-1 0 0 0 0,0 0-1 0 0,1 0 1 0 0,-1 0-1 0 0,0 1 1 0 0,1-1 0 0 0,-1 0-1 0 0,0 0 1 0 0,1 0-1 0 0,-1 1 1 0 0,0-1 0 0 0,0 0-1 0 0,1 0 1 0 0,-1 1-1 0 0,0-1 1 0 0,0 0 0 0 0,0 1-1 0 0,1-1 1 0 0,-1 0-1 0 0,0 1 1 0 0,0-1 0 0 0,0 0-1 0 0,0 1 1 0 0,0-1-1 0 0,1 0 1 0 0,-1 1 0 0 0,0-1-1 0 0,0 0 1 0 0,0 1-1 0 0,0-1 1 0 0,0 0 0 0 0,0 1-1 0 0,0-1 1 0 0,0 0-1 0 0,-1 1 1 0 0,1-1 0 0 0,0 0-1 0 0,0 1 1 0 0,0-1-1 0 0,0 0 1 0 0,0 1 0 0 0,0-1-1 0 0,-1 0 1 0 0,1 1-1 0 0,-1-1 1 0 0,-9 13 7 0 0,10-13-8 0 0,-9 7 4 0 0,-1-1-1 0 0,1-1 1 0 0,-1 0-1 0 0,0 0 1 0 0,0 0-1 0 0,-21 5 1 0 0,16-5-4 0 0,-30 9 7 0 0,-5-2 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34.3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0 188 9040 0 0,'36'3'8182'0'0,"-16"-5"-8136"0"0,-18 1-40 0 0,1 0-1 0 0,-1 1 0 0 0,1 0 1 0 0,-1 0-1 0 0,1 0 0 0 0,-1 0 1 0 0,1 0-1 0 0,-1 0 0 0 0,1 0 1 0 0,-1 1-1 0 0,1 0 1 0 0,-1-1-1 0 0,1 1 0 0 0,-1 0 1 0 0,0 0-1 0 0,1 0 0 0 0,-1 0 1 0 0,0 1-1 0 0,0-1 0 0 0,0 1 1 0 0,0-1-1 0 0,3 3 0 0 0,41 35-13 0 0,-36-31-24 0 0,2 0-1 0 0,-1-1 0 0 0,1 0 1 0 0,0-1-1 0 0,0 0 0 0 0,1-1 1 0 0,21 7-1 0 0,98 15-405 0 0,-55-14 307 0 0,-33-6-11 0 0,0-2 0 0 0,63-1 0 0 0,-42-2 60 0 0,42-2-4 0 0,29 3 16 0 0,76 6-31 0 0,-165-9 98 0 0,62-6 1 0 0,-40 0 3 0 0,264-13 53 0 0,-205 7-24 0 0,11 1 84 0 0,55-2 57 0 0,5-10 74 0 0,-4 0-12 0 0,105-4 201 0 0,-246 21-365 0 0,20 0 128 0 0,100 4 1 0 0,-97 4-87 0 0,304 16 311 0 0,-297-13-279 0 0,1-3 0 0 0,147-16 0 0 0,207-41 287 0 0,-402 51-403 0 0,181-15 250 0 0,27 8 40 0 0,132-16 156 0 0,-226 19-212 0 0,10 0-26 0 0,-97-2-132 0 0,-37 5 38 0 0,53-3 1 0 0,275-17 423 0 0,-301 21-444 0 0,1 2 0 0 0,79 7 0 0 0,-2 0 109 0 0,-59-3-90 0 0,37-1 14 0 0,55-10 87 0 0,205-19 215 0 0,-315 24-361 0 0,71 2 1 0 0,-81 2-51 0 0,329-2 344 0 0,-320 1-354 0 0,105 5 112 0 0,-89 0-1 0 0,131-9 1 0 0,-93-1-62 0 0,116-1 53 0 0,-181 5-92 0 0,45 5 0 0 0,-30 0-12 0 0,153 15 112 0 0,31 4 59 0 0,-62-2-42 0 0,320 8 221 0 0,-339-27-258 0 0,123-1 131 0 0,-127-3-148 0 0,-36 3-26 0 0,608-10 475 0 0,-285 10-297 0 0,-63 3-82 0 0,-104-26-12 0 0,-2 0-69 0 0,-203 21-83 0 0,236 0 169 0 0,550 55 113 0 0,-656-34-226 0 0,-9 0 9 0 0,-48-8-16 0 0,10-6-8 0 0,151-5 64 0 0,37 6 1 0 0,-104 18-50 0 0,-95-8-23 0 0,245 7 76 0 0,-191-14-71 0 0,96 26 106 0 0,-46-3-86 0 0,116-17 47 0 0,-218-13-79 0 0,204-9 71 0 0,-322 3-94 0 0,-1 2 0 0 0,1 1-1 0 0,51 4 1 0 0,-67 1 2 0 0,-11-4-19 0 0,0 1 1 0 0,-1-1-1 0 0,1 0 0 0 0,-1 0 1 0 0,1 1-1 0 0,0-1 1 0 0,-1 0-1 0 0,1 0 0 0 0,-1 0 1 0 0,1 0-1 0 0,0 0 1 0 0,-1 0-1 0 0,1 0 0 0 0,0 0 1 0 0,-1 0-1 0 0,1 0 1 0 0,-1 0-1 0 0,1 0 0 0 0,0 0 1 0 0,-1 0-1 0 0,1-1 1 0 0,0 1-1 0 0,-1 0 0 0 0,2-1 1 0 0,28 10 102 0 0,-30-9-101 0 0,1 0 1 0 0,-1-1-1 0 0,1 1 0 0 0,0 0 1 0 0,-1 0-1 0 0,1 0 1 0 0,-1-1-1 0 0,1 1 0 0 0,-1 0 1 0 0,1 0-1 0 0,-1-1 0 0 0,1 1 1 0 0,-1 0-1 0 0,0-1 1 0 0,1 1-1 0 0,-1-1 0 0 0,1 1 1 0 0,-1-1-1 0 0,0 1 1 0 0,1-1-1 0 0,-1 1 0 0 0,0-1 1 0 0,0 1-1 0 0,1-1 1 0 0,-1 1-1 0 0,0-1 0 0 0,0 0-5 0 0,1-1 10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36.9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1 306 7632 0 0,'17'-2'138'0'0,"9"-1"475"0"0,-2 2 270 0 0,33-11 6187 0 0,-56 11-6993 0 0,-1 1-1 0 0,1 0 1 0 0,0 0 0 0 0,-1 0-1 0 0,1-1 1 0 0,-1 1 0 0 0,1 0-1 0 0,0 0 1 0 0,-1 0 0 0 0,1 0-1 0 0,-1 0 1 0 0,1 0 0 0 0,0 0-1 0 0,0 0 1 0 0,42 3-32 0 0,-1 1 0 0 0,45 10 0 0 0,-38-5-74 0 0,53 3 0 0 0,-46-10-169 0 0,76 6-161 0 0,-113-7 296 0 0,1 0-1 0 0,22-2 1 0 0,18 0-123 0 0,125 13-268 0 0,60-19-100 0 0,62-6 278 0 0,-31-10 80 0 0,-2 12 45 0 0,-120 9 82 0 0,13 5 66 0 0,-13 1 4 0 0,372-38 101 0 0,116-10 566 0 0,-205 56-16 0 0,-164 0-280 0 0,208-2 221 0 0,-207-2-219 0 0,-49 12-117 0 0,-120-12-39 0 0,121 24 0 0 0,-164-23-92 0 0,1-4 0 0 0,68-2 0 0 0,-50-2-45 0 0,217-2 173 0 0,-158-1-62 0 0,69-6 54 0 0,108 2 382 0 0,-66 7-18 0 0,381-48 1 0 0,-602 44-585 0 0,167-21 467 0 0,259 3 0 0 0,-127 19-6 0 0,59 3 93 0 0,-135 2-299 0 0,-152-3-195 0 0,308 4 227 0 0,-293 2-213 0 0,74 0 97 0 0,-137-8-161 0 0,12 2 16 0 0,0-4 0 0 0,101-18 0 0 0,-97 6-10 0 0,141-35 71 0 0,-53 10 65 0 0,214-27 1 0 0,-276 58-78 0 0,112 3-1 0 0,-53 4 12 0 0,-62-1-60 0 0,160-11 67 0 0,-150 8 7 0 0,143 10 0 0 0,-64 2-3 0 0,240 21 91 0 0,-74-2-70 0 0,-68-1-1 0 0,-64-3-75 0 0,-116-11-23 0 0,54 0 18 0 0,220-9 68 0 0,-285 0-84 0 0,231 3 80 0 0,-92 14-56 0 0,46 2 26 0 0,-70-16-33 0 0,429-3 113 0 0,-494 10-112 0 0,146 29-1 0 0,-177-22-35 0 0,45-4 28 0 0,-117-11-48 0 0,157 8 38 0 0,-37-10 1 0 0,33 1 24 0 0,-103-2-52 0 0,15 1 8 0 0,151 9 68 0 0,-137-9-56 0 0,-99-1-32 0 0,1-1 0 0 0,26-5 0 0 0,24-4 16 0 0,-9 6 5 0 0,108-26-1 0 0,-56 9-5 0 0,-59 16-9 0 0,-36 5-8 0 0,1-1 1 0 0,24-6-1 0 0,-16 3 2 0 0,-1 1-1 0 0,1 1 1 0 0,0 1-1 0 0,29 1 0 0 0,-22 0 2 0 0,53-7 0 0 0,-45 4 7 0 0,0 1 0 0 0,-1 1 0 0 0,60 6 0 0 0,-28 3 12 0 0,36 1 9 0 0,-60-6 8 0 0,70 12-1 0 0,1 2 33 0 0,80 8 97 0 0,-128-14-131 0 0,-40-8-7 0 0,55-1 1 0 0,-8-2 26 0 0,41 0 106 0 0,-115 1-167 0 0,-1-1 0 0 0,1 1 0 0 0,0 0 0 0 0,-1-1 0 0 0,1 1 0 0 0,0-1 0 0 0,-1 1 0 0 0,1-1 0 0 0,-1 1 0 0 0,1-1 0 0 0,-1 1 0 0 0,1-1 0 0 0,-1 0 0 0 0,1 1 0 0 0,-1-1 0 0 0,0 0 0 0 0,1 1 0 0 0,-1-1 0 0 0,0 0 0 0 0,0 0 0 0 0,1 1 0 0 0,-1-1 0 0 0,0 0-1 0 0,0 0 1 0 0,0 1 0 0 0,0-1 0 0 0,0 0 0 0 0,0 0 0 0 0,0 1 0 0 0,0-1 0 0 0,-1-1 0 0 0,1 0 14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39.0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1 448 13360 0 0,'14'-6'4'0'0,"6"-1"39"0"0,1 2 69 0 0,10 1 241 0 0,-31 2-307 0 0,-1 1 0 0 0,1-1 0 0 0,0 1 0 0 0,0-1 0 0 0,-1 0 0 0 0,1 1 0 0 0,-1-1 0 0 0,0 1 0 0 0,1-1 0 0 0,-1 1 0 0 0,0-1 1 0 0,0 1-1 0 0,0 0 0 0 0,0-1 0 0 0,-1 0 0 0 0,-31-40 3574 0 0,34 41-3605 0 0,0 1-1 0 0,-1-1 1 0 0,1 1 0 0 0,0-1 0 0 0,-1 1-1 0 0,1-1 1 0 0,0 1 0 0 0,0 0 0 0 0,-1-1-1 0 0,1 1 1 0 0,0 0 0 0 0,0 0 0 0 0,0 0-1 0 0,-1 0 1 0 0,1-1 0 0 0,0 1 0 0 0,0 0-1 0 0,0 0 1 0 0,0 1 0 0 0,-1-1 0 0 0,1 0-1 0 0,1 0 1 0 0,26 5 233 0 0,-15-2-118 0 0,402 36 882 0 0,-266-28-837 0 0,165-8 1 0 0,151-34 69 0 0,145-21-74 0 0,-244 21-129 0 0,-29 18 9 0 0,-89 8-22 0 0,215-16 21 0 0,-278 15-28 0 0,187-4 26 0 0,-224 10-25 0 0,274 3 56 0 0,-2 30 43 0 0,-218-12 25 0 0,332-7 0 0 0,-328-28-55 0 0,-6 1 41 0 0,-112 9-88 0 0,68 0 23 0 0,299 24 228 0 0,-267-23-105 0 0,132-2 213 0 0,-297 6-380 0 0,384 21 485 0 0,-289-7-205 0 0,127-1 0 0 0,-100-4 22 0 0,81 0 107 0 0,-184-9-281 0 0,43 9 1 0 0,13 0 2 0 0,35 6 94 0 0,-92-12-187 0 0,-31-2-40 0 0,1-1-1 0 0,0 0 1 0 0,0-1-1 0 0,0 0 0 0 0,12-2 1 0 0,106-12 269 0 0,-19 3-145 0 0,101-14 156 0 0,-178 22-235 0 0,33 2 1 0 0,-8 0 31 0 0,221-7 317 0 0,-213 1-264 0 0,114-25 0 0 0,-50 5-9 0 0,46-3 58 0 0,47 1 136 0 0,-96 5-169 0 0,-10 4 46 0 0,-22 2-94 0 0,47-4 40 0 0,52-7-7 0 0,-171 27-141 0 0,342-35 208 0 0,-98 12-101 0 0,-96 6-62 0 0,20 1 1 0 0,-116 12-29 0 0,-60 5-21 0 0,0 2 0 0 0,0 0 0 0 0,1 0-1 0 0,15 5 1 0 0,-15-3 6 0 0,0 0 0 0 0,33 0 0 0 0,-40-3-8 0 0,0 1 0 0 0,-1 0 0 0 0,1 1 0 0 0,-1-1-1 0 0,12 5 1 0 0,27 5 8 0 0,25 8 10 0 0,-60-16-14 0 0,0 0 0 0 0,0 0-1 0 0,0 1 1 0 0,0 1 0 0 0,20 11-1 0 0,13 4 5 0 0,13 11 12 0 0,-50-25-21 0 0,2 0-1 0 0,-1-1 1 0 0,1 0-1 0 0,-1-1 0 0 0,1 0 1 0 0,1-1-1 0 0,16 4 1 0 0,182 6 85 0 0,-207-13-35 0 0,-4 2-53 0 0,0-1-1 0 0,-1 0 1 0 0,1 0 0 0 0,-1 0-1 0 0,0 0 1 0 0,1 0 0 0 0,-1-1-1 0 0,0 1 1 0 0,-2 0 0 0 0,4-1-2 0 0,-20 4 7 0 0,-1 4 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42.8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84 6016 0 0,'10'4'7'0'0,"3"1"17"0"0,9 2 31 0 0,-21-6-50 0 0,1-1-1 0 0,0 0 1 0 0,0 1 0 0 0,0-1 0 0 0,-1 0-1 0 0,1 0 1 0 0,0 0 0 0 0,0 0 0 0 0,-1 0-1 0 0,1-1 1 0 0,0 1 0 0 0,0 0 0 0 0,-1-1-1 0 0,1 1 1 0 0,0-1 0 0 0,2-1-1 0 0,-1-1 12 0 0,0 0-1 0 0,1 0 0 0 0,-1 0 1 0 0,0 0-1 0 0,-1-1 0 0 0,1 1 1 0 0,3-7-1 0 0,-4 6 12 0 0,1 0 1 0 0,-1 0-1 0 0,1 1 0 0 0,0-1 0 0 0,0 1 1 0 0,6-5-1 0 0,-4 4 40 0 0,1 0 0 0 0,1 0 0 0 0,-1 1 1 0 0,1 0-1 0 0,-1 0 0 0 0,1 0 0 0 0,0 1 1 0 0,0 0-1 0 0,0 1 0 0 0,0-1 0 0 0,8 1 0 0 0,7-1 104 0 0,0 2 0 0 0,0 1-1 0 0,0 1 1 0 0,43 8 0 0 0,-57-8-154 0 0,85 24 155 0 0,146 10 81 0 0,-85-12-114 0 0,-82-12 1 0 0,131 7 0 0 0,-126-14-25 0 0,-55-2-74 0 0,-1-2 0 0 0,0 0 0 0 0,30-3 0 0 0,-32 0 3 0 0,0 2-1 0 0,0 0 1 0 0,28 4 0 0 0,22 1 133 0 0,-33-3 14 0 0,46 7 1 0 0,-57-4-85 0 0,1-2 1 0 0,0-1 0 0 0,0-1-1 0 0,31-4 1 0 0,43-1 307 0 0,-57 4-158 0 0,-1 3 0 0 0,0 1 1 0 0,0 2-1 0 0,79 22 0 0 0,-83-18-52 0 0,69 8 0 0 0,-64-12-21 0 0,-21-4-64 0 0,-1 0 0 0 0,24-3 0 0 0,-13 1-32 0 0,10-2 202 0 0,72-14 0 0 0,-32 4-101 0 0,16 3 194 0 0,1 4 1 0 0,135 10 0 0 0,-130-5-103 0 0,-48-1-170 0 0,-21-1 37 0 0,42-7 1 0 0,1 0 168 0 0,220-28 473 0 0,-45 4-161 0 0,-183 25-406 0 0,75-4 200 0 0,290 22 568 0 0,-290-15-689 0 0,-35 0-89 0 0,-28 7-74 0 0,47-1 119 0 0,-99-2-163 0 0,40 4 0 0 0,2 0 10 0 0,-45-2-41 0 0,42 8 1 0 0,4 0 72 0 0,120 19 182 0 0,289 9 245 0 0,-299-15-368 0 0,-133-17-127 0 0,0 1-1 0 0,63 18 1 0 0,-110-23-67 0 0,48 8 79 0 0,81 4 1 0 0,-43-6-12 0 0,40-4 25 0 0,-97-1-70 0 0,1-2-1 0 0,-1-1 1 0 0,0-1-1 0 0,50-11 1 0 0,51-2 84 0 0,-91 10-35 0 0,78 1-1 0 0,-20 2 97 0 0,-66 1-102 0 0,-1 2 1 0 0,52 9-1 0 0,22 1 158 0 0,67 8 290 0 0,143 0-84 0 0,-108-11-149 0 0,-95 1-136 0 0,279 13 391 0 0,364-35 7 0 0,-384-9-301 0 0,-223 9-208 0 0,-79 8-23 0 0,191-17 70 0 0,-139 6-40 0 0,160-12 58 0 0,278 17 141 0 0,-431 11-195 0 0,33 0 42 0 0,-45 1-27 0 0,64 6-3 0 0,65 8 4 0 0,229 43 87 0 0,-289-40-20 0 0,205-8 0 0 0,191-34 72 0 0,-342 11-128 0 0,-78 5-36 0 0,712-26 116 0 0,-311 23-41 0 0,-278-3-59 0 0,-82 4-16 0 0,-10 1 5 0 0,-65-4-15 0 0,591-46 113 0 0,-41 35-46 0 0,-570 18-83 0 0,349-10 56 0 0,-287 10-51 0 0,79 2 15 0 0,16 11 1 0 0,-121-5-20 0 0,-84-2 5 0 0,-1-3 1 0 0,103-18 0 0 0,-126 10-13 0 0,-29 9-1 0 0,0-1-1 0 0,1 1 0 0 0,16-2 1 0 0,18-4 0 0 0,4-5 39 0 0,-45 12-36 0 0,8 6 48 0 0,-14 2-49 0 0,0 0-1 0 0,-1 0 0 0 0,0-1 1 0 0,0 1-1 0 0,0-1 0 0 0,-1 0 1 0 0,-9 7-1 0 0,-48 36 16 0 0,62-49-22 0 0,-123 76 31 0 0,87-55-23 0 0,-2-5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4T13:25:44.5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0 503 4720 0 0,'20'-3'388'0'0,"9"0"1286"0"0,0 1 604 0 0,-11 2-949 0 0,9-1 2162 0 0,-38-2-3091 0 0,-3 4-363 0 0,13-1-2 0 0,1 0 1 0 0,0 0-1 0 0,0 0 1 0 0,-1 0-1 0 0,1 0 0 0 0,0 0 1 0 0,-4-2 459 0 0,4 1-459 0 0,0 1-1 0 0,0 0 1 0 0,0 0-1 0 0,-1-1 0 0 0,1 1 1 0 0,0 0-1 0 0,0 0 1 0 0,0-1-1 0 0,0 1 0 0 0,0 0 1 0 0,0-1-1 0 0,0 1 1 0 0,0 0-1 0 0,0-1 0 0 0,0 1 1 0 0,0 0-1 0 0,5 2-27 0 0,1 0 0 0 0,0 0 0 0 0,-1 0-1 0 0,1-1 1 0 0,0 0 0 0 0,0 0 0 0 0,0 0 0 0 0,0-1 0 0 0,8 0-1 0 0,24 3-10 0 0,88 11-62 0 0,-104-11 37 0 0,-1-2 0 0 0,28-1 0 0 0,9-1-160 0 0,70-3-157 0 0,-101 2 298 0 0,225-28-585 0 0,-97 13 298 0 0,-15 1 114 0 0,140-1 17 0 0,106-10 128 0 0,-163 7 62 0 0,192-24-12 0 0,-103 4 48 0 0,-92 12-15 0 0,219-6 305 0 0,-361 30-277 0 0,377-2 344 0 0,-353 6-277 0 0,345 9 174 0 0,142 0 397 0 0,-282-13-416 0 0,121 7 245 0 0,-78-2-224 0 0,-164-1-116 0 0,115 5 80 0 0,175 2 77 0 0,213-60 111 0 0,-660 50-403 0 0,185-28 197 0 0,-7 0-61 0 0,-8 2-43 0 0,23-3 73 0 0,55 3 113 0 0,87-8-32 0 0,-142 26 51 0 0,0 10-1 0 0,232 28 0 0 0,-146 12 177 0 0,110 5-181 0 0,273-8 304 0 0,-97-33-40 0 0,-383-3-426 0 0,-82 0-70 0 0,256-7 273 0 0,373-17 180 0 0,-334 16-279 0 0,550-16 361 0 0,-621 25-306 0 0,-205 3-225 0 0,434 15 197 0 0,-554-18-269 0 0,275 22 186 0 0,-116-7-97 0 0,166 23 157 0 0,173 13 69 0 0,-292-35-166 0 0,8 1-28 0 0,-83-1-30 0 0,28 3 34 0 0,-112-10-101 0 0,63 13 68 0 0,-87-11-46 0 0,-26-7-4 0 0,0 1 0 0 0,29 12 0 0 0,-37-8-26 0 0,-9 1-4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1439" y="2481643"/>
            <a:ext cx="442112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1237" y="462343"/>
            <a:ext cx="560152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3115"/>
            <a:ext cx="8072119" cy="446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17.png"/><Relationship Id="rId18" Type="http://schemas.openxmlformats.org/officeDocument/2006/relationships/customXml" Target="../ink/ink20.xml"/><Relationship Id="rId3" Type="http://schemas.openxmlformats.org/officeDocument/2006/relationships/image" Target="../media/image12.png"/><Relationship Id="rId21" Type="http://schemas.openxmlformats.org/officeDocument/2006/relationships/image" Target="../media/image21.png"/><Relationship Id="rId7" Type="http://schemas.openxmlformats.org/officeDocument/2006/relationships/image" Target="../media/image14.png"/><Relationship Id="rId12" Type="http://schemas.openxmlformats.org/officeDocument/2006/relationships/customXml" Target="../ink/ink17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2" Type="http://schemas.openxmlformats.org/officeDocument/2006/relationships/customXml" Target="../ink/ink12.xml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6.png"/><Relationship Id="rId24" Type="http://schemas.openxmlformats.org/officeDocument/2006/relationships/customXml" Target="../ink/ink23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10" Type="http://schemas.openxmlformats.org/officeDocument/2006/relationships/customXml" Target="../ink/ink16.xml"/><Relationship Id="rId19" Type="http://schemas.openxmlformats.org/officeDocument/2006/relationships/image" Target="../media/image20.png"/><Relationship Id="rId4" Type="http://schemas.openxmlformats.org/officeDocument/2006/relationships/customXml" Target="../ink/ink13.xml"/><Relationship Id="rId9" Type="http://schemas.openxmlformats.org/officeDocument/2006/relationships/image" Target="../media/image15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29.png"/><Relationship Id="rId18" Type="http://schemas.openxmlformats.org/officeDocument/2006/relationships/customXml" Target="../ink/ink32.xml"/><Relationship Id="rId3" Type="http://schemas.openxmlformats.org/officeDocument/2006/relationships/image" Target="../media/image24.png"/><Relationship Id="rId21" Type="http://schemas.openxmlformats.org/officeDocument/2006/relationships/image" Target="../media/image33.png"/><Relationship Id="rId7" Type="http://schemas.openxmlformats.org/officeDocument/2006/relationships/image" Target="../media/image26.png"/><Relationship Id="rId12" Type="http://schemas.openxmlformats.org/officeDocument/2006/relationships/customXml" Target="../ink/ink29.xml"/><Relationship Id="rId17" Type="http://schemas.openxmlformats.org/officeDocument/2006/relationships/image" Target="../media/image31.png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5" Type="http://schemas.openxmlformats.org/officeDocument/2006/relationships/image" Target="../media/image30.png"/><Relationship Id="rId10" Type="http://schemas.openxmlformats.org/officeDocument/2006/relationships/customXml" Target="../ink/ink28.xml"/><Relationship Id="rId19" Type="http://schemas.openxmlformats.org/officeDocument/2006/relationships/image" Target="../media/image32.png"/><Relationship Id="rId4" Type="http://schemas.openxmlformats.org/officeDocument/2006/relationships/customXml" Target="../ink/ink25.xml"/><Relationship Id="rId9" Type="http://schemas.openxmlformats.org/officeDocument/2006/relationships/image" Target="../media/image27.png"/><Relationship Id="rId14" Type="http://schemas.openxmlformats.org/officeDocument/2006/relationships/customXml" Target="../ink/ink3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39.png"/><Relationship Id="rId18" Type="http://schemas.openxmlformats.org/officeDocument/2006/relationships/customXml" Target="../ink/ink42.xml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customXml" Target="../ink/ink39.xml"/><Relationship Id="rId17" Type="http://schemas.openxmlformats.org/officeDocument/2006/relationships/image" Target="../media/image41.png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customXml" Target="../ink/ink38.xml"/><Relationship Id="rId19" Type="http://schemas.openxmlformats.org/officeDocument/2006/relationships/image" Target="../media/image42.png"/><Relationship Id="rId4" Type="http://schemas.openxmlformats.org/officeDocument/2006/relationships/customXml" Target="../ink/ink35.xml"/><Relationship Id="rId9" Type="http://schemas.openxmlformats.org/officeDocument/2006/relationships/image" Target="../media/image37.png"/><Relationship Id="rId14" Type="http://schemas.openxmlformats.org/officeDocument/2006/relationships/customXml" Target="../ink/ink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Interactive</a:t>
            </a:r>
            <a:r>
              <a:rPr spc="-20" dirty="0"/>
              <a:t> </a:t>
            </a:r>
            <a:r>
              <a:rPr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2156" y="3893311"/>
            <a:ext cx="3078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Juan-Luis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 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186" y="462343"/>
            <a:ext cx="28486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973"/>
            <a:ext cx="7825105" cy="43713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4965" marR="410209" indent="-342900">
              <a:lnSpc>
                <a:spcPts val="292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15" dirty="0">
                <a:latin typeface="Calibri"/>
                <a:cs typeface="Calibri"/>
              </a:rPr>
              <a:t>Interactive </a:t>
            </a:r>
            <a:r>
              <a:rPr sz="2700" b="1" dirty="0">
                <a:latin typeface="Calibri"/>
                <a:cs typeface="Calibri"/>
              </a:rPr>
              <a:t>services </a:t>
            </a:r>
            <a:r>
              <a:rPr sz="2700" spc="-5" dirty="0">
                <a:latin typeface="Calibri"/>
                <a:cs typeface="Calibri"/>
              </a:rPr>
              <a:t>in the sense </a:t>
            </a:r>
            <a:r>
              <a:rPr sz="2700" spc="-10" dirty="0">
                <a:latin typeface="Calibri"/>
                <a:cs typeface="Calibri"/>
              </a:rPr>
              <a:t>that </a:t>
            </a:r>
            <a:r>
              <a:rPr sz="2700" spc="-15" dirty="0">
                <a:latin typeface="Calibri"/>
                <a:cs typeface="Calibri"/>
              </a:rPr>
              <a:t>you </a:t>
            </a:r>
            <a:r>
              <a:rPr sz="2700" spc="-5" dirty="0">
                <a:latin typeface="Calibri"/>
                <a:cs typeface="Calibri"/>
              </a:rPr>
              <a:t>send and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asynchronously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receive </a:t>
            </a:r>
            <a:r>
              <a:rPr sz="2700" spc="-20" dirty="0">
                <a:latin typeface="Calibri"/>
                <a:cs typeface="Calibri"/>
              </a:rPr>
              <a:t>data</a:t>
            </a:r>
            <a:r>
              <a:rPr sz="2700" spc="-15" dirty="0">
                <a:latin typeface="Calibri"/>
                <a:cs typeface="Calibri"/>
              </a:rPr>
              <a:t> from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other</a:t>
            </a:r>
            <a:r>
              <a:rPr sz="2700" spc="-15" dirty="0">
                <a:latin typeface="Calibri"/>
                <a:cs typeface="Calibri"/>
              </a:rPr>
              <a:t> users, </a:t>
            </a:r>
            <a:r>
              <a:rPr sz="2700" spc="-10" dirty="0">
                <a:latin typeface="Calibri"/>
                <a:cs typeface="Calibri"/>
              </a:rPr>
              <a:t> consequently </a:t>
            </a:r>
            <a:r>
              <a:rPr sz="2700" spc="-5" dirty="0">
                <a:latin typeface="Calibri"/>
                <a:cs typeface="Calibri"/>
              </a:rPr>
              <a:t>the user </a:t>
            </a:r>
            <a:r>
              <a:rPr sz="2700" spc="-15" dirty="0">
                <a:latin typeface="Calibri"/>
                <a:cs typeface="Calibri"/>
              </a:rPr>
              <a:t>interface </a:t>
            </a:r>
            <a:r>
              <a:rPr sz="2700" spc="-10" dirty="0">
                <a:latin typeface="Calibri"/>
                <a:cs typeface="Calibri"/>
              </a:rPr>
              <a:t>would </a:t>
            </a:r>
            <a:r>
              <a:rPr sz="2700" spc="-25" dirty="0">
                <a:latin typeface="Calibri"/>
                <a:cs typeface="Calibri"/>
              </a:rPr>
              <a:t>have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be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updated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asynchronously.</a:t>
            </a: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ts val="2920"/>
              </a:lnSpc>
              <a:spcBef>
                <a:spcPts val="6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Also known </a:t>
            </a:r>
            <a:r>
              <a:rPr sz="2700" dirty="0">
                <a:latin typeface="Calibri"/>
                <a:cs typeface="Calibri"/>
              </a:rPr>
              <a:t>as: </a:t>
            </a:r>
            <a:r>
              <a:rPr sz="2700" b="1" spc="-5" dirty="0">
                <a:latin typeface="Calibri"/>
                <a:cs typeface="Calibri"/>
              </a:rPr>
              <a:t>social </a:t>
            </a:r>
            <a:r>
              <a:rPr sz="2700" b="1" spc="-10" dirty="0">
                <a:latin typeface="Calibri"/>
                <a:cs typeface="Calibri"/>
              </a:rPr>
              <a:t>networking </a:t>
            </a:r>
            <a:r>
              <a:rPr sz="2700" b="1" dirty="0">
                <a:latin typeface="Calibri"/>
                <a:cs typeface="Calibri"/>
              </a:rPr>
              <a:t>services</a:t>
            </a:r>
            <a:r>
              <a:rPr sz="2700" dirty="0">
                <a:latin typeface="Calibri"/>
                <a:cs typeface="Calibri"/>
              </a:rPr>
              <a:t>, </a:t>
            </a:r>
            <a:r>
              <a:rPr sz="2700" spc="-10" dirty="0">
                <a:latin typeface="Calibri"/>
                <a:cs typeface="Calibri"/>
              </a:rPr>
              <a:t>where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server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only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stores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data, </a:t>
            </a:r>
            <a:r>
              <a:rPr sz="2700" spc="-5" dirty="0">
                <a:latin typeface="Calibri"/>
                <a:cs typeface="Calibri"/>
              </a:rPr>
              <a:t>minimum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processing</a:t>
            </a:r>
            <a:r>
              <a:rPr sz="2700" spc="-5" dirty="0">
                <a:latin typeface="Calibri"/>
                <a:cs typeface="Calibri"/>
              </a:rPr>
              <a:t> is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required at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35" dirty="0">
                <a:latin typeface="Calibri"/>
                <a:cs typeface="Calibri"/>
              </a:rPr>
              <a:t>server, </a:t>
            </a:r>
            <a:r>
              <a:rPr sz="2700" spc="-5" dirty="0">
                <a:latin typeface="Calibri"/>
                <a:cs typeface="Calibri"/>
              </a:rPr>
              <a:t>hence the </a:t>
            </a:r>
            <a:r>
              <a:rPr sz="2700" spc="-10" dirty="0">
                <a:latin typeface="Calibri"/>
                <a:cs typeface="Calibri"/>
              </a:rPr>
              <a:t>provisioning by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RESTful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web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services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is 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appropriate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approach.</a:t>
            </a:r>
            <a:endParaRPr sz="2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Examples:</a:t>
            </a:r>
            <a:endParaRPr sz="27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Message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(Facebook)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5" dirty="0">
                <a:latin typeface="Calibri"/>
                <a:cs typeface="Calibri"/>
              </a:rPr>
              <a:t>Instant </a:t>
            </a:r>
            <a:r>
              <a:rPr sz="2400" spc="-5" dirty="0">
                <a:latin typeface="Calibri"/>
                <a:cs typeface="Calibri"/>
              </a:rPr>
              <a:t>Messaging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5" dirty="0">
                <a:latin typeface="Calibri"/>
                <a:cs typeface="Calibri"/>
              </a:rPr>
              <a:t> (WhatsApp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Twitter)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42DE30B-3253-DBDE-B7DC-EB03E69725D0}"/>
                  </a:ext>
                </a:extLst>
              </p14:cNvPr>
              <p14:cNvContentPartPr/>
              <p14:nvPr/>
            </p14:nvContentPartPr>
            <p14:xfrm>
              <a:off x="934497" y="1923270"/>
              <a:ext cx="28440" cy="11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42DE30B-3253-DBDE-B7DC-EB03E69725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857" y="1815270"/>
                <a:ext cx="1360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A99A0CB-98A7-2643-CDAA-8B7F3A5E9B43}"/>
                  </a:ext>
                </a:extLst>
              </p14:cNvPr>
              <p14:cNvContentPartPr/>
              <p14:nvPr/>
            </p14:nvContentPartPr>
            <p14:xfrm>
              <a:off x="885537" y="1649670"/>
              <a:ext cx="7466400" cy="261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A99A0CB-98A7-2643-CDAA-8B7F3A5E9B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1897" y="1541670"/>
                <a:ext cx="757404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DA016C6-4CC0-99D3-1DCC-5BB6B92503C6}"/>
                  </a:ext>
                </a:extLst>
              </p14:cNvPr>
              <p14:cNvContentPartPr/>
              <p14:nvPr/>
            </p14:nvContentPartPr>
            <p14:xfrm>
              <a:off x="632457" y="1841910"/>
              <a:ext cx="2607480" cy="4744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DA016C6-4CC0-99D3-1DCC-5BB6B92503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457" y="1733910"/>
                <a:ext cx="2715120" cy="69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16ACA3FD-2E98-E74D-8104-293D324154CA}"/>
                  </a:ext>
                </a:extLst>
              </p14:cNvPr>
              <p14:cNvContentPartPr/>
              <p14:nvPr/>
            </p14:nvContentPartPr>
            <p14:xfrm>
              <a:off x="891657" y="1598190"/>
              <a:ext cx="2237400" cy="6804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16ACA3FD-2E98-E74D-8104-293D324154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657" y="1490190"/>
                <a:ext cx="234504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1FD9EBFD-66CC-A50D-0BFE-DD3BB35CA4CD}"/>
                  </a:ext>
                </a:extLst>
              </p14:cNvPr>
              <p14:cNvContentPartPr/>
              <p14:nvPr/>
            </p14:nvContentPartPr>
            <p14:xfrm>
              <a:off x="1473417" y="2017230"/>
              <a:ext cx="1026720" cy="1882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1FD9EBFD-66CC-A50D-0BFE-DD3BB35CA4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9777" y="1909230"/>
                <a:ext cx="113436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4567A7D-5ECD-2B70-43DD-342A2EA38FB4}"/>
                  </a:ext>
                </a:extLst>
              </p14:cNvPr>
              <p14:cNvContentPartPr/>
              <p14:nvPr/>
            </p14:nvContentPartPr>
            <p14:xfrm>
              <a:off x="3232737" y="2092110"/>
              <a:ext cx="3941280" cy="2023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4567A7D-5ECD-2B70-43DD-342A2EA38F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79097" y="1984470"/>
                <a:ext cx="404892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67E98E6-9556-3AC7-3EAE-EFAF48C17A3A}"/>
                  </a:ext>
                </a:extLst>
              </p14:cNvPr>
              <p14:cNvContentPartPr/>
              <p14:nvPr/>
            </p14:nvContentPartPr>
            <p14:xfrm>
              <a:off x="940617" y="3276870"/>
              <a:ext cx="7572960" cy="1782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67E98E6-9556-3AC7-3EAE-EFAF48C17A3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6977" y="3168870"/>
                <a:ext cx="76806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A33FCF41-707D-D503-4EAD-43586613BA1B}"/>
                  </a:ext>
                </a:extLst>
              </p14:cNvPr>
              <p14:cNvContentPartPr/>
              <p14:nvPr/>
            </p14:nvContentPartPr>
            <p14:xfrm>
              <a:off x="865737" y="3704550"/>
              <a:ext cx="6784920" cy="1098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A33FCF41-707D-D503-4EAD-43586613BA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2097" y="3596550"/>
                <a:ext cx="689256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9B770D52-58F5-B496-472C-49E5CA23F7F5}"/>
                  </a:ext>
                </a:extLst>
              </p14:cNvPr>
              <p14:cNvContentPartPr/>
              <p14:nvPr/>
            </p14:nvContentPartPr>
            <p14:xfrm>
              <a:off x="873657" y="4033590"/>
              <a:ext cx="6726240" cy="1994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9B770D52-58F5-B496-472C-49E5CA23F7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0017" y="3925590"/>
                <a:ext cx="68338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0D7511CD-2F78-7F2E-C22C-5B3F87049BFC}"/>
                  </a:ext>
                </a:extLst>
              </p14:cNvPr>
              <p14:cNvContentPartPr/>
              <p14:nvPr/>
            </p14:nvContentPartPr>
            <p14:xfrm>
              <a:off x="898137" y="4403310"/>
              <a:ext cx="6857640" cy="1260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0D7511CD-2F78-7F2E-C22C-5B3F87049B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4137" y="4295310"/>
                <a:ext cx="6965280" cy="34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186" y="462343"/>
            <a:ext cx="28486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959725" cy="2881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order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asynchronously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receive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data,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there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alternatives:</a:t>
            </a:r>
            <a:endParaRPr sz="3200">
              <a:latin typeface="Calibri"/>
              <a:cs typeface="Calibri"/>
            </a:endParaRPr>
          </a:p>
          <a:p>
            <a:pPr marL="755650" marR="653415" lvl="1" indent="-285750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10" dirty="0">
                <a:latin typeface="Calibri"/>
                <a:cs typeface="Calibri"/>
              </a:rPr>
              <a:t>Polling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periodically</a:t>
            </a:r>
            <a:r>
              <a:rPr sz="2800" spc="-15" dirty="0">
                <a:latin typeface="Calibri"/>
                <a:cs typeface="Calibri"/>
              </a:rPr>
              <a:t> requests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there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755650" marR="24765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5" dirty="0">
                <a:latin typeface="Calibri"/>
                <a:cs typeface="Calibri"/>
              </a:rPr>
              <a:t>Pushing</a:t>
            </a:r>
            <a:r>
              <a:rPr sz="2800" spc="-5" dirty="0">
                <a:latin typeface="Calibri"/>
                <a:cs typeface="Calibri"/>
              </a:rPr>
              <a:t>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server sends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7FA9731-4D08-4617-CBCF-25841F2F9169}"/>
                  </a:ext>
                </a:extLst>
              </p14:cNvPr>
              <p14:cNvContentPartPr/>
              <p14:nvPr/>
            </p14:nvContentPartPr>
            <p14:xfrm>
              <a:off x="667017" y="1778190"/>
              <a:ext cx="432360" cy="30315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7FA9731-4D08-4617-CBCF-25841F2F91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017" y="1670190"/>
                <a:ext cx="540000" cy="324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Technological</a:t>
            </a:r>
            <a:r>
              <a:rPr spc="-45" dirty="0"/>
              <a:t> </a:t>
            </a:r>
            <a:r>
              <a:rPr spc="-5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40675" cy="44608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128905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For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polling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strategy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there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challenge,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sets</a:t>
            </a:r>
            <a:r>
              <a:rPr sz="3200" spc="-5" dirty="0">
                <a:latin typeface="Calibri"/>
                <a:cs typeface="Calibri"/>
              </a:rPr>
              <a:t> up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new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connection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requests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new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time.</a:t>
            </a:r>
            <a:endParaRPr sz="3200">
              <a:latin typeface="Calibri"/>
              <a:cs typeface="Calibri"/>
            </a:endParaRPr>
          </a:p>
          <a:p>
            <a:pPr marL="355600" marR="1226185" indent="-342900">
              <a:lnSpc>
                <a:spcPts val="346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pushing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strategy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there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possibilities: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takes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role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40" dirty="0">
                <a:latin typeface="Calibri"/>
                <a:cs typeface="Calibri"/>
              </a:rPr>
              <a:t>server,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opens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TCP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waiting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755650" marR="252095" lvl="1" indent="-285750">
              <a:lnSpc>
                <a:spcPts val="3020"/>
              </a:lnSpc>
              <a:spcBef>
                <a:spcPts val="68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server 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keeps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alive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forever,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until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cut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off.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8988128-3FB6-DF60-CBAE-1A73EB19643D}"/>
                  </a:ext>
                </a:extLst>
              </p14:cNvPr>
              <p14:cNvContentPartPr/>
              <p14:nvPr/>
            </p14:nvContentPartPr>
            <p14:xfrm>
              <a:off x="1070937" y="1752270"/>
              <a:ext cx="6979320" cy="2278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8988128-3FB6-DF60-CBAE-1A73EB1964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6937" y="1644630"/>
                <a:ext cx="708696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F9B8003-6620-6EAD-3C7C-20F705D79AB1}"/>
                  </a:ext>
                </a:extLst>
              </p14:cNvPr>
              <p14:cNvContentPartPr/>
              <p14:nvPr/>
            </p14:nvContentPartPr>
            <p14:xfrm>
              <a:off x="834417" y="1828230"/>
              <a:ext cx="608040" cy="102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F9B8003-6620-6EAD-3C7C-20F705D79A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417" y="1720590"/>
                <a:ext cx="7156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3FF7272-2FE5-B072-3ED0-0B536D7B1B2D}"/>
                  </a:ext>
                </a:extLst>
              </p14:cNvPr>
              <p14:cNvContentPartPr/>
              <p14:nvPr/>
            </p14:nvContentPartPr>
            <p14:xfrm>
              <a:off x="925137" y="2142510"/>
              <a:ext cx="6461280" cy="279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3FF7272-2FE5-B072-3ED0-0B536D7B1B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497" y="2034510"/>
                <a:ext cx="656892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70B2419-146D-D578-6325-E33686FE6792}"/>
                  </a:ext>
                </a:extLst>
              </p14:cNvPr>
              <p14:cNvContentPartPr/>
              <p14:nvPr/>
            </p14:nvContentPartPr>
            <p14:xfrm>
              <a:off x="1043217" y="2641830"/>
              <a:ext cx="5152320" cy="2170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70B2419-146D-D578-6325-E33686FE67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9577" y="2533830"/>
                <a:ext cx="52599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08847130-0471-BEB9-3944-ECDD6FD04FCF}"/>
                  </a:ext>
                </a:extLst>
              </p14:cNvPr>
              <p14:cNvContentPartPr/>
              <p14:nvPr/>
            </p14:nvContentPartPr>
            <p14:xfrm>
              <a:off x="947457" y="3272550"/>
              <a:ext cx="360" cy="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08847130-0471-BEB9-3944-ECDD6FD04F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3457" y="316455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1F829BA-023C-50E8-9D69-221BA53B6FB7}"/>
                  </a:ext>
                </a:extLst>
              </p14:cNvPr>
              <p14:cNvContentPartPr/>
              <p14:nvPr/>
            </p14:nvContentPartPr>
            <p14:xfrm>
              <a:off x="863217" y="3248070"/>
              <a:ext cx="6196680" cy="2239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1F829BA-023C-50E8-9D69-221BA53B6F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9217" y="3140430"/>
                <a:ext cx="630432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1F6A5CA8-9357-8AA5-0D64-F95764E2232C}"/>
                  </a:ext>
                </a:extLst>
              </p14:cNvPr>
              <p14:cNvContentPartPr/>
              <p14:nvPr/>
            </p14:nvContentPartPr>
            <p14:xfrm>
              <a:off x="993537" y="3761070"/>
              <a:ext cx="1945440" cy="1443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1F6A5CA8-9357-8AA5-0D64-F95764E2232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9537" y="3653430"/>
                <a:ext cx="20530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97F426F-B7BE-AABE-F452-DC9C3B5B21D7}"/>
                  </a:ext>
                </a:extLst>
              </p14:cNvPr>
              <p14:cNvContentPartPr/>
              <p14:nvPr/>
            </p14:nvContentPartPr>
            <p14:xfrm>
              <a:off x="1321497" y="4117470"/>
              <a:ext cx="7181280" cy="2246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97F426F-B7BE-AABE-F452-DC9C3B5B21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67497" y="4009830"/>
                <a:ext cx="72889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656A9DE5-8F5D-AADF-1E4E-2FD24915F2CD}"/>
                  </a:ext>
                </a:extLst>
              </p14:cNvPr>
              <p14:cNvContentPartPr/>
              <p14:nvPr/>
            </p14:nvContentPartPr>
            <p14:xfrm>
              <a:off x="1189017" y="4526790"/>
              <a:ext cx="7020360" cy="2120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656A9DE5-8F5D-AADF-1E4E-2FD24915F2C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35017" y="4419150"/>
                <a:ext cx="712800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1C32F1B8-954A-CD65-6F08-9CB81A3DC59D}"/>
                  </a:ext>
                </a:extLst>
              </p14:cNvPr>
              <p14:cNvContentPartPr/>
              <p14:nvPr/>
            </p14:nvContentPartPr>
            <p14:xfrm>
              <a:off x="1337697" y="4968150"/>
              <a:ext cx="982440" cy="763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1C32F1B8-954A-CD65-6F08-9CB81A3DC59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84057" y="4860150"/>
                <a:ext cx="10900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04766C26-60D0-968C-622B-A834A23039AF}"/>
                  </a:ext>
                </a:extLst>
              </p14:cNvPr>
              <p14:cNvContentPartPr/>
              <p14:nvPr/>
            </p14:nvContentPartPr>
            <p14:xfrm>
              <a:off x="1324737" y="5405190"/>
              <a:ext cx="6944760" cy="15948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04766C26-60D0-968C-622B-A834A23039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71097" y="5297190"/>
                <a:ext cx="70524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64D17417-F925-985A-F756-D0B9983FF198}"/>
                  </a:ext>
                </a:extLst>
              </p14:cNvPr>
              <p14:cNvContentPartPr/>
              <p14:nvPr/>
            </p14:nvContentPartPr>
            <p14:xfrm>
              <a:off x="1345977" y="5793990"/>
              <a:ext cx="5844960" cy="18648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64D17417-F925-985A-F756-D0B9983FF1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92337" y="5686350"/>
                <a:ext cx="5952600" cy="40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Technological</a:t>
            </a:r>
            <a:r>
              <a:rPr spc="-45" dirty="0"/>
              <a:t> </a:t>
            </a:r>
            <a:r>
              <a:rPr spc="-5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015"/>
            <a:ext cx="7934325" cy="41960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pushing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strategy,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that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means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that: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5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b="1" spc="-10" dirty="0">
                <a:latin typeface="Calibri"/>
                <a:cs typeface="Calibri"/>
              </a:rPr>
              <a:t>ServerSocket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instantiated</a:t>
            </a:r>
            <a:r>
              <a:rPr sz="2800" spc="-5" dirty="0">
                <a:latin typeface="Calibri"/>
                <a:cs typeface="Calibri"/>
              </a:rPr>
              <a:t> and</a:t>
            </a:r>
            <a:r>
              <a:rPr sz="2800" dirty="0">
                <a:latin typeface="Calibri"/>
                <a:cs typeface="Calibri"/>
              </a:rPr>
              <a:t> an </a:t>
            </a:r>
            <a:r>
              <a:rPr sz="2800" spc="-5" dirty="0">
                <a:latin typeface="Calibri"/>
                <a:cs typeface="Calibri"/>
              </a:rPr>
              <a:t>auxiliary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thread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blocked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accepting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connections,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stub/skeleton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pattern,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programming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skeleton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within the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-5" dirty="0">
                <a:latin typeface="Calibri"/>
                <a:cs typeface="Calibri"/>
              </a:rPr>
              <a:t> app.</a:t>
            </a:r>
            <a:endParaRPr sz="2800">
              <a:latin typeface="Calibri"/>
              <a:cs typeface="Calibri"/>
            </a:endParaRPr>
          </a:p>
          <a:p>
            <a:pPr marL="755650" marR="71120" lvl="1" indent="-285750">
              <a:lnSpc>
                <a:spcPts val="302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WebSockets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similar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(plain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Sockets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a</a:t>
            </a:r>
            <a:r>
              <a:rPr sz="2800" spc="-5" dirty="0">
                <a:latin typeface="Calibri"/>
                <a:cs typeface="Calibri"/>
              </a:rPr>
              <a:t> Push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15" dirty="0">
                <a:latin typeface="Calibri"/>
                <a:cs typeface="Calibri"/>
              </a:rPr>
              <a:t> from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third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provider),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permanently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keep</a:t>
            </a:r>
            <a:r>
              <a:rPr sz="2800" dirty="0">
                <a:latin typeface="Calibri"/>
                <a:cs typeface="Calibri"/>
              </a:rPr>
              <a:t> an </a:t>
            </a:r>
            <a:r>
              <a:rPr sz="2800" spc="-5" dirty="0">
                <a:latin typeface="Calibri"/>
                <a:cs typeface="Calibri"/>
              </a:rPr>
              <a:t>open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F465B5C-32CC-9523-2D45-E497ED00623F}"/>
                  </a:ext>
                </a:extLst>
              </p14:cNvPr>
              <p14:cNvContentPartPr/>
              <p14:nvPr/>
            </p14:nvContentPartPr>
            <p14:xfrm>
              <a:off x="862497" y="1760910"/>
              <a:ext cx="7182360" cy="1418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F465B5C-32CC-9523-2D45-E497ED0062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8497" y="1653270"/>
                <a:ext cx="72900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0E83604-55DF-9344-7B1D-0292B04DCB9D}"/>
                  </a:ext>
                </a:extLst>
              </p14:cNvPr>
              <p14:cNvContentPartPr/>
              <p14:nvPr/>
            </p14:nvContentPartPr>
            <p14:xfrm>
              <a:off x="1331217" y="2285430"/>
              <a:ext cx="6636600" cy="1526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0E83604-55DF-9344-7B1D-0292B04DCB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217" y="2177430"/>
                <a:ext cx="67442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E74B347-79CD-F4A5-C77A-F26B6EDDB4A5}"/>
                  </a:ext>
                </a:extLst>
              </p14:cNvPr>
              <p14:cNvContentPartPr/>
              <p14:nvPr/>
            </p14:nvContentPartPr>
            <p14:xfrm>
              <a:off x="1367217" y="2645070"/>
              <a:ext cx="6578280" cy="2088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E74B347-79CD-F4A5-C77A-F26B6EDDB4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3577" y="2537430"/>
                <a:ext cx="668592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603F8D7-2EA0-2EBD-FAE0-AE4DFCB9756F}"/>
                  </a:ext>
                </a:extLst>
              </p14:cNvPr>
              <p14:cNvContentPartPr/>
              <p14:nvPr/>
            </p14:nvContentPartPr>
            <p14:xfrm>
              <a:off x="1239417" y="3049710"/>
              <a:ext cx="7094880" cy="1292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603F8D7-2EA0-2EBD-FAE0-AE4DFCB975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5417" y="2942070"/>
                <a:ext cx="72025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C197F02-7D21-88DE-9799-66447995833F}"/>
                  </a:ext>
                </a:extLst>
              </p14:cNvPr>
              <p14:cNvContentPartPr/>
              <p14:nvPr/>
            </p14:nvContentPartPr>
            <p14:xfrm>
              <a:off x="1297377" y="3416190"/>
              <a:ext cx="6940080" cy="1947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C197F02-7D21-88DE-9799-6644799583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3377" y="3308190"/>
                <a:ext cx="70477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82C3EE74-8A00-1964-BBDE-FCA1645DBDE7}"/>
                  </a:ext>
                </a:extLst>
              </p14:cNvPr>
              <p14:cNvContentPartPr/>
              <p14:nvPr/>
            </p14:nvContentPartPr>
            <p14:xfrm>
              <a:off x="1366497" y="3870150"/>
              <a:ext cx="1537920" cy="1396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82C3EE74-8A00-1964-BBDE-FCA1645DBD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2497" y="3762150"/>
                <a:ext cx="16455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4361BCF4-00F1-10E3-9717-3DE72DDE125F}"/>
                  </a:ext>
                </a:extLst>
              </p14:cNvPr>
              <p14:cNvContentPartPr/>
              <p14:nvPr/>
            </p14:nvContentPartPr>
            <p14:xfrm>
              <a:off x="1397457" y="4268310"/>
              <a:ext cx="6616800" cy="1828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4361BCF4-00F1-10E3-9717-3DE72DDE125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3817" y="4160310"/>
                <a:ext cx="67244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4A5E770C-6E5F-10F5-2067-14A749B2114C}"/>
                  </a:ext>
                </a:extLst>
              </p14:cNvPr>
              <p14:cNvContentPartPr/>
              <p14:nvPr/>
            </p14:nvContentPartPr>
            <p14:xfrm>
              <a:off x="1356417" y="4669350"/>
              <a:ext cx="6541560" cy="1976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4A5E770C-6E5F-10F5-2067-14A749B2114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02777" y="4561350"/>
                <a:ext cx="66492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2C6BFF24-0942-D3BF-58F5-453EF3820402}"/>
                  </a:ext>
                </a:extLst>
              </p14:cNvPr>
              <p14:cNvContentPartPr/>
              <p14:nvPr/>
            </p14:nvContentPartPr>
            <p14:xfrm>
              <a:off x="1271097" y="5024310"/>
              <a:ext cx="7067160" cy="2156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2C6BFF24-0942-D3BF-58F5-453EF38204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17097" y="4916670"/>
                <a:ext cx="71748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FE1A3D3D-4DC4-02BF-6121-8A244E962C8A}"/>
                  </a:ext>
                </a:extLst>
              </p14:cNvPr>
              <p14:cNvContentPartPr/>
              <p14:nvPr/>
            </p14:nvContentPartPr>
            <p14:xfrm>
              <a:off x="1312137" y="5456310"/>
              <a:ext cx="1031040" cy="2084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FE1A3D3D-4DC4-02BF-6121-8A244E962C8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58497" y="5348310"/>
                <a:ext cx="1138680" cy="42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462343"/>
            <a:ext cx="59448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WebSocket</a:t>
            </a:r>
            <a:r>
              <a:rPr spc="-20" dirty="0"/>
              <a:t> </a:t>
            </a:r>
            <a:r>
              <a:rPr spc="-25" dirty="0"/>
              <a:t>versus</a:t>
            </a:r>
            <a:r>
              <a:rPr spc="-15" dirty="0"/>
              <a:t> RESTful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115"/>
            <a:ext cx="7740650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165735" indent="-3429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Both </a:t>
            </a:r>
            <a:r>
              <a:rPr sz="3000" spc="-10" dirty="0">
                <a:latin typeface="Calibri"/>
                <a:cs typeface="Calibri"/>
              </a:rPr>
              <a:t>could </a:t>
            </a:r>
            <a:r>
              <a:rPr sz="3000" spc="-15" dirty="0">
                <a:latin typeface="Calibri"/>
                <a:cs typeface="Calibri"/>
              </a:rPr>
              <a:t>represent </a:t>
            </a:r>
            <a:r>
              <a:rPr sz="3000" spc="-5" dirty="0">
                <a:latin typeface="Calibri"/>
                <a:cs typeface="Calibri"/>
              </a:rPr>
              <a:t>opposite philosophies </a:t>
            </a:r>
            <a:r>
              <a:rPr sz="3000" dirty="0">
                <a:latin typeface="Calibri"/>
                <a:cs typeface="Calibri"/>
              </a:rPr>
              <a:t>on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programming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web applications.</a:t>
            </a:r>
            <a:endParaRPr sz="3000">
              <a:latin typeface="Calibri"/>
              <a:cs typeface="Calibri"/>
            </a:endParaRPr>
          </a:p>
          <a:p>
            <a:pPr marL="355600" marR="669925" indent="-342900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b="1" spc="-25" dirty="0">
                <a:latin typeface="Calibri"/>
                <a:cs typeface="Calibri"/>
              </a:rPr>
              <a:t>WebSockets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spc="-5" dirty="0">
                <a:latin typeface="Calibri"/>
                <a:cs typeface="Calibri"/>
              </a:rPr>
              <a:t>based </a:t>
            </a:r>
            <a:r>
              <a:rPr sz="3000" dirty="0">
                <a:latin typeface="Calibri"/>
                <a:cs typeface="Calibri"/>
              </a:rPr>
              <a:t>on using </a:t>
            </a:r>
            <a:r>
              <a:rPr sz="3000" spc="-5" dirty="0">
                <a:latin typeface="Calibri"/>
                <a:cs typeface="Calibri"/>
              </a:rPr>
              <a:t>permanent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connections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with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their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servers.</a:t>
            </a:r>
            <a:endParaRPr sz="3000">
              <a:latin typeface="Calibri"/>
              <a:cs typeface="Calibri"/>
            </a:endParaRPr>
          </a:p>
          <a:p>
            <a:pPr marL="354965" marR="117475" indent="-342900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b="1" spc="-15" dirty="0">
                <a:latin typeface="Calibri"/>
                <a:cs typeface="Calibri"/>
              </a:rPr>
              <a:t>RESTful </a:t>
            </a:r>
            <a:r>
              <a:rPr sz="3000" spc="-10" dirty="0">
                <a:latin typeface="Calibri"/>
                <a:cs typeface="Calibri"/>
              </a:rPr>
              <a:t>web </a:t>
            </a:r>
            <a:r>
              <a:rPr sz="3000" dirty="0">
                <a:latin typeface="Calibri"/>
                <a:cs typeface="Calibri"/>
              </a:rPr>
              <a:t>services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spc="-5" dirty="0">
                <a:latin typeface="Calibri"/>
                <a:cs typeface="Calibri"/>
              </a:rPr>
              <a:t>based </a:t>
            </a:r>
            <a:r>
              <a:rPr sz="3000" dirty="0">
                <a:latin typeface="Calibri"/>
                <a:cs typeface="Calibri"/>
              </a:rPr>
              <a:t>on using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occasional connections with their </a:t>
            </a:r>
            <a:r>
              <a:rPr sz="3000" spc="-10" dirty="0">
                <a:latin typeface="Calibri"/>
                <a:cs typeface="Calibri"/>
              </a:rPr>
              <a:t>servers, </a:t>
            </a:r>
            <a:r>
              <a:rPr sz="3000" spc="-5" dirty="0">
                <a:latin typeface="Calibri"/>
                <a:cs typeface="Calibri"/>
              </a:rPr>
              <a:t> besides, the </a:t>
            </a:r>
            <a:r>
              <a:rPr sz="3000" spc="-10" dirty="0">
                <a:latin typeface="Calibri"/>
                <a:cs typeface="Calibri"/>
              </a:rPr>
              <a:t>servers </a:t>
            </a:r>
            <a:r>
              <a:rPr sz="3000" spc="-5" dirty="0">
                <a:latin typeface="Calibri"/>
                <a:cs typeface="Calibri"/>
              </a:rPr>
              <a:t>don't </a:t>
            </a:r>
            <a:r>
              <a:rPr sz="3000" spc="-25" dirty="0">
                <a:latin typeface="Calibri"/>
                <a:cs typeface="Calibri"/>
              </a:rPr>
              <a:t>keep </a:t>
            </a:r>
            <a:r>
              <a:rPr sz="3000" spc="-20" dirty="0">
                <a:latin typeface="Calibri"/>
                <a:cs typeface="Calibri"/>
              </a:rPr>
              <a:t>any </a:t>
            </a:r>
            <a:r>
              <a:rPr sz="3000" spc="-30" dirty="0">
                <a:latin typeface="Calibri"/>
                <a:cs typeface="Calibri"/>
              </a:rPr>
              <a:t>state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conversation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with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their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clients.</a:t>
            </a:r>
            <a:endParaRPr sz="3000">
              <a:latin typeface="Calibri"/>
              <a:cs typeface="Calibri"/>
            </a:endParaRPr>
          </a:p>
          <a:p>
            <a:pPr marL="355600" indent="-342900">
              <a:lnSpc>
                <a:spcPts val="342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Social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networking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apps</a:t>
            </a:r>
            <a:r>
              <a:rPr sz="3000" spc="-15" dirty="0">
                <a:latin typeface="Calibri"/>
                <a:cs typeface="Calibri"/>
              </a:rPr>
              <a:t> are</a:t>
            </a:r>
            <a:r>
              <a:rPr sz="3000" spc="-5" dirty="0">
                <a:latin typeface="Calibri"/>
                <a:cs typeface="Calibri"/>
              </a:rPr>
              <a:t> based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combining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ts val="3420"/>
              </a:lnSpc>
            </a:pPr>
            <a:r>
              <a:rPr sz="3000" spc="-5" dirty="0">
                <a:latin typeface="Calibri"/>
                <a:cs typeface="Calibri"/>
              </a:rPr>
              <a:t>both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technologies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spc="-5" dirty="0">
                <a:latin typeface="Calibri"/>
                <a:cs typeface="Calibri"/>
              </a:rPr>
              <a:t> their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implementation.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D809AAE-C958-4357-511E-36B40542A22F}"/>
                  </a:ext>
                </a:extLst>
              </p14:cNvPr>
              <p14:cNvContentPartPr/>
              <p14:nvPr/>
            </p14:nvContentPartPr>
            <p14:xfrm>
              <a:off x="852057" y="2602230"/>
              <a:ext cx="6855840" cy="1972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D809AAE-C958-4357-511E-36B40542A2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417" y="2494230"/>
                <a:ext cx="69634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92B94E1-5651-611B-C090-0925826C095F}"/>
                  </a:ext>
                </a:extLst>
              </p14:cNvPr>
              <p14:cNvContentPartPr/>
              <p14:nvPr/>
            </p14:nvContentPartPr>
            <p14:xfrm>
              <a:off x="886617" y="3023070"/>
              <a:ext cx="4158720" cy="2667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92B94E1-5651-611B-C090-0925826C09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977" y="2915070"/>
                <a:ext cx="426636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6B65616-2620-BDCE-82F9-408D7450B9C4}"/>
                  </a:ext>
                </a:extLst>
              </p14:cNvPr>
              <p14:cNvContentPartPr/>
              <p14:nvPr/>
            </p14:nvContentPartPr>
            <p14:xfrm>
              <a:off x="4794057" y="3155910"/>
              <a:ext cx="779040" cy="61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6B65616-2620-BDCE-82F9-408D7450B9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40417" y="3047910"/>
                <a:ext cx="8866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1F55D07-B8F9-545F-DB75-672CA34E52A8}"/>
                  </a:ext>
                </a:extLst>
              </p14:cNvPr>
              <p14:cNvContentPartPr/>
              <p14:nvPr/>
            </p14:nvContentPartPr>
            <p14:xfrm>
              <a:off x="731097" y="3552630"/>
              <a:ext cx="6465600" cy="1490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1F55D07-B8F9-545F-DB75-672CA34E52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7097" y="3444990"/>
                <a:ext cx="657324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A69755E2-7AE5-FCC9-5874-BF223A18104D}"/>
                  </a:ext>
                </a:extLst>
              </p14:cNvPr>
              <p14:cNvContentPartPr/>
              <p14:nvPr/>
            </p14:nvContentPartPr>
            <p14:xfrm>
              <a:off x="865017" y="3972390"/>
              <a:ext cx="6507000" cy="1342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A69755E2-7AE5-FCC9-5874-BF223A1810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1017" y="3864390"/>
                <a:ext cx="661464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84248A5B-78ED-0370-6E20-48733EC42784}"/>
                  </a:ext>
                </a:extLst>
              </p14:cNvPr>
              <p14:cNvContentPartPr/>
              <p14:nvPr/>
            </p14:nvContentPartPr>
            <p14:xfrm>
              <a:off x="881217" y="4370910"/>
              <a:ext cx="7339320" cy="126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84248A5B-78ED-0370-6E20-48733EC427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7577" y="4262910"/>
                <a:ext cx="74469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4C5C6EDF-FEC6-DFB5-3827-F6B866331A9A}"/>
                  </a:ext>
                </a:extLst>
              </p14:cNvPr>
              <p14:cNvContentPartPr/>
              <p14:nvPr/>
            </p14:nvContentPartPr>
            <p14:xfrm>
              <a:off x="868257" y="4775910"/>
              <a:ext cx="4784400" cy="1612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4C5C6EDF-FEC6-DFB5-3827-F6B866331A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4617" y="4667910"/>
                <a:ext cx="489204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87CAD984-F250-BE53-9F8C-330CA2D064EC}"/>
                  </a:ext>
                </a:extLst>
              </p14:cNvPr>
              <p14:cNvContentPartPr/>
              <p14:nvPr/>
            </p14:nvContentPartPr>
            <p14:xfrm>
              <a:off x="930537" y="5285670"/>
              <a:ext cx="7214040" cy="1191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87CAD984-F250-BE53-9F8C-330CA2D064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6897" y="5177670"/>
                <a:ext cx="73216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030D5F30-5243-6DB1-5CA6-BAA3A7B89A00}"/>
                  </a:ext>
                </a:extLst>
              </p14:cNvPr>
              <p14:cNvContentPartPr/>
              <p14:nvPr/>
            </p14:nvContentPartPr>
            <p14:xfrm>
              <a:off x="917937" y="5637030"/>
              <a:ext cx="6787440" cy="1864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030D5F30-5243-6DB1-5CA6-BAA3A7B89A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3937" y="5529390"/>
                <a:ext cx="6895080" cy="40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344</Words>
  <Application>Microsoft Office PowerPoint</Application>
  <PresentationFormat>Presentación en pantalla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 MT</vt:lpstr>
      <vt:lpstr>Calibri</vt:lpstr>
      <vt:lpstr>Office Theme</vt:lpstr>
      <vt:lpstr>Interactive Services</vt:lpstr>
      <vt:lpstr>Introduction</vt:lpstr>
      <vt:lpstr>Introduction</vt:lpstr>
      <vt:lpstr>Technological challenges</vt:lpstr>
      <vt:lpstr>Technological challenges</vt:lpstr>
      <vt:lpstr>WebSocket versus RESTful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 of messages</dc:title>
  <cp:lastModifiedBy>Sergi Salvà</cp:lastModifiedBy>
  <cp:revision>1</cp:revision>
  <dcterms:created xsi:type="dcterms:W3CDTF">2023-09-18T18:46:38Z</dcterms:created>
  <dcterms:modified xsi:type="dcterms:W3CDTF">2023-10-24T13:27:37Z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