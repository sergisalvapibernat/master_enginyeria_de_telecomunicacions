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9:35.3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1 109 7232 0 0,'0'0'200'0'0,"1"-5"-168"0"0,2-1 38 0 0,-2 0 1 0 0,1 0 0 0 0,-1-1-1 0 0,0 1 1 0 0,0 0 0 0 0,0-14 395 0 0,7 49-28 0 0,-4-18-364 0 0,0 0 0 0 0,1 0 0 0 0,11 18 0 0 0,4 9 192 0 0,-19-38-254 0 0,0 1 0 0 0,1 0-1 0 0,-1 0 1 0 0,1-1 0 0 0,-1 1-1 0 0,1-1 1 0 0,-1 1 0 0 0,1-1-1 0 0,0 1 1 0 0,-1-1 0 0 0,1 0 0 0 0,-1 0-1 0 0,1 0 1 0 0,0 0 0 0 0,-1 0-1 0 0,1 0 1 0 0,-1-1 0 0 0,1 1-1 0 0,0 0 1 0 0,-1-1 0 0 0,2 0-1 0 0,15-1 158 0 0,31-4-57 0 0,-40 4-58 0 0,1 1-1 0 0,-1-1 1 0 0,1 2 0 0 0,-1-1 0 0 0,20 3-1 0 0,-6 2 172 0 0,0-1 0 0 0,24 0 0 0 0,7-10-28 0 0,-46 5-156 0 0,1 0 0 0 0,-1 1 0 0 0,1 0 0 0 0,-1 1 0 0 0,1-1 0 0 0,-1 2 0 0 0,14 1 0 0 0,7 3 15 0 0,-11 0-9 0 0,0-1 0 0 0,0-1 0 0 0,1-1 1 0 0,0 0-1 0 0,-1-2 0 0 0,1 0 0 0 0,34-5 1 0 0,-33 2 46 0 0,40-4-1 0 0,-11 3 40 0 0,-45 3-116 0 0,1 1 1 0 0,-1 0-1 0 0,0 1 0 0 0,0-1 1 0 0,0 1-1 0 0,0 0 1 0 0,0 0-1 0 0,0 0 1 0 0,0 0-1 0 0,0 1 1 0 0,4 2-1 0 0,21 6 62 0 0,-20-7-32 0 0,-1 0 0 0 0,0 1 1 0 0,0 0-1 0 0,0 1 0 0 0,0-1 1 0 0,-1 1-1 0 0,10 8 0 0 0,12 8 212 0 0,-20-16-212 0 0,0 0 0 0 0,0-1 1 0 0,0 0-1 0 0,1 0 0 0 0,0-1 0 0 0,0 0 1 0 0,11 1-1 0 0,73 5 466 0 0,-86-9-463 0 0,15-1 58 0 0,0 0 1 0 0,0-2-1 0 0,25-6 0 0 0,-38 7-46 0 0,22-5 155 0 0,-10 2-101 0 0,1 1 0 0 0,-1 1 1 0 0,1 1-1 0 0,26 0 1 0 0,61 0 484 0 0,-71 2-347 0 0,71-8 1 0 0,-69 3-30 0 0,66 1 1 0 0,2 4 290 0 0,-62-2-363 0 0,-38 1-111 0 0,0 1-1 0 0,0-1 1 0 0,17 3 0 0 0,-4 0 59 0 0,-1-1 0 0 0,1 0 0 0 0,0-2 0 0 0,24-3 0 0 0,-17 1 35 0 0,41 1 0 0 0,20-2 223 0 0,-48 1-229 0 0,-2 1 25 0 0,-1-1 0 0 0,0-3-1 0 0,0-1 1 0 0,58-18 0 0 0,-65 15-33 0 0,1 2 0 0 0,-1 2 0 0 0,38-4 0 0 0,12-1 87 0 0,129-18 298 0 0,-84 8-293 0 0,-72 17-90 0 0,67 4 0 0 0,123-6 255 0 0,-59-1-191 0 0,-117 7-71 0 0,0 2 1 0 0,85 16-1 0 0,-126-13-74 0 0,-1-2 1 0 0,1 0-1 0 0,0-2 1 0 0,36-3-1 0 0,-41 2 18 0 0,-1 0 0 0 0,37 4 1 0 0,12 1 28 0 0,176 4 198 0 0,-143 2-135 0 0,-56-4-30 0 0,50-1 1 0 0,-39-4-37 0 0,-37 0-46 0 0,1-2 1 0 0,-1 0-1 0 0,0-1 0 0 0,0-1 0 0 0,32-7 0 0 0,-12-2 51 0 0,0 3-1 0 0,55-4 0 0 0,6-1 98 0 0,-46 7-66 0 0,1 2 0 0 0,63 4 0 0 0,51-2 108 0 0,29-26 36 0 0,-61 21 7 0 0,263 22 1 0 0,-332-10-202 0 0,23-2 8 0 0,-45-2-2 0 0,78 12 0 0 0,-111-10-65 0 0,6 0 16 0 0,-1 2 1 0 0,27 9-1 0 0,-7 0 8 0 0,0-1 0 0 0,1-2-1 0 0,0-2 1 0 0,0-1 0 0 0,1-3-1 0 0,48 1 1 0 0,-63-6-20 0 0,0 0 11 0 0,0 0-1 0 0,34-6 1 0 0,107-17 123 0 0,-121 18-108 0 0,0 2-1 0 0,0 2 1 0 0,0 3-1 0 0,57 8 1 0 0,8 0-6 0 0,103 1 108 0 0,-155-11-66 0 0,-169 17 128 0 0,-56 4-154 0 0,14-4 5 0 0,94-9-38 0 0,-155 13 35 0 0,39-3 9 0 0,-195-4-1 0 0,304-17-44 0 0,-74-13-1 0 0,75 7-3 0 0,-74 0 0 0 0,-112-4 37 0 0,148 5-15 0 0,-131 7 0 0 0,78 8 34 0 0,-158-14-1 0 0,-4 5 0 0 0,80-21-1 0 0,73 6-22 0 0,8 3-20 0 0,-268-14 12 0 0,310 28-26 0 0,-225 3 18 0 0,227-3-8 0 0,-159-18 1 0 0,190 10-21 0 0,-1 2 0 0 0,1 4 0 0 0,-100 11 0 0 0,-43 25 11 0 0,187-29-11 0 0,-48 2 0 0 0,32-3-3 0 0,-355 6 57 0 0,305-11-52 0 0,0 3-1 0 0,38 0 5 0 0,-116-11 0 0 0,114 3-6 0 0,1 3 0 0 0,0 3-1 0 0,-118 14 1 0 0,-37 10-4 0 0,57-10 0 0 0,133-13 0 0 0,0-2 0 0 0,0-1 0 0 0,-46-9 0 0 0,-133-35 0 0 0,183 43 0 0 0,-46-2 0 0 0,46 4 0 0 0,0-1 0 0 0,-26-5 0 0 0,-12-1 0 0 0,38 5 0 0 0,-47-9 0 0 0,35 1 0 0 0,-60-27 0 0 0,72 25 0 0 0,8 5 0 0 0,0 0 0 0 0,-31-9 0 0 0,46 15 0 0 0,-24-5 0 0 0,14 4 1 0 0,7 3 6 0 0,-32 2 1 0 0,28-2-8 0 0,9 0 0 0 0,-1 0 0 0 0,1 0 0 0 0,0 1 0 0 0,0-1 0 0 0,0 0 0 0 0,0 0 0 0 0,-1 0 0 0 0,1 0 0 0 0,0 0 0 0 0,0 1 0 0 0,0-1 0 0 0,0 0 0 0 0,0 0 0 0 0,0 0 0 0 0,-1 0 0 0 0,1 1 0 0 0,0-1 0 0 0,0 0 0 0 0,0 0 0 0 0,0 0 0 0 0,0 1 0 0 0,0-1 0 0 0,0 0 0 0 0,0 0 0 0 0,0 0 0 0 0,0 1 0 0 0,0-1 0 0 0,0 0 0 0 0,0 0 0 0 0,0 0 0 0 0,0 1 0 0 0,0-1 0 0 0,0 0 0 0 0,0 0 0 0 0,0 0 0 0 0,0 1 0 0 0,1-1 0 0 0,-1 0 0 0 0,0 0 0 0 0,0 0 0 0 0,0 1 0 0 0,0-1 0 0 0,0 0 0 0 0,0 0 0 0 0,1 0 0 0 0,-1 0 0 0 0,0 1 0 0 0,9 13 0 0 0,-6-9 0 0 0,3 8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9:44.1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 0 7024 0 0,'6'10'21'0'0,"-5"-8"-14"0"0,0 0 1 0 0,0 0-1 0 0,0 0 1 0 0,0 0-1 0 0,0 0 1 0 0,0 0-1 0 0,0 0 1 0 0,-1 0-1 0 0,1 0 1 0 0,-1 0-1 0 0,1 5 0 0 0,-1-6 44 0 0,-11 6 176 0 0,-6 5 1041 0 0,26-1-740 0 0,-4-8-432 0 0,1-1 1 0 0,-1 0-1 0 0,1 0 1 0 0,0 0-1 0 0,0-1 1 0 0,0 0-1 0 0,0 0 1 0 0,0-1-1 0 0,0 0 1 0 0,7 0 0 0 0,24 3 43 0 0,130 18 243 0 0,-139-19-309 0 0,-1-2 1 0 0,1-1-1 0 0,40-6 0 0 0,28-2 116 0 0,112-4 288 0 0,-131 14-363 0 0,-28 1-1 0 0,0-3 0 0 0,56-7-1 0 0,187-39 290 0 0,-216 37-152 0 0,0 5 0 0 0,1 2 0 0 0,85 9 0 0 0,-65-2-18 0 0,96 12 113 0 0,-78-5-201 0 0,18-1 214 0 0,156-9 1 0 0,-195-3-234 0 0,31-3 114 0 0,248-22 324 0 0,-346 28-492 0 0,-1 1-1 0 0,1 1 0 0 0,32 8 1 0 0,31 4 56 0 0,-11-4-23 0 0,39 3 140 0 0,145 3 196 0 0,-248-16-420 0 0,218 7 424 0 0,17-2-33 0 0,-165 1-279 0 0,16 1-17 0 0,155-4 227 0 0,190-4 358 0 0,213-51 256 0 0,-599 47-729 0 0,0 2-1 0 0,92 10 0 0 0,-55-2 10 0 0,18-11 212 0 0,-71 2-320 0 0,-36 1-95 0 0,1 1 0 0 0,0 1 0 0 0,0 0 0 0 0,11 0 0 0 0,59 6 266 0 0,-54-5-118 0 0,0 1 0 0 0,37 8 1 0 0,-44-12 545 0 0,-28 10-674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9:46.1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1 109 8744 0 0,'26'-4'-12'0'0,"16"0"111"0"0,0 0 103 0 0,-29 2-68 0 0,1 0-1 0 0,21-7 0 0 0,-29 7-108 0 0,-5 2 195 0 0,1-1 0 0 0,0 0-1 0 0,-1 1 1 0 0,1-1-1 0 0,0 1 1 0 0,0-1-1 0 0,-1 1 1 0 0,1 0-1 0 0,0 0 1 0 0,0 0-1 0 0,-1 0 1 0 0,1 0 0 0 0,0 0-1 0 0,3 1 1 0 0,-4 0-92 0 0,39 11 377 0 0,95 17-104 0 0,-82-20-202 0 0,91 28 0 0 0,-131-33-165 0 0,0-1 1 0 0,0-1 0 0 0,0 0-1 0 0,0-1 1 0 0,17 0 0 0 0,18 2 77 0 0,-21-2-51 0 0,0-1 1 0 0,0-1 0 0 0,42-8 0 0 0,-35 4 7 0 0,54 0 0 0 0,-22 7 61 0 0,0 4 0 0 0,-1 2 0 0 0,116 31 0 0 0,-141-30-15 0 0,71 8 0 0 0,-38-8 18 0 0,546 94 904 0 0,-529-87-678 0 0,142 8 0 0 0,282-16 621 0 0,-181-2-406 0 0,-84 8-125 0 0,-35-1-101 0 0,-30 3-38 0 0,-52-2-163 0 0,241 6 373 0 0,-2-31-137 0 0,-168-3-150 0 0,69-9-15 0 0,324-32 335 0 0,-440 45-444 0 0,394-16 253 0 0,23-2-12 0 0,-454 20-284 0 0,108-11 80 0 0,64-6 134 0 0,-9 0-133 0 0,-161 16-94 0 0,76-3 173 0 0,241 15 0 0 0,-332 2-155 0 0,134 10 146 0 0,214 5 138 0 0,-206-15-190 0 0,-41-8-33 0 0,-51-2-57 0 0,795 47 434 0 0,-587-19-306 0 0,242-12 162 0 0,-4-27-95 0 0,-290 6-117 0 0,537-6 348 0 0,-405 5-281 0 0,-42 0-69 0 0,931-70 269 0 0,-884 35-270 0 0,-255 28-75 0 0,173-10 102 0 0,558 5 133 0 0,-662 13-259 0 0,42-1 34 0 0,-3-11 19 0 0,-85 4-8 0 0,614 0 160 0 0,-731 21-238 0 0,276 0 86 0 0,-268-4-69 0 0,24-1 9 0 0,-52 0 3 0 0,101 10-1 0 0,-16 1 14 0 0,-83-4 5 0 0,82 16-1 0 0,-82-9 3 0 0,-65-9-55 0 0,5-1 31 0 0,-1 2-1 0 0,29 8 0 0 0,-48-12 22 0 0,-4 1-47 0 0,-6 3-11 0 0,0-1 0 0 0,0 0 1 0 0,0-1-1 0 0,0 0 0 0 0,-1 0 0 0 0,1-1 0 0 0,-16 1 0 0 0,11-1 0 0 0,-31 3 10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9:46.9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68 14672 0 0,'11'1'238'0'0,"36"10"4986"0"0,-19-8-2200 0 0,-16-4-2918 0 0,-1-1 0 0 0,1 0 0 0 0,18-6 0 0 0,14-2-43 0 0,16-2-12 0 0,-24 5-10 0 0,38-4 1 0 0,416-16 66 0 0,-351 25-100 0 0,211 23 0 0 0,-138 16-8 0 0,-146-23-1 0 0,87 24-7 0 0,-142-34 5 0 0,-1 1 1 0 0,0 1-1 0 0,0-1 0 0 0,16 13 1 0 0,-25-18 1 0 0,0 1 1 0 0,0-1 0 0 0,-1 1 0 0 0,1-1 0 0 0,0 1 0 0 0,0-1 0 0 0,0 1 0 0 0,0 0 0 0 0,0-1 0 0 0,-1 1-1 0 0,1 0 1 0 0,0 0 0 0 0,-1-1 0 0 0,1 1 0 0 0,0 0 0 0 0,-1 0 0 0 0,1 0 0 0 0,-1 0 0 0 0,1 1-1 0 0,1 2 0 0 0,4 3-10 0 0,-8 4 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9:53.7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5720 0 0,'0'0'88'0'0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9:54.8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79 104 7360 0 0,'0'0'-10'0'0,"-4"-3"-2"0"0,-16-12 6 0 0,13 15 5 0 0,-4 5-2 0 0,9-5 2 0 0,-2 0-3 0 0,-5 13 1 0 0,4-3 3 0 0,-1 4 0 0 0,2 11 14 0 0,3-22 1 0 0,-3 0-11 0 0,3-2 3 0 0,11 17 106 0 0,-9-16-108 0 0,-1-1-1 0 0,1 1 0 0 0,0-1 0 0 0,-1 1 1 0 0,1-1-1 0 0,0 1 0 0 0,0-1 1 0 0,0 0-1 0 0,0 1 0 0 0,0-1 0 0 0,1 0 1 0 0,-1 0-1 0 0,2 2 0 0 0,2-1 16 0 0,1 1 1 0 0,-1-1-1 0 0,1 0 1 0 0,0 0-1 0 0,0 0 0 0 0,0-1 1 0 0,0 0-1 0 0,0 0 0 0 0,0 0 1 0 0,0-1-1 0 0,8 0 1 0 0,10-2 81 0 0,37-8 0 0 0,-13 2 126 0 0,44-14 20 0 0,-20 5 179 0 0,-6 0-142 0 0,-35 12-243 0 0,16-4 415 0 0,0 3 0 0 0,86-1 1 0 0,145 14 886 0 0,-269-7-1314 0 0,34 3 151 0 0,0-2 0 0 0,0-1 0 0 0,0-3 1 0 0,60-11-1 0 0,95-18 580 0 0,-149 26-630 0 0,313-28 1162 0 0,-309 33-1076 0 0,60 6-1 0 0,4 0 296 0 0,-71-2-286 0 0,63 10 0 0 0,-74-7-63 0 0,0-2-1 0 0,1-1 0 0 0,61-3 0 0 0,-34-6 153 0 0,-12 2-43 0 0,74-15 0 0 0,-49 3 105 0 0,2 4-1 0 0,115-4 0 0 0,-117 16-59 0 0,-1 3 0 0 0,99 17 0 0 0,-158-16-248 0 0,1 1 0 0 0,-1 0 0 0 0,0 1 0 0 0,23 12 0 0 0,-25-11 11 0 0,0 0-1 0 0,0-1 1 0 0,1-1-1 0 0,0 0 1 0 0,30 5 0 0 0,45 2 242 0 0,-45-6-142 0 0,1-1 0 0 0,51-1 0 0 0,-65-4-54 0 0,1 1-1 0 0,-1 1 0 0 0,51 12 0 0 0,90 31 350 0 0,-94-22-252 0 0,86 11 98 0 0,-122-25-221 0 0,1-3 0 0 0,44 2 0 0 0,-2-1 11 0 0,184 1 264 0 0,-23-3 33 0 0,-150 4-247 0 0,462 26 560 0 0,-97-24-234 0 0,-443-10-467 0 0,286 26 340 0 0,-272-24-308 0 0,36-3 0 0 0,-32-1-5 0 0,53-7 90 0 0,-62 6-87 0 0,-1-1 1 0 0,1-1 0 0 0,41-12-1 0 0,7-1 20 0 0,48-16 198 0 0,-84 28 96 0 0,70-2 0 0 0,-109 7-256 0 0,10 7 152 0 0,-10-5-253 0 0,-1 0 0 0 0,0 1-1 0 0,1-1 1 0 0,-1 0 0 0 0,0 1 0 0 0,-1-1 0 0 0,1 0 0 0 0,0 1 0 0 0,0-1 0 0 0,-1 0-1 0 0,0 1 1 0 0,1-1 0 0 0,-1 0 0 0 0,0 0 0 0 0,0 0 0 0 0,0 0 0 0 0,-3 4 0 0 0,-26 41 49 0 0,27-42-48 0 0,-15 20 17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0:02.0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104 0 9648 0 0,'0'0'596'0'0,"-1"4"-504"0"0,-5 17 972 0 0,-25-21 641 0 0,28 1-1692 0 0,-3 1 79 0 0,0-1 1 0 0,-1 1-1 0 0,1 1 0 0 0,0-1 1 0 0,0 1-1 0 0,0 0 1 0 0,-6 4-1 0 0,11-5-74 0 0,0-1 1 0 0,1 1 0 0 0,-1-1-1 0 0,0 1 1 0 0,0-1-1 0 0,1 1 1 0 0,-1 0-1 0 0,1-1 1 0 0,-1 1-1 0 0,1 0 1 0 0,0 0-1 0 0,0-1 1 0 0,0 1-1 0 0,0 0 1 0 0,0 0-1 0 0,0-1 1 0 0,0 1 0 0 0,0 0-1 0 0,1 0 1 0 0,-1-1-1 0 0,2 3 1 0 0,-1 1 11 0 0,1 1 1 0 0,0-1-1 0 0,0 0 1 0 0,0 0-1 0 0,1 0 1 0 0,3 6-1 0 0,-4-8-24 0 0,28 32 109 0 0,-29-33-107 0 0,1 0 0 0 0,0-1 0 0 0,1 1 0 0 0,-1-1 0 0 0,0 1 0 0 0,0-1 0 0 0,1 0 0 0 0,-1 0 0 0 0,1 0 0 0 0,-1 0 0 0 0,1 0 0 0 0,-1 0 0 0 0,1-1 0 0 0,-1 1 1 0 0,4-1-1 0 0,36-15 97 0 0,-18 9-59 0 0,14-3 81 0 0,64-24 1 0 0,-89 28-108 0 0,1 1 0 0 0,-1 1 0 0 0,1 0 0 0 0,16-1 1 0 0,28-7 80 0 0,-51 10-82 0 0,0 0 1 0 0,0 0-1 0 0,0 1 1 0 0,11 0-1 0 0,27-2 198 0 0,-35 1-166 0 0,1 0 1 0 0,0 1-1 0 0,-1 0 0 0 0,1 1 1 0 0,18 3-1 0 0,9 1 309 0 0,-16-2-159 0 0,0 2 1 0 0,-1 0-1 0 0,1 1 0 0 0,23 10 0 0 0,1 0-59 0 0,34 14 399 0 0,-65-25-435 0 0,0 1 0 0 0,23 14-1 0 0,-28-14-45 0 0,0-1-1 0 0,0 0 1 0 0,0-1 0 0 0,1 0-1 0 0,-1 0 1 0 0,1-1-1 0 0,16 3 1 0 0,10-3 173 0 0,91 4 212 0 0,-14-15-37 0 0,-77 3-175 0 0,69 2 0 0 0,-15 8 133 0 0,149-10 1 0 0,-78-3-36 0 0,-110 4-210 0 0,6-1 66 0 0,66-13-1 0 0,-11-6 110 0 0,154-13-1 0 0,-89 41 108 0 0,-160-3-381 0 0,6 0 6 0 0,267 9 352 0 0,-237-10-308 0 0,129 5 162 0 0,-159-3-133 0 0,41-3 0 0 0,-5 0-14 0 0,101-5 157 0 0,98-3 231 0 0,-106 2-149 0 0,-99 5-248 0 0,-14-1 16 0 0,0 3 0 0 0,56 5 0 0 0,258 48 501 0 0,-282-47-511 0 0,-46-5-35 0 0,34 6 1 0 0,76 12 153 0 0,-46-8-64 0 0,230 55 255 0 0,-295-58-350 0 0,0 1 1 0 0,0 2-1 0 0,-1 0 1 0 0,26 17-1 0 0,85 65 230 0 0,-62-40-124 0 0,-54-43 18 0 0,-19-10-164 0 0,0 0 1 0 0,0 0-1 0 0,1 0 0 0 0,-1-1 1 0 0,0 1-1 0 0,0 0 0 0 0,0 0 1 0 0,0 0-1 0 0,0 0 0 0 0,0 0 1 0 0,0 0-1 0 0,0-1 0 0 0,1 1 1 0 0,-1 0-1 0 0,0 0 0 0 0,0 0 1 0 0,0 0-1 0 0,0 0 0 0 0,0-1 0 0 0,0 1 1 0 0,0 0-1 0 0,0 0 0 0 0,0 0 1 0 0,0 0-1 0 0,0-1 0 0 0,0 1 1 0 0,0 0-1 0 0,0 0 0 0 0,0 0 1 0 0,0 0-1 0 0,0-1 0 0 0,0 1 1 0 0,-1 0-1 0 0,1 0 0 0 0,0 0 1 0 0,0 0-1 0 0,0 0 0 0 0,0-1 1 0 0,0 1-1 0 0,0 0 0 0 0,0 0 1 0 0,0 0-1 0 0,-1 0 0 0 0,1 0 1 0 0,0 0-1 0 0,0 0 0 0 0,0 0 1 0 0,0-1-1 0 0,0 1 0 0 0,0 0 1 0 0,-1 0-1 0 0,-3-4 22 0 0,0-1-1 0 0,0 1 1 0 0,0-1 0 0 0,0 1-1 0 0,-8-4 1 0 0,-3-3-1 0 0,0 0 0 0 0,-1 2 0 0 0,0 0 1 0 0,-1 0-1 0 0,0 2 0 0 0,0 0 0 0 0,-1 1 0 0 0,0 1 1 0 0,-21-4-1 0 0,16 7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0:04.2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12256 0 0,'42'29'7937'0'0,"-43"-20"-7263"0"0,3-1-3 0 0,21-3-504 0 0,-22-5-167 0 0,104 26 72 0 0,-16-3-50 0 0,27 4-78 0 0,-44-9-46 0 0,97 11 0 0 0,-106-22-33 0 0,55 4-104 0 0,492 17-776 0 0,-432-20 890 0 0,282 6-19 0 0,179 22 133 0 0,-8 28 86 0 0,-499-50-40 0 0,64 4 8 0 0,209 1 171 0 0,-227-18-23 0 0,287-36 0 0 0,-210 13-31 0 0,-54 7 44 0 0,221-23 70 0 0,202-23 180 0 0,-40 22 109 0 0,-163 46-187 0 0,-228 0-269 0 0,-15-1 55 0 0,273-1 248 0 0,-361-9-315 0 0,94-6 107 0 0,792-33 739 0 0,-257 14-350 0 0,-705 28-582 0 0,490-16 353 0 0,-450 16-288 0 0,81 8 0 0 0,21 2 30 0 0,-84-7-56 0 0,126-6 155 0 0,-101 0-122 0 0,61-2 55 0 0,-43 0 55 0 0,132 10 0 0 0,-165 1-110 0 0,66 8 105 0 0,73 12 67 0 0,147 11 126 0 0,-200-23-177 0 0,169 34 0 0 0,-261-31-163 0 0,246 57 131 0 0,-230-49-100 0 0,2-5 1 0 0,1-3-1 0 0,118 3 0 0 0,24 5 94 0 0,-42-7-26 0 0,99 6 56 0 0,-218-21-121 0 0,109-14-1 0 0,74-25 72 0 0,-190 26-106 0 0,373-57 207 0 0,-250 47-145 0 0,-36 13-9 0 0,-63 6-44 0 0,95-18 39 0 0,-108 10-40 0 0,37-10 15 0 0,-19 1-16 0 0,181-30 167 0 0,142-17 6 0 0,87 21 127 0 0,-460 40-326 0 0,107-5 78 0 0,23 4 13 0 0,-46-1-24 0 0,26-3 7 0 0,-30-3-16 0 0,-78 6-26 0 0,57-1-1 0 0,-15 4 20 0 0,-66 1-43 0 0,-1 2 0 0 0,1 0 0 0 0,-1 2 0 0 0,0 1 0 0 0,46 8 0 0 0,-56-7-27 0 0,-3 0 139 0 0,-23 3-70 0 0,-4-2-60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0:06.0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65 127 9240 0 0,'0'0'5416'0'0,"-4"-3"-5127"0"0,-5-5-365 0 0,4 3 532 0 0,0 1-1 0 0,0-1 1 0 0,0 0-1 0 0,1 0 1 0 0,-1-1 0 0 0,-3-6-1 0 0,-4 9-54 0 0,10 3-170 0 0,11 3-130 0 0,37 6-125 0 0,-22-3-20 0 0,0-2 0 0 0,0-1-1 0 0,26 1 1 0 0,17-4-172 0 0,202 8-652 0 0,-53 9 141 0 0,-108-10 499 0 0,0-4 0 0 0,179-17-1 0 0,-56 3 200 0 0,73 8 82 0 0,-136 5 2 0 0,12 2 394 0 0,213-21 0 0 0,-355 14-429 0 0,453-18 928 0 0,-364 26-547 0 0,166 29 0 0 0,81 8 254 0 0,14-22 147 0 0,98 8 141 0 0,-426-22-819 0 0,338 40 526 0 0,-66-3-138 0 0,50-24 207 0 0,-200-14-556 0 0,143 1 194 0 0,69 4 76 0 0,-131-5-162 0 0,-31 0 90 0 0,280-30-1 0 0,-156-15-87 0 0,146-11 85 0 0,-350 40-284 0 0,57-1 31 0 0,77-4 76 0 0,22-13 57 0 0,-102 7-116 0 0,139-13 91 0 0,-201 24-144 0 0,299-12 161 0 0,-224 24-121 0 0,388-7 223 0 0,-176-19-171 0 0,-65-2 29 0 0,-2 20 34 0 0,-120 1-64 0 0,104 17 117 0 0,-192-5-178 0 0,-78-5 1 0 0,86 14 0 0 0,-101-9-9 0 0,1-2 1 0 0,84-7 0 0 0,-28 0 17 0 0,-67-2-44 0 0,-43 3-42 0 0,0 0 1 0 0,0 1-1 0 0,0 1 0 0 0,0 0 1 0 0,14 1-1 0 0,11 3 63 0 0,66-2 0 0 0,-64-3-30 0 0,-16 3-24 0 0,-19-1-25 0 0,0-1 0 0 0,0 1 0 0 0,0-1 0 0 0,0 0 0 0 0,0 0 0 0 0,0 0-1 0 0,0 0 1 0 0,0 0 0 0 0,0-1 0 0 0,0 1 0 0 0,0 0 0 0 0,0-1 0 0 0,0 1 0 0 0,0-1 0 0 0,2-1 0 0 0,-3 1-1 0 0,1 1 0 0 0,-1 0 0 0 0,1 0-1 0 0,-1 0 1 0 0,1 0 0 0 0,-1 0 0 0 0,0 0 0 0 0,1 0 0 0 0,-1 0 0 0 0,1 1 0 0 0,-1-1 0 0 0,3 1 0 0 0,14 2 213 0 0,-11-6 142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2:47.2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69 157 4616 0 0,'21'-17'31'0'0,"-17"13"106"0"0,-4-1-78 0 0,1 0 0 0 0,0 0 0 0 0,1 0 0 0 0,-1 0 0 0 0,1 0 0 0 0,0 0 1 0 0,0 1-1 0 0,0-1 0 0 0,1 1 0 0 0,0-1 0 0 0,0 1 0 0 0,0 0 0 0 0,0 0 0 0 0,1 0 0 0 0,-1 0 0 0 0,8-5 1 0 0,-2 1 16 0 0,-1 2 0 0 0,1-1 0 0 0,1 2 1 0 0,-1-1-1 0 0,1 1 0 0 0,0 0 0 0 0,14-4 0 0 0,-22 8-66 0 0,0 1-1 0 0,0-1 0 0 0,0 1 0 0 0,0 0 0 0 0,0-1 0 0 0,0 1 1 0 0,0 0-1 0 0,0 0 0 0 0,0 0 0 0 0,-1 1 0 0 0,1-1 0 0 0,0 0 1 0 0,0 1-1 0 0,0-1 0 0 0,0 1 0 0 0,0 0 0 0 0,0-1 0 0 0,-1 1 0 0 0,1 0 1 0 0,0 0-1 0 0,2 3 0 0 0,-1-1 6 0 0,0 0 0 0 0,0 0 0 0 0,0 0 0 0 0,-1 1 0 0 0,0-1 1 0 0,1 1-1 0 0,-1 0 0 0 0,-1-1 0 0 0,4 8 0 0 0,0 6 36 0 0,-1 0 0 0 0,-1 0 0 0 0,3 34-1 0 0,-5-11 44 0 0,-2-1 0 0 0,-1 0-1 0 0,-3 0 1 0 0,-16 69-1 0 0,-51 305 911 0 0,61-327-800 0 0,4-1 0 0 0,5 96 0 0 0,38 188 911 0 0,-33-333-993 0 0,-1 36 0 0 0,-1-15 49 0 0,-1-32-100 0 0,-2 1 1 0 0,-1-1 0 0 0,-1 0-1 0 0,-7 26 1 0 0,-7 45 147 0 0,-16 85 289 0 0,10-71-271 0 0,11-45-64 0 0,-7 41 34 0 0,7-20-72 0 0,-2 35 196 0 0,14 170 395 0 0,3-85-348 0 0,-8-115-15 0 0,-26 133 0 0 0,5-50 87 0 0,12-28-132 0 0,12-89-147 0 0,3 0 0 0 0,12 99 1 0 0,-5-109 84 0 0,1 71 0 0 0,-16-10 87 0 0,7-86-209 0 0,-8 43-1 0 0,6-46-86 0 0,0-1 1 0 0,1 0 0 0 0,1 24 0 0 0,2 28 113 0 0,3-30-59 0 0,0 60 0 0 0,-2-19-31 0 0,17 200 157 0 0,-11-219-148 0 0,-4-29-22 0 0,1 56 1 0 0,-5 186 141 0 0,-6-185-79 0 0,3-59-51 0 0,1 47-1 0 0,5 42 58 0 0,1-81-91 0 0,0 1 70 0 0,12 54 0 0 0,-10-66-26 0 0,4 48 1 0 0,-8-47 9 0 0,11 47 0 0 0,18 46 206 0 0,-29-117-265 0 0,1 0 1 0 0,-1 1-1 0 0,1-1 0 0 0,0 0 1 0 0,0 0-1 0 0,0 0 0 0 0,9 8 1 0 0,-3 20 168 0 0,-7-20-172 0 0,0 0 1 0 0,-1 0-1 0 0,-1 0 1 0 0,0 0-1 0 0,-2 17 1 0 0,-1 17 20 0 0,3 72 168 0 0,0-117-197 0 0,0 2-1 0 0,0 0-1 0 0,0 1 1 0 0,-1-1-1 0 0,0 0 1 0 0,0 0-1 0 0,0 0 1 0 0,-3 5-1 0 0,-17 57 106 0 0,15-42 63 0 0,-15 33 1 0 0,-3-24 220 0 0,9-3-81 0 0,10-22-263 0 0,1 0 0 0 0,0 1 0 0 0,1-1 1 0 0,-5 17-1 0 0,-19 39 246 0 0,26-57-281 0 0,0 0-1 0 0,0 0 0 0 0,0 1 1 0 0,1-1-1 0 0,1 10 0 0 0,-1 17 58 0 0,-2 3-39 0 0,-5 145 140 0 0,8-143-148 0 0,3 31 34 0 0,-2-34-31 0 0,-2-28-30 0 0,1 0 0 0 0,-1 0 1 0 0,2 0-1 0 0,2 14 1 0 0,27 68 102 0 0,24 83 86 0 0,-47-143-158 0 0,-2 0-1 0 0,-1 1 1 0 0,2 56-1 0 0,-11-23 24 0 0,3-51-49 0 0,0 0 1 0 0,1 0 0 0 0,0 0 0 0 0,3 19 0 0 0,-1-18-4 0 0,-1 0-1 0 0,-1 0 1 0 0,-1 19 0 0 0,-2 31 90 0 0,2-63-88 0 0,-7 3 0 0 0,7-4-10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2:49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101 9 3504 0 0,'12'-3'3'0'0,"5"-1"13"0"0,0 2 6 0 0,9 3 10 0 0,-34 3 50 0 0,6-3-70 0 0,0 1 0 0 0,0-1 0 0 0,-1 0 0 0 0,1 0 0 0 0,-1 1 0 0 0,1-2 0 0 0,-1 1 0 0 0,-4 1 0 0 0,5-2 22 0 0,-1 1 1 0 0,0 0-1 0 0,1 0 1 0 0,-1 0 0 0 0,1 0-1 0 0,-1 0 1 0 0,1 0 0 0 0,-1 1-1 0 0,1-1 1 0 0,0 1-1 0 0,0-1 1 0 0,0 1 0 0 0,0 0-1 0 0,0 0 1 0 0,0 0-1 0 0,0 0 1 0 0,1 0 0 0 0,-1 0-1 0 0,1 1 1 0 0,-1-1 0 0 0,1 0-1 0 0,0 1 1 0 0,0-1-1 0 0,0 1 1 0 0,0 0 0 0 0,1-1-1 0 0,-1 1 1 0 0,1 0 0 0 0,-1 4-1 0 0,-5 139 418 0 0,7-111-342 0 0,-1-6 36 0 0,2 0 0 0 0,8 44 0 0 0,43 199 465 0 0,-27-104-355 0 0,-16-89-127 0 0,-8-50-72 0 0,-1 1 1 0 0,-2-1-1 0 0,-5 44 0 0 0,1-26 49 0 0,3-33-54 0 0,-1 0 1 0 0,-1 0-1 0 0,0-1 0 0 0,-1 1 1 0 0,0-1-1 0 0,-13 22 0 0 0,12-24-18 0 0,0 9 45 0 0,6-18-69 0 0,0 0 0 0 0,-1 0 0 0 0,1 0 0 0 0,-1 0 0 0 0,0 0 0 0 0,1 0 0 0 0,-1-1 0 0 0,0 1 1 0 0,0 0-1 0 0,0 0 0 0 0,-2 2 0 0 0,-21 35 146 0 0,21-32-130 0 0,-1 0 0 0 0,0-1 1 0 0,0 1-1 0 0,-9 10 1 0 0,11-14-13 0 0,0-1 0 0 0,0 1 0 0 0,0 0 0 0 0,1 0 0 0 0,-1-1 0 0 0,1 1 0 0 0,0 0 0 0 0,-2 6 0 0 0,3-7 5 0 0,-1-1-1 0 0,1 1 0 0 0,-1 0 0 0 0,0 0 0 0 0,1 0 1 0 0,-1 0-1 0 0,0-1 0 0 0,0 1 0 0 0,0 0 0 0 0,0-1 1 0 0,-1 1-1 0 0,1-1 0 0 0,0 1 0 0 0,-1-1 0 0 0,1 1 1 0 0,-1-1-1 0 0,1 0 0 0 0,-1 0 0 0 0,-2 1 0 0 0,-1-2 44 0 0,-8-4 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3:24.2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4912 0 0,'31'7'119'0'0,"-29"25"37"0"0,-2-18-67 0 0,0-1 0 0 0,2 1 1 0 0,0-1-1 0 0,0 0 1 0 0,1 0-1 0 0,1 0 1 0 0,0 0-1 0 0,10 21 1 0 0,-9-22 30 0 0,0-1 1 0 0,-1 1 0 0 0,0 0-1 0 0,-1 0 1 0 0,4 25-1 0 0,-1 65 466 0 0,-4-53-442 0 0,-6 71 194 0 0,1-80-202 0 0,3 48 1 0 0,24 303 616 0 0,-24-333-656 0 0,2 25 131 0 0,19 299 764 0 0,-26 2-108 0 0,2-288-741 0 0,-15 128 314 0 0,9-150-194 0 0,-1-2-17 0 0,-24 78 0 0 0,7-30 190 0 0,26-115-369 0 0,-5 18 99 0 0,5-22-157 0 0,1 0 0 0 0,0 0 0 0 0,0-1 0 0 0,-1 1 0 0 0,1 0-1 0 0,-1-1 1 0 0,1 1 0 0 0,-1 0 0 0 0,1-1 0 0 0,-1 1-1 0 0,1-1 1 0 0,-1 1 0 0 0,1-1 0 0 0,-1 1 0 0 0,0-1-1 0 0,1 1 1 0 0,-1-1 0 0 0,0 1 0 0 0,1-1 0 0 0,-1 0 0 0 0,0 0-1 0 0,0 1 1 0 0,1-1 0 0 0,-1 0 0 0 0,-1 0 0 0 0,9 10 703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3:28.31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0 363 5920 0 0,'26'3'37'0'0,"-12"-2"-4"0"0,9-1 79 0 0,-21 0-86 0 0,5 0 710 0 0,-15 4 2633 0 0,19-13-3074 0 0,180-196 746 0 0,-150 164-792 0 0,-31 31-33 0 0,-1-1 0 0 0,0 0-1 0 0,-1-1 1 0 0,9-16 0 0 0,-16 26 21 0 0,-7 3-190 0 0,0 0 0 0 0,0 1 0 0 0,0-1 1 0 0,0 1-1 0 0,1 0 0 0 0,-1 0 0 0 0,0 1 0 0 0,1 0 0 0 0,0 0 0 0 0,-1 0 0 0 0,1 0 0 0 0,1 1 0 0 0,-1 0 0 0 0,-5 6 0 0 0,-10 9 71 0 0,-28 37-1 0 0,39-45-26 0 0,-3 5-1 0 0,1 0-1 0 0,0 0 1 0 0,-11 24-1 0 0,18-31-31 0 0,0-1 1 0 0,1 1-1 0 0,0 0 1 0 0,0 0-1 0 0,1 0 1 0 0,0 0-1 0 0,1 0 1 0 0,-1 15-1 0 0,12 29 322 0 0,-10-51-346 0 0,0-1-1 0 0,1 1 1 0 0,-1-1-1 0 0,1 0 0 0 0,0 1 1 0 0,-1-1-1 0 0,1 1 1 0 0,0-1-1 0 0,0 0 1 0 0,0 0-1 0 0,0 1 1 0 0,0-1-1 0 0,0 0 1 0 0,0 0-1 0 0,0 0 0 0 0,0 0 1 0 0,1 0-1 0 0,-1 0 1 0 0,0 0-1 0 0,1-1 1 0 0,-1 1-1 0 0,1 0 1 0 0,-1-1-1 0 0,1 1 1 0 0,-1-1-1 0 0,1 0 0 0 0,-1 1 1 0 0,1-1-1 0 0,-1 0 1 0 0,1 0-1 0 0,-1 0 1 0 0,4 0-1 0 0,2-2 33 0 0,0 0 0 0 0,0-1 0 0 0,0 0 0 0 0,0 0 0 0 0,0-1-1 0 0,-1 1 1 0 0,1-1 0 0 0,-1-1 0 0 0,0 1 0 0 0,0-1 0 0 0,-1 0 0 0 0,0-1 0 0 0,1 1-1 0 0,7-13 1 0 0,1-4 159 0 0,-1-1-1 0 0,21-48 1 0 0,-14 24 141 0 0,-10 27-187 0 0,-1 0 1 0 0,-1-1-1 0 0,-1 0 0 0 0,-1-1 1 0 0,-1 1-1 0 0,-1-1 0 0 0,2-30 1 0 0,-6 50 230 0 0,0 2-399 0 0,-1 0 0 0 0,0 0-1 0 0,1 0 1 0 0,-1 0 0 0 0,1-1-1 0 0,-1 1 1 0 0,0 0 0 0 0,1 0-1 0 0,-1 0 1 0 0,1 0 0 0 0,-1 1-1 0 0,0-1 1 0 0,1 0 0 0 0,-1 0-1 0 0,0 0 1 0 0,1 0 0 0 0,-1 1-1 0 0,1-1 1 0 0,-1 0 0 0 0,1 0-1 0 0,-1 1 1 0 0,1-1 0 0 0,-1 1-1 0 0,1-1 1 0 0,-1 0 0 0 0,1 1-1 0 0,-1-1 1 0 0,1 1 0 0 0,0-1-1 0 0,-1 1 1 0 0,0 0 0 0 0,-13 19 123 0 0,6 1-4 0 0,0 0 0 0 0,1 1 0 0 0,-6 35 0 0 0,11-45-58 0 0,0 1 1 0 0,1-1-1 0 0,1 0 0 0 0,0 0 1 0 0,0 1-1 0 0,1-1 0 0 0,1 0 1 0 0,4 17-1 0 0,-6-27-57 0 0,1-1 0 0 0,-1 1 0 0 0,1-1 0 0 0,0 1 0 0 0,0-1 0 0 0,-1 1-1 0 0,1-1 1 0 0,0 0 0 0 0,0 1 0 0 0,0-1 0 0 0,0 0 0 0 0,0 0 0 0 0,1 0 0 0 0,-1 0 0 0 0,0 0 0 0 0,1 0 0 0 0,-1 0 0 0 0,0 0 0 0 0,1 0-1 0 0,-1-1 1 0 0,1 1 0 0 0,-1 0 0 0 0,1-1 0 0 0,-1 1 0 0 0,1-1 0 0 0,0 0 0 0 0,-1 0 0 0 0,1 1 0 0 0,-1-1 0 0 0,1 0 0 0 0,0-1 0 0 0,-1 1 0 0 0,1 0-1 0 0,3-1 1 0 0,5-1 41 0 0,0-1 0 0 0,0-1 0 0 0,0 0 0 0 0,14-7 0 0 0,-3 1 1 0 0,-20 10-56 0 0,27-11 169 0 0,44-12-1 0 0,-61 21-134 0 0,0 0-1 0 0,-1 1 1 0 0,1 0 0 0 0,0 0-1 0 0,0 1 1 0 0,0 1-1 0 0,19 3 1 0 0,-22-3 5 0 0,0 1-1 0 0,1 1 1 0 0,-1-1 0 0 0,0 2 0 0 0,13 6-1 0 0,-18-9-28 0 0,-1 1 0 0 0,1 0 0 0 0,-1 0 0 0 0,1 0 0 0 0,-1 0 0 0 0,1 0 0 0 0,-1 0 0 0 0,0 1 0 0 0,0-1 0 0 0,0 1 0 0 0,0 0 0 0 0,-1-1 0 0 0,1 1 0 0 0,-1 0 0 0 0,1 0 0 0 0,-1 0 0 0 0,0 0 0 0 0,1 5 0 0 0,-1-1 19 0 0,-1 1 1 0 0,0-1 0 0 0,0 0-1 0 0,-1 0 1 0 0,1 0 0 0 0,-1 0-1 0 0,-1 1 1 0 0,0-1 0 0 0,0-1-1 0 0,0 1 1 0 0,-6 11 0 0 0,2-6 16 0 0,-1 0 1 0 0,-1 0 0 0 0,0-1 0 0 0,0 0-1 0 0,-12 12 1 0 0,17-21-24 0 0,0 1-1 0 0,0-1 1 0 0,0 1 0 0 0,0-1-1 0 0,0 0 1 0 0,-1 0-1 0 0,1 0 1 0 0,0-1 0 0 0,-1 1-1 0 0,0-1 1 0 0,1 0 0 0 0,-1 0-1 0 0,0 0 1 0 0,0 0-1 0 0,0-1 1 0 0,-4 1 0 0 0,7-2-15 0 0,0 1 0 0 0,0 0 0 0 0,0-1 0 0 0,0 1 0 0 0,0-1 0 0 0,1 1 0 0 0,-1-1 0 0 0,0 1 0 0 0,0-1 0 0 0,1 1 0 0 0,-1-1 0 0 0,0 0 0 0 0,1 1 1 0 0,-1-1-1 0 0,0 0 0 0 0,1 0 0 0 0,-1 0 0 0 0,1 1 0 0 0,-1-1 0 0 0,1 0 0 0 0,-1-2 0 0 0,-6-19 105 0 0,7 13-90 0 0,0 1 0 0 0,0-1 0 0 0,1 1 0 0 0,0-1 0 0 0,0 1 0 0 0,1-1 0 0 0,0 1 0 0 0,7-16 0 0 0,31-63 200 0 0,-16 43-132 0 0,-13 22-51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3:29.04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1 709 16280 0 0,'13'19'405'0'0,"1"15"1159"0"0,-13-32-1503 0 0,19 48 1851 0 0,-19-48-1277 0 0,15 1 615 0 0,-8-2-963 0 0,0-14-115 0 0,70-211 165 0 0,-44 116-366 0 0,-34 106-4 0 0,0 64-245 0 0,13 104 65 0 0,-13-161 197 0 0,1 1-1 0 0,0-1 1 0 0,0 0 0 0 0,0 1-1 0 0,1-1 1 0 0,0 0-1 0 0,0 0 1 0 0,0 0 0 0 0,1 0-1 0 0,4 7 1 0 0,-6-11-4 0 0,16-13-51 0 0,-8-4 55 0 0,-1 1-1 0 0,-1-1 0 0 0,0 0 1 0 0,-1-1-1 0 0,0 0 0 0 0,3-23 0 0 0,-2 14 2 0 0,57-288-57 0 0,-58 273 62 0 0,22-194 0 0 0,-30 329 129 0 0,2 217 105 0 0,17-28 457 0 0,-12-263-438 0 0,-4-18-134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3:29.4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 0 15472 0 0,'-1'5'1223'0'0,"0"-3"-1174"0"0,0 0 0 0 0,0 0-1 0 0,0 0 1 0 0,1 0-1 0 0,-1 1 1 0 0,1-1-1 0 0,0 0 1 0 0,0 0-1 0 0,-1 0 1 0 0,1 0-1 0 0,1 1 1 0 0,-1-1-1 0 0,0 0 1 0 0,1 0-1 0 0,-1 0 1 0 0,1 1-1 0 0,-1-1 1 0 0,1 0-1 0 0,0 0 1 0 0,0 0-1 0 0,0 0 1 0 0,0 0-1 0 0,0-1 1 0 0,1 1 0 0 0,-1 0-1 0 0,0 0 1 0 0,4 2-1 0 0,0 1 108 0 0,1 0 0 0 0,0 0 0 0 0,1 0-1 0 0,-1-1 1 0 0,1 0 0 0 0,0 0 0 0 0,0-1 0 0 0,0 0 0 0 0,0 0 0 0 0,1-1-1 0 0,-1 0 1 0 0,1 0 0 0 0,-1-1 0 0 0,1 0 0 0 0,0 0 0 0 0,13-1-1 0 0,9 1 51 0 0,-12 0 24 0 0,0-2 0 0 0,0 0 1 0 0,33-5-1 0 0,-39 3-133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3:29.74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 15376 0 0,'0'0'888'0'0,"22"0"-345"0"0,-12-12-31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3:30.1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0 399 12864 0 0,'30'-6'169'0'0,"6"-2"368"0"0,-35 8-515 0 0,-1-1 0 0 0,1 0 0 0 0,0 0 0 0 0,0 0 0 0 0,0 0 0 0 0,-1 0 0 0 0,1 0 0 0 0,-1 0 0 0 0,1 0 0 0 0,-1 0 0 0 0,1 0 0 0 0,-1 0 0 0 0,1 0 0 0 0,-1-1 0 0 0,0 1 16 0 0,26-43 438 0 0,-9 14 241 0 0,22-49 0 0 0,26-119 636 0 0,-57 180-1111 0 0,-5 28-32 0 0,-5 28-74 0 0,-8 30-53 0 0,5-42-49 0 0,1 0 0 0 0,1 1 0 0 0,2-1 0 0 0,1 31 0 0 0,1-48-20 0 0,1-1-1 0 0,-1 1 1 0 0,2-1-1 0 0,-1 1 1 0 0,1-1 0 0 0,6 11-1 0 0,-7-15-4 0 0,0 0-1 0 0,0-1 1 0 0,0 1 0 0 0,1 0-1 0 0,-1-1 1 0 0,1 0-1 0 0,0 1 1 0 0,0-1 0 0 0,0 0-1 0 0,1-1 1 0 0,-1 1-1 0 0,1-1 1 0 0,0 1 0 0 0,6 2-1 0 0,0-2 9 0 0,0 0-1 0 0,0-1 1 0 0,1-1-1 0 0,-1 0 1 0 0,0 0-1 0 0,0-1 1 0 0,14-1-1 0 0,76-13 102 0 0,-84 11-95 0 0,3-1-5 0 0,-9 2 12 0 0,1-1-1 0 0,0 2 1 0 0,18-2-1 0 0,-27 3-24 0 0,0 0 1 0 0,0 0-1 0 0,0 0 1 0 0,0 0-1 0 0,0 1 1 0 0,0-1-1 0 0,0 0 0 0 0,-1 1 1 0 0,1 0-1 0 0,0-1 1 0 0,0 1-1 0 0,-1 0 1 0 0,1 0-1 0 0,0 0 1 0 0,-1 0-1 0 0,1 0 0 0 0,-1 0 1 0 0,1 0-1 0 0,-1 0 1 0 0,0 1-1 0 0,1-1 1 0 0,-1 1-1 0 0,0-1 1 0 0,0 1-1 0 0,0-1 0 0 0,0 1 1 0 0,0 0-1 0 0,0 1 1 0 0,0 2 9 0 0,-1 0 1 0 0,0 0 0 0 0,-1 0-1 0 0,1 0 1 0 0,-1 0 0 0 0,0 0 0 0 0,0 0-1 0 0,0 0 1 0 0,-1 0 0 0 0,0-1-1 0 0,0 1 1 0 0,0-1 0 0 0,-4 7-1 0 0,0 1 3 0 0,-1 2 19 0 0,0 1 0 0 0,-2-1 0 0 0,1-1 0 0 0,-15 17 0 0 0,21-27-24 0 0,-1 0 0 0 0,0 0 0 0 0,0-1 0 0 0,0 1 0 0 0,0-1 0 0 0,0 0 0 0 0,0 0 0 0 0,0 0 0 0 0,-1 0 0 0 0,1 0 0 0 0,-7 1 0 0 0,8-2-7 0 0,0-1-1 0 0,0 0 1 0 0,0 0 0 0 0,0 0-1 0 0,0 0 1 0 0,0 0-1 0 0,0-1 1 0 0,0 1-1 0 0,0 0 1 0 0,0-1-1 0 0,0 0 1 0 0,0 1 0 0 0,0-1-1 0 0,1 0 1 0 0,-1 0-1 0 0,0 0 1 0 0,0 0-1 0 0,1 0 1 0 0,-1-1-1 0 0,0 1 1 0 0,1 0 0 0 0,0-1-1 0 0,-3-2 1 0 0,-2-4 29 0 0,0-1 0 0 0,0 0 0 0 0,1 0 0 0 0,0 0 1 0 0,1-1-1 0 0,0 0 0 0 0,1 1 0 0 0,-4-17 0 0 0,5 19-26 0 0,-12-43 72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3:30.4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14272 0 0,'0'0'376'0'0,"25"17"392"0"0,-18-5-240 0 0,-2 3-264 0 0,1-2 559 0 0,0-4-479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4:18.8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1 232 10448 0 0,'14'18'22'0'0,"-7"-6"15"0"0,3 13 68 0 0,5 10 30 0 0,-11-29-67 0 0,-1 1 0 0 0,0 0 0 0 0,0 1 0 0 0,-1-1-1 0 0,3 9 1 0 0,-4-13-37 0 0,0-1-1 0 0,0 1 1 0 0,0-1-1 0 0,1 1 1 0 0,-1-1-1 0 0,1 1 1 0 0,0-1-1 0 0,0 0 1 0 0,0 0-1 0 0,0 0 1 0 0,0 0-1 0 0,0 0 1 0 0,0 0-1 0 0,1-1 1 0 0,-1 1-1 0 0,1-1 1 0 0,-1 1-1 0 0,1-1 1 0 0,-1 0-1 0 0,1 0 1 0 0,0 0-1 0 0,4 0 1 0 0,5 1 5 0 0,-1-1 0 0 0,1 0 0 0 0,0-1 0 0 0,16-1 0 0 0,8-1 0 0 0,68 4 10 0 0,121-5 124 0 0,-169-3-121 0 0,41-2 79 0 0,104 1 432 0 0,-53-7-14 0 0,-45 3-117 0 0,134-22 612 0 0,-121 7-656 0 0,120-23 398 0 0,-127 32-493 0 0,109-22-6 0 0,35-21 110 0 0,-145 39-209 0 0,-42 11-77 0 0,-27 4-7 0 0,70 0-1 0 0,14-2 167 0 0,102-24 433 0 0,-197 28-650 0 0,88-16 223 0 0,-5 7 119 0 0,-69 4-184 0 0,0 2 0 0 0,1 1 0 0 0,0 3 0 0 0,66 3 0 0 0,-53 11 193 0 0,-54-11-385 0 0,0 1-1 0 0,1-1 1 0 0,-1 1-1 0 0,0 0 1 0 0,0 0-1 0 0,0 0 1 0 0,0 0 0 0 0,0 0-1 0 0,0 0 1 0 0,0 0-1 0 0,0 1 1 0 0,0-1-1 0 0,-1 1 1 0 0,1-1-1 0 0,0 1 1 0 0,-1-1-1 0 0,0 1 1 0 0,1 0 0 0 0,-1 0-1 0 0,2 3 1 0 0,-3-4-5 0 0,0 0 0 0 0,1 0 0 0 0,-1 0 0 0 0,0 0 0 0 0,1-1 1 0 0,-1 1-1 0 0,0 0 0 0 0,1 0 0 0 0,-1-1 0 0 0,1 1 0 0 0,0 0 1 0 0,-1 0-1 0 0,1-1 0 0 0,-1 1 0 0 0,1-1 0 0 0,1 1 0 0 0,-2 0-3 0 0,1-1 0 0 0,-1 1 1 0 0,1-1-1 0 0,-1 1 0 0 0,1-1 0 0 0,-1 1 0 0 0,1-1 0 0 0,-1 1 0 0 0,1-1 0 0 0,-1 1 0 0 0,0-1 0 0 0,1 1 0 0 0,-1 0 0 0 0,0-1 0 0 0,1 1 1 0 0,-1-1-1 0 0,0 1 0 0 0,0 0 0 0 0,0-1 0 0 0,0 1 0 0 0,0 0 0 0 0,0 0 0 0 0,0-1 0 0 0,0 1 0 0 0,0 0 0 0 0,0-1 0 0 0,0 1 1 0 0,0 0-1 0 0,0 0 0 0 0,-15 24 194 0 0,7-15-134 0 0,1 0 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4:22.1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0 190 9648 0 0,'31'19'1234'0'0,"5"-1"3649"0"0,-2-15-1569 0 0,-15-3-3188 0 0,-1-1-1 0 0,31-5 0 0 0,-40 4-149 0 0,1 0-1 0 0,0 1 1 0 0,-1 0-1 0 0,1 1 1 0 0,0 0-1 0 0,14 2 0 0 0,36-1-97 0 0,-38-2 23 0 0,-1 1 1 0 0,27 3 0 0 0,-30-1 24 0 0,0-1 0 0 0,0-1 0 0 0,-1 0 0 0 0,28-5-1 0 0,-28 3 10 0 0,1 0 1 0 0,-1 1-1 0 0,34 3 0 0 0,-29-1 11 0 0,37-2 1 0 0,-43 0 30 0 0,0 1 0 0 0,0 1 0 0 0,1 1-1 0 0,18 3 1 0 0,39 3-23 0 0,105 2 17 0 0,-137-7 26 0 0,-9-2 5 0 0,50-5 0 0 0,-28 1 4 0 0,-29 0 13 0 0,0-1 1 0 0,36-10 0 0 0,-32 7 4 0 0,39-5-1 0 0,92-14 156 0 0,-112 22-39 0 0,0 1-1 0 0,0 3 1 0 0,86 11 0 0 0,-23 0 294 0 0,180-4 1 0 0,-247-10-354 0 0,-26 1-4 0 0,0 0 0 0 0,35 4 0 0 0,139 9 418 0 0,-102-5-314 0 0,-56-5-43 0 0,63 10-1 0 0,62 9 351 0 0,-89-11-301 0 0,1-3-1 0 0,77-3 1 0 0,32 1 61 0 0,-127 2-123 0 0,0 2 1 0 0,56 15 0 0 0,-86-19-75 0 0,0-1 1 0 0,0-1-1 0 0,38-2 0 0 0,101-8 157 0 0,5-5 87 0 0,-137 10-173 0 0,59 2-1 0 0,-45 2-41 0 0,60 8 149 0 0,138 13 172 0 0,-198-17-304 0 0,-34-3-76 0 0,0-1 0 0 0,0 0 0 0 0,1-1 0 0 0,11 0 0 0 0,10-2 58 0 0,1 2 1 0 0,50 5-1 0 0,16 1 27 0 0,-47-4-51 0 0,30-1 34 0 0,-37-3 7 0 0,79 8 1 0 0,-80-2-22 0 0,86-4-1 0 0,-77-6-6 0 0,66-14 0 0 0,-12-1-4 0 0,21-6 15 0 0,-41 7 9 0 0,175-17 0 0 0,-219 36-40 0 0,0 2 1 0 0,81 12-1 0 0,38 1 78 0 0,16-2 59 0 0,-40-2-118 0 0,212 12 137 0 0,-247-13-119 0 0,99 3-16 0 0,365-30 129 0 0,53-57-29 0 0,-335 28-102 0 0,292-4 44 0 0,-537 49-103 0 0,182-6 87 0 0,-85-5-66 0 0,-46 3-18 0 0,223-24 53 0 0,92-6 65 0 0,19 34-26 0 0,-190 10-20 0 0,39 2 10 0 0,33 28 19 0 0,-216-21-103 0 0,-12-1 10 0 0,78 9 17 0 0,-116-16-18 0 0,-1 1-1 0 0,50 16 1 0 0,-47-10 0 0 0,74 9 0 0 0,-47-10 5 0 0,-48-6-15 0 0,39 3 0 0 0,157 13 49 0 0,34 2-9 0 0,-69-14-18 0 0,-68-2-13 0 0,89 9 46 0 0,-34-1-9 0 0,504-15 76 0 0,-609-4-113 0 0,240-21 48 0 0,1-6 16 0 0,96-12 13 0 0,-82 1-14 0 0,-244 30-56 0 0,1 3-1 0 0,0 3 1 0 0,112 6 0 0 0,63 10 18 0 0,286 15-4 0 0,-397-18-37 0 0,121 10-1 0 0,-3-9 0 0 0,-23-1 0 0 0,132-3 0 0 0,-271-10 0 0 0,54 0 0 0 0,-37 0 3 0 0,-13 0 1 0 0,96 11 53 0 0,-195-5-49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4:23.2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0 160 5416 0 0,'20'-5'7'0'0,"10"-1"25"0"0,-4 0 7 0 0,11-6 17 0 0,-36 12-46 0 0,0-1 0 0 0,0 0-1 0 0,0 1 1 0 0,1-1 0 0 0,-1 0-1 0 0,-1 1 1 0 0,1-1 0 0 0,0 0-1 0 0,0 0 1 0 0,0 0 0 0 0,0 0-1 0 0,-1 0 1 0 0,1 0 0 0 0,0 0-1 0 0,-1 0 1 0 0,1-1-1 0 0,-1 1 1 0 0,1 0 0 0 0,-1 0-1 0 0,0 0 1 0 0,1-1 0 0 0,-1 1-1 0 0,0 0 1 0 0,0 0 0 0 0,0 0-1 0 0,0-1 1 0 0,0 1 0 0 0,0 0-1 0 0,0 0 1 0 0,0-1 0 0 0,-1 1-1 0 0,1 0 1 0 0,-1-2-1 0 0,1-1 92 0 0,0 1 0 0 0,1-1 0 0 0,-1 1 0 0 0,1-1-1 0 0,0 1 1 0 0,0 0 0 0 0,2-6 0 0 0,-2 6-92 0 0,0 1 29 0 0,-1-1-1 0 0,1 1 1 0 0,0 0-1 0 0,0-1 1 0 0,0 1-1 0 0,0 0 1 0 0,0 0-1 0 0,0 0 1 0 0,0 0-1 0 0,1 0 1 0 0,-1 0-1 0 0,1 0 1 0 0,0 0-1 0 0,-1 0 1 0 0,1 1-1 0 0,0-1 1 0 0,0 1-1 0 0,0-1 0 0 0,0 1 1 0 0,0 0-1 0 0,1 0 1 0 0,-1 0-1 0 0,0 0 1 0 0,0 0-1 0 0,1 0 1 0 0,-1 1-1 0 0,3-1 1 0 0,15-3 57 0 0,-1 1 0 0 0,1 0 0 0 0,0 2 0 0 0,-1 1 1 0 0,1 0-1 0 0,0 1 0 0 0,38 8 0 0 0,-37-4-8 0 0,38 4 1 0 0,-31-6-39 0 0,98 7 151 0 0,-88-6 1 0 0,52 0 1 0 0,5 0 26 0 0,151 6 812 0 0,117 31-99 0 0,-205-21-608 0 0,29-11 272 0 0,-125-8-491 0 0,242-19 787 0 0,-132 2-419 0 0,-103 12-269 0 0,22-3 293 0 0,143 8 0 0 0,51 40 693 0 0,-18-1-166 0 0,-243-37-916 0 0,-1-1 1 0 0,0 0-1 0 0,1-2 1 0 0,-1-1-1 0 0,40-7 0 0 0,-6-2 103 0 0,62-22 0 0 0,33-19 137 0 0,-121 38-292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4:25.9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0 251 7736 0 0,'15'6'26'0'0,"11"2"17"0"0,-5-5 32 0 0,-20-6-52 0 0,1 0 0 0 0,-1 1 1 0 0,0-1-1 0 0,1 0 0 0 0,-1 0 0 0 0,-1 1 1 0 0,1-1-1 0 0,0 0 0 0 0,-1 0 0 0 0,1 0 1 0 0,-1 0-1 0 0,0-5 0 0 0,1-1 48 0 0,0 6-20 0 0,1 0-1 0 0,-1-1 1 0 0,0 1 0 0 0,1 0-1 0 0,-1 0 1 0 0,1 0 0 0 0,0 0-1 0 0,0 1 1 0 0,0-1 0 0 0,0 0-1 0 0,1 1 1 0 0,-1-1-1 0 0,1 1 1 0 0,0 0 0 0 0,-1 0-1 0 0,1 0 1 0 0,0 0 0 0 0,0 1-1 0 0,0-1 1 0 0,0 1 0 0 0,1-1-1 0 0,-1 1 1 0 0,0 0 0 0 0,0 1-1 0 0,1-1 1 0 0,-1 0-1 0 0,7 1 1 0 0,8-1 97 0 0,-1 2 0 0 0,1 0 0 0 0,0 0 1 0 0,22 7-1 0 0,-4-2-87 0 0,47 1 187 0 0,107-5 0 0 0,-106-3-160 0 0,80 9 57 0 0,-92 1-83 0 0,-48-5-30 0 0,42 2 0 0 0,49 3 60 0 0,-55-3-42 0 0,-31-3-30 0 0,7 1 15 0 0,46-2 0 0 0,86 2 92 0 0,-107-1-26 0 0,93-5 0 0 0,-41-4-14 0 0,33-5 65 0 0,-73 5-8 0 0,1 3 0 0 0,92 8 0 0 0,-68-1 157 0 0,337-5 663 0 0,-135-23-461 0 0,-106 13-56 0 0,-73 2-12 0 0,189 12 0 0 0,-144 9-181 0 0,-39-4 116 0 0,215 42 0 0 0,-88-2-36 0 0,45 10 118 0 0,30 7 326 0 0,-218-45-656 0 0,15 4 105 0 0,293 40 412 0 0,-81-57-125 0 0,-127-33-164 0 0,-84 8-220 0 0,208-27 452 0 0,-315 43-556 0 0,498-40 746 0 0,-293 17-458 0 0,-180 18-192 0 0,62-7 163 0 0,107-18 20 0 0,220-32 263 0 0,-205 48-288 0 0,-74 8-40 0 0,80 0 90 0 0,112 20 111 0 0,-175-11-213 0 0,-87-2-132 0 0,49-8 19 0 0,-22 1-34 0 0,41 12 77 0 0,-86-1-62 0 0,72-5 1 0 0,45-23 76 0 0,-92 10-102 0 0,139-24 98 0 0,94-12 18 0 0,80-1 3 0 0,-276 36-137 0 0,-14 1 20 0 0,1 5-1 0 0,132 5 1 0 0,-9 11 51 0 0,-87-3-47 0 0,526 29 233 0 0,-354-11-133 0 0,-37 3 15 0 0,-143-12-81 0 0,-103-10-64 0 0,15 4 11 0 0,23 1 47 0 0,-14 7-24 0 0,57-11 213 0 0,-121-3-276 0 0,16-1 93 0 0,-81-18-71 0 0,30 9-24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4:27.7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0 246 8840 0 0,'12'8'7'0'0,"6"3"29"0"0,12 8 72 0 0,15 4 108 0 0,-39-21-189 0 0,0-1 0 0 0,0 1 0 0 0,0-1 0 0 0,0 1 0 0 0,0-2 0 0 0,7 1 0 0 0,22-6 34 0 0,-24 3 31 0 0,0 1 1 0 0,1-1-1 0 0,-1 2 0 0 0,13 0 0 0 0,8 0 127 0 0,4-1 66 0 0,1 3 0 0 0,36 5 0 0 0,49 3 396 0 0,-48-8-351 0 0,-42 0-187 0 0,1-1-1 0 0,-1-2 1 0 0,45-7-1 0 0,-11-2 67 0 0,90-1 0 0 0,-41 4-50 0 0,121-21 76 0 0,12 15 21 0 0,7-4-64 0 0,-151 9-114 0 0,60-1 28 0 0,227-3 201 0 0,-373 11-286 0 0,231 6 182 0 0,-7 0 15 0 0,-40-6-42 0 0,109-8 138 0 0,61-13 40 0 0,-130 11-123 0 0,136 8 44 0 0,-267 5-206 0 0,-2-2 21 0 0,100 5 76 0 0,74 19 42 0 0,-70-21-6 0 0,-84-2-16 0 0,221-27-1 0 0,-177 9-30 0 0,117-15 93 0 0,58-12 182 0 0,264-17 334 0 0,-141 41-288 0 0,-338 18-346 0 0,81 1 139 0 0,-6 6-71 0 0,179 10 381 0 0,-19 9-46 0 0,-246-18-352 0 0,415 21 356 0 0,-477-24-480 0 0,224 4 317 0 0,122-14 107 0 0,51 24 14 0 0,-246 9-284 0 0,-17-1 32 0 0,324-4 282 0 0,-446-20-471 0 0,35 0 21 0 0,87 3 66 0 0,512 58 376 0 0,-409-13-317 0 0,-64-4-41 0 0,-163-27-76 0 0,1-4-1 0 0,97 7 1 0 0,-40-21 78 0 0,0-6 0 0 0,244-42 0 0 0,17-36 85 0 0,-222 38-98 0 0,211-31-1 0 0,-330 72-99 0 0,0 3 0 0 0,-1 1 0 0 0,1 3 0 0 0,0 1 0 0 0,0 3 0 0 0,-1 2 0 0 0,64 18 0 0 0,-88-20 22 0 0,0-1 0 0 0,1-1 0 0 0,43 2 0 0 0,-65-6-45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4:29.7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1 429 8336 0 0,'17'6'150'0'0,"10"4"536"0"0,17 6 1016 0 0,-36-14-1372 0 0,0 0 0 0 0,0 0 0 0 0,0 0 0 0 0,0-1 0 0 0,0 0 0 0 0,9-1 0 0 0,4 0 320 0 0,0 1 1 0 0,22 4 0 0 0,-25-2 115 0 0,0-1 0 0 0,-1-1 0 0 0,33-3-1 0 0,4 0-316 0 0,-38 2-335 0 0,0-1-1 0 0,0 0 1 0 0,15-4-1 0 0,64-10 354 0 0,-70 14-427 0 0,37 3 1 0 0,-10 0-53 0 0,-32-1-53 0 0,0 2 0 0 0,0 0 0 0 0,0 1 0 0 0,0 1 0 0 0,-1 1-1 0 0,27 13 1 0 0,32 8-404 0 0,-38-17 226 0 0,0-2 0 0 0,49 3-1 0 0,27-13-66 0 0,-50 2 92 0 0,-52-1 148 0 0,1 0 1 0 0,22 3-1 0 0,127 12-231 0 0,-93-7 241 0 0,1-3 1 0 0,111-7-1 0 0,-154 2 54 0 0,1 1 1 0 0,-1 1-1 0 0,54 10 0 0 0,8 0-2 0 0,-39-9 15 0 0,78-8 0 0 0,-82 2-1 0 0,0 2-1 0 0,53 5 1 0 0,82 12 147 0 0,-133-3-40 0 0,-42-9-92 0 0,1-1-1 0 0,-1 0 0 0 0,1 0 1 0 0,13 1-1 0 0,-3-2 68 0 0,0 2 1 0 0,0 1-1 0 0,29 9 0 0 0,15 3 170 0 0,-34-9-88 0 0,34 13 0 0 0,-37-11 87 0 0,44 10 0 0 0,-3-2 161 0 0,7 5 49 0 0,-55-15-238 0 0,0-1 0 0 0,25 4 0 0 0,16 0 123 0 0,-47-9-235 0 0,0 1-1 0 0,0 1 0 0 0,15 4 0 0 0,-15-3 16 0 0,1-1 0 0 0,24 3-1 0 0,-1-2 139 0 0,-27-2-209 0 0,0-1-1 0 0,0 0 1 0 0,1-1-1 0 0,11 0 0 0 0,32-2 319 0 0,-41 3-299 0 0,0-1 1 0 0,0-1-1 0 0,20-3 0 0 0,18 1 156 0 0,-41 3-191 0 0,-1 0 0 0 0,1 0-1 0 0,16-4 1 0 0,0-1 88 0 0,46-2 1 0 0,-9 1 0 0 0,161-36 210 0 0,250-43 66 0 0,-428 78-346 0 0,85 1 0 0 0,-37 2-10 0 0,337-33 242 0 0,159-6-38 0 0,-477 34-230 0 0,296-10 116 0 0,-4 26 7 0 0,-186-5-64 0 0,117-11-1 0 0,-230 5-70 0 0,550-43 105 0 0,-278 16-45 0 0,277 1 66 0 0,-552 26-129 0 0,124 1 17 0 0,210-11 50 0 0,-213-3-36 0 0,172-18 34 0 0,646-70 142 0 0,-764 80-155 0 0,259-17 15 0 0,25 8 8 0 0,-141 10-13 0 0,-103 2 7 0 0,302-17 45 0 0,-1 42-10 0 0,-181 38-25 0 0,-101-7-32 0 0,-290-30-55 0 0,345 16 68 0 0,-355-20-70 0 0,268-10 60 0 0,-70-2 2 0 0,15-1 5 0 0,75-6 19 0 0,-21 3-1 0 0,-59 11-15 0 0,85-7 37 0 0,-71-17-32 0 0,-158 20-41 0 0,-67 8-14 0 0,65-12 0 0 0,-32 0 9 0 0,1 4 0 0 0,1 2 0 0 0,-1 3 0 0 0,98 8 0 0 0,-102-2 15 0 0,-41-3-31 0 0,-1 2 0 0 0,1 1 0 0 0,0 0 0 0 0,22 6 0 0 0,2 2 20 0 0,-34-8-19 0 0,0 1 1 0 0,-1 0-1 0 0,1 0 0 0 0,16 8 0 0 0,-21-2 22 0 0,-7-7-23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4:31.7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1 398 13560 0 0,'26'-4'45'0'0,"-11"1"33"0"0,7-2 144 0 0,12-6 537 0 0,-25 7-148 0 0,0-1 0 0 0,0 0 0 0 0,14-11-1 0 0,-6 4-284 0 0,0 0 0 0 0,1 1-1 0 0,0 1 1 0 0,1 1 0 0 0,0 1-1 0 0,0 0 1 0 0,35-8 0 0 0,26 0 14 0 0,1 4 0 0 0,0 4 0 0 0,0 3 1 0 0,123 8-1 0 0,276-2-179 0 0,75 33-58 0 0,-155 22-54 0 0,-54-5-7 0 0,-71-27 43 0 0,4-26-6 0 0,-275 2-77 0 0,507-49 328 0 0,-226 27-70 0 0,-95 11-127 0 0,217-17 305 0 0,-177 15-228 0 0,190-6 111 0 0,-279 21-159 0 0,144 20 0 0 0,-241-17-139 0 0,392 62 212 0 0,-271-44-138 0 0,-71-12-60 0 0,216 22 179 0 0,-101-20-68 0 0,-18-1-2 0 0,41 2 111 0 0,37 4 18 0 0,516 51 477 0 0,-558-49-523 0 0,16 17-28 0 0,-86-13-31 0 0,-84-11-94 0 0,2-3 0 0 0,106 1 1 0 0,-130-12-47 0 0,29 0 21 0 0,0-3 1 0 0,83-16-1 0 0,-38-4 7 0 0,221-49 84 0 0,-212 46-49 0 0,165-12 0 0 0,-51 10 2 0 0,-45 0 3 0 0,147-23 45 0 0,178-30-1 0 0,-9-2 18 0 0,-282 54-38 0 0,316 0 0 0 0,-308 39-53 0 0,53 0 26 0 0,-30-21-25 0 0,120-15 16 0 0,-150 5-30 0 0,-19-6-7 0 0,13 0 2 0 0,516 35 63 0 0,-589-4-86 0 0,174-18-1 0 0,-255 10-19 0 0,605-8 57 0 0,-510 14-50 0 0,-37-2 2 0 0,-82 3-12 0 0,261 16 20 0 0,-171 0-17 0 0,152 40 1 0 0,-94-12-6 0 0,100 29 2 0 0,-144-34-5 0 0,-102-29 0 0 0,-8-1 0 0 0,11 4 0 0 0,0-2 0 0 0,1-3 0 0 0,88 3 0 0 0,97-22 0 0 0,-228 9 0 0 0,-1 1 0 0 0,32 4 0 0 0,-38-4 0 0 0,2-1 0 0 0,0 0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4:32.8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13056 0 0,'22'4'30'0'0,"12"2"118"0"0,1-1 99 0 0,18 2 249 0 0,18 0 257 0 0,35 1 135 0 0,-62-5-754 0 0,28 5 193 0 0,-40-4 309 0 0,32 0 0 0 0,110 3 872 0 0,-75-1-1280 0 0,107 4 220 0 0,195 7 76 0 0,24-26-425 0 0,-331 5-88 0 0,149-7 2 0 0,449-9-1 0 0,-603 22-6 0 0,374 15-24 0 0,-241-3 9 0 0,114 11-5 0 0,47-6-15 0 0,-193-13 10 0 0,-14-1 12 0 0,106 7-2 0 0,152 12 0 0 0,71 6-4 0 0,-371-19 8 0 0,476 15-2 0 0,-490-29 9 0 0,207-13 33 0 0,308-63 168 0 0,-463 58 18 0 0,269 1 0 0 0,191 77 553 0 0,-563-49-698 0 0,170 14 232 0 0,-36-16-11 0 0,-136-6-151 0 0,-45-1-72 0 0,43 4 1 0 0,-29 2-18 0 0,-11-2 48 0 0,46 11-1 0 0,-24-2 29 0 0,-25-7-71 0 0,-1 0 0 0 0,21 10 0 0 0,-22-5 53 0 0,0 0 0 0 0,32 24-1 0 0,-28-18-19 0 0,-22-14-53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19.7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 0 7232 0 0,'0'0'1350'0'0,"4"0"-1243"0"0,10 2-12 0 0,-10-1 111 0 0,15 0 1661 0 0,-17 7-1727 0 0,-1 0 0 0 0,1 0-1 0 0,-1 0 1 0 0,0 0 0 0 0,-1 14 0 0 0,1 5-70 0 0,0 3 80 0 0,-1 0 0 0 0,-7 49 0 0 0,5-73-117 0 0,1 0 1 0 0,-1-1 0 0 0,-1 1 0 0 0,1-1 0 0 0,-4 6-1 0 0,-4 10 46 0 0,-13 54 374 0 0,22-73-370 0 0,-6 22 461 0 0,7 79 445 0 0,0-102-874 0 0,0 40 2955 0 0,0-82-1694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21.1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1 165 11952 0 0,'73'0'458'0'0,"37"-6"450"0"0,-10 4 263 0 0,-66-1-778 0 0,-23 3-305 0 0,1-1-1 0 0,-1 0 1 0 0,17-5 0 0 0,-17 4-32 0 0,0 0-1 0 0,0 1 1 0 0,-1 0 0 0 0,1 1 0 0 0,13 1 0 0 0,-13 0-17 0 0,0-1 1 0 0,0 0 0 0 0,1-1 0 0 0,-1 0-1 0 0,12-3 1 0 0,127-28 66 0 0,-87 18-222 0 0,123-12 0 0 0,72 15-170 0 0,-251 10 284 0 0,208-13-266 0 0,58-1-327 0 0,-71 4 299 0 0,4 0 128 0 0,462 14 29 0 0,90 44 133 0 0,-453-1 100 0 0,-125-16-44 0 0,78 11 142 0 0,298 5 362 0 0,-390-45-218 0 0,223-26 0 0 0,-288 15-208 0 0,64-9 78 0 0,274-28 181 0 0,-146 20-162 0 0,168-15 42 0 0,474 57 530 0 0,-789-10-706 0 0,286 23 155 0 0,-226-12-177 0 0,198 9 170 0 0,12-8 245 0 0,-239-13-327 0 0,20-13 158 0 0,-55-1-93 0 0,630-15 597 0 0,-654 23-734 0 0,112-1 145 0 0,17 1 114 0 0,111 5-22 0 0,-175 13 16 0 0,298 65 0 0 0,-239-39-123 0 0,-135-26-94 0 0,144 41 1 0 0,522 143 412 0 0,-598-169-300 0 0,268 12 1 0 0,-405-41-226 0 0,-18 0-6 0 0,346 11 132 0 0,-239-25-85 0 0,-39 1-26 0 0,49-3 55 0 0,187-43 0 0 0,-53 12 6 0 0,-178 33-59 0 0,-47 8 13 0 0,60 1 0 0 0,-61 4 19 0 0,60-8-1 0 0,-2 0 70 0 0,-86 5-79 0 0,0 2-1 0 0,0 0 1 0 0,21 3 0 0 0,15 0 140 0 0,-46-5-158 0 0,-7 2-23 0 0,0 0 0 0 0,0 0 0 0 0,0 1 0 0 0,0-1 0 0 0,0 0 0 0 0,0 0 0 0 0,0 0 0 0 0,0 0 0 0 0,0 0 1 0 0,0 1-1 0 0,0-1 0 0 0,0 0 0 0 0,0 0 0 0 0,0 0 0 0 0,0 0 0 0 0,0 0 0 0 0,0 1 0 0 0,1-1 0 0 0,-1 0 1 0 0,0 0-1 0 0,0 0 0 0 0,0 0 0 0 0,0 0 0 0 0,0 0 0 0 0,0 0 0 0 0,0 0 0 0 0,0 1 0 0 0,1-1 0 0 0,-1 0 0 0 0,0 0 1 0 0,0 0-1 0 0,0 0 0 0 0,0 0 0 0 0,0 0 0 0 0,1 0 0 0 0,-1 0 0 0 0,0 0 0 0 0,0 0 0 0 0,0 0 0 0 0,0 0 1 0 0,0 0-1 0 0,1 0 0 0 0,-1 0 0 0 0,0 0 0 0 0,-5 3 4 0 0,-1-1 1 0 0,1 1-1 0 0,-1-1 1 0 0,0 0-1 0 0,0-1 1 0 0,-7 2-1 0 0,-4 1 8 0 0,-142 50 99 0 0,134-46-110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24.0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1 157 8136 0 0,'36'-5'47'0'0,"23"-2"135"0"0,24-2 42 0 0,-61 5-167 0 0,107-11 343 0 0,-82 7-103 0 0,-38 6-235 0 0,0 0 1 0 0,0 0 0 0 0,0 1-1 0 0,12 1 1 0 0,60-1 258 0 0,-55-1-154 0 0,0 2 1 0 0,38 4 0 0 0,47 8 105 0 0,49 16-20 0 0,30 6-15 0 0,15-3-112 0 0,-176-28-118 0 0,184 10 94 0 0,-159-10-69 0 0,1-3 0 0 0,-1-2 1 0 0,0-3-1 0 0,0-1 0 0 0,-1-4 1 0 0,104-31-1 0 0,29-6 178 0 0,-4 1-1 0 0,-114 28-82 0 0,0 3-1 0 0,94-8 1 0 0,143 10 433 0 0,-171 15-219 0 0,261 39-1 0 0,-285-24-213 0 0,100 21 200 0 0,-162-26-254 0 0,10 5 61 0 0,1-4 0 0 0,118 13 0 0 0,-124-21-36 0 0,64 14 1 0 0,-16-2-25 0 0,210 16 149 0 0,-117-18-74 0 0,143 2 128 0 0,-60-29-76 0 0,-92-2-29 0 0,-47 2-74 0 0,-14 11 142 0 0,236 29 0 0 0,-149-16-14 0 0,-8 3-57 0 0,-89-7-44 0 0,-18-3-17 0 0,-62-3-57 0 0,50-3-1 0 0,1 0 22 0 0,386-1 372 0 0,-337 7-341 0 0,-98-1-9 0 0,-1-2 1 0 0,70-6 0 0 0,82-10 252 0 0,67-15 267 0 0,37-6-15 0 0,197-16 521 0 0,-383 42-934 0 0,21 0 41 0 0,-41 8 36 0 0,136-18 0 0 0,-176 12-208 0 0,-1-2 21 0 0,1 2-1 0 0,0 2 1 0 0,0 3 0 0 0,63 3 0 0 0,26 14 76 0 0,339 25 375 0 0,-420-38-476 0 0,-21 0-2 0 0,58-5-1 0 0,148-20 179 0 0,-189 21-164 0 0,1 2 0 0 0,86 12 0 0 0,150 20 97 0 0,-35-6-33 0 0,-197-21-81 0 0,0-3 0 0 0,54-4 0 0 0,-45 0-12 0 0,65 6 0 0 0,58 22 14 0 0,-98-12 32 0 0,143 5 1 0 0,-195-19-65 0 0,162 4 132 0 0,-55-6-47 0 0,17-1 43 0 0,-104-1-90 0 0,-25 1 8 0 0,44 2-1 0 0,-17-3 14 0 0,-46 2-51 0 0,0 0 1 0 0,0 2 0 0 0,14 0 0 0 0,-13 0 11 0 0,-1-1 0 0 0,1 0 0 0 0,-1-1 0 0 0,0-1 0 0 0,1 0 1 0 0,13-5-1 0 0,7-1 100 0 0,-4 1-70 0 0,-19 4-16 0 0,0 1 0 0 0,0 1 0 0 0,0 0 0 0 0,19-1 1 0 0,-27 3 20 0 0,32 2 638 0 0,-33-1-667 0 0,2-1-30 0 0,0 1-1 0 0,0 0 1 0 0,0-1 0 0 0,0 1-1 0 0,0 0 1 0 0,0 1-1 0 0,-1-1 1 0 0,1 0 0 0 0,0 1-1 0 0,2 2 1 0 0,20 8 72 0 0,14 4 55 0 0,-21-12-57 0 0,-17-4 99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26.7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1 269 6520 0 0,'35'24'3926'0'0,"-37"-26"-3666"0"0,1-2 321 0 0,0 0 1 0 0,1-1-1 0 0,0 1 0 0 0,0-1 0 0 0,0 1 0 0 0,1-7 0 0 0,0 5-492 0 0,-1 4-63 0 0,0-1 0 0 0,0 1-1 0 0,0-1 1 0 0,0 1 0 0 0,1 0 0 0 0,-1-1-1 0 0,1 1 1 0 0,-1-1 0 0 0,1 1 0 0 0,0 0-1 0 0,0 0 1 0 0,0 0 0 0 0,0-1 0 0 0,1 1-1 0 0,-1 0 1 0 0,3-2 0 0 0,5 1-23 0 0,100 10-109 0 0,-29-1 6 0 0,-50-4 46 0 0,-1 1 0 0 0,-1 1 0 0 0,33 9 0 0 0,-31-6-21 0 0,0-2 1 0 0,48 4-1 0 0,47 3-6 0 0,-96-12 72 0 0,18 1-15 0 0,54-8 1 0 0,85-31 20 0 0,-121 23 43 0 0,97-12-1 0 0,265-1 298 0 0,-129 5-44 0 0,-81 4-128 0 0,256-29 335 0 0,210-18 319 0 0,-410 64-474 0 0,-138 4-36 0 0,83 3 11 0 0,-5 0 114 0 0,-81 0-255 0 0,-58 0-74 0 0,123 7 298 0 0,-105-10-289 0 0,84 0 103 0 0,27-3 64 0 0,-44 2-116 0 0,-63 1 60 0 0,172 26 0 0 0,-93 10-101 0 0,-120-23-70 0 0,102 12 0 0 0,110-22 147 0 0,-135-5-121 0 0,96-6 105 0 0,-163 3-63 0 0,126 12-1 0 0,-107-3 20 0 0,60 9 22 0 0,57 2 114 0 0,-134-14-153 0 0,74 13-1 0 0,-8-1 129 0 0,-16-5-69 0 0,190 9 219 0 0,-168-21-206 0 0,163-24-1 0 0,-120-8-31 0 0,221-45 121 0 0,-373 73-266 0 0,25-3 56 0 0,1 3-1 0 0,80 0 1 0 0,-20 2 18 0 0,-70 2-44 0 0,73-8 101 0 0,66-16 10 0 0,-66 12-35 0 0,-58 8-58 0 0,48 0 41 0 0,-68 5-68 0 0,11 2 71 0 0,70 10 1 0 0,-84-5-52 0 0,0 1 0 0 0,55 19 1 0 0,-59-16 12 0 0,1-2-1 0 0,65 7 1 0 0,73-6 85 0 0,-126-8-131 0 0,16-1 18 0 0,-34-1-6 0 0,41 5 1 0 0,66 6 68 0 0,-37-10-27 0 0,71 17 83 0 0,-138-15-123 0 0,41-2 1 0 0,-29 0-2 0 0,-13-2-2 0 0,0-1 0 0 0,47-11 0 0 0,-47 7-7 0 0,0 2 1 0 0,38-2 0 0 0,66-3 79 0 0,11-1 1 0 0,-52 6-17 0 0,24 1 10 0 0,78 16 12 0 0,-133-12-84 0 0,-45 0-17 0 0,1 0-1 0 0,18 2 1 0 0,120 13 64 0 0,-130-13-66 0 0,-1 0 6 0 0,0 1 0 0 0,-1 0 0 0 0,1 2 0 0 0,36 12 1 0 0,-4 4 20 0 0,1-3 1 0 0,0-3 0 0 0,122 15-1 0 0,-143-25-22 0 0,-24-3-12 0 0,1 0 1 0 0,-1 0-1 0 0,30-3 0 0 0,3 2 10 0 0,6 0 5 0 0,23-9-7 0 0,-44 5-2 0 0,46-8 0 0 0,-26 5-1 0 0,-41 6-7 0 0,0-1 0 0 0,-1 0 1 0 0,1 0-1 0 0,13-5 1 0 0,54-12 10 0 0,-40 4-4 0 0,1 1 0 0 0,0 2 0 0 0,79-12 0 0 0,15-2 7 0 0,-64 11-13 0 0,23-7 11 0 0,-72 15-6 0 0,0-1 0 0 0,20-10-1 0 0,-30 14-3 0 0,0 3 1 0 0,0-1 0 0 0,-3 0 0 0 0,-3-1-1 0 0,-4 2-2 0 0,1-1-1 0 0,0 0 0 0 0,-1 1 1 0 0,1-1-1 0 0,0 1 0 0 0,-1 0 1 0 0,1-1-1 0 0,0 1 0 0 0,0-1 1 0 0,-1 1-1 0 0,1 0 0 0 0,0 0 1 0 0,0-1-1 0 0,-1 1 0 0 0,1 0 1 0 0,0 0-1 0 0,0 0 0 0 0,1 0 15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31.6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0 8432 0 0,'-1'5'0'0'0,"0"8"55"0"0,3 0 141 0 0,-1-12-176 0 0,-1 0 0 0 0,1-1 0 0 0,0 1 0 0 0,0 0 0 0 0,-1-1 0 0 0,1 1 0 0 0,0 0 0 0 0,0-1 0 0 0,0 1 0 0 0,0-1 0 0 0,-1 1 0 0 0,1-1 0 0 0,0 0 0 0 0,0 1 0 0 0,0-1 0 0 0,0 0 0 0 0,0 0 0 0 0,0 0 0 0 0,0 0 0 0 0,0 0 1 0 0,0 0-1 0 0,0 0 0 0 0,0 0 0 0 0,2 0 0 0 0,-1 0 6 0 0,24-1 160 0 0,1 2 1 0 0,-1 0-1 0 0,1 2 1 0 0,32 8-1 0 0,32 16 204 0 0,-51-14-194 0 0,0-1 0 0 0,81 11 0 0 0,0-3 189 0 0,4 0-140 0 0,-68-17-176 0 0,0-2 0 0 0,0-2-1 0 0,82-14 1 0 0,-12 5 17 0 0,-34 5 9 0 0,-25 3-25 0 0,-1 2 1 0 0,1 4-1 0 0,79 14 0 0 0,-72-8-4 0 0,20 6 26 0 0,-53-8-34 0 0,72 4 0 0 0,294 16 470 0 0,-272-22-383 0 0,-35-3-46 0 0,-13 2-24 0 0,135 14 93 0 0,84 29 496 0 0,-78-15-308 0 0,-7-1 160 0 0,-101-20-129 0 0,-17-3-29 0 0,-60-4-16 0 0,90-4 1 0 0,-69-2-55 0 0,-20 10 737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33.6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6632 0 0,'10'4'65'0'0,"42"29"7083"0"0,-54-23-6585 0 0,1-10-558 0 0,1 0-1 0 0,0 0 1 0 0,0 1-1 0 0,0-1 1 0 0,0 0-1 0 0,0 0 1 0 0,0 1-1 0 0,0-1 1 0 0,0 0-1 0 0,0 0 1 0 0,-1 1-1 0 0,1-1 0 0 0,0 0 1 0 0,0 0-1 0 0,0 1 1 0 0,0-1-1 0 0,1 0 1 0 0,-1 0-1 0 0,0 1 1 0 0,0-1-1 0 0,0 0 1 0 0,0 0-1 0 0,0 1 1 0 0,0-1-1 0 0,0 0 1 0 0,0 0-1 0 0,0 0 1 0 0,1 1-1 0 0,-1-1 1 0 0,0 0-1 0 0,0 0 0 0 0,0 0 1 0 0,0 1-1 0 0,1-1 1 0 0,0 2 24 0 0,2 0-15 0 0,1-1-1 0 0,-1 1 0 0 0,0 0 1 0 0,1-1-1 0 0,-1 0 0 0 0,1 0 1 0 0,-1 0-1 0 0,1 0 0 0 0,6 1 1 0 0,-6-2-21 0 0,104 18-30 0 0,-68-13-170 0 0,44 11-1 0 0,-40-5 97 0 0,36 10-59 0 0,194 61-541 0 0,-152-50 538 0 0,-73-20 57 0 0,73 7 0 0 0,-44-9 42 0 0,-52-7 36 0 0,38-1-1 0 0,3 1-9 0 0,79 3-46 0 0,-29-2 35 0 0,68-8 6 0 0,-98 0 42 0 0,452-45 56 0 0,-434 33-25 0 0,67-7 60 0 0,235-28 189 0 0,-275 38 83 0 0,232 4 0 0 0,-252 10-245 0 0,88 8 262 0 0,5 0 69 0 0,13-5-71 0 0,86-1 74 0 0,-208-6-355 0 0,142-2 194 0 0,-25 2 73 0 0,81 3-20 0 0,-193 6-182 0 0,84 7 190 0 0,147 36 148 0 0,-205-33-365 0 0,168 15 105 0 0,-226-28-158 0 0,152 4 185 0 0,-107-6-170 0 0,55-2 53 0 0,171-4 190 0 0,-125 5-170 0 0,-37 11 32 0 0,-100-5-109 0 0,179 20 124 0 0,171 7 280 0 0,-158-35-139 0 0,34-10-95 0 0,42 17 360 0 0,-217 1-415 0 0,274 2 397 0 0,53 1-106 0 0,-327-5-390 0 0,119 9 164 0 0,9 7 26 0 0,74-2-5 0 0,-182-14-181 0 0,-81-5-25 0 0,101-12 0 0 0,-75 3-16 0 0,172-20 89 0 0,-144 18-91 0 0,-6-1 56 0 0,130 2-1 0 0,-11 8 24 0 0,120 8 58 0 0,-252-3-145 0 0,50-1 34 0 0,104-5 23 0 0,-191-1-83 0 0,312-30 156 0 0,-200 18-92 0 0,-44 6-32 0 0,211-4 99 0 0,0 28-12 0 0,-81-1-54 0 0,-190-10-72 0 0,183 2 46 0 0,113 9 107 0 0,-213-5-104 0 0,444 11 167 0 0,-145-7-109 0 0,16-19 14 0 0,-405 5-119 0 0,438-18 117 0 0,-371 17-88 0 0,234 4 78 0 0,-152 10-72 0 0,203 17 43 0 0,-368-24-77 0 0,0-3 0 0 0,59-6 0 0 0,-80 0-12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34.6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0 199 10848 0 0,'23'-3'21'0'0,"9"3"80"0"0,0 4 65 0 0,16 6 160 0 0,12 3 120 0 0,-18-10-186 0 0,191-12 1348 0 0,-65 4-334 0 0,0-8 0 0 0,231-49 0 0 0,221-41-425 0 0,-612 101-843 0 0,135-14 59 0 0,175 1 1 0 0,143 26-45 0 0,37 1-73 0 0,-113-7-118 0 0,11-4-12 0 0,446 44-106 0 0,-765-38 281 0 0,329 43-28 0 0,-198-11 27 0 0,320 44 18 0 0,347-68 211 0 0,-403-31-68 0 0,-302 14-24 0 0,300 35 0 0 0,-407-25-98 0 0,6 1 48 0 0,107 26 1 0 0,164 56 272 0 0,-59-31-72 0 0,-248-55-240 0 0,7 2 24 0 0,47 1 0 0 0,-75-7-42 0 0,0-1 0 0 0,-1-1 1 0 0,1 0-1 0 0,-1-1 0 0 0,1 0 0 0 0,-1 0 1 0 0,0-1-1 0 0,20-9 0 0 0,0-5 50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44.6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7832 0 0,'17'0'23'0'0,"-8"1"9"0"0,5 2 31 0 0,-9-2-35 0 0,0 0 1 0 0,0 0-1 0 0,1-1 0 0 0,-1 0 0 0 0,9 0 1 0 0,-9 0 5 0 0,-1-1 0 0 0,0 1 0 0 0,0 0 0 0 0,0 0 0 0 0,0 1 0 0 0,0-1 0 0 0,0 1 0 0 0,0 0 1 0 0,0 0-1 0 0,0 0 0 0 0,0 1 0 0 0,-1-1 0 0 0,1 1 0 0 0,0 0 0 0 0,-1 0 0 0 0,1 0 0 0 0,-1 0 0 0 0,0 1 0 0 0,0 0 0 0 0,0-1 1 0 0,0 1-1 0 0,0 0 0 0 0,0 0 0 0 0,-1 1 0 0 0,0-1 0 0 0,1 0 0 0 0,-1 1 0 0 0,0 0 0 0 0,-1-1 0 0 0,1 1 0 0 0,-1 0 0 0 0,0 0 1 0 0,0 0-1 0 0,0 0 0 0 0,0 0 0 0 0,0 0 0 0 0,-1 0 0 0 0,0 5 0 0 0,-10 110 728 0 0,-1-7-485 0 0,11-98-245 0 0,1 0 0 0 0,0 0 0 0 0,0 0 0 0 0,1 0 0 0 0,9 27 0 0 0,-3-17 18 0 0,2 0 0 0 0,18 35 0 0 0,-23-50-39 0 0,1 0 0 0 0,0 0 0 0 0,1 0 0 0 0,0-1-1 0 0,0 0 1 0 0,1-1 0 0 0,0 0 0 0 0,15 11 0 0 0,-1-5 13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54.7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24 137 4312 0 0,'0'0'33'0'0,"-4"-1"-19"0"0,1 0-17 0 0,3 0 5 0 0,-1 1-1 0 0,1 0 1 0 0,0 0 0 0 0,-1-1 0 0 0,1 1-1 0 0,0 0 1 0 0,-1 0 0 0 0,1-1-1 0 0,0 1 1 0 0,-1 0 0 0 0,1 0 0 0 0,0 0-1 0 0,-1 0 1 0 0,1-1 0 0 0,0 1 0 0 0,-1 0-1 0 0,1 0 1 0 0,-1 0 0 0 0,1 0-1 0 0,0 0 1 0 0,-1 0 0 0 0,1 0 0 0 0,-1 0-1 0 0,1 0 1 0 0,0 0 0 0 0,-1 0 0 0 0,1 0-1 0 0,0 1 1 0 0,-1-1 0 0 0,1 0-1 0 0,-1 0 1 0 0,1 0 0 0 0,0 0 0 0 0,-1 1-1 0 0,1-1 1 0 0,0 0 0 0 0,0 0 0 0 0,-1 1-1 0 0,1-1 1 0 0,0 0 0 0 0,-1 1-1 0 0,1-1 1 0 0,0 0 0 0 0,0 0 0 0 0,0 1-1 0 0,-1-1 1 0 0,1 1 0 0 0,0-1 0 0 0,0 0-1 0 0,0 1 1 0 0,0-1 0 0 0,0 0-1 0 0,0 1 1 0 0,0 1 61 0 0,0 1-25 0 0,1 0 0 0 0,0 0 0 0 0,1-1 0 0 0,-1 1 0 0 0,0-1 0 0 0,1 1 0 0 0,-1-1 0 0 0,1 0 0 0 0,0 1 0 0 0,0-1 0 0 0,0 0 0 0 0,3 3 1 0 0,-3-3-10 0 0,1-1 0 0 0,-1 1 1 0 0,0-1-1 0 0,1 1 0 0 0,-1-1 1 0 0,1 0-1 0 0,-1 0 0 0 0,1 0 1 0 0,-1 0-1 0 0,1 0 0 0 0,0-1 1 0 0,-1 1-1 0 0,1-1 0 0 0,0 1 1 0 0,0-1-1 0 0,-1 0 0 0 0,1 0 1 0 0,0-1-1 0 0,-1 1 0 0 0,1-1 0 0 0,0 1 1 0 0,0-1-1 0 0,-1 0 0 0 0,1 0 1 0 0,-1 0-1 0 0,1 0 0 0 0,-1 0 1 0 0,5-3-1 0 0,12-3 90 0 0,7-4 23 0 0,-22 8-120 0 0,1 1 0 0 0,-1 0-1 0 0,1 1 1 0 0,0-1 0 0 0,-1 1-1 0 0,1 0 1 0 0,0 0 0 0 0,0 0-1 0 0,0 0 1 0 0,0 1 0 0 0,6 0-1 0 0,-5 0 4 0 0,1 0 1 0 0,0-1-1 0 0,-1 1 0 0 0,1-2 0 0 0,10-2 0 0 0,-9 2-3 0 0,-1 0 0 0 0,0 1-1 0 0,0 0 1 0 0,1 1 0 0 0,-1 0-1 0 0,1 0 1 0 0,-1 0 0 0 0,13 3 0 0 0,38-1 62 0 0,54-7 116 0 0,-23 0-44 0 0,18 1 47 0 0,87 17 169 0 0,-152-8-242 0 0,-1 2-1 0 0,65 20 1 0 0,-69-16-29 0 0,0-2-1 0 0,0-2 1 0 0,1-1-1 0 0,0-2 1 0 0,0-2 0 0 0,0-1-1 0 0,0-2 1 0 0,0-2 0 0 0,0-1-1 0 0,44-11 1 0 0,-25 3-15 0 0,165-40 417 0 0,-1-7-104 0 0,-180 50-216 0 0,-1 1 0 0 0,51-2 0 0 0,-68 7-132 0 0,-2 3 79 0 0,0 1 0 0 0,-1 0 0 0 0,1 1 0 0 0,-1 2 0 0 0,1 0 0 0 0,25 9 0 0 0,-13-4 61 0 0,37 4 1 0 0,-37-9 36 0 0,1-2 0 0 0,35-2 0 0 0,62 7 176 0 0,-4-4 480 0 0,-90-2-648 0 0,55 8 0 0 0,10 2 203 0 0,19 1-112 0 0,-47-2 0 0 0,-1-2-2 0 0,1-3 0 0 0,1-3-1 0 0,140-15 1 0 0,-64-16-53 0 0,-31 7 72 0 0,-56 7-211 0 0,0 4 0 0 0,1 2 0 0 0,104 1 0 0 0,-159 7-124 0 0,205 6 223 0 0,-3 0 16 0 0,-184-6-224 0 0,7 0 72 0 0,-1-1 1 0 0,36-7-1 0 0,-19-1-6 0 0,-3-1 68 0 0,0 2-1 0 0,1 2 1 0 0,70 0-1 0 0,22 1 105 0 0,197 28 558 0 0,-277-17-641 0 0,-14-1 34 0 0,88-3 0 0 0,-110-1-116 0 0,0 0 0 0 0,38 7-1 0 0,-4-1 167 0 0,-47-5-188 0 0,0 1-1 0 0,23 8 1 0 0,-20-6-29 0 0,-1 0 0 0 0,21 2 0 0 0,186 30 397 0 0,-198-32-408 0 0,272 62 671 0 0,-245-56-410 0 0,-49-10-248 0 0,-1 0-43 0 0,1 0 1 0 0,-1 0-1 0 0,0-1 1 0 0,1 1-1 0 0,-1 0 1 0 0,0 0-1 0 0,1-1 1 0 0,-1 1-1 0 0,1 0 0 0 0,-1 0 1 0 0,0 0-1 0 0,1 0 1 0 0,-1 0-1 0 0,1 0 1 0 0,-1 0-1 0 0,0 0 1 0 0,1 0-1 0 0,-1 0 1 0 0,1 0-1 0 0,-1 0 1 0 0,1 0-1 0 0,-1 0 1 0 0,0 0-1 0 0,1 0 1 0 0,-1 0-1 0 0,1 0 1 0 0,-1 0-1 0 0,0 1 1 0 0,1-1-1 0 0,-1 0 1 0 0,1 1-1 0 0,21 7 199 0 0,-15-6-146 0 0,-1-1 0 0 0,-1 0 0 0 0,1 1-1 0 0,-1-1 1 0 0,0 1 0 0 0,0 0 0 0 0,1 0 0 0 0,6 5 0 0 0,-11-6 56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5:56.6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79 492 10152 0 0,'0'0'4254'0'0,"4"0"-4139"0"0,27-6 2994 0 0,-30 5-3037 0 0,-1 1 1 0 0,0-1-1 0 0,0 1 0 0 0,0-1 1 0 0,1 1-1 0 0,-1-1 0 0 0,0 0 1 0 0,0 0-65 0 0,1 1 0 0 0,-1 0 1 0 0,1 0-1 0 0,-1-1 1 0 0,0 1-1 0 0,1 0 0 0 0,-1 0 1 0 0,1 0-1 0 0,-1 0 0 0 0,1-1 1 0 0,-1 1-1 0 0,1 0 0 0 0,-1 0 1 0 0,1 0-1 0 0,-1 0 0 0 0,1 0 1 0 0,-1 0-1 0 0,1 0 1 0 0,-1 0-1 0 0,1 1 0 0 0,-1-1 1 0 0,1 0-1 0 0,-1 0 0 0 0,1 0 1 0 0,-1 0-1 0 0,1 1 0 0 0,-1-1 1 0 0,0 0-1 0 0,1 1 1 0 0,18 6-25 0 0,-18-6-22 0 0,1-1 25 0 0,27 8-1411 0 0,-20-2 1317 0 0,0 1 0 0 0,1-2 1 0 0,-1 1-1 0 0,1-2 1 0 0,1 1-1 0 0,-1-1 0 0 0,0-1 1 0 0,1 0-1 0 0,0 0 0 0 0,0-1 1 0 0,11 1-1 0 0,-13-3 90 0 0,0 1 0 0 0,-1 1 0 0 0,1-1 0 0 0,10 5 1 0 0,23 2-28 0 0,-23-5 26 0 0,0 1-1 0 0,0 1 1 0 0,0 0 0 0 0,-1 1 0 0 0,18 9 0 0 0,31 10-18 0 0,-35-14 36 0 0,-21-7 0 0 0,0 0 0 0 0,0-1 0 0 0,1 0 0 0 0,-1-1 0 0 0,21 2 0 0 0,61 6 6 0 0,-26-1 1 0 0,-37-6-5 0 0,85 3 8 0 0,-48-5 13 0 0,-45 1-8 0 0,-1-2-1 0 0,0-1 0 0 0,42-6 0 0 0,27-5 29 0 0,-61 9 59 0 0,35-7 0 0 0,60-12 176 0 0,-79 16-155 0 0,1-2 0 0 0,44-15 1 0 0,-69 17-11 0 0,43-6 1 0 0,-18 4-30 0 0,-4 0 3 0 0,-14 3 134 0 0,54-16 1 0 0,39-18 138 0 0,-113 37-302 0 0,1-1 0 0 0,0 1 0 0 0,0 1 0 0 0,0 0 0 0 0,0 0 0 0 0,16 1 0 0 0,14-1 110 0 0,83-2 182 0 0,-87 4-133 0 0,1-1-1 0 0,68-11 1 0 0,53-13 287 0 0,-143 20-344 0 0,0 0 0 0 0,-1-1 0 0 0,21-12 0 0 0,-30 15-118 0 0,29-5 463 0 0,-28 4-408 0 0,-1 0 1 0 0,1 0-1 0 0,-1 1 0 0 0,1 0 1 0 0,0 0-1 0 0,0 0 0 0 0,0 0 1 0 0,1 1-1 0 0,-1 0 0 0 0,8-1 1 0 0,-12 2-77 0 0,0 0 0 0 0,-1-1 0 0 0,1 1 1 0 0,-1 0-1 0 0,1-1 0 0 0,0 1 0 0 0,-1-1 1 0 0,1 1-1 0 0,-1-1 0 0 0,0 1 0 0 0,1-1 1 0 0,-1 1-1 0 0,1-1 0 0 0,-1 0 0 0 0,0 1 1 0 0,1-1-1 0 0,-1 0 0 0 0,0 1 0 0 0,0-1 1 0 0,1 0-1 0 0,-1 1 0 0 0,0-1 0 0 0,0 0 1 0 0,0 1-1 0 0,0-1 0 0 0,0 0 1 0 0,0 0-1 0 0,0 1 0 0 0,0-1 0 0 0,0 0 1 0 0,0 1-1 0 0,-1-1 0 0 0,1 0 0 0 0,0 0 1 0 0,-8-27 442 0 0,5 22-401 0 0,0 0 1 0 0,1 0 0 0 0,-1-1 0 0 0,-2-11 0 0 0,4 13-30 0 0,0 0 1 0 0,-1 1-1 0 0,1-1 1 0 0,-1 0-1 0 0,0 0 1 0 0,0 1-1 0 0,-1 0 1 0 0,0-1-1 0 0,-5-7 1 0 0,7 12-32 0 0,1 0 1 0 0,0 0-1 0 0,-1-1 1 0 0,1 1-1 0 0,0 0 1 0 0,-1 0-1 0 0,1-1 1 0 0,0 1-1 0 0,0-1 1 0 0,-1 1-1 0 0,1 0 1 0 0,0-1-1 0 0,0 1 1 0 0,0 0 0 0 0,0-1-1 0 0,-1 1 1 0 0,1-1-1 0 0,0 1 1 0 0,0-1-1 0 0,0 1 1 0 0,0 0-1 0 0,0-1 1 0 0,0 1-1 0 0,0-1 1 0 0,0 0-1 0 0,0 1 0 0 0,0-1-1 0 0,0 1 1 0 0,0-1-1 0 0,0 1 0 0 0,0 0 1 0 0,0-1-1 0 0,0 1 0 0 0,0-1 1 0 0,0 1-1 0 0,0 0 1 0 0,0-1-1 0 0,0 1 0 0 0,-1-1 1 0 0,1 1-1 0 0,0 0 1 0 0,0-1-1 0 0,0 1 0 0 0,-1 0 1 0 0,1-1-1 0 0,0 1 1 0 0,0 0-1 0 0,-1-1 0 0 0,1 1 1 0 0,0 0-1 0 0,-1 0 0 0 0,1-1 1 0 0,-1 1-1 0 0,-8-5 63 0 0,0 1-1 0 0,0 1 0 0 0,0-1 0 0 0,-10-1 1 0 0,10 3-10 0 0,1 1 0 0 0,-1 0 0 0 0,1 1 0 0 0,-13 0 0 0 0,-27-3 86 0 0,13-7 12 0 0,-40-17 0 0 0,31 11-82 0 0,-88-27 144 0 0,27 6-106 0 0,72 25-84 0 0,-1 1 0 0 0,0 1 0 0 0,-1 2 1 0 0,0 2-1 0 0,-1 1 0 0 0,1 2 0 0 0,-42 1 0 0 0,3-1 22 0 0,44 0 13 0 0,-55 4 0 0 0,-4 4 10 0 0,-26 3 61 0 0,47-2-42 0 0,-91-3-1 0 0,112-3-74 0 0,-34-3 8 0 0,39 1 4 0 0,-45 3 1 0 0,-160 29 51 0 0,51 14-22 0 0,17-3 18 0 0,99-25-51 0 0,-78 10 24 0 0,147-25-43 0 0,0 0-1 0 0,0-1 1 0 0,0 0-1 0 0,0-1 1 0 0,0 0-1 0 0,0 0 1 0 0,1-2-1 0 0,-1 1 1 0 0,0-1-1 0 0,-19-9 1 0 0,26 10-2 0 0,0 1 1 0 0,1-1-1 0 0,-1 1 1 0 0,-1 0-1 0 0,1 0 1 0 0,0 1-1 0 0,0-1 1 0 0,0 1-1 0 0,0 0 1 0 0,-7 0-1 0 0,2 1 3 0 0,1-1-4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6:56.2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662 1 6200 0 0,'0'0'156'0'0,"-4"0"-96"0"0,2 0-39 0 0,0 0 0 0 0,0 0 0 0 0,0 0 0 0 0,0 0 0 0 0,0 1 0 0 0,0-1 0 0 0,1 0 0 0 0,-1 1 0 0 0,0 0 0 0 0,0-1 0 0 0,0 1 0 0 0,1 0 0 0 0,-1 0 0 0 0,0 0 0 0 0,1 0 0 0 0,-1 1 0 0 0,1-1 0 0 0,-1 0 0 0 0,1 1 0 0 0,0-1 0 0 0,0 0 0 0 0,-1 1 0 0 0,1 0 0 0 0,0-1 0 0 0,0 1 1 0 0,0 0-1 0 0,1-1 0 0 0,-1 1 0 0 0,0 0 0 0 0,1 0 0 0 0,-1 0 0 0 0,1 0 0 0 0,0-1 0 0 0,-1 4 0 0 0,-15 89 372 0 0,13-67-308 0 0,-10 34 0 0 0,1-3 14 0 0,-45 168 224 0 0,6-35-64 0 0,1 0-83 0 0,9-39 1 0 0,9-38-64 0 0,-4 22 27 0 0,-7 17 48 0 0,18-49 44 0 0,5-19 61 0 0,-20 166 0 0 0,-9 278 545 0 0,1-234-359 0 0,-8 70 142 0 0,52 123 64 0 0,8-351-580 0 0,35 270 501 0 0,-19-252-395 0 0,-9 44 172 0 0,-7-123-269 0 0,2 8 77 0 0,1 40 209 0 0,24 162 107 0 0,-19-145-337 0 0,29 417 362 0 0,-40-517-497 0 0,-2 138 129 0 0,-2-112-101 0 0,-7 63 34 0 0,-30 179 86 0 0,-44 369 82 0 0,49-390-155 0 0,27-241-46 0 0,6-44-48 0 0,-6 2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7:02.5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255 1 8432 0 0,'10'9'4'0'0,"6"4"15"0"0,-3 1 14 0 0,5 8 32 0 0,-13-15-40 0 0,0 0 0 0 0,-1 0 0 0 0,0 1 0 0 0,0 0 0 0 0,-1 0 0 0 0,0 0 0 0 0,0 0 0 0 0,2 17 0 0 0,-2 1-2 0 0,0 291 1073 0 0,-8-265-890 0 0,-13 61 0 0 0,-1-5 37 0 0,-12 108 38 0 0,-11 93 159 0 0,16-66-230 0 0,-29 405 153 0 0,-44 311 20 0 0,68-730-230 0 0,9 1 1 0 0,16 414-1 0 0,13-494-32 0 0,6 63 11 0 0,23 311 235 0 0,-27-376-276 0 0,17 401 235 0 0,-31-2 5 0 0,-12-110 53 0 0,17-168-176 0 0,1-121-112 0 0,6 293 273 0 0,7 36-75 0 0,-7-301-232 0 0,1 179 90 0 0,-8 109 47 0 0,0-453-195 0 0,-9 226 80 0 0,0-16-9 0 0,-6 194 86 0 0,11-250-100 0 0,-5 41 6 0 0,8-193-63 0 0,-15 201 117 0 0,46 414 195 0 0,-18-539-281 0 0,-6-3-9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11.84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42 0 11552 0 0,'0'0'1313'0'0,"0"6"-698"0"0,1 69 416 0 0,-4 134-221 0 0,-1-137-596 0 0,3-1 0 0 0,3 1 0 0 0,12 78 0 0 0,-12-132 10 0 0,-6-23 16 0 0,-9-31 41 0 0,10 29-300 0 0,-6-23 82 0 0,2-1-1 0 0,1-1 0 0 0,1 1 0 0 0,2-1 0 0 0,1 1 0 0 0,2-1 0 0 0,1 0 1 0 0,1 0-1 0 0,10-47 0 0 0,-7 56-17 0 0,1 1 1 0 0,1-1-1 0 0,20-41 1 0 0,-23 55-32 0 0,0 1-1 0 0,1 0 1 0 0,0 0 0 0 0,0 0-1 0 0,1 0 1 0 0,0 1 0 0 0,1 0-1 0 0,-1 0 1 0 0,1 1 0 0 0,1 0-1 0 0,-1 0 1 0 0,14-7 0 0 0,-18 11-11 0 0,-1 1 0 0 0,1 0 0 0 0,0-1 1 0 0,0 1-1 0 0,-1 0 0 0 0,1 0 0 0 0,0 1 1 0 0,0-1-1 0 0,0 1 0 0 0,0-1 0 0 0,0 1 1 0 0,0 0-1 0 0,0 0 0 0 0,0 0 0 0 0,0 1 0 0 0,0-1 1 0 0,0 1-1 0 0,0 0 0 0 0,0-1 0 0 0,0 1 1 0 0,-1 0-1 0 0,1 1 0 0 0,0-1 0 0 0,0 1 1 0 0,-1-1-1 0 0,1 1 0 0 0,-1 0 0 0 0,0-1 1 0 0,1 1-1 0 0,2 5 0 0 0,-2-4 2 0 0,0 1 0 0 0,-1 0 0 0 0,0 0 0 0 0,0 1 1 0 0,0-1-1 0 0,-1 0 0 0 0,1 1 0 0 0,-1-1 0 0 0,0 1 0 0 0,0-1 0 0 0,-1 1 0 0 0,1-1 1 0 0,-1 1-1 0 0,0-1 0 0 0,0 1 0 0 0,-1 0 0 0 0,1-1 0 0 0,-1 1 0 0 0,-2 5 0 0 0,2-3 6 0 0,-1-1 0 0 0,0 0 0 0 0,-1 0-1 0 0,0 0 1 0 0,0 0 0 0 0,0 0-1 0 0,-6 7 1 0 0,8-11-6 0 0,-1 0 0 0 0,0 0 0 0 0,-1 0 0 0 0,1 0 0 0 0,0 0 0 0 0,0 0 0 0 0,-1-1 0 0 0,1 1 0 0 0,-1-1 0 0 0,1 0 0 0 0,-1 0 0 0 0,0 0 0 0 0,1 0 0 0 0,-1 0 0 0 0,0 0 0 0 0,0-1 0 0 0,0 1 0 0 0,0-1 0 0 0,-3 0 0 0 0,-11-1 25 0 0,10 1-15 0 0,0 0-1 0 0,1 0 1 0 0,-1 0 0 0 0,1 1 0 0 0,-11 1-1 0 0,16-1-107 0 0,0-1-1 0 0,0 1 0 0 0,1 0 1 0 0,-1 0-1 0 0,0-1 0 0 0,0 1 0 0 0,0 0 1 0 0,1 0-1 0 0,-1 0 0 0 0,1 0 1 0 0,-1 0-1 0 0,0-1 0 0 0,1 1 0 0 0,0 0 1 0 0,-1 0-1 0 0,1 1 0 0 0,0-1 0 0 0,-1 0 1 0 0,1 0-1 0 0,0 0 0 0 0,0 0 1 0 0,0 0-1 0 0,0 1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14.3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0 749 11856 0 0,'0'0'2154'0'0,"4"0"-1964"0"0,-3 1-180 0 0,0-1 1 0 0,0 0-1 0 0,0 0 1 0 0,0 0 0 0 0,0 0-1 0 0,0 0 1 0 0,0 0 0 0 0,0-1-1 0 0,0 1 1 0 0,0 0 0 0 0,0 0-1 0 0,0-1 1 0 0,0 1 0 0 0,0 0-1 0 0,0-1 1 0 0,0 1 0 0 0,-1-1-1 0 0,1 0 1 0 0,0 1-1 0 0,0-1 1 0 0,1 0 0 0 0,12-25 151 0 0,-11 20-157 0 0,8-16 62 0 0,56-131 273 0 0,-67 152-330 0 0,0-1 0 0 0,1 1 0 0 0,-1-1 0 0 0,1 1 0 0 0,-1-1 1 0 0,1 1-1 0 0,0 0 0 0 0,-1 0 0 0 0,1-1 0 0 0,0 1 1 0 0,0 0-1 0 0,0 0 0 0 0,0 0 0 0 0,0 0 0 0 0,0 0 1 0 0,0 0-1 0 0,0 0 0 0 0,0 0 0 0 0,3-1 0 0 0,-3 2-4 0 0,-1 0-1 0 0,1 0 0 0 0,0 0 1 0 0,0 0-1 0 0,0 1 1 0 0,0-1-1 0 0,0 0 0 0 0,0 0 1 0 0,-1 1-1 0 0,1-1 0 0 0,0 0 1 0 0,0 1-1 0 0,-1-1 1 0 0,1 1-1 0 0,0-1 0 0 0,0 1 1 0 0,-1-1-1 0 0,1 1 0 0 0,-1 0 1 0 0,1-1-1 0 0,0 1 1 0 0,-1 0-1 0 0,1 0 0 0 0,5 8 32 0 0,0 1 1 0 0,-1-1-1 0 0,7 19 0 0 0,-10-23-22 0 0,33 83 546 0 0,-35-88-553 0 0,0 1 0 0 0,0-1 0 0 0,0 0 0 0 0,0 0 0 0 0,1 1 1 0 0,-1-1-1 0 0,0 0 0 0 0,0 0 0 0 0,0 0 0 0 0,0 1 0 0 0,0-1 0 0 0,0 0 0 0 0,1 0 0 0 0,-1 0 1 0 0,0 1-1 0 0,0-1 0 0 0,0 0 0 0 0,0 0 0 0 0,1 0 0 0 0,-1 0 0 0 0,0 0 0 0 0,0 0 0 0 0,1 1 1 0 0,-1-1-1 0 0,0 0 0 0 0,0 0 0 0 0,0 0 0 0 0,1 0 0 0 0,-1 0 0 0 0,0 0 0 0 0,0 0 0 0 0,1 0 1 0 0,-1 0-1 0 0,0 0 0 0 0,0 0 0 0 0,1 0 0 0 0,-1 0 0 0 0,0 0 0 0 0,0 0 0 0 0,1 0 0 0 0,-1-1 1 0 0,0 1-1 0 0,0 0 0 0 0,0 0 0 0 0,1 0 0 0 0,-1 0 0 0 0,0 0 0 0 0,0 0 0 0 0,0-1 0 0 0,1 1 1 0 0,-1 0-1 0 0,0 0 0 0 0,0 0 0 0 0,0-1 0 0 0,0 1 0 0 0,1 0 0 0 0,6-10 144 0 0,-1-1-45 0 0,-1-1-1 0 0,-1 1 0 0 0,0-1 0 0 0,0 0 0 0 0,3-24 0 0 0,3-10 227 0 0,-10 45-328 0 0,0 1 0 0 0,0 0 1 0 0,0-1-1 0 0,0 1 0 0 0,1 0 1 0 0,-1-1-1 0 0,0 1 0 0 0,0 0 0 0 0,0-1 1 0 0,1 1-1 0 0,-1 0 0 0 0,0-1 1 0 0,0 1-1 0 0,1 0 0 0 0,-1 0 0 0 0,0-1 1 0 0,0 1-1 0 0,1 0 0 0 0,-1 0 1 0 0,0 0-1 0 0,1-1 0 0 0,-1 1 0 0 0,0 0 1 0 0,1 0-1 0 0,-1 0 0 0 0,0 0 1 0 0,1 0-1 0 0,-1 0 0 0 0,1 0 0 0 0,-1 0 1 0 0,0 0-1 0 0,1 0 0 0 0,-1 0 1 0 0,0 0-1 0 0,1 0 0 0 0,-1 0 0 0 0,1 0 1 0 0,-1 0-1 0 0,0 0 0 0 0,1 0 1 0 0,-1 0-1 0 0,0 0 0 0 0,1 1 1 0 0,-1-1-1 0 0,0 0 0 0 0,1 0 0 0 0,-1 0 1 0 0,0 1-1 0 0,0-1 0 0 0,1 0 1 0 0,-1 0-1 0 0,0 1 0 0 0,0-1 0 0 0,1 0 1 0 0,-1 1-1 0 0,0 0 0 0 0,17 18 101 0 0,-16-17-101 0 0,16 28 91 0 0,-11-19-53 0 0,0 0 1 0 0,14 19-1 0 0,-19-28-35 0 0,1 0 0 0 0,0 0 1 0 0,-1 0-1 0 0,1-1 0 0 0,0 1 1 0 0,0 0-1 0 0,0-1 0 0 0,0 0 0 0 0,0 1 1 0 0,0-1-1 0 0,0 0 0 0 0,0 0 0 0 0,0 0 1 0 0,1 0-1 0 0,-1-1 0 0 0,0 1 1 0 0,1-1-1 0 0,-1 1 0 0 0,1-1 0 0 0,3 0 1 0 0,-4 0-3 0 0,-1-1-1 0 0,1 1 1 0 0,0-1 0 0 0,0 0 0 0 0,0 0-1 0 0,-1 0 1 0 0,1 0 0 0 0,0 0 0 0 0,-1 0-1 0 0,1 0 1 0 0,-1 0 0 0 0,1-1-1 0 0,-1 1 1 0 0,0-1 0 0 0,1 1 0 0 0,-1-1-1 0 0,2-3 1 0 0,15-32 43 0 0,-10 13-27 0 0,-1 0 1 0 0,-2 0-1 0 0,4-38 0 0 0,0-76 28 0 0,-9 137-49 0 0,2-36 11 0 0,3-213 88 0 0,-9 229-78 0 0,4 21-21 0 0,-1-1 0 0 0,1 1 0 0 0,0 0-1 0 0,0-1 1 0 0,0 1 0 0 0,0 0-1 0 0,0 0 1 0 0,-1-1 0 0 0,1 1 0 0 0,0 0-1 0 0,0 0 1 0 0,0-1 0 0 0,-1 1-1 0 0,1 0 1 0 0,0 0 0 0 0,0 0 0 0 0,-1-1-1 0 0,1 1 1 0 0,0 0 0 0 0,-1 0-1 0 0,1 0 1 0 0,0 0 0 0 0,0 0 0 0 0,-1 0-1 0 0,1 0 1 0 0,0 0 0 0 0,-1 0-1 0 0,1 0 1 0 0,0 0 0 0 0,-1 0 0 0 0,-1 1 0 0 0,1 0 0 0 0,0 0 0 0 0,0 0 1 0 0,-1 0-1 0 0,1 0 0 0 0,0 1 0 0 0,0-1 0 0 0,0 0 1 0 0,0 1-1 0 0,0-1 0 0 0,1 1 0 0 0,-1-1 1 0 0,0 1-1 0 0,1-1 0 0 0,-1 1 0 0 0,1 0 0 0 0,0-1 1 0 0,-1 1-1 0 0,1 1 0 0 0,-7 37 10 0 0,1-1 0 0 0,3 1 0 0 0,1 0 0 0 0,5 71 0 0 0,7-22 17 0 0,22 90 1 0 0,-30-169-28 0 0,2 11 10 0 0,0-1 1 0 0,2 1-1 0 0,0-1 1 0 0,1 0-1 0 0,1-1 1 0 0,17 33-1 0 0,-24-51-9 0 0,-1 0 0 0 0,1 0 0 0 0,0 0 0 0 0,-1 0 0 0 0,1 0-1 0 0,0-1 1 0 0,0 1 0 0 0,-1 0 0 0 0,1 0 0 0 0,0 0 0 0 0,0-1-1 0 0,0 1 1 0 0,0 0 0 0 0,0-1 0 0 0,0 1 0 0 0,0-1 0 0 0,0 0-1 0 0,0 1 1 0 0,2 0 0 0 0,-2-2-1 0 0,0 1 0 0 0,-1 0 0 0 0,1 0 0 0 0,-1-1 0 0 0,1 1 0 0 0,-1-1 0 0 0,1 1 0 0 0,-1 0 0 0 0,1-1 0 0 0,-1 1 0 0 0,1-1 1 0 0,-1 1-1 0 0,1-1 0 0 0,-1 1 0 0 0,0-1 0 0 0,1 1 0 0 0,-1-1 0 0 0,0 0 0 0 0,1 1 0 0 0,-1-1 0 0 0,0 0 0 0 0,0 1 0 0 0,1-2 0 0 0,1-8 5 0 0,-1 1 0 0 0,1-1 1 0 0,-1-13-1 0 0,-1 14-3 0 0,4-31 21 0 0,12-58 0 0 0,-16 97-24 0 0,0 1 1 0 0,0-1 0 0 0,0 1-1 0 0,0-1 1 0 0,0 1 0 0 0,0-1-1 0 0,1 1 1 0 0,-1-1 0 0 0,0 1-1 0 0,0-1 1 0 0,0 1 0 0 0,1-1-1 0 0,-1 1 1 0 0,0 0 0 0 0,1-1-1 0 0,-1 1 1 0 0,0-1 0 0 0,1 1-1 0 0,-1 0 1 0 0,0-1 0 0 0,1 1-1 0 0,-1 0 1 0 0,1-1 0 0 0,-1 1-1 0 0,1 0 1 0 0,-1 0 0 0 0,0-1-1 0 0,1 1 1 0 0,-1 0 0 0 0,1 0-1 0 0,-1 0 1 0 0,1 0 0 0 0,-1 0-1 0 0,1 0 1 0 0,-1 0 0 0 0,1 0-1 0 0,0 0 1 0 0,-1 0 0 0 0,1 0-1 0 0,-1 0 1 0 0,1 0 0 0 0,-1 0-1 0 0,1 0 1 0 0,-1 0 0 0 0,1 1-1 0 0,-1-1 1 0 0,0 0 0 0 0,1 0-1 0 0,-1 1 1 0 0,1-1 0 0 0,-1 0-1 0 0,1 1 1 0 0,0 0 0 0 0,24 22 31 0 0,-19-17-20 0 0,3 2 14 0 0,0 1 0 0 0,0-2 0 0 0,1 1 0 0 0,1-1 0 0 0,-1-1 0 0 0,12 6 0 0 0,-19-11-13 0 0,0 1 1 0 0,0-1-1 0 0,0 0 0 0 0,0 0 0 0 0,0 0 0 0 0,0-1 0 0 0,0 1 1 0 0,0-1-1 0 0,0 1 0 0 0,0-1 0 0 0,0 0 0 0 0,0 0 0 0 0,0 0 1 0 0,0-1-1 0 0,1 1 0 0 0,-1-1 0 0 0,0 0 0 0 0,0 0 0 0 0,0 0 0 0 0,-1 0 1 0 0,1 0-1 0 0,0-1 0 0 0,0 1 0 0 0,-1-1 0 0 0,1 1 0 0 0,-1-1 1 0 0,1 0-1 0 0,-1 0 0 0 0,3-3 0 0 0,2-6 31 0 0,0 1 0 0 0,0-1 0 0 0,-1 0 0 0 0,-1-1 0 0 0,0 1 0 0 0,0-1 0 0 0,-2 0 0 0 0,1 0 0 0 0,3-25 0 0 0,-1-13 103 0 0,0-54 0 0 0,-6 103-145 0 0,2-38 65 0 0,0-70 82 0 0,-2 95-133 0 0,-1-1-1 0 0,-1 1 0 0 0,0 0 0 0 0,-1 0 1 0 0,-6-16-1 0 0,8 27-12 0 0,1 2-2 0 0,0 0-1 0 0,0 1 1 0 0,0-1 0 0 0,0 0 0 0 0,-1 0-1 0 0,1 1 1 0 0,0-1 0 0 0,-1 0-1 0 0,1 1 1 0 0,0-1 0 0 0,-1 0 0 0 0,1 1-1 0 0,-1-1 1 0 0,1 0 0 0 0,-1 1 0 0 0,1-1-1 0 0,-2 0 1 0 0,-5 3 0 0 0,4 2-2 0 0,1 0 1 0 0,0 0-1 0 0,0 0 0 0 0,0 1 0 0 0,0-1 0 0 0,1 0 0 0 0,-1 1 0 0 0,1 0 0 0 0,0-1 0 0 0,1 1 0 0 0,-1 0 0 0 0,1-1 0 0 0,1 10 0 0 0,6 66-22 0 0,27 92-140 0 0,-27-148 109 0 0,1 0-1 0 0,1 0 1 0 0,0-1-1 0 0,26 42 0 0 0,-34-63 51 0 0,-1-1 0 0 0,1 0-1 0 0,-1 0 1 0 0,1 0-1 0 0,0 0 1 0 0,0 0 0 0 0,0 0-1 0 0,0-1 1 0 0,0 1-1 0 0,0 0 1 0 0,0 0 0 0 0,0-1-1 0 0,0 1 1 0 0,0 0-1 0 0,0-1 1 0 0,2 1 0 0 0,-3-1 2 0 0,1 0-1 0 0,0 0 1 0 0,-1 0 0 0 0,1 0 0 0 0,-1 0 0 0 0,1 0 0 0 0,0 0-1 0 0,-1 0 1 0 0,1-1 0 0 0,-1 1 0 0 0,1 0 0 0 0,-1-1 0 0 0,1 1-1 0 0,-1 0 1 0 0,1-1 0 0 0,-1 1 0 0 0,1 0 0 0 0,-1-1 0 0 0,1 1-1 0 0,-1-1 1 0 0,0 1 0 0 0,1-1 0 0 0,0 0 0 0 0,2-6-11 0 0,0 0 0 0 0,0 0 0 0 0,0 0 0 0 0,2-12 0 0 0,2-4-20 0 0,-7 23 33 0 0,0 0 0 0 0,0 0 0 0 0,0-1 0 0 0,0 1 0 0 0,0 0 0 0 0,0 0-1 0 0,1 0 1 0 0,-1-1 0 0 0,0 1 0 0 0,0 0 0 0 0,0 0 0 0 0,0 0 0 0 0,0 0-1 0 0,0 0 1 0 0,0-1 0 0 0,0 1 0 0 0,1 0 0 0 0,-1 0 0 0 0,0 0 0 0 0,0 0-1 0 0,0 0 1 0 0,0 0 0 0 0,1-1 0 0 0,-1 1 0 0 0,0 0 0 0 0,0 0 0 0 0,0 0 0 0 0,0 0-1 0 0,1 0 1 0 0,-1 0 0 0 0,0 0 0 0 0,0 0 0 0 0,0 0 0 0 0,1 0 0 0 0,-1 0-1 0 0,0 0 1 0 0,0 0 0 0 0,0 0 0 0 0,1 0 0 0 0,-1 0 0 0 0,0 0 0 0 0,0 0-1 0 0,8 10-9 0 0,6 29-13 0 0,-4-14 14 0 0,-9-22 11 0 0,0-1-1 0 0,0 0 0 0 0,1 0 0 0 0,-1 0 1 0 0,1 0-1 0 0,-1 0 0 0 0,1 0 0 0 0,0-1 1 0 0,0 1-1 0 0,-1 0 0 0 0,1-1 1 0 0,0 0-1 0 0,1 1 0 0 0,-1-1 0 0 0,0 0 1 0 0,0 0-1 0 0,1 0 0 0 0,-1 0 0 0 0,0 0 1 0 0,1-1-1 0 0,3 1 0 0 0,3 0 8 0 0,0-2 0 0 0,-1 1 0 0 0,1-1 0 0 0,-1 0 1 0 0,10-3-1 0 0,-10 2-4 0 0,0 0 1 0 0,0 1-1 0 0,0 0 1 0 0,1 1 0 0 0,-1-1-1 0 0,12 2 1 0 0,-16 0-4 0 0,0 0 0 0 0,0 1 0 0 0,0-1 0 0 0,0 0 0 0 0,-1 1 0 0 0,1 0 0 0 0,-1 0 0 0 0,1 0 0 0 0,-1 0 0 0 0,1 1 0 0 0,-1 0 0 0 0,0-1 0 0 0,0 1 0 0 0,-1 0 0 0 0,1 0 0 0 0,0 0 0 0 0,-1 1 0 0 0,0-1 0 0 0,0 1 0 0 0,0-1 0 0 0,0 1 0 0 0,-1 0 0 0 0,1 0 0 0 0,-1-1 0 0 0,0 1 0 0 0,0 0 0 0 0,0 0 0 0 0,-1 0 0 0 0,1 0 0 0 0,-1 0 0 0 0,0 1 0 0 0,0-1 0 0 0,0 0 0 0 0,-2 6 0 0 0,-1 2-2 0 0,-3 1 0 0 0,-1-2-2 0 0,0-7-10 0 0,46-31-20 0 0,-29 23 32 0 0,-1-1-1 0 0,0 0 1 0 0,0-1 0 0 0,0 0 0 0 0,0 0 0 0 0,-1-1 0 0 0,0 0 0 0 0,-1 0 0 0 0,0-1 0 0 0,0 0-1 0 0,0 0 1 0 0,-1-1 0 0 0,0 0 0 0 0,-1 0 0 0 0,8-17 0 0 0,2-11-6 0 0,-1-1 1 0 0,14-72 0 0 0,-18 72-3 0 0,8-82-33 0 0,-24 177 39 0 0,3 95 0 0 0,3-105 9 0 0,1-27-2 0 0,1-6-4 0 0,2-12 0 0 0,1-6-2 0 0,13-27-2 0 0,-15 25 2 0 0,0 0 0 0 0,0 0 0 0 0,0 0 0 0 0,1 1 0 0 0,0 0-1 0 0,6-7 1 0 0,-9 11 1 0 0,0 0 0 0 0,0 1 0 0 0,0-1 0 0 0,0 0 0 0 0,0 1-1 0 0,1-1 1 0 0,-1 1 0 0 0,0-1 0 0 0,0 1 0 0 0,1-1 0 0 0,-1 1 0 0 0,0 0 0 0 0,1 0-1 0 0,-1 0 1 0 0,0 0 0 0 0,1 0 0 0 0,-1 0 0 0 0,0 0 0 0 0,1 0 0 0 0,-1 0-1 0 0,0 0 1 0 0,1 1 0 0 0,-1-1 0 0 0,0 1 0 0 0,0-1 0 0 0,0 1 0 0 0,1-1 0 0 0,-1 1-1 0 0,0 0 1 0 0,0 0 0 0 0,0-1 0 0 0,0 1 0 0 0,0 0 0 0 0,0 0 0 0 0,0 0-1 0 0,1 1 1 0 0,7 9 0 0 0,1-1 0 0 0,-1 1-1 0 0,-1 1 1 0 0,0 0 0 0 0,7 16-1 0 0,-9-17 1 0 0,0-1-1 0 0,0 0 1 0 0,1 0-1 0 0,0 0 0 0 0,0 0 1 0 0,1-1-1 0 0,19 15 1 0 0,-26-23 0 0 0,0 0-1 0 0,0 0 1 0 0,0 0 0 0 0,0-1 0 0 0,0 1 0 0 0,0 0 0 0 0,1-1 0 0 0,-1 1 0 0 0,0-1-1 0 0,1 1 1 0 0,-1-1 0 0 0,0 0 0 0 0,1 1 0 0 0,-1-1 0 0 0,0 0 0 0 0,1 0-1 0 0,-1 0 1 0 0,0 0 0 0 0,1 0 0 0 0,-1-1 0 0 0,0 1 0 0 0,1 0 0 0 0,-1 0 0 0 0,2-2-1 0 0,-1 1 1 0 0,0 0-1 0 0,0-1 1 0 0,-1 1-1 0 0,1-1 1 0 0,-1 1-1 0 0,1-1 1 0 0,-1 0-1 0 0,0 0 0 0 0,1 1 1 0 0,-1-1-1 0 0,0 0 1 0 0,0 0-1 0 0,1-4 1 0 0,2-6-5 0 0,-1 0 1 0 0,0-1 0 0 0,3-24 0 0 0,-4 21-6 0 0,-1 12 10 0 0,0 0 0 0 0,0 0 0 0 0,-1 0 0 0 0,1-1 0 0 0,-1 1-1 0 0,0 0 1 0 0,-1-1 0 0 0,1 1 0 0 0,-1 0 0 0 0,-1-8 0 0 0,1 11 13 0 0,-3 23 61 0 0,7-11-11 0 0,1 1 1 0 0,0-1-1 0 0,0 0 1 0 0,1-1 0 0 0,1 1-1 0 0,0-1 1 0 0,13 17-1 0 0,15 27 210 0 0,-24-26-385 0 0,-8-18-2291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14.65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34 11448 0 0,'0'0'616'0'0,"33"-22"0"0"0,-16 16 192 0 0,1 0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17.1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203 10 5920 0 0,'55'-9'621'0'0,"-52"8"-33"0"0,-16 4-24 0 0,7-1-493 0 0,0 0 0 0 0,0 0 1 0 0,1 1-1 0 0,-1 0 0 0 0,1-1 0 0 0,-1 2 0 0 0,1-1 0 0 0,0 1 0 0 0,0 0 0 0 0,1 0 1 0 0,-1 0-1 0 0,1 1 0 0 0,0-1 0 0 0,0 1 0 0 0,0 0 0 0 0,1 0 0 0 0,0 0 1 0 0,0 1-1 0 0,0-1 0 0 0,0 1 0 0 0,1 0 0 0 0,0 0 0 0 0,0 0 0 0 0,1 0 1 0 0,0 0-1 0 0,0 0 0 0 0,0 0 0 0 0,1 0 0 0 0,-1 0 0 0 0,2 11 0 0 0,4-5-65 0 0,-1 0-1 0 0,1-1 1 0 0,1 0-1 0 0,0 0 1 0 0,0 0-1 0 0,1-1 1 0 0,1 0-1 0 0,14 16 1 0 0,11 17 6 0 0,-28-37-12 0 0,0 0 0 0 0,-1 1 0 0 0,0-1 0 0 0,-1 1 0 0 0,1 0 0 0 0,-1 0 0 0 0,0 0 0 0 0,-1 0 0 0 0,0 1 0 0 0,0-1 0 0 0,-1 1 0 0 0,0-1 0 0 0,0 1 0 0 0,0 14 0 0 0,-3-10 0 0 0,0-1 0 0 0,0 1 0 0 0,-1-1 0 0 0,-1 0 0 0 0,0 0 0 0 0,0 0 0 0 0,-8 14 0 0 0,-4-1 0 0 0,-30 39 0 0 0,38-54 0 0 0,-8 12 0 0 0,-27 26 0 0 0,37-42 0 0 0,0 1 0 0 0,0-1 0 0 0,0-1 0 0 0,-1 1 0 0 0,1-1 0 0 0,-1 0 0 0 0,0-1 0 0 0,0 1 0 0 0,-9 1 0 0 0,15-4 0 0 0,-1-1 1 0 0,1 1-1 0 0,-1-1 1 0 0,1 0-1 0 0,-1 0 1 0 0,1 0-1 0 0,-1 0 1 0 0,1 0 0 0 0,-1 0-1 0 0,1 0 1 0 0,-1-1-1 0 0,1 1 1 0 0,0 0-1 0 0,-1-1 1 0 0,1 1-1 0 0,-1-1 1 0 0,1 0-1 0 0,0 1 1 0 0,-1-1 0 0 0,1 0-1 0 0,0 0 1 0 0,0 0-1 0 0,0 0 1 0 0,0 0-1 0 0,-1 0 1 0 0,1 0-1 0 0,1 0 1 0 0,-1 0-1 0 0,0-1 1 0 0,0 1-1 0 0,-1-3 1 0 0,-6-10 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18.5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1 561 7632 0 0,'25'-3'30'0'0,"-2"1"36"0"0,10 0 73 0 0,17 1 73 0 0,-20 5-133 0 0,-26-3-26 0 0,0 0-1 0 0,0 0 0 0 0,0 0 1 0 0,0-1-1 0 0,1 1 0 0 0,-1-1 0 0 0,0-1 1 0 0,0 1-1 0 0,0 0 0 0 0,1-1 1 0 0,-1 0-1 0 0,0 0 0 0 0,0 0 0 0 0,0 0 1 0 0,0-1-1 0 0,-1 0 0 0 0,1 1 0 0 0,0-1 1 0 0,-1-1-1 0 0,1 1 0 0 0,-1-1 1 0 0,1 1-1 0 0,-1-1 0 0 0,0 0 0 0 0,0 0 1 0 0,-1 0-1 0 0,1 0 0 0 0,-1-1 1 0 0,1 1-1 0 0,-1-1 0 0 0,0 0 0 0 0,2-4 1 0 0,2-4 9 0 0,-1 0 1 0 0,-1-1 0 0 0,0 1-1 0 0,0-1 1 0 0,1-16-1 0 0,7-69 123 0 0,-6 29-96 0 0,2-42 276 0 0,-8 110-321 0 0,0-5 427 0 0,0 17-162 0 0,0 50-30 0 0,-1 6 377 0 0,13 121 0 0 0,-8-164-226 0 0,12 39 0 0 0,-16-62-416 0 0,0 0 0 0 0,0-1 1 0 0,1 1-1 0 0,-1 0 0 0 0,0-1 1 0 0,0 1-1 0 0,1-1 0 0 0,-1 1 1 0 0,0-1-1 0 0,1 1 0 0 0,-1-1 0 0 0,1 1 1 0 0,-1-1-1 0 0,1 1 0 0 0,-1-1 1 0 0,1 1-1 0 0,-1-1 0 0 0,1 0 1 0 0,-1 1-1 0 0,1-1 0 0 0,-1 0 0 0 0,1 1 1 0 0,0-1-1 0 0,-1 0 0 0 0,1 0 1 0 0,-1 0-1 0 0,1 0 0 0 0,0 1 1 0 0,-1-1-1 0 0,1 0 0 0 0,0 0 0 0 0,-1 0 1 0 0,1 0-1 0 0,0-1 0 0 0,-1 1 1 0 0,2 0-1 0 0,20-11 364 0 0,-17 8-318 0 0,-3 2-36 0 0,0-1 1 0 0,-1 1 0 0 0,1 0-1 0 0,0-1 1 0 0,0 0 0 0 0,-1 1 0 0 0,1-1-1 0 0,0 0 1 0 0,-1 0 0 0 0,0 0 0 0 0,1 0-1 0 0,-1 0 1 0 0,0 0 0 0 0,0 0 0 0 0,0 0-1 0 0,-1-1 1 0 0,1 1 0 0 0,0-3-1 0 0,5-46 352 0 0,-5 24-111 0 0,3-38 412 0 0,-4 63-477 0 0,3 18-8 0 0,6 36 50 0 0,20 64-1 0 0,-15-91-163 0 0,-12-23-71 0 0,-1-1 0 0 0,0 0 0 0 0,0 1 0 0 0,0-1 0 0 0,0 1 0 0 0,0-1 0 0 0,0 1 0 0 0,-1 0 0 0 0,1-1 0 0 0,-1 1 0 0 0,1 0 0 0 0,-1-1 0 0 0,1 1 0 0 0,-1 2 0 0 0,1-2 23 0 0,0-1 1 0 0,0 0-1 0 0,1 1 1 0 0,-1-1-1 0 0,0 0 1 0 0,0 0-1 0 0,1 0 1 0 0,-1 0-1 0 0,1 0 1 0 0,-1 0-1 0 0,1 0 0 0 0,-1 0 1 0 0,3 0-1 0 0,1-15 45 0 0,0 0-1 0 0,-1 0 0 0 0,-1 0 0 0 0,0-1 1 0 0,0 0-1 0 0,-2 1 0 0 0,0-1 0 0 0,-1-23 0 0 0,4 10 47 0 0,-4 27-104 0 0,1-1 0 0 0,-1 0 1 0 0,1 0-1 0 0,-1 0 0 0 0,0 1 0 0 0,0-1 0 0 0,0 0 0 0 0,0 0 1 0 0,0 0-1 0 0,0 0 0 0 0,0-1 0 0 0,-1-16 342 0 0,4 15-30 0 0,1 10-184 0 0,6 30 119 0 0,8 45 0 0 0,-17-78-252 0 0,-1-1-1 0 0,1 1 0 0 0,0 0 1 0 0,0-1-1 0 0,1 0 0 0 0,-1 1 0 0 0,0-1 1 0 0,1 0-1 0 0,-1 0 0 0 0,1 0 1 0 0,0 0-1 0 0,0 0 0 0 0,0 0 1 0 0,0 0-1 0 0,0 0 0 0 0,0-1 0 0 0,0 1 1 0 0,1-1-1 0 0,-1 0 0 0 0,4 2 1 0 0,-3-2 5 0 0,1 1-1 0 0,0-1 1 0 0,-1 0 0 0 0,1 0 0 0 0,0 0 0 0 0,0-1-1 0 0,0 1 1 0 0,0-1 0 0 0,0 0 0 0 0,-1 0 0 0 0,1 0 0 0 0,5-1-1 0 0,-3-4 11 0 0,3-10-3 0 0,-1 0 0 0 0,0 0-1 0 0,-1 0 1 0 0,0-1 0 0 0,-1 0 0 0 0,-1 0-1 0 0,-1-1 1 0 0,0 1 0 0 0,-1-1 0 0 0,1-28-1 0 0,1-107 61 0 0,-3 29-22 0 0,-1 118-58 0 0,-1-1 1 0 0,0 0-1 0 0,0 0 1 0 0,-1 0-1 0 0,0 1 1 0 0,0-1-1 0 0,0 0 1 0 0,0 1-1 0 0,-5-11 1 0 0,6 16-5 0 0,-1 0 0 0 0,1 0 1 0 0,0-1-1 0 0,0 1 0 0 0,0 0 0 0 0,0 0 1 0 0,-1 0-1 0 0,1 0 0 0 0,0 0 0 0 0,0 0 0 0 0,0 0 1 0 0,0 0-1 0 0,-1 0 0 0 0,1-1 0 0 0,0 1 0 0 0,0 0 1 0 0,0 0-1 0 0,-1 0 0 0 0,1 0 0 0 0,0 0 1 0 0,0 0-1 0 0,0 0 0 0 0,-1 0 0 0 0,1 1 0 0 0,0-1 1 0 0,0 0-1 0 0,0 0 0 0 0,-1 0 0 0 0,1 0 1 0 0,0 0-1 0 0,0 0 0 0 0,0 0 0 0 0,0 0 0 0 0,-1 0 1 0 0,1 1-1 0 0,0-1 0 0 0,0 0 0 0 0,0 0 0 0 0,0 0 1 0 0,0 0-1 0 0,-1 0 0 0 0,1 1 0 0 0,0-1 1 0 0,0 0-1 0 0,0 0 0 0 0,0 0 0 0 0,0 0 0 0 0,0 1 1 0 0,0-1-1 0 0,0 0 0 0 0,0 0 0 0 0,0 0 1 0 0,0 1-1 0 0,0-1 0 0 0,0 0 0 0 0,-4 12 4 0 0,-5 97 1 0 0,10 173-1 0 0,1-234-5 0 0,1 0 0 0 0,3 0 0 0 0,2 0 0 0 0,2-1 0 0 0,18 51 0 0 0,-27-95 0 0 0,-1-1 0 0 0,1 1 0 0 0,0 0 0 0 0,0 0 0 0 0,1-1 0 0 0,-1 1 0 0 0,0-1 0 0 0,1 1 0 0 0,0-1 0 0 0,0 1 0 0 0,-1-1 0 0 0,1 0 0 0 0,0 0 0 0 0,1 0 0 0 0,-1 0 0 0 0,0 0 0 0 0,4 2 0 0 0,7-1-7 0 0,-2-9 2 0 0,-8 1 5 0 0,-1 0 0 0 0,0 0 0 0 0,0 0 0 0 0,-1 0 0 0 0,1 0 1 0 0,-1 0-1 0 0,0 0 0 0 0,-1 0 0 0 0,1 0 0 0 0,-1-1 0 0 0,0-7 0 0 0,0 5 2 0 0,-1-93-11 0 0,-1 74 6 0 0,2 0-1 0 0,4-39 0 0 0,-2 56 5 0 0,2-4 0 0 0,0 4-1 0 0,-2 7-4 0 0,7 0 3 0 0,-7 3 2 0 0,0 0 0 0 0,0 0 0 0 0,-1 0 0 0 0,1 0 0 0 0,0 0 0 0 0,0 0 0 0 0,0 0 0 0 0,-1 1 0 0 0,1-1 0 0 0,0 1 0 0 0,0-1 0 0 0,-1 1 0 0 0,1 0 0 0 0,0-1 0 0 0,-1 1 0 0 0,1 0 0 0 0,1 2 0 0 0,2-1-1 0 0,36 23-12 0 0,-32-21 11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18.9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29 12760 0 0,'30'-14'408'0'0,"-28"13"-202"0"0,-1 0-139 0 0,-1 0-1 0 0,1 0 1 0 0,0 0 0 0 0,-1 1-1 0 0,1-1 1 0 0,0 0 0 0 0,0 0-1 0 0,0 0 1 0 0,0 1-1 0 0,0-1 1 0 0,0 0 0 0 0,0 1-1 0 0,0-1 1 0 0,0 1-1 0 0,0-1 1 0 0,0 1 0 0 0,0 0-1 0 0,1-1 1 0 0,-1 1 0 0 0,0 0-1 0 0,0 0 1 0 0,0 0-1 0 0,1 0 1 0 0,-1 0 0 0 0,2 0-1 0 0,12 5 228 0 0,49 20 166 0 0,-38-12-352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19.57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 1 10752 0 0,'11'2'11'0'0,"29"8"95"0"0,-39-9-98 0 0,1 0-1 0 0,-1 0 1 0 0,1 0 0 0 0,-1 0 0 0 0,0 0-1 0 0,1 0 1 0 0,-1 0 0 0 0,0 0 0 0 0,0 1 0 0 0,1-1-1 0 0,-1 1 1 0 0,0-1 0 0 0,0 1 0 0 0,-1-1-1 0 0,1 1 1 0 0,0-1 0 0 0,0 1 0 0 0,-1 0-1 0 0,1-1 1 0 0,-1 1 0 0 0,1 3 0 0 0,0 7 46 0 0,-1 0 0 0 0,0 1 0 0 0,-1-1 0 0 0,0 0-1 0 0,-1 0 1 0 0,0 1 0 0 0,-5 13 0 0 0,-34 85 457 0 0,39-107-485 0 0,1-2-6 0 0,0 1 0 0 0,0 0 0 0 0,0 0 0 0 0,-1-1 0 0 0,1 1 0 0 0,-1-1 0 0 0,0 1 0 0 0,1-1 0 0 0,-1 0 0 0 0,0 0 0 0 0,0 0 0 0 0,-3 3 0 0 0,-20 8 96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22.56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38 5416 0 0,'10'-2'84'0'0,"24"-4"417"0"0,-13-2 346 0 0,-20 7-543 0 0,0 1-261 0 0,-1 0 1 0 0,0 0 0 0 0,1-1-1 0 0,-1 1 1 0 0,1 0 0 0 0,-1-1-1 0 0,0 1 1 0 0,1 0-1 0 0,-1-1 1 0 0,0 1 0 0 0,1 0-1 0 0,-1-1 1 0 0,0 1 0 0 0,0-1-1 0 0,1 1 1 0 0,-1-1 0 0 0,0 1-1 0 0,0 0 1 0 0,0-1-1 0 0,0 1 1 0 0,0-1 0 0 0,1 1-1 0 0,-1-2 1 0 0,0 2-9 0 0,-1-1 0 0 0,1 1-1 0 0,0 0 1 0 0,0-1 0 0 0,0 1 0 0 0,0 0 0 0 0,0-1-1 0 0,0 1 1 0 0,0 0 0 0 0,0-1 0 0 0,0 1 0 0 0,1-1 0 0 0,-1 1-1 0 0,0 0 1 0 0,0-1 0 0 0,0 1 0 0 0,0 0 0 0 0,0-1 0 0 0,1 1-1 0 0,-1 0 1 0 0,0 0 0 0 0,0-1 0 0 0,1 1 0 0 0,-1 0-1 0 0,0 0 1 0 0,0-1 0 0 0,1 1 0 0 0,-1 0 0 0 0,0 0 0 0 0,1-1-1 0 0,-1 1 1 0 0,0 0 0 0 0,1 0 0 0 0,-1 0 0 0 0,0 0-1 0 0,1 0 1 0 0,-1 0 0 0 0,0-1 0 0 0,1 1 0 0 0,-1 0 0 0 0,0 0-1 0 0,1 0 1 0 0,-1 0 0 0 0,0 0 0 0 0,1 0 0 0 0,-1 1-1 0 0,1-1 1 0 0,-1 0 0 0 0,0 0 0 0 0,1 0 0 0 0,-1 0 0 0 0,0 0-1 0 0,1 0 1 0 0,-1 1 0 0 0,0-1 0 0 0,1 0 0 0 0,1 3-7 0 0,1-1 1 0 0,-1 0 0 0 0,0 1 0 0 0,0 0 0 0 0,0 0-1 0 0,-1-1 1 0 0,1 1 0 0 0,0 0 0 0 0,-1 0-1 0 0,0 0 1 0 0,0 1 0 0 0,1 2 0 0 0,8 46 173 0 0,-7-38-169 0 0,-3 25 58 0 0,-1 1-9 0 0,8 88 142 0 0,-6-107-180 0 0,-2-1 0 0 0,0 1 0 0 0,-6 25-1 0 0,6-38-26 0 0,-14 49 100 0 0,12-48-84 0 0,0-1 0 0 0,1 1 1 0 0,0 0-1 0 0,-1 18 0 0 0,-1-1 486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22.8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 8640 0 0,'32'-1'187'0'0,"-11"0"324"0"0,-16 0-384 0 0,0 1 0 0 0,1 0 1 0 0,-1 1-1 0 0,0-1 1 0 0,1 1-1 0 0,-1 0 0 0 0,0 0 1 0 0,1 1-1 0 0,-1 0 0 0 0,0 0 1 0 0,0 0-1 0 0,0 0 1 0 0,6 5-1 0 0,5 3 58 0 0,1-1-1 0 0,30 12 1 0 0,-32-16-87 0 0,-1 1 1 0 0,-1 0 0 0 0,1 2 0 0 0,24 16 0 0 0,-34-21-75 0 0,0 0 0 0 0,1 0 0 0 0,0-1 0 0 0,-1 1 0 0 0,1-1 0 0 0,0 0 0 0 0,0 0 0 0 0,0-1 0 0 0,11 2 0 0 0,3 2-1 0 0,-10-3-15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24.6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1 150 8336 0 0,'0'0'208'0'0,"0"-4"-142"0"0,0-12-11 0 0,0 12 785 0 0,2 4-721 0 0,15-2-48 0 0,-1 0 1 0 0,1-1 0 0 0,-1-1-1 0 0,0 0 1 0 0,0-1 0 0 0,20-10-1 0 0,45-12 210 0 0,-45 17 48 0 0,61-26 0 0 0,-88 33-291 0 0,-8 2-13 0 0,1 1-1 0 0,-1-1 1 0 0,1 1 0 0 0,0-1 0 0 0,-1 0 0 0 0,1 0 0 0 0,-1 0-1 0 0,0 0 1 0 0,1 0 0 0 0,-1 0 0 0 0,3-2 0 0 0,-3 1 429 0 0,-6 5-424 0 0,1 1 0 0 0,-1 0-1 0 0,1 0 1 0 0,0 0 0 0 0,0 1 0 0 0,-5 7-1 0 0,4-4-2 0 0,0 0 0 0 0,1 0 0 0 0,0 1-1 0 0,-5 16 1 0 0,-1 1 54 0 0,2-11-28 0 0,7-13-46 0 0,0 0-1 0 0,0 0 0 0 0,0 0 0 0 0,0 0 1 0 0,0 0-1 0 0,0 0 0 0 0,1 0 0 0 0,-1 1 1 0 0,1-1-1 0 0,-1 0 0 0 0,1 0 0 0 0,0 0 1 0 0,0 1-1 0 0,0-1 0 0 0,0 0 1 0 0,0 0-1 0 0,0 0 0 0 0,1 1 0 0 0,0 2 1 0 0,6 15 38 0 0,-7-15-35 0 0,2-1 0 0 0,-1 1-1 0 0,1 0 1 0 0,-1-1 0 0 0,1 1 0 0 0,1-1 0 0 0,-1 0 0 0 0,0 0 0 0 0,1 0 0 0 0,0 0 0 0 0,0 0-1 0 0,0 0 1 0 0,1-1 0 0 0,-1 1 0 0 0,1-1 0 0 0,7 5 0 0 0,-7-6 0 0 0,0-1 0 0 0,0 1 0 0 0,0-1 0 0 0,0 0 1 0 0,0-1-1 0 0,0 1 0 0 0,0 0 0 0 0,0-1 0 0 0,0 0 0 0 0,1 0 0 0 0,6-1 0 0 0,-7-1 1 0 0,1 1-1 0 0,-1 0 1 0 0,0-1-1 0 0,0 0 1 0 0,0 0 0 0 0,-1 0-1 0 0,1 0 1 0 0,0-1-1 0 0,-1 0 1 0 0,0 1-1 0 0,1-1 1 0 0,-1 0-1 0 0,0-1 1 0 0,0 1-1 0 0,-1 0 1 0 0,1-1-1 0 0,-1 0 1 0 0,0 1 0 0 0,0-1-1 0 0,0 0 1 0 0,0 0-1 0 0,-1 0 1 0 0,1-1-1 0 0,-1 1 1 0 0,1-7-1 0 0,1-5 71 0 0,-1 0-1 0 0,-1 0 0 0 0,0 0 1 0 0,-1-1-1 0 0,-2-17 0 0 0,2 32-51 0 0,-1 1 1 0 0,1-1-1 0 0,0 0 0 0 0,-1 0 0 0 0,0 1 0 0 0,1-1 0 0 0,-1 1 1 0 0,0-1-1 0 0,0 0 0 0 0,0 1 0 0 0,0-1 0 0 0,0 1 0 0 0,0 0 0 0 0,0-1 1 0 0,0 1-1 0 0,0 0 0 0 0,-3-2 0 0 0,4 3-9 0 0,-1-1-1 0 0,0 1 1 0 0,1 0-1 0 0,-1-1 1 0 0,0 1 0 0 0,0 0-1 0 0,0-1 1 0 0,1 1-1 0 0,-1 0 1 0 0,0 0-1 0 0,0 0 1 0 0,0 0 0 0 0,1 0-1 0 0,-1 0 1 0 0,0 0-1 0 0,0 0 1 0 0,0 0 0 0 0,1 0-1 0 0,-1 1 1 0 0,0-1-1 0 0,0 0 1 0 0,0 0-1 0 0,1 1 1 0 0,-1-1 0 0 0,0 0-1 0 0,1 1 1 0 0,-1-1-1 0 0,0 1 1 0 0,1-1-1 0 0,-1 1 1 0 0,0 0 0 0 0,1-1-1 0 0,-1 1 1 0 0,1-1-1 0 0,-1 1 1 0 0,1 0-1 0 0,0-1 1 0 0,-1 1 0 0 0,0 1-1 0 0,-1 3 43 0 0,0 1-1 0 0,0 0 0 0 0,1 0 1 0 0,-1 0-1 0 0,1 0 0 0 0,0 0 1 0 0,1 0-1 0 0,-1 0 0 0 0,1 0 1 0 0,1 1-1 0 0,-1-1 0 0 0,1 0 1 0 0,0 0-1 0 0,3 8 0 0 0,-4-12-36 0 0,1 1-1 0 0,1 0 1 0 0,-1-1-1 0 0,0 1 1 0 0,0-1-1 0 0,1 0 1 0 0,0 1-1 0 0,-1-1 1 0 0,1 0 0 0 0,0 0-1 0 0,0 0 1 0 0,0 0-1 0 0,0-1 1 0 0,1 1-1 0 0,-1 0 1 0 0,0-1-1 0 0,1 0 1 0 0,-1 1-1 0 0,5 1 1 0 0,-1-1 31 0 0,0 0-1 0 0,0 0 1 0 0,1 0 0 0 0,-1-1 0 0 0,0 0 0 0 0,12 1-1 0 0,-16-2-38 0 0,0 0-1 0 0,0 0 1 0 0,0-1-1 0 0,0 1 0 0 0,0-1 1 0 0,0 1-1 0 0,0-1 0 0 0,0 0 1 0 0,0 1-1 0 0,-1-1 0 0 0,1 0 1 0 0,0 0-1 0 0,0-1 0 0 0,-1 1 1 0 0,1 0-1 0 0,0 0 0 0 0,-1-1 1 0 0,0 1-1 0 0,1-1 1 0 0,-1 1-1 0 0,0-1 0 0 0,1 0 1 0 0,-1 0-1 0 0,1-1 0 0 0,1-6 31 0 0,1 1 1 0 0,-1-1-1 0 0,0 1 0 0 0,1-12 0 0 0,1 1 46 0 0,3-23 84 0 0,-8 40-138 0 0,4-7 63 0 0,-4 9-98 0 0,0 0 0 0 0,0 0 1 0 0,0 0-1 0 0,0-1 0 0 0,0 1 0 0 0,0 0 0 0 0,0 0 0 0 0,1 0 0 0 0,-1-1 0 0 0,0 1 0 0 0,0 0 0 0 0,0 0 0 0 0,0 0 0 0 0,0 0 1 0 0,1 0-1 0 0,-1-1 0 0 0,0 1 0 0 0,0 0 0 0 0,0 0 0 0 0,1 0 0 0 0,-1 0 0 0 0,0 0 0 0 0,0 0 0 0 0,0 0 0 0 0,1 0 0 0 0,-1 0 0 0 0,0 0 1 0 0,0-1-1 0 0,0 1 0 0 0,1 0 0 0 0,-1 0 0 0 0,0 0 0 0 0,0 0 0 0 0,0 1 0 0 0,1-1 0 0 0,-1 0 0 0 0,0 0 0 0 0,0 0 0 0 0,1 0 0 0 0,-1 0 1 0 0,0 0-1 0 0,0 0 0 0 0,0 0 0 0 0,0 0 0 0 0,1 0 0 0 0,-1 1 0 0 0,0-1 0 0 0,0 0 0 0 0,0 0 0 0 0,0 0 0 0 0,1 0 0 0 0,-1 1 0 0 0,2 7 24 0 0,-1 0 0 0 0,0 0-1 0 0,0 0 1 0 0,-1 15 0 0 0,1 1 4 0 0,1 30 36 0 0,-4 62 0 0 0,1-48-32 0 0,1-32-4 0 0,-1-1 0 0 0,-1 1 0 0 0,-2-1 0 0 0,-13 55 0 0 0,12-63-5 0 0,5-25-24 0 0,0 0 0 0 0,0 0 1 0 0,0 0-1 0 0,-1 1 0 0 0,1-1 1 0 0,-1 0-1 0 0,1 0 0 0 0,-1 0 0 0 0,0 0 1 0 0,0 0-1 0 0,0 0 0 0 0,0 0 1 0 0,0 0-1 0 0,-2 2 0 0 0,1-3 22 0 0,2-1-8 0 0,-1 1-14 0 0,1-1 1 0 0,-1 0-1 0 0,0 0 0 0 0,1 0 1 0 0,-1 1-1 0 0,1-1 1 0 0,-1 0-1 0 0,0 0 1 0 0,1 0-1 0 0,-1 0 0 0 0,0 0 1 0 0,1 0-1 0 0,-1 0 1 0 0,0 0-1 0 0,1-1 0 0 0,-1 1 1 0 0,1 0-1 0 0,-1 0 1 0 0,0 0-1 0 0,1-1 0 0 0,-1 1 1 0 0,1 0-1 0 0,-1-1 1 0 0,1 1-1 0 0,-1 0 0 0 0,1-1 1 0 0,-1 1-1 0 0,1-1 1 0 0,-1 0-1 0 0,-3-20 18 0 0,2-1-1 0 0,0 0 1 0 0,2 0-1 0 0,2-30 1 0 0,0 18-1 0 0,-2 25-11 0 0,0 0-1 0 0,1 1 1 0 0,0-1 0 0 0,5-17 0 0 0,26-63 77 0 0,-31 85-66 0 0,8-20 15 0 0,-9 24-33 0 0,0-1 0 0 0,0 1-1 0 0,0 0 1 0 0,0-1 0 0 0,1 1-1 0 0,-1 0 1 0 0,0-1 0 0 0,0 1-1 0 0,0 0 1 0 0,1-1 0 0 0,-1 1-1 0 0,0 0 1 0 0,0 0 0 0 0,1-1-1 0 0,-1 1 1 0 0,0 0 0 0 0,1 0-1 0 0,-1-1 1 0 0,0 1 0 0 0,1 0-1 0 0,-1 0 1 0 0,0 0 0 0 0,1 0 0 0 0,-1 0-1 0 0,0 0 1 0 0,1-1 0 0 0,-1 1-1 0 0,0 0 1 0 0,1 0 0 0 0,-1 0-1 0 0,1 0 1 0 0,-1 0 0 0 0,0 0-1 0 0,1 0 1 0 0,-1 1 0 0 0,0-1-1 0 0,1 0 1 0 0,-1 0 0 0 0,0 0-1 0 0,1 0 1 0 0,-1 0 0 0 0,0 0-1 0 0,1 1 1 0 0,-1-1 0 0 0,0 0 0 0 0,1 0-1 0 0,-1 1 1 0 0,0-1 0 0 0,0 0-1 0 0,1 0 1 0 0,-1 1 0 0 0,0-1-1 0 0,0 0 1 0 0,1 1 0 0 0,-1-1-1 0 0,0 0 1 0 0,0 1 0 0 0,0-1-1 0 0,0 0 1 0 0,0 1 0 0 0,30 52 46 0 0,-30-52-47 0 0,0-1 0 0 0,1 1-1 0 0,-1-1 1 0 0,0 1 0 0 0,0-1 0 0 0,1 1 0 0 0,-1-1 0 0 0,1 1 0 0 0,-1-1 0 0 0,1 0-1 0 0,-1 1 1 0 0,0-1 0 0 0,1 1 0 0 0,-1-1 0 0 0,1 0 0 0 0,0 0 0 0 0,-1 1 0 0 0,1-1-1 0 0,-1 0 1 0 0,1 0 0 0 0,-1 0 0 0 0,1 1 0 0 0,0-1 0 0 0,-1 0 0 0 0,1 0 0 0 0,-1 0 0 0 0,1 0-1 0 0,0 0 1 0 0,-1 0 0 0 0,1 0 0 0 0,-1 0 0 0 0,1-1 0 0 0,0 1 0 0 0,-1 0 0 0 0,1 0-1 0 0,-1 0 1 0 0,1-1 0 0 0,-1 1 0 0 0,1 0 0 0 0,-1 0 0 0 0,1-1 0 0 0,-1 1 0 0 0,1-1 0 0 0,-1 1-1 0 0,1 0 1 0 0,-1-1 0 0 0,0 1 0 0 0,1-1 0 0 0,0 0 0 0 0,4-11 3 0 0,0-1 1 0 0,0 1 0 0 0,-1-1-1 0 0,-1 0 1 0 0,2-16 0 0 0,7-24 5 0 0,-1-10-2 0 0,-10 56-6 0 0,4-17 3 0 0,-1 15-2 0 0,-3 6 2 0 0,2-3-2 0 0,-2 4 3 0 0,-1 4 2 0 0,4 14 7 0 0,1 0-1 0 0,1 0 1 0 0,8 15-1 0 0,-12-26-8 0 0,1-1 0 0 0,0 0 0 0 0,0 0 0 0 0,0-1 0 0 0,0 1 0 0 0,0-1 0 0 0,1 1 0 0 0,0-1 0 0 0,0 0 0 0 0,0 0 0 0 0,0-1 0 0 0,7 4 0 0 0,-8-5 8 0 0,0 0 0 0 0,0 0-1 0 0,0 0 1 0 0,0-1 0 0 0,0 1-1 0 0,0-1 1 0 0,0 0-1 0 0,0 0 1 0 0,0 0 0 0 0,1 0-1 0 0,-1-1 1 0 0,0 1 0 0 0,0-1-1 0 0,0 0 1 0 0,0 0-1 0 0,0 0 1 0 0,0 0 0 0 0,-1 0-1 0 0,1-1 1 0 0,0 1 0 0 0,0-1-1 0 0,-1 0 1 0 0,3-2-1 0 0,5-3 46 0 0,-2-1 1 0 0,1 0-1 0 0,-1 0 0 0 0,0-1 0 0 0,7-10 0 0 0,-7 7 5 0 0,-1 0 0 0 0,0-1 0 0 0,6-15 0 0 0,-12 27-42 0 0,1-13 86 0 0,-2 11-52 0 0,0 13-32 0 0,0 0-5 0 0,-1 1 0 0 0,-1 0 0 0 0,0-1-1 0 0,-4 12 1 0 0,4-14-8 0 0,0 0 0 0 0,0 0 0 0 0,0 1 0 0 0,1-1 0 0 0,1 1 0 0 0,-1-1 0 0 0,2 14 0 0 0,2-1 20 0 0,1 1 1 0 0,8 24-1 0 0,-9-37-17 0 0,0-1 0 0 0,1 0 0 0 0,0 0 0 0 0,0-1 0 0 0,1 1 0 0 0,0-1 0 0 0,10 12 0 0 0,-10-15 15 0 0,0-1-1 0 0,1 0 0 0 0,-1 0 1 0 0,1 0-1 0 0,0 0 0 0 0,0-1 0 0 0,-1 0 1 0 0,8 1-1 0 0,-10-4 55 0 0,0 0 0 0 0,0 0 0 0 0,0 0 0 0 0,0 0 0 0 0,-1 1 0 0 0,1-1 0 0 0,0 1 0 0 0,0 0 0 0 0,0 0 0 0 0,0 0-1 0 0,0 0 1 0 0,0 0 0 0 0,3 2 48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25.0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14568 0 0,'14'2'63'0'0,"7"0"218"0"0,-6-1-11 0 0,-10-1-172 0 0,1 0-1 0 0,0 1 1 0 0,-1 0-1 0 0,1 0 1 0 0,-1 1-1 0 0,0 0 1 0 0,1 0-1 0 0,4 2 1 0 0,-8-3 111 0 0,-2-1-171 0 0,0 0 0 0 0,1 0 0 0 0,-1 0 0 0 0,0 0 0 0 0,0 0 0 0 0,1 0 0 0 0,-1 0 0 0 0,0 0 0 0 0,0 0 0 0 0,1 0 0 0 0,-1 1 0 0 0,0-1 0 0 0,0 0 0 0 0,0 0 0 0 0,1 0 1 0 0,-1 0-1 0 0,0 0 0 0 0,0 0 0 0 0,1 1 0 0 0,-1-1 0 0 0,0 0 0 0 0,0 0 0 0 0,0 0 0 0 0,0 0 0 0 0,1 1 0 0 0,-1-1 0 0 0,0 0 0 0 0,0 0 0 0 0,0 0 0 0 0,0 1 0 0 0,0-1 0 0 0,0 0 0 0 0,0 0 0 0 0,0 1 0 0 0,0-1 0 0 0,0 0 0 0 0,1 0 1 0 0,-1 1-1 0 0,0-1 0 0 0,0 0 0 0 0,0 0 0 0 0,-1 1 0 0 0,1-1 0 0 0,0 0 0 0 0,0 0 0 0 0,0 1 0 0 0,0-1 0 0 0,0 0 0 0 0,0 1 0 0 0,0-1 4 0 0,0 1 0 0 0,0-1 0 0 0,-1 1 0 0 0,1-1 0 0 0,0 1 0 0 0,0-1 0 0 0,1 1 0 0 0,-1-1 0 0 0,0 1 0 0 0,0-1 0 0 0,0 1 0 0 0,0-1 0 0 0,0 1 0 0 0,0-1 0 0 0,1 1 0 0 0,-1-1 0 0 0,0 1 0 0 0,0-1 0 0 0,1 1 0 0 0,-1-1 0 0 0,0 0 0 0 0,1 1 0 0 0,-1-1 0 0 0,0 0 0 0 0,1 1 0 0 0,0 0 0 0 0,0 9-45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28.59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1 615 10656 0 0,'0'0'1478'0'0,"3"0"-1388"0"0,-2 0-85 0 0,1 0 0 0 0,-1 0 0 0 0,0 0 0 0 0,0 0 0 0 0,0 0 1 0 0,0-1-1 0 0,0 1 0 0 0,0 0 0 0 0,0-1 0 0 0,0 1 0 0 0,0 0 1 0 0,0-1-1 0 0,0 1 0 0 0,0-1 0 0 0,-1 1 0 0 0,1-1 0 0 0,0 0 1 0 0,0 1-1 0 0,1-2 0 0 0,16-33 88 0 0,25-82 127 0 0,-37 97-167 0 0,0-1 0 0 0,-2 0-1 0 0,0 0 1 0 0,1-33 0 0 0,-1 8 13 0 0,-1-8-20 0 0,-1-23 10 0 0,0 53-40 0 0,-2-38 1 0 0,-1 54-14 0 0,2-20 4 0 0,-1 15-4 0 0,0 13-3 0 0,0-1 0 0 0,0 1 0 0 0,0 0 0 0 0,0 0 0 0 0,0 0 0 0 0,0 0 0 0 0,0 0 0 0 0,0 0 0 0 0,0 0 1 0 0,0-1-1 0 0,0 1 0 0 0,0 0 0 0 0,-1 0 0 0 0,1 0 0 0 0,0 0 0 0 0,0 0 0 0 0,0-1 0 0 0,0 1 0 0 0,0 0 0 0 0,0 0 0 0 0,0 0 0 0 0,0 0 0 0 0,1 0 0 0 0,-1-1 0 0 0,0 1 0 0 0,0 0 0 0 0,0 0 0 0 0,0 0 0 0 0,0 0 0 0 0,0 0 0 0 0,0 0 0 0 0,0-1 0 0 0,0 1 0 0 0,0 0 0 0 0,0 0 0 0 0,0 0 0 0 0,1 0 0 0 0,-1 0 0 0 0,0 0 0 0 0,0 0 0 0 0,0 0 0 0 0,0 0 0 0 0,0-1 0 0 0,0 1 0 0 0,0 0 0 0 0,1 0 0 0 0,-1 0 0 0 0,0 0 0 0 0,0 0 0 0 0,0 0 1 0 0,0 0-1 0 0,0 0 0 0 0,1 0 0 0 0,-1 0 0 0 0,0 0 0 0 0,0 0 0 0 0,0 0 0 0 0,0 0 0 0 0,0 0 0 0 0,1 0 0 0 0,-1 0 0 0 0,0 0 0 0 0,0 0 0 0 0,0 0 0 0 0,0 1 0 0 0,0-1 0 0 0,1 0 0 0 0,3 7 0 0 0,-3-7 0 0 0,3 13 1 0 0,0 0 1 0 0,-1 1 0 0 0,2 21-1 0 0,7 27 10 0 0,-5-42 11 0 0,0 0 1 0 0,1-1-1 0 0,14 22 0 0 0,-21-39-13 0 0,-1-1-1 0 0,1 0 1 0 0,-1 0-1 0 0,1 0 1 0 0,0 0 0 0 0,-1 0-1 0 0,1 0 1 0 0,0 0-1 0 0,0 0 1 0 0,0 0-1 0 0,0 0 1 0 0,0-1-1 0 0,0 1 1 0 0,0 0 0 0 0,0-1-1 0 0,0 1 1 0 0,0 0-1 0 0,0-1 1 0 0,1 1-1 0 0,-1-1 1 0 0,0 0-1 0 0,0 1 1 0 0,1-1 0 0 0,-1 0-1 0 0,0 0 1 0 0,2 0-1 0 0,-1-1 11 0 0,0 1-1 0 0,-1-1 1 0 0,1 0 0 0 0,0 0-1 0 0,-1 0 1 0 0,1 0 0 0 0,-1 0-1 0 0,1 0 1 0 0,-1 0 0 0 0,0-1-1 0 0,1 1 1 0 0,-1-1 0 0 0,0 1-1 0 0,0 0 1 0 0,1-4 0 0 0,3-2 59 0 0,-2 0 1 0 0,1 0-1 0 0,-1-1 0 0 0,0 1 1 0 0,-1-1-1 0 0,3-13 1 0 0,11-75 845 0 0,-16 93-840 0 0,0-14 772 0 0,0 98-358 0 0,3 0 0 0 0,17 99 0 0 0,-17-163-443 0 0,-1-2 23 0 0,1 0 0 0 0,0 0 0 0 0,1 0-1 0 0,1 0 1 0 0,10 21 0 0 0,-14-35-68 0 0,-1 0 0 0 0,1 0 0 0 0,0 0 0 0 0,-1-1 0 0 0,1 1 0 0 0,0 0 1 0 0,0-1-1 0 0,0 1 0 0 0,0-1 0 0 0,0 1 0 0 0,0-1 0 0 0,0 1 0 0 0,-1-1 0 0 0,1 0 1 0 0,0 1-1 0 0,1-1 0 0 0,-1 0 0 0 0,0 0 0 0 0,0 0 0 0 0,0 0 0 0 0,0 0 0 0 0,0 0 0 0 0,0 0 1 0 0,0 0-1 0 0,0 0 0 0 0,0 0 0 0 0,0 0 0 0 0,0-1 0 0 0,0 1 0 0 0,0 0 0 0 0,0-1 0 0 0,0 1 1 0 0,0-1-1 0 0,-1 1 0 0 0,3-2 0 0 0,29-20 162 0 0,17-30 44 0 0,-19 19-80 0 0,-27 30-123 0 0,-1 0 1 0 0,1 0-1 0 0,-1 0 0 0 0,0-1 1 0 0,0 1-1 0 0,-1-1 1 0 0,1 1-1 0 0,0-1 1 0 0,-1 0-1 0 0,0 1 0 0 0,0-1 1 0 0,0 0-1 0 0,0-5 1 0 0,10-11 107 0 0,-9 14-72 0 0,3-9 48 0 0,-5 14-91 0 0,0 1 0 0 0,0 0 0 0 0,0 0 1 0 0,0-1-1 0 0,0 1 0 0 0,0 0 0 0 0,0 0 0 0 0,1-1 0 0 0,-1 1 1 0 0,0 0-1 0 0,0 0 0 0 0,0-1 0 0 0,0 1 0 0 0,0 0 1 0 0,0 0-1 0 0,-1-1 0 0 0,1 1 0 0 0,0 0 0 0 0,0 0 0 0 0,0-1 1 0 0,0 1-1 0 0,0 0 0 0 0,0 0 0 0 0,0 0 0 0 0,0-1 0 0 0,-1 1 1 0 0,1 0-1 0 0,0 0 0 0 0,0 0 0 0 0,0-1 0 0 0,0 1 0 0 0,-1 0 1 0 0,1 0-1 0 0,0 0 0 0 0,0 0 0 0 0,0-1 0 0 0,-1 1 0 0 0,1 0 1 0 0,0 0-1 0 0,0 0 0 0 0,-1 0 0 0 0,1 0 0 0 0,-1 0 0 0 0,-19 34 156 0 0,13-19-113 0 0,0 0 0 0 0,1 0 0 0 0,1 1 0 0 0,1-1 0 0 0,-5 32 0 0 0,-3 9 55 0 0,11-48-74 0 0,0 1 1 0 0,0-1-1 0 0,1 1 0 0 0,1 0 0 0 0,-1-1 0 0 0,1 1 0 0 0,1-1 0 0 0,-1 1 0 0 0,5 9 0 0 0,0 12 79 0 0,-6-29-96 0 0,0-1 1 0 0,0 1-1 0 0,0 0 1 0 0,1 0-1 0 0,-1 0 1 0 0,0 0-1 0 0,0 0 1 0 0,0-1-1 0 0,1 1 1 0 0,-1 0-1 0 0,0 0 1 0 0,1 0-1 0 0,-1-1 1 0 0,0 1-1 0 0,1 0 1 0 0,-1 0-1 0 0,1-1 1 0 0,0 1-1 0 0,-1 0 1 0 0,1-1-1 0 0,-1 1 1 0 0,1-1-1 0 0,0 1 1 0 0,0-1-1 0 0,-1 1 1 0 0,1-1 0 0 0,0 1-1 0 0,0-1 1 0 0,1 1-1 0 0,7-31 131 0 0,-5 19-118 0 0,-2-1 1 0 0,0 0-1 0 0,1-17 0 0 0,-2 18 0 0 0,0-1 0 0 0,1 1-1 0 0,4-14 1 0 0,-5 20-13 0 0,0 0-1 0 0,-1 0 1 0 0,1 0-1 0 0,-1 0 1 0 0,0 1-1 0 0,-1-6 1 0 0,1-12 28 0 0,0 21-30 0 0,1-20 186 0 0,-1 21-189 0 0,0 0-1 0 0,0 0 0 0 0,-1-1 0 0 0,1 1 0 0 0,0 0 0 0 0,0 0 1 0 0,0 0-1 0 0,-1 0 0 0 0,1 0 0 0 0,0-1 0 0 0,0 1 1 0 0,0 0-1 0 0,-1 0 0 0 0,1 0 0 0 0,0 0 0 0 0,0 0 0 0 0,-1 0 1 0 0,1 0-1 0 0,0 0 0 0 0,0 0 0 0 0,-1 0 0 0 0,1 0 1 0 0,0 0-1 0 0,0 0 0 0 0,-1 0 0 0 0,1 0 0 0 0,0 0 1 0 0,0 0-1 0 0,-1 0 0 0 0,1 0 0 0 0,0 0 0 0 0,0 0 0 0 0,-1 0 1 0 0,1 1-1 0 0,0-1 0 0 0,0 0 0 0 0,0 0 0 0 0,-1 0 1 0 0,1 0-1 0 0,0 1 0 0 0,-2 14 130 0 0,10 33-96 0 0,-3-21 6 0 0,-4-21-31 0 0,-1 0 0 0 0,1 0 0 0 0,1 0 0 0 0,-1 0 0 0 0,1 0 0 0 0,0-1 0 0 0,5 11 0 0 0,1 6 120 0 0,-1-6 54 0 0,17-42-77 0 0,-19 15-64 0 0,2 1 1 0 0,-1-1-1 0 0,2 1 1 0 0,-1 1-1 0 0,1-1 1 0 0,1 1-1 0 0,0 1 1 0 0,0 0-1 0 0,0 0 0 0 0,1 1 1 0 0,15-9-1 0 0,-24 16-43 0 0,0 0-1 0 0,0 0 0 0 0,0 0 1 0 0,0 0-1 0 0,0 1 1 0 0,-1-1-1 0 0,1 0 0 0 0,0 1 1 0 0,0-1-1 0 0,0 0 0 0 0,0 1 1 0 0,0-1-1 0 0,-1 1 1 0 0,1-1-1 0 0,0 1 0 0 0,-1 0 1 0 0,1-1-1 0 0,0 1 1 0 0,-1 0-1 0 0,2 1 0 0 0,15 19 66 0 0,-6 0 36 0 0,-1 0 0 0 0,0 0-1 0 0,10 39 1 0 0,-20-57 29 0 0,2-5-132 0 0,-1 1 1 0 0,0-1-1 0 0,1 1 1 0 0,-1-1-1 0 0,0 0 1 0 0,0 1-1 0 0,0-1 1 0 0,-1 0-1 0 0,1 0 1 0 0,0 0-1 0 0,-1 0 1 0 0,1 1-1 0 0,-1-1 0 0 0,0 0 1 0 0,1-4-1 0 0,2-6 21 0 0,1-1-3 0 0,17-34 59 0 0,-11 29-64 0 0,-3 11-13 0 0,-1 4 5 0 0,-3 1-3 0 0,1 0 0 0 0,-1 0 1 0 0,1 0-1 0 0,0 0 0 0 0,0 1 0 0 0,0-1 0 0 0,0 1 0 0 0,0 0 0 0 0,1 1 0 0 0,-1-1 0 0 0,0 0 0 0 0,0 1 1 0 0,0 0-1 0 0,1 0 0 0 0,-1 1 0 0 0,0-1 0 0 0,0 1 0 0 0,5 1 0 0 0,19 2 85 0 0,-26-4-72 0 0,0 0-11 0 0,0 0 1 0 0,0 0 0 0 0,-1 0 0 0 0,1-1 0 0 0,0 1 0 0 0,0 0 0 0 0,-1-1 0 0 0,1 1 0 0 0,0-1 0 0 0,-1 1 0 0 0,1-1 0 0 0,0 0-1 0 0,-1 0 1 0 0,1 0 0 0 0,1-1 0 0 0,34-44 175 0 0,-36 44-168 0 0,8-6 91 0 0,-10 42-44 0 0,0-10-34 0 0,1-1 1 0 0,2 1-1 0 0,0 0 1 0 0,1-1-1 0 0,1 0 1 0 0,11 34-1 0 0,-15-57-28 0 0,0 0 0 0 0,0-1 0 0 0,0 1 0 0 0,0 0 0 0 0,0-1 0 0 0,0 1 1 0 0,0 0-1 0 0,1-1 0 0 0,-1 1 0 0 0,0 0 0 0 0,0-1 0 0 0,0 1 0 0 0,1 0 0 0 0,-1-1 0 0 0,0 1 0 0 0,0 0 0 0 0,1 0 0 0 0,-1-1 0 0 0,0 1 0 0 0,0 0 0 0 0,1 0 0 0 0,-1 0 0 0 0,0-1 0 0 0,1 1 0 0 0,-1 0 0 0 0,0 0 0 0 0,1 0 0 0 0,-1 0 0 0 0,0 0 1 0 0,1 0-1 0 0,-1 0 0 0 0,1 0 0 0 0,-1 0 0 0 0,0 0 0 0 0,1 0 0 0 0,-1 0 0 0 0,0 0 0 0 0,1 0 0 0 0,-1 0 0 0 0,1 0 0 0 0,-1 0 0 0 0,0 0 0 0 0,1 0 0 0 0,-1 0 0 0 0,0 1 0 0 0,1-1 0 0 0,-1 0 0 0 0,0 0 0 0 0,0 0 0 0 0,1 1 0 0 0,-1-1 0 0 0,0 0 1 0 0,0 0-1 0 0,1 1 0 0 0,-1-1 0 0 0,0 0 0 0 0,0 1 0 0 0,1-1 0 0 0,-1 0 0 0 0,0 1 0 0 0,0-1 0 0 0,0 0 0 0 0,0 1 0 0 0,0-1 0 0 0,0 0 0 0 0,0 1 0 0 0,1-1 0 0 0,-1 1 0 0 0,11-28 30 0 0,4-102 60 0 0,-11 114-76 0 0,-3 13-10 0 0,0 1 0 0 0,0-1 0 0 0,0 0 0 0 0,-1-1 0 0 0,1 1 0 0 0,-1 0 0 0 0,0 0 0 0 0,1 0 0 0 0,-1 0 0 0 0,-1-4 0 0 0,3 7 3 0 0,0 2-6 0 0,0-1 1 0 0,0 1-1 0 0,-1-1 0 0 0,1 1 0 0 0,-1 0 0 0 0,1 0 1 0 0,-1 0-1 0 0,0-1 0 0 0,0 1 0 0 0,0 0 0 0 0,-1 0 0 0 0,1 5 1 0 0,5 11 10 0 0,-4-14-7 0 0,0-1 0 0 0,0 1 0 0 0,1-1 0 0 0,-1 0 0 0 0,1 0 0 0 0,0-1 0 0 0,0 1 0 0 0,0 0 0 0 0,7 4 1 0 0,-8-7-4 0 0,0 0 0 0 0,0 0 1 0 0,0 0-1 0 0,0-1 0 0 0,0 1 0 0 0,0-1 1 0 0,0 1-1 0 0,0-1 0 0 0,0 0 1 0 0,1 0-1 0 0,-1 0 0 0 0,0 0 1 0 0,0 0-1 0 0,0-1 0 0 0,0 1 1 0 0,0-1-1 0 0,0 1 0 0 0,0-1 1 0 0,0 0-1 0 0,0 1 0 0 0,0-1 1 0 0,0 0-1 0 0,0-1 0 0 0,3-1 1 0 0,0 0 4 0 0,0 0 1 0 0,0-1 0 0 0,0 0-1 0 0,0 0 1 0 0,-1 0 0 0 0,1 0-1 0 0,-1-1 1 0 0,0 0 0 0 0,0 0-1 0 0,-1 0 1 0 0,4-6 0 0 0,8-10 21 0 0,-14 20-22 0 0,11-17 64 0 0,-18 40-56 0 0,1 0 0 0 0,1-1 0 0 0,-2 34 0 0 0,6-43-9 0 0,0-1 1 0 0,1 1-1 0 0,0-1 0 0 0,0 1 0 0 0,1-1 1 0 0,1 1-1 0 0,0-1 0 0 0,7 16 1 0 0,-10-27-8 0 0,0 1 1 0 0,1-1-1 0 0,-1 1 1 0 0,0-1-1 0 0,1 1 1 0 0,-1-1 0 0 0,0 1-1 0 0,1-1 1 0 0,-1 0-1 0 0,0 1 1 0 0,1-1-1 0 0,-1 0 1 0 0,1 1 0 0 0,-1-1-1 0 0,1 0 1 0 0,-1 0-1 0 0,1 1 1 0 0,-1-1-1 0 0,1 0 1 0 0,-1 0 0 0 0,1 0-1 0 0,-1 0 1 0 0,1 0-1 0 0,-1 0 1 0 0,1 1 0 0 0,0-1-1 0 0,-1-1 1 0 0,1 1-1 0 0,-1 0 1 0 0,1 0-1 0 0,-1 0 1 0 0,1 0 0 0 0,-1 0-1 0 0,1 0 1 0 0,-1-1-1 0 0,1 1 1 0 0,-1 0-1 0 0,1 0 1 0 0,-1-1 0 0 0,1 1-1 0 0,-1 0 1 0 0,1-1-1 0 0,-1 1 1 0 0,16-14 14 0 0,-6-4 0 0 0,17-37 0 0 0,2-8 19 0 0,-25 54-21 0 0,-2 7-4 0 0,-1 2-8 0 0,0 1-1 0 0,0-1 1 0 0,-1 1-1 0 0,1-1 1 0 0,0 1-1 0 0,0-1 1 0 0,0 1-1 0 0,-1 0 1 0 0,1-1-1 0 0,0 1 1 0 0,-1 0 0 0 0,1-1-1 0 0,0 1 1 0 0,-1 0-1 0 0,1 0 1 0 0,-1 0-1 0 0,0-1 1 0 0,1 1-1 0 0,-1 0 1 0 0,1 0-1 0 0,-1 0 1 0 0,0 0-1 0 0,0 0 1 0 0,0 0-1 0 0,1 0 1 0 0,-1 0-1 0 0,0 0 1 0 0,0 0-1 0 0,-1 1 1 0 0,2 1 1 0 0,4 38 8 0 0,-2 1 0 0 0,-3 81 0 0 0,0-112-8 0 0,-1-1 0 0 0,0 0 0 0 0,0 0 0 0 0,-1 0 0 0 0,0 0-1 0 0,-1 0 1 0 0,0 0 0 0 0,-1-1 0 0 0,0 1 0 0 0,0-1 0 0 0,-1 0 0 0 0,0 0 0 0 0,-1 0 0 0 0,0-1-1 0 0,0 0 1 0 0,-10 9 0 0 0,14-14-2 0 0,0-1 0 0 0,-1 0 0 0 0,1 0 0 0 0,-1-1 0 0 0,0 1 0 0 0,1 0 0 0 0,-1-1 0 0 0,0 0 0 0 0,0 0 0 0 0,0 0 0 0 0,0 0 0 0 0,0 0 0 0 0,0 0 0 0 0,0-1 0 0 0,0 1 0 0 0,0-1 0 0 0,-1 0 0 0 0,1 0 0 0 0,0 0 0 0 0,0-1 0 0 0,0 1 0 0 0,0-1 0 0 0,-5-1 0 0 0,-4-4 0 0 0,-1-5 0 0 0,6 1 0 0 0,3 1 0 0 0,2-1 0 0 0,2 9 0 0 0,-1 0 0 0 0,1 1 0 0 0,0-1 0 0 0,0 0 0 0 0,0 0 0 0 0,0 1 0 0 0,0-1 0 0 0,1 0 0 0 0,-1 0 0 0 0,0 1 0 0 0,0-1 0 0 0,0 0 0 0 0,1 1 0 0 0,-1-1 0 0 0,0 0 0 0 0,1 1 0 0 0,-1-1 0 0 0,0 0 0 0 0,1 1 0 0 0,-1-1 0 0 0,1 1 0 0 0,-1-1 0 0 0,1 0 0 0 0,-1 1 0 0 0,1 0 0 0 0,-1-1 0 0 0,1 1 0 0 0,0-1 0 0 0,1 0 0 0 0,-1 1 0 0 0,9-7 0 0 0,0 1 0 0 0,0 1 0 0 0,21-9 0 0 0,14-7 0 0 0,-36 15 0 0 0,7-3 0 0 0,-1-1 0 0 0,0-1 0 0 0,-1-1 0 0 0,0 0 0 0 0,-1-1 0 0 0,22-26 0 0 0,-23 24 0 0 0,-2 2 0 0 0,0 0 0 0 0,-1-1 0 0 0,0 0 0 0 0,-1 0 0 0 0,0-1 0 0 0,-1 0 0 0 0,-1 0 0 0 0,-1 0 0 0 0,6-22 0 0 0,-11 35 0 0 0,4-18 0 0 0,-1-1 0 0 0,-1 1 0 0 0,-1 0 0 0 0,-1 0 0 0 0,0-1 0 0 0,-5-25 0 0 0,1 32 0 0 0,0 0 0 0 0,4 13 0 0 0,0 1 0 0 0,0-1 0 0 0,0 1 0 0 0,-1-1 0 0 0,1 1 0 0 0,0 0 0 0 0,0-1 0 0 0,0 1 0 0 0,0-1 0 0 0,-1 1 0 0 0,1 0 0 0 0,0-1 0 0 0,0 1 0 0 0,-1 0 0 0 0,1-1 0 0 0,0 1 0 0 0,-1 0 0 0 0,1-1 0 0 0,0 1 0 0 0,-1 0 0 0 0,1 0 0 0 0,-1-1 0 0 0,1 1 0 0 0,0 0 0 0 0,-1 0 0 0 0,1 0 0 0 0,-1 0 0 0 0,1-1 0 0 0,-1 1 0 0 0,1 0 0 0 0,0 0 0 0 0,-1 0 0 0 0,0 0 0 0 0,0 1 0 0 0,1 0 0 0 0,-1-1 0 0 0,0 1 0 0 0,0 0 0 0 0,1 0 0 0 0,-1-1 0 0 0,0 1 0 0 0,1 0 0 0 0,-1 0 0 0 0,1 0 0 0 0,-1 0 0 0 0,1 0 0 0 0,0 0 0 0 0,-1 0 0 0 0,1 1 0 0 0,-2 6 0 0 0,0 1 0 0 0,0-1 0 0 0,1 0 0 0 0,1 1 0 0 0,-1-1 0 0 0,1 1 0 0 0,1-1 0 0 0,2 17 0 0 0,1-4 0 0 0,1 0 0 0 0,13 33 0 0 0,-7-27 0 0 0,-1-9 0 0 0,-1 0 0 0 0,-5-15 0 0 0,19 8 0 0 0,-8-6 0 0 0,0 6 0 0 0,-7-4 0 0 0,-1 3 0 0 0,-4 4 0 0 0,0-4 0 0 0,-3 4 0 0 0,0 1 0 0 0,0-1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0.57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0 134 6632 0 0,'1'0'2741'0'0,"5"2"-1221"0"0,2-1-872 0 0,-1 1-435 0 0,1 0-1 0 0,0 0 1 0 0,-1-1 0 0 0,1 0-1 0 0,11-1 1 0 0,-18 1-11 0 0,0-1 1 0 0,0 1-1 0 0,1-1 0 0 0,-1 1 0 0 0,0 0 1 0 0,0 0-1 0 0,0 0 0 0 0,0-1 1 0 0,0 1-1 0 0,0 0 0 0 0,0 0 1 0 0,0 0-1 0 0,0 1 0 0 0,-1-1 0 0 0,2 2 1 0 0,11 9 436 0 0,-12-11-619 0 0,1-2-3 0 0,8-6-32 0 0,0 0 0 0 0,0-1-1 0 0,0 0 1 0 0,-1-1 0 0 0,-1 0 0 0 0,12-15-1 0 0,19-18-309 0 0,-3 4-293 0 0,-33 35 552 0 0,0 1 1 0 0,1 0-1 0 0,-1 0 1 0 0,1 1-1 0 0,0-1 1 0 0,-1 1 0 0 0,1-1-1 0 0,5 0 1 0 0,3-1-268 0 0,-11 3 322 0 0,0 0 1 0 0,0 1-1 0 0,0-1 0 0 0,0 0 0 0 0,0 1 1 0 0,-1-1-1 0 0,1 1 0 0 0,0 0 0 0 0,0-1 0 0 0,0 1 1 0 0,-1 0-1 0 0,1-1 0 0 0,0 1 0 0 0,0 0 0 0 0,-1 0 1 0 0,1 0-1 0 0,-1-1 0 0 0,1 1 0 0 0,-1 0 1 0 0,1 0-1 0 0,-1 0 0 0 0,1 1 0 0 0,10 22-114 0 0,-3-2 53 0 0,-1 1-1 0 0,-1 0 1 0 0,5 42-1 0 0,7 40-38 0 0,-15-92 111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1.17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144 0 8744 0 0,'27'0'152'0'0,"-9"0"158"0"0,-18 1-298 0 0,0-1 0 0 0,0 1 0 0 0,0-1 0 0 0,0 1-1 0 0,1-1 1 0 0,-1 1 0 0 0,0-1 0 0 0,0 1 0 0 0,0-1-1 0 0,0 1 1 0 0,-1-1 0 0 0,1 1 0 0 0,0-1-1 0 0,0 1 1 0 0,0-1 0 0 0,0 1 0 0 0,0-1 0 0 0,-1 1-1 0 0,1-1 1 0 0,0 1 0 0 0,0-1 0 0 0,-1 0 0 0 0,1 1-1 0 0,0-1 1 0 0,-1 1 0 0 0,1-1 0 0 0,0 0 0 0 0,-1 1-1 0 0,1-1 1 0 0,-1 0 0 0 0,1 1 0 0 0,-11 6 171 0 0,1 1 0 0 0,1 1 0 0 0,-1 0 0 0 0,2 0 0 0 0,-1 1 0 0 0,1 0 0 0 0,-10 16 0 0 0,-47 86 692 0 0,60-103-836 0 0,2-5-16 0 0,1 1 0 0 0,0-1 0 0 0,1 1 0 0 0,-1-1 1 0 0,1 1-1 0 0,-1-1 0 0 0,1 1 0 0 0,1 0 0 0 0,-1 0 0 0 0,1-1 0 0 0,0 1 0 0 0,0 0 0 0 0,0 0 0 0 0,1 0 0 0 0,-1-1 0 0 0,1 1 0 0 0,0 0 0 0 0,1-1 0 0 0,-1 1 0 0 0,5 7 0 0 0,-5-10-16 0 0,1 0 0 0 0,0 0 0 0 0,-1-1 0 0 0,1 1 0 0 0,0 0-1 0 0,0-1 1 0 0,0 0 0 0 0,1 0 0 0 0,-1 1 0 0 0,4 0 0 0 0,1 1-4 0 0,14 7 9 0 0,40 11-1 0 0,-45-16-6 0 0,1 0-1 0 0,-1 1 1 0 0,-1 1-1 0 0,1 0 1 0 0,21 15 0 0 0,-17-5-5 0 0,-16-12 0 0 0,5 8 0 0 0,-7 1 0 0 0,-2-11 0 0 0,0 1 1 0 0,-1-1 0 0 0,1 1-1 0 0,-1-1 1 0 0,0 1 0 0 0,0-1 0 0 0,0 0-1 0 0,-1 1 1 0 0,1-1 0 0 0,-1 0-1 0 0,0 0 1 0 0,-3 6 0 0 0,-33 30 17 0 0,1-2-5 0 0,29-27 3 0 0,-1 0 0 0 0,0-1 0 0 0,0 0 1 0 0,-1-1-1 0 0,-14 9 0 0 0,-61 36 104 0 0,55-36-43 0 0,19-11-27 0 0,4-2-26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2.5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0 480 9944 0 0,'0'0'1968'0'0,"4"0"-1838"0"0,18-2-46 0 0,0 0-1 0 0,0-2 0 0 0,-1-1 1 0 0,0-1-1 0 0,1 0 1 0 0,-2-2-1 0 0,1 0 0 0 0,-1-1 1 0 0,-1-2-1 0 0,27-17 1 0 0,-39 23-61 0 0,0-1 0 0 0,-1-1 0 0 0,1 1 0 0 0,-1-1 0 0 0,-1-1 1 0 0,1 1-1 0 0,-1-1 0 0 0,0 0 0 0 0,-1 0 0 0 0,0 0 0 0 0,0 0 1 0 0,-1-1-1 0 0,0 0 0 0 0,0 1 0 0 0,2-18 0 0 0,0-10 6 0 0,-1-1 0 0 0,-2-56 0 0 0,-1 79-25 0 0,0 9-1 0 0,-1 1-1 0 0,0-1 0 0 0,0 0 0 0 0,-1 0 1 0 0,1 0-1 0 0,-1 1 0 0 0,0-1 0 0 0,0 0 1 0 0,0 0-1 0 0,-4-7 0 0 0,-1 2 8 0 0,4 7-2 0 0,-4 3-2 0 0,0 9-3 0 0,1 8 0 0 0,2 0 0 0 0,0 0 0 0 0,1 1 1 0 0,0 24-1 0 0,-1 6 41 0 0,2-3 117 0 0,1 1 0 0 0,3 0-1 0 0,15 87 1 0 0,-9-79 168 0 0,13 16 319 0 0,-21-68-524 0 0,2 1-14 0 0,-3-3-101 0 0,0 1 1 0 0,1-1-1 0 0,-1 1 1 0 0,0 0-1 0 0,1-1 1 0 0,-1 0-1 0 0,0 1 0 0 0,1-1 1 0 0,-1 1-1 0 0,1-1 1 0 0,-1 1-1 0 0,0-1 1 0 0,1 0-1 0 0,-1 1 0 0 0,1-1 1 0 0,-1 0-1 0 0,1 0 1 0 0,0 1-1 0 0,-1-1 1 0 0,1 0-1 0 0,-1 0 1 0 0,1 0-1 0 0,-1 0 0 0 0,1 0 1 0 0,0 1-1 0 0,-1-1 1 0 0,1 0-1 0 0,-1 0 1 0 0,1-1-1 0 0,-1 1 0 0 0,2 0 1 0 0,3-5 60 0 0,0 0 0 0 0,0-1 1 0 0,-1 1-1 0 0,0-1 0 0 0,0 0 0 0 0,0 0 0 0 0,-1-1 1 0 0,0 1-1 0 0,0-1 0 0 0,-1 0 0 0 0,0 1 1 0 0,2-11-1 0 0,-1 6 11 0 0,1 0 1 0 0,0 1-1 0 0,8-17 0 0 0,-10 24-40 0 0,0 0-1 0 0,-1 0 0 0 0,1-1 1 0 0,-1 1-1 0 0,0 0 0 0 0,0-1 1 0 0,0 1-1 0 0,0-1 0 0 0,0 1 1 0 0,-1-1-1 0 0,0 1 0 0 0,0-1 1 0 0,0 1-1 0 0,0-1 0 0 0,-1-4 1 0 0,1 7-9 0 0,0 0 1 0 0,1 0 0 0 0,-1 0-1 0 0,1 0 1 0 0,-1 0 0 0 0,1 0-1 0 0,-1 1 1 0 0,1-1-1 0 0,-1 0 1 0 0,1 0 0 0 0,-1 1-1 0 0,1-1 1 0 0,0 0 0 0 0,0 1-1 0 0,-1-1 1 0 0,1 0-1 0 0,0 1 1 0 0,0-1 0 0 0,0 1-1 0 0,-1 0 1 0 0,1-1 0 0 0,0 1-1 0 0,0 0 1 0 0,0-1-1 0 0,0 1 1 0 0,0 0 0 0 0,0 0-1 0 0,0 0 1 0 0,0 0 0 0 0,0 0-1 0 0,0 0 1 0 0,0 0-1 0 0,1 0 1 0 0,2 5 5 0 0,-1 0 0 0 0,0 1 0 0 0,0-1 0 0 0,-1 0 0 0 0,1 1 0 0 0,-1 0-1 0 0,0 0 1 0 0,0-1 0 0 0,-1 1 0 0 0,0 0 0 0 0,0 0 0 0 0,-1 0 0 0 0,1 9 0 0 0,2 10 56 0 0,0-4 70 0 0,13 41-1 0 0,-14-55-126 0 0,0-1-1 0 0,1 1 1 0 0,0-1-1 0 0,0 1 1 0 0,0-1-1 0 0,1-1 1 0 0,0 1-1 0 0,0 0 0 0 0,0-1 1 0 0,8 7-1 0 0,-11-10-6 0 0,1-1 0 0 0,-1 0-1 0 0,1 1 1 0 0,0-1 0 0 0,0 0-1 0 0,0 0 1 0 0,-1 0 0 0 0,1 0-1 0 0,0 0 1 0 0,0-1 0 0 0,0 1-1 0 0,1-1 1 0 0,-1 1 0 0 0,2-1 0 0 0,-2 0-18 0 0,-1 0 0 0 0,0-1 0 0 0,0 1 0 0 0,0 0 1 0 0,0-1-1 0 0,0 0 0 0 0,0 1 0 0 0,0-1 0 0 0,-1 0 1 0 0,1 1-1 0 0,0-1 0 0 0,0 0 0 0 0,0 0 0 0 0,-1 0 1 0 0,1 1-1 0 0,0-1 0 0 0,-1 0 0 0 0,1 0 0 0 0,-1 0 1 0 0,1 0-1 0 0,-1 0 0 0 0,0 0 0 0 0,1-1 0 0 0,-1 1 1 0 0,0 0-1 0 0,1-1 0 0 0,0-1-2 0 0,11-37 212 0 0,12-74 1 0 0,-20 97-146 0 0,0-1 0 0 0,13-32 0 0 0,0 3 224 0 0,-17 44 21 0 0,2 5-311 0 0,-1 1-1 0 0,0-1 0 0 0,1 0 1 0 0,-1 1-1 0 0,0-1 0 0 0,0 1 0 0 0,-1 0 1 0 0,1-1-1 0 0,0 1 0 0 0,-1 5 1 0 0,3 16 46 0 0,1-1 0 0 0,1 1 0 0 0,0-1 0 0 0,2 0 0 0 0,1 0 0 0 0,17 35 1 0 0,-23-55-39 0 0,0 1 1 0 0,1-1-1 0 0,0 0 1 0 0,-1 0-1 0 0,1 1 1 0 0,0-2 0 0 0,0 1-1 0 0,1 0 1 0 0,-1-1-1 0 0,0 1 1 0 0,1-1-1 0 0,0 0 1 0 0,-1 0-1 0 0,6 1 1 0 0,-8-3-15 0 0,0 1 0 0 0,0-1 0 0 0,0 0 0 0 0,1 0 1 0 0,-1 0-1 0 0,0 0 0 0 0,0 0 0 0 0,0 0 0 0 0,0 0 0 0 0,1 0 0 0 0,-1 0 0 0 0,0-1 0 0 0,0 1 1 0 0,0 0-1 0 0,0-1 0 0 0,0 1 0 0 0,0-1 0 0 0,0 1 0 0 0,0-1 0 0 0,0 0 0 0 0,0 1 1 0 0,0-1-1 0 0,0 0 0 0 0,0 0 0 0 0,0 0 0 0 0,0 0 0 0 0,-1 1 0 0 0,1-1 0 0 0,1-2 0 0 0,12-24 69 0 0,-14 26-68 0 0,4-9 20 0 0,-1 0 0 0 0,0-1 0 0 0,0 0 0 0 0,-1 0 0 0 0,0-18 0 0 0,2 2 12 0 0,33-308 379 0 0,-36 322-390 0 0,0 1-1 0 0,-1 0 1 0 0,-1-1 0 0 0,0 1-1 0 0,-3-17 1 0 0,4 29-21 0 0,0-1 1 0 0,0 1-1 0 0,0-1 1 0 0,0 1 0 0 0,-1-1-1 0 0,1 0 1 0 0,0 1-1 0 0,0-1 1 0 0,0 1-1 0 0,-1-1 1 0 0,1 1-1 0 0,0-1 1 0 0,-1 1-1 0 0,1-1 1 0 0,0 1-1 0 0,-1-1 1 0 0,1 1-1 0 0,-1 0 1 0 0,1-1-1 0 0,0 1 1 0 0,-1-1-1 0 0,1 1 1 0 0,-2-1-1 0 0,-5 10 56 0 0,-3 28-11 0 0,0 44 113 0 0,3 154-1 0 0,9-181-97 0 0,3-1-1 0 0,2 0 0 0 0,3 0 0 0 0,17 56 1 0 0,-13-75-12 0 0,-13-32-47 0 0,-1-1 0 0 0,1 0 0 0 0,0 1 0 0 0,-1-1 0 0 0,1 0 0 0 0,0 1 0 0 0,0-1 0 0 0,0 0 0 0 0,0 0 0 0 0,1 0 0 0 0,-1 0 1 0 0,0 0-1 0 0,0 0 0 0 0,1 0 0 0 0,-1 0 0 0 0,0 0 0 0 0,1 0 0 0 0,-1-1 0 0 0,1 1 0 0 0,2 0 0 0 0,-4-39 97 0 0,2-46-2 0 0,-2-62 64 0 0,-6 113-117 0 0,3 23 12 0 0,2 11 131 0 0,1 1-188 0 0,1 0 1 0 0,0-1 0 0 0,0 1 0 0 0,0 0 0 0 0,0-1 0 0 0,0 1 0 0 0,0-1-1 0 0,0 1 1 0 0,1-1 0 0 0,-1 0 0 0 0,0 1 0 0 0,1-1 0 0 0,-1 0-1 0 0,3 1 1 0 0,24 16 25 0 0,-13-11-16 0 0,-8-4-7 0 0,-1 0 0 0 0,1-1 0 0 0,-1 1 0 0 0,11 1 1 0 0,-13-2-2 0 0,5 7 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2.93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23 15472 0 0,'0'0'1977'0'0,"3"-4"-1835"0"0,14-14 1642 0 0,-15 20-1678 0 0,0 0 0 0 0,-1 0-1 0 0,1 1 1 0 0,0-2-1 0 0,0 1 1 0 0,0 0-1 0 0,0 0 1 0 0,1-1 0 0 0,-1 1-1 0 0,5 2 1 0 0,8 3 7 0 0,-9-3-76 0 0,0-1 1 0 0,0 0-1 0 0,1 0 0 0 0,-1-1 1 0 0,1 0-1 0 0,8 2 0 0 0,-3-2 19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4.5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108 0 3616 0 0,'16'0'22'0'0,"-4"0"18"0"0,2 0 17 0 0,-13 0-8 0 0,13 17 407 0 0,-16 6-307 0 0,-1-1 1 0 0,-1 0 0 0 0,-9 30-1 0 0,5-19 82 0 0,-1 0-12 0 0,0 0-1 0 0,-2-1 1 0 0,-1 0-1 0 0,-2-1 1 0 0,-1-1-1 0 0,-1 0 1 0 0,-25 34-1 0 0,33-54-123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5.3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6224 0 0,'20'2'14'0'0,"7"0"45"0"0,41 0 92 0 0,-67-2-134 0 0,0 1 1 0 0,1-1-1 0 0,-1 1 1 0 0,0 0-1 0 0,0-1 0 0 0,0 1 1 0 0,0 0-1 0 0,-1 0 1 0 0,1 0-1 0 0,0 0 0 0 0,0 0 1 0 0,0 0-1 0 0,-1 0 1 0 0,1 0-1 0 0,0 0 1 0 0,-1 0-1 0 0,1 0 0 0 0,-1 0 1 0 0,0 0-1 0 0,1 1 1 0 0,-1-1-1 0 0,0 0 1 0 0,0 0-1 0 0,1 1 0 0 0,-1-1 1 0 0,0 0-1 0 0,0 0 1 0 0,0 1-1 0 0,-1 1 1 0 0,3 9 1 0 0,10 26 226 0 0,17 39-1 0 0,3 5-50 0 0,48 161 270 0 0,-78-238-439 0 0,-1 0-1 0 0,1 0 1 0 0,0 0 0 0 0,1 0-1 0 0,-1-1 1 0 0,1 1-1 0 0,0-1 1 0 0,0 1 0 0 0,0-1-1 0 0,1 0 1 0 0,0 0 0 0 0,-1-1-1 0 0,1 1 1 0 0,8 5-1 0 0,-10-8 166 0 0,14-16 107 0 0,-9-15-193 0 0,0 1 0 0 0,-2-1 0 0 0,2-42 0 0 0,5-30 135 0 0,4 28 90 0 0,-16 71-273 0 0,0-3 192 0 0,2 15-8 0 0,16 71 293 0 0,-14-56-431 0 0,1 0 0 0 0,2-1 0 0 0,10 28 0 0 0,-9-25 92 0 0,10 24 85 0 0,-16-47-243 0 0,-1 1-1 0 0,1-1 0 0 0,0 0 0 0 0,0 1 0 0 0,0-1 0 0 0,1 0 1 0 0,-1 0-1 0 0,1-1 0 0 0,-1 1 0 0 0,6 4 0 0 0,-7-7-19 0 0,-1 0-1 0 0,1 1 1 0 0,-1-1-1 0 0,1 0 1 0 0,0 1-1 0 0,-1-1 1 0 0,1 0-1 0 0,-1 0 1 0 0,1 0-1 0 0,0 0 1 0 0,-1 0-1 0 0,1 0 1 0 0,-1 0-1 0 0,1 0 1 0 0,0 0-1 0 0,-1 0 1 0 0,1 0-1 0 0,0 0 1 0 0,-1 0-1 0 0,1 0 1 0 0,-1 0-1 0 0,1-1 1 0 0,0 1-1 0 0,-1 0 1 0 0,1-1-1 0 0,-1 1 1 0 0,1 0-1 0 0,-1-1 1 0 0,1 1-1 0 0,0-1 1 0 0,13-21 249 0 0,0-27-44 0 0,35-209 904 0 0,-24 158-443 0 0,-21 77-348 0 0,-3 21-244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6.2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1 197 10752 0 0,'17'5'24'0'0,"20"6"182"0"0,14 10 322 0 0,-45-18-441 0 0,0 1-1 0 0,0 0 1 0 0,0 1-1 0 0,-1-1 1 0 0,10 10-1 0 0,9 21 102 0 0,-13-15 349 0 0,1 0 0 0 0,18 24 0 0 0,-23-36-422 0 0,0 0 1 0 0,1-1-1 0 0,0 1 0 0 0,0-1 0 0 0,0-1 1 0 0,1 0-1 0 0,13 7 0 0 0,-20-13-106 0 0,0 1-1 0 0,0-1 1 0 0,1 1-1 0 0,-1-1 1 0 0,0 0-1 0 0,1 0 0 0 0,-1 0 1 0 0,0 0-1 0 0,0 0 1 0 0,1-1-1 0 0,-1 1 1 0 0,0-1-1 0 0,0 1 1 0 0,1-1-1 0 0,-1 0 1 0 0,0 0-1 0 0,0 0 1 0 0,0 0-1 0 0,0 0 0 0 0,0-1 1 0 0,0 1-1 0 0,-1-1 1 0 0,1 1-1 0 0,0-1 1 0 0,2-3-1 0 0,-3 5-7 0 0,-1-1 0 0 0,0 0 0 0 0,1 0 0 0 0,-1 0 1 0 0,1 1-1 0 0,-1-1 0 0 0,0 0 0 0 0,0 0 0 0 0,0 0 0 0 0,1 0 0 0 0,-1 0 0 0 0,0 0 0 0 0,0 1 0 0 0,0-1 0 0 0,0 0 0 0 0,0 0 0 0 0,-1-2 0 0 0,1-2 2 0 0,1-3-7 0 0,0 0 1 0 0,-1 0-1 0 0,0 0 1 0 0,0 0-1 0 0,-1 0 1 0 0,0-1-1 0 0,0 1 1 0 0,-1 0-1 0 0,0 0 1 0 0,-1 1-1 0 0,1-1 1 0 0,-1 0-1 0 0,-1 1 1 0 0,0 0-1 0 0,-5-9 1 0 0,9 16 1 0 0,0-1 1 0 0,0 1-1 0 0,-1-1 1 0 0,1 1 0 0 0,0-1-1 0 0,0 1 1 0 0,-1-1-1 0 0,1 1 1 0 0,0 0-1 0 0,0-1 1 0 0,-1 1 0 0 0,1-1-1 0 0,-1 1 1 0 0,1 0-1 0 0,0-1 1 0 0,-1 1 0 0 0,1 0-1 0 0,-1-1 1 0 0,1 1-1 0 0,-1 0 1 0 0,1 0 0 0 0,-1-1-1 0 0,1 1 1 0 0,-1 0-1 0 0,1 0 1 0 0,-1 0 0 0 0,1 0-1 0 0,-1 0 1 0 0,1 0-1 0 0,-1 0 1 0 0,1 0 0 0 0,-1 0-1 0 0,1 0 1 0 0,-1 0-1 0 0,1 0 1 0 0,-1 0 0 0 0,1 0-1 0 0,-1 0 1 0 0,1 1-1 0 0,-1-1 1 0 0,1 0 0 0 0,-1 0-1 0 0,1 0 1 0 0,-1 1-1 0 0,1-1 1 0 0,-1 0 0 0 0,1 1-1 0 0,0-1 1 0 0,-1 1-1 0 0,1-1 1 0 0,0 0-1 0 0,-1 1 1 0 0,1-1 0 0 0,0 1-1 0 0,-1-1 1 0 0,1 1-1 0 0,0-1 1 0 0,0 1 0 0 0,0-1-1 0 0,-1 1 1 0 0,1-1-1 0 0,0 1 1 0 0,-11 36-34 0 0,11-35 37 0 0,-3 12-14 0 0,2 0-1 0 0,-1-1 1 0 0,2 1 0 0 0,0 0-1 0 0,1 0 1 0 0,4 25 0 0 0,-4-33 6 0 0,1 0 0 0 0,-1 1 0 0 0,1-1 1 0 0,0 0-1 0 0,1 0 0 0 0,-1-1 1 0 0,1 1-1 0 0,0 0 0 0 0,1-1 1 0 0,0 0-1 0 0,-1 0 0 0 0,2 0 0 0 0,-1 0 1 0 0,0-1-1 0 0,1 1 0 0 0,6 4 1 0 0,-7-7 2 0 0,0 0 1 0 0,0 0 0 0 0,0 0 0 0 0,0 0-1 0 0,0 0 1 0 0,1-1 0 0 0,-1 0 0 0 0,0 0-1 0 0,1 0 1 0 0,-1-1 0 0 0,1 1 0 0 0,-1-1-1 0 0,1 0 1 0 0,-1-1 0 0 0,1 1 0 0 0,-1-1 0 0 0,0 1-1 0 0,1-1 1 0 0,-1-1 0 0 0,0 1 0 0 0,1-1-1 0 0,-1 1 1 0 0,7-5 0 0 0,-4 2 0 0 0,0 0 1 0 0,-1-1-1 0 0,0 0 1 0 0,1 0-1 0 0,-2 0 1 0 0,1 0-1 0 0,-1-1 0 0 0,1 0 1 0 0,-2 0-1 0 0,1-1 1 0 0,4-8-1 0 0,-3 4 1 0 0,-1-1 0 0 0,0 1 0 0 0,-1-1 0 0 0,-1 0-1 0 0,0 0 1 0 0,0-1 0 0 0,0-14 0 0 0,3-27-6 0 0,-4-1 0 0 0,-4-74 0 0 0,1 120 7 0 0,-1 1 0 0 0,1 0 0 0 0,-2-1 0 0 0,1 1 0 0 0,-1 0 0 0 0,0 0 0 0 0,-1 1 0 0 0,0-1 0 0 0,-8-12 0 0 0,2 10 0 0 0,-2 1 0 0 0,-2 7 0 0 0,13 2 0 0 0,1 0 0 0 0,-1 0 0 0 0,0 0 0 0 0,0 1 0 0 0,0-1 0 0 0,0 0 0 0 0,0 1 0 0 0,1-1 0 0 0,-1 1 0 0 0,0-1 0 0 0,0 1 0 0 0,1-1 0 0 0,-1 1 0 0 0,0 0 0 0 0,1-1 0 0 0,-1 1 0 0 0,0 1 0 0 0,-6 8 0 0 0,0 0-1 0 0,1 1 1 0 0,1 0 0 0 0,0 0 0 0 0,0 1 0 0 0,1-1 0 0 0,1 1 0 0 0,0 0 0 0 0,1 0 0 0 0,-2 21 0 0 0,1 5 1 0 0,1 0-1 0 0,6 49 1 0 0,-2-63 12 0 0,1 1 0 0 0,2-1 0 0 0,0 0 0 0 0,2 0 0 0 0,0-1 0 0 0,2 1 0 0 0,0-2 0 0 0,19 32 0 0 0,-25-49 10 0 0,1 1-1 0 0,0-1 1 0 0,0-1-1 0 0,0 1 0 0 0,1-1 1 0 0,-1 1-1 0 0,1-1 1 0 0,0 0-1 0 0,0-1 1 0 0,0 1-1 0 0,12 4 1 0 0,-17-8-15 0 0,1 0 0 0 0,0 0 0 0 0,-1 0 0 0 0,1 0 0 0 0,0 0 0 0 0,0 0 0 0 0,-1 0 1 0 0,1 0-1 0 0,0 0 0 0 0,-1 0 0 0 0,1-1 0 0 0,0 1 0 0 0,-1 0 0 0 0,1 0 0 0 0,0-1 0 0 0,-1 1 1 0 0,1-1-1 0 0,0 1 0 0 0,-1 0 0 0 0,1-1 0 0 0,-1 1 0 0 0,1-1 0 0 0,-1 1 0 0 0,1-1 1 0 0,-1 0-1 0 0,1 1 0 0 0,-1-1 0 0 0,0 1 0 0 0,1-1 0 0 0,-1 0 0 0 0,0 1 0 0 0,0-1 1 0 0,1 0-1 0 0,-1 1 0 0 0,0-1 0 0 0,0 0 0 0 0,0 0 0 0 0,0 1 0 0 0,0-1 0 0 0,0 0 1 0 0,0 0-1 0 0,3-32 311 0 0,-3 33-316 0 0,1-12 136 0 0,-1 0 1 0 0,0-1-1 0 0,-1 1 1 0 0,-1 0 0 0 0,0 0-1 0 0,-1 0 1 0 0,-5-16-1 0 0,7 26 7 0 0,1 1-133 0 0,0 1 1 0 0,0-1 0 0 0,0 1-1 0 0,-1-1 1 0 0,1 1 0 0 0,0-1-1 0 0,0 0 1 0 0,0 1-1 0 0,1-1 1 0 0,-1 1 0 0 0,0-1-1 0 0,0 1 1 0 0,0-1-1 0 0,0 1 1 0 0,0-1 0 0 0,1 1-1 0 0,-1-1 1 0 0,0 1 0 0 0,0-1-1 0 0,1 1 1 0 0,-1-1-1 0 0,0 1 1 0 0,1 0 0 0 0,-1-1-1 0 0,1 1 1 0 0,-1-1 0 0 0,0 1-1 0 0,1 0 1 0 0,-1-1-1 0 0,1 1 1 0 0,-1 0 0 0 0,1 0-1 0 0,-1-1 1 0 0,1 1-1 0 0,-1 0 1 0 0,1 0 0 0 0,-1 0-1 0 0,1 0 1 0 0,0 0 0 0 0,-1 0-1 0 0,1 0 1 0 0,27 8 248 0 0,-16-3-202 0 0,1 0 48 0 0,1-2-1 0 0,24 4 0 0 0,7 2 101 0 0,-44-8-170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7.04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254 30 12160 0 0,'-2'-4'325'0'0,"2"3"-271"0"0,-1-1 1 0 0,0 1-1 0 0,1-1 1 0 0,-1 1-1 0 0,0-1 1 0 0,0 1-1 0 0,0 0 1 0 0,0 0-1 0 0,0-1 1 0 0,0 1-1 0 0,0 0 0 0 0,-1 0 1 0 0,1 0-1 0 0,0 0 1 0 0,-1 0-1 0 0,1 0 1 0 0,-1 0-1 0 0,1 1 1 0 0,-1-1-1 0 0,1 0 1 0 0,-1 1-1 0 0,1 0 1 0 0,-1-1-1 0 0,1 1 0 0 0,-1 0 1 0 0,0-1-1 0 0,1 1 1 0 0,-1 0-1 0 0,0 0 1 0 0,1 1-1 0 0,-1-1 1 0 0,0 0-1 0 0,1 0 1 0 0,-1 1-1 0 0,1-1 1 0 0,-1 1-1 0 0,0-1 0 0 0,-2 3 1 0 0,-5 2 23 0 0,0 0 0 0 0,1 1 1 0 0,-1 0-1 0 0,1 1 0 0 0,0 0 1 0 0,1 0-1 0 0,0 0 0 0 0,0 1 0 0 0,0 0 1 0 0,1 1-1 0 0,0-1 0 0 0,1 1 1 0 0,0 0-1 0 0,1 1 0 0 0,-1-1 0 0 0,2 1 1 0 0,-1 0-1 0 0,1 0 0 0 0,1 0 1 0 0,0 0-1 0 0,0 1 0 0 0,1-1 0 0 0,1 0 1 0 0,0 1-1 0 0,0-1 0 0 0,1 1 1 0 0,3 17-1 0 0,-3-22-76 0 0,1-1 1 0 0,0 1-1 0 0,1-1 1 0 0,-1 1-1 0 0,1-1 1 0 0,0 0-1 0 0,1 0 1 0 0,-1 0-1 0 0,1-1 1 0 0,6 8-1 0 0,50 38 30 0 0,-39-34-29 0 0,4 2-19 0 0,-17-13 0 0 0,-1 0 1 0 0,0 0 0 0 0,0 1 0 0 0,6 6 0 0 0,-11-9 11 0 0,0 0-1 0 0,0-1 1 0 0,0 1 0 0 0,0 0 0 0 0,-1 0 0 0 0,0 0-1 0 0,1 0 1 0 0,-1 0 0 0 0,0 0 0 0 0,0 0 0 0 0,0 0-1 0 0,-1 0 1 0 0,1 0 0 0 0,-1 1 0 0 0,0 3-1 0 0,-1 1-13 0 0,0 0-1 0 0,0-1 0 0 0,0 1 1 0 0,-1 0-1 0 0,-1-1 0 0 0,1 1 1 0 0,-1-1-1 0 0,-1 0 0 0 0,1 0 0 0 0,-1 0 1 0 0,0 0-1 0 0,-1-1 0 0 0,0 1 1 0 0,-6 5-1 0 0,2-1 0 0 0,-1-2 0 0 0,0 0 1 0 0,0 0-1 0 0,-1 0 0 0 0,0-2 0 0 0,0 1 1 0 0,-18 7-1 0 0,15-9 7 0 0,-1-1 0 0 0,1-1 0 0 0,-16 3 1 0 0,0 0-7 0 0,19-6 11 0 0,-2-2 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8.7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0 374 10544 0 0,'4'0'208'0'0,"57"0"1352"0"0,-57-1-1480 0 0,-1 0 0 0 0,0-1 0 0 0,1 0 1 0 0,-1 1-1 0 0,0-1 0 0 0,0-1 0 0 0,0 1 1 0 0,3-4-1 0 0,3 0 67 0 0,-3 2-85 0 0,0 0 0 0 0,0-1 1 0 0,0 1-1 0 0,0-1 0 0 0,-1 0 1 0 0,0-1-1 0 0,0 1 0 0 0,0-1 0 0 0,-1 0 1 0 0,0 0-1 0 0,0-1 0 0 0,0 1 0 0 0,-1-1 1 0 0,0 0-1 0 0,0 0 0 0 0,2-10 1 0 0,-4 15-27 0 0,1 0 10 0 0,5-4-19 0 0,-17 4-15 0 0,6 7-12 0 0,1-1 1 0 0,0 0 0 0 0,0 1-1 0 0,1 0 1 0 0,-1-1-1 0 0,1 1 1 0 0,0 0-1 0 0,1 0 1 0 0,-1 1-1 0 0,0 5 1 0 0,-5 12 0 0 0,0-2-1 0 0,2 1 0 0 0,1-1 0 0 0,1 1 0 0 0,0 1 0 0 0,2 40 0 0 0,1-51 1 0 0,2 0 10 0 0,2-7-7 0 0,-3-3-3 0 0,-1 0 0 0 0,1 0 1 0 0,0 0-1 0 0,0-1 0 0 0,0 1 1 0 0,0 0-1 0 0,1-1 0 0 0,-1 1 1 0 0,0-1-1 0 0,1 0 1 0 0,-1 1-1 0 0,1-1 0 0 0,-1 0 1 0 0,1 0-1 0 0,-1 0 0 0 0,1 0 1 0 0,2 1-1 0 0,1 0 4 0 0,-1-1 1 0 0,0 1 1 0 0,0-1 0 0 0,0-1-1 0 0,1 1 1 0 0,-1-1-1 0 0,0 1 1 0 0,0-1-1 0 0,1 0 1 0 0,-1-1-1 0 0,0 1 1 0 0,1-1-1 0 0,-1 0 1 0 0,0 0 0 0 0,0 0-1 0 0,0 0 1 0 0,0-1-1 0 0,5-2 1 0 0,1 0 10 0 0,-6 3-4 0 0,0-1 1 0 0,0 0 0 0 0,0 0 0 0 0,-1-1 0 0 0,1 1 0 0 0,-1-1 0 0 0,1 0 0 0 0,-1 0 0 0 0,0 0 0 0 0,0 0 0 0 0,0-1 0 0 0,0 1-1 0 0,-1-1 1 0 0,1 1 0 0 0,-1-1 0 0 0,0 0 0 0 0,0 0 0 0 0,0 0 0 0 0,-1 0 0 0 0,0-1 0 0 0,1 1 0 0 0,-1 0 0 0 0,0-9-1 0 0,0 5 14 0 0,0-1 0 0 0,0 1 0 0 0,-1 0-1 0 0,-1 0 1 0 0,1-1 0 0 0,-1 1 0 0 0,-1 0-1 0 0,1 0 1 0 0,-1 0 0 0 0,-1 0-1 0 0,-5-13 1 0 0,1 9 31 0 0,7 9-39 0 0,-1 0 0 0 0,-1 1 0 0 0,1-1 1 0 0,0 1-1 0 0,-1-1 0 0 0,1 1 1 0 0,-1-1-1 0 0,0 1 0 0 0,0 0 1 0 0,0 0-1 0 0,0 0 0 0 0,0 0 0 0 0,0 0 1 0 0,0 1-1 0 0,-1-1 0 0 0,1 1 1 0 0,-1-1-1 0 0,-4-1 0 0 0,5 5-2 0 0,0-1 0 0 0,-1 1 0 0 0,1 0 0 0 0,0 0 0 0 0,0 0 0 0 0,1 0 0 0 0,-1 0 0 0 0,0 1 0 0 0,1-1 0 0 0,-1 1 0 0 0,1-1 0 0 0,-2 4 1 0 0,-1 4 39 0 0,0 1 1 0 0,1 0 0 0 0,1-1-1 0 0,-1 1 1 0 0,2 0 0 0 0,-1 1-1 0 0,1-1 1 0 0,1 0 0 0 0,0 0-1 0 0,2 14 1 0 0,-1-24-44 0 0,0 1 0 0 0,-1-1 1 0 0,1 1-1 0 0,0-1 0 0 0,0 0 0 0 0,0 0 0 0 0,0 1 0 0 0,0-1 0 0 0,0 0 0 0 0,0 0 1 0 0,0 0-1 0 0,0 0 0 0 0,1 0 0 0 0,-1-1 0 0 0,0 1 0 0 0,1 0 0 0 0,-1 0 0 0 0,1-1 1 0 0,-1 1-1 0 0,3 0 0 0 0,31 6 241 0 0,-30-8-229 0 0,-1 0-1 0 0,1 0 1 0 0,-1 0-1 0 0,0-1 1 0 0,1 1-1 0 0,-1-1 1 0 0,0 0-1 0 0,0-1 1 0 0,0 1 0 0 0,0-1-1 0 0,-1 1 1 0 0,4-5-1 0 0,41-39 183 0 0,-29 27-103 0 0,-13 12-67 0 0,1 1 0 0 0,-1-1-1 0 0,0 0 1 0 0,-1-1 0 0 0,0 1 0 0 0,7-14-1 0 0,-1 2 207 0 0,-11 19-240 0 0,0 0 0 0 0,0-1 0 0 0,0 1 0 0 0,0 0 0 0 0,0 0 1 0 0,0 0-1 0 0,0 0 0 0 0,0 0 0 0 0,0 0 0 0 0,0 0 0 0 0,0 0 1 0 0,1 0-1 0 0,-1 0 0 0 0,0-1 0 0 0,0 1 0 0 0,0 0 0 0 0,0 0 0 0 0,0 0 1 0 0,0 0-1 0 0,0 0 0 0 0,1 0 0 0 0,-1 0 0 0 0,0 0 0 0 0,0 0 1 0 0,0 0-1 0 0,0 0 0 0 0,0 0 0 0 0,0 0 0 0 0,0 0 0 0 0,1 0 1 0 0,-1 0-1 0 0,0 0 0 0 0,0 0 0 0 0,0 0 0 0 0,0 0 0 0 0,0 0 0 0 0,0 0 1 0 0,0 0-1 0 0,1 0 0 0 0,-1 0 0 0 0,0 1 0 0 0,0-1 0 0 0,0 0 1 0 0,0 0-1 0 0,0 0 0 0 0,0 0 0 0 0,0 0 0 0 0,0 0 0 0 0,0 0 1 0 0,0 0-1 0 0,0 0 0 0 0,1 1 0 0 0,-1-1 0 0 0,0 0 0 0 0,0 0 0 0 0,0 0 1 0 0,0 0-1 0 0,0 0 0 0 0,0 0 0 0 0,0 0 0 0 0,0 1 0 0 0,0 1 10 0 0,0 1-1 0 0,0-1 1 0 0,0 1-1 0 0,0 0 0 0 0,-1-1 1 0 0,1 1-1 0 0,-1-1 0 0 0,0 1 1 0 0,1-1-1 0 0,-3 4 0 0 0,-2 7 24 0 0,0-1 0 0 0,1 1 0 0 0,1 0-1 0 0,0 0 1 0 0,0 0 0 0 0,1 1 0 0 0,1-1 0 0 0,1 0-1 0 0,0 1 1 0 0,0-1 0 0 0,1 1 0 0 0,1-1-1 0 0,5 22 1 0 0,-5-31-10 0 0,-1 1 0 0 0,1-1 0 0 0,0 0 0 0 0,0 0 0 0 0,0 0-1 0 0,1-1 1 0 0,-1 1 0 0 0,1-1 0 0 0,0 1 0 0 0,0-1 0 0 0,4 4 0 0 0,-5-6-14 0 0,-1 1 0 0 0,1-1 0 0 0,-1 0 0 0 0,1 0 0 0 0,0 0 0 0 0,-1 0 0 0 0,1-1 1 0 0,0 1-1 0 0,0 0 0 0 0,0-1 0 0 0,0 1 0 0 0,0-1 0 0 0,0 0 0 0 0,0 1 0 0 0,0-1 0 0 0,-1 0 0 0 0,1 0 0 0 0,0 0 1 0 0,0 0-1 0 0,0-1 0 0 0,0 1 0 0 0,0-1 0 0 0,0 1 0 0 0,0-1 0 0 0,0 1 0 0 0,-1-1 0 0 0,3-1 0 0 0,11-5 90 0 0,-12 5-79 0 0,-1 1 0 0 0,1 0 0 0 0,0-1 0 0 0,0 0-1 0 0,-1 0 1 0 0,1 1 0 0 0,-1-1 0 0 0,0-1 0 0 0,0 1 0 0 0,1 0 0 0 0,2-5 0 0 0,0-1 8 0 0,0 0 1 0 0,-1 0 0 0 0,0 0-1 0 0,0-1 1 0 0,-1 1 0 0 0,0-1-1 0 0,0 0 1 0 0,-1 0 0 0 0,1-13-1 0 0,1-14 54 0 0,-2-41 0 0 0,-1 29-26 0 0,-1-1 38 0 0,-2 1 0 0 0,-3 0 0 0 0,-12-57 0 0 0,16 101-79 0 0,0 0 0 0 0,0 0 0 0 0,-1 0 0 0 0,1 0-1 0 0,-1 1 1 0 0,0-1 0 0 0,0 0 0 0 0,0 1-1 0 0,0-1 1 0 0,-5-4 0 0 0,5 6 37 0 0,1 5-29 0 0,-3 6-16 0 0,0-1 0 0 0,1 0 1 0 0,0 1-1 0 0,0 0 0 0 0,1 0 1 0 0,1 0-1 0 0,-1 0 0 0 0,1 0 0 0 0,1 14 1 0 0,0-3 17 0 0,1 0 0 0 0,1 0 0 0 0,6 29 0 0 0,-2-28 18 0 0,1 1 0 0 0,1-1 0 0 0,1 0-1 0 0,1-1 1 0 0,0 0 0 0 0,19 26 0 0 0,-25-40-8 0 0,1 0 0 0 0,-1 0 0 0 0,1-1 0 0 0,0 0-1 0 0,8 7 1 0 0,-12-11 40 0 0,-1 0-78 0 0,0-1 0 0 0,0 0 0 0 0,0 0 0 0 0,0 0 0 0 0,0 0 0 0 0,1 0 0 0 0,-1 0 0 0 0,0 0 0 0 0,0 1 0 0 0,0-1 0 0 0,0 0 0 0 0,0 0 0 0 0,0 0 0 0 0,0 0 0 0 0,0 0 0 0 0,0 0 0 0 0,0 0 0 0 0,1 0 0 0 0,-1 0 0 0 0,0 0 0 0 0,0 1 0 0 0,0-1 0 0 0,0 0 0 0 0,0 0 0 0 0,0 0 0 0 0,0 0 0 0 0,1 0-1 0 0,-1 0 1 0 0,0 0 0 0 0,0 0 0 0 0,0 0 0 0 0,0 0 0 0 0,0 0 0 0 0,0 0 0 0 0,1 0 0 0 0,-1 0 0 0 0,0 0 0 0 0,0 0 0 0 0,0 0 0 0 0,0 0 0 0 0,0 0 0 0 0,0-1 0 0 0,0 1 0 0 0,1 0 0 0 0,-1 0 0 0 0,0 0 0 0 0,0 0 0 0 0,0 0 0 0 0,0 0 0 0 0,0 0 0 0 0,0 0 0 0 0,0 0 0 0 0,0 0 0 0 0,0-1 0 0 0,1 1 0 0 0,-1 0 0 0 0,0 0 0 0 0,0 0 0 0 0,0 0 0 0 0,0 0 0 0 0,0 0 0 0 0,0 0 0 0 0,0-1 0 0 0,0 1 0 0 0,0 0 0 0 0,0 0 0 0 0,8-9 30 0 0,54-124 40 0 0,-56 121-70 0 0,-2 2-1 0 0,0 1 0 0 0,1-1 0 0 0,0 1-1 0 0,13-16 1 0 0,-16 23-7 0 0,1-11-27 0 0,-1 11-3 0 0,0 11 22 0 0,-4 74-74 0 0,4 91-40 0 0,0-158 120 0 0,1-1 0 0 0,1 1 1 0 0,0-1-1 0 0,1 1 0 0 0,0-1 0 0 0,1-1 0 0 0,1 1 0 0 0,1-1 0 0 0,14 21 0 0 0,-20-31 6 0 0,-1-3 3 0 0,-1 0 0 0 0,1 0-1 0 0,-1-1 1 0 0,1 1-1 0 0,-1 0 1 0 0,1-1-1 0 0,0 1 1 0 0,-1 0 0 0 0,1-1-1 0 0,0 1 1 0 0,-1-1-1 0 0,1 1 1 0 0,0-1 0 0 0,0 0-1 0 0,0 1 1 0 0,-1-1-1 0 0,1 0 1 0 0,0 1-1 0 0,0-1 1 0 0,0 0 0 0 0,0 0-1 0 0,0 0 1 0 0,0 0-1 0 0,-1 0 1 0 0,1 0 0 0 0,0 0-1 0 0,0 0 1 0 0,1 0-1 0 0,-1 0 1 0 0,0 0 0 0 0,0-1 0 0 0,0 1 0 0 0,0 0 0 0 0,0-1 0 0 0,0 1 0 0 0,0 0 0 0 0,0-1 0 0 0,0 0 0 0 0,0 1 0 0 0,0-1 0 0 0,0 1 0 0 0,0-1 0 0 0,0 0 0 0 0,-1 0 0 0 0,1 1 0 0 0,0-1 0 0 0,0 0 0 0 0,-1 0 0 0 0,1 0 0 0 0,-1 0 0 0 0,1 0 0 0 0,-1 0 0 0 0,1 0 0 0 0,-1 0 0 0 0,0 0 0 0 0,1 0 0 0 0,-1 0 0 0 0,0 0 0 0 0,0 0 0 0 0,0 0 0 0 0,0-1 0 0 0,0 1 0 0 0,0-1 0 0 0,0 1 0 0 0,4-22 14 0 0,-2 0-1 0 0,1-37 0 0 0,-3 58-5 0 0,-5-2 29 0 0,2 1-9 0 0,-3 12 2 0 0,4-2-19 0 0,1-1 0 0 0,-1 1 0 0 0,1 0 0 0 0,0 0 0 0 0,1 0 0 0 0,-1 0 0 0 0,1-1 0 0 0,1 1 0 0 0,1 13 0 0 0,1-3 42 0 0,1-1 1 0 0,9 29 0 0 0,-13-43-42 0 0,1 0 1 0 0,0 0-1 0 0,-1 0 1 0 0,1 0-1 0 0,0 0 1 0 0,0 0 0 0 0,0 0-1 0 0,0 0 1 0 0,0-1-1 0 0,1 1 1 0 0,-1 0-1 0 0,0-1 1 0 0,1 1 0 0 0,0-1-1 0 0,-1 1 1 0 0,1-1-1 0 0,0 0 1 0 0,-1 1-1 0 0,1-1 1 0 0,0 0-1 0 0,3 1 1 0 0,-4-3-5 0 0,0 1 0 0 0,1 0 1 0 0,-1 0-1 0 0,0-1 0 0 0,1 1 0 0 0,-1-1 0 0 0,0 0 0 0 0,1 1 1 0 0,-1-1-1 0 0,0 0 0 0 0,0 1 0 0 0,0-1 0 0 0,0 0 0 0 0,1 0 1 0 0,-1 0-1 0 0,0 0 0 0 0,-1 0 0 0 0,1 0 0 0 0,0-1 0 0 0,0 1 1 0 0,0 0-1 0 0,-1 0 0 0 0,1-1 0 0 0,-1 1 0 0 0,1 0 0 0 0,-1-1 1 0 0,1 1-1 0 0,-1-2 0 0 0,6-18 39 0 0,-1-1 0 0 0,0 0 1 0 0,-2 0-1 0 0,1-28 0 0 0,-2-52 64 0 0,-2 100-98 0 0,0 117-4 0 0,0-93-9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39.0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17 15376 0 0,'0'0'0'0'0,"22"-7"584"0"0,-9 1-288 0 0,-4 4-1 0 0,0 0-55 0 0,5 2-120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42.1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1 118 4512 0 0,'15'-2'2'0'0,"8"-1"-1"0"0,-9 1 2 0 0,38-3 48 0 0,-51 5-40 0 0,-1 0 0 0 0,0 0 0 0 0,0 0 0 0 0,1 0 0 0 0,-1 0 0 0 0,0 0 0 0 0,1 0 0 0 0,-1 0 0 0 0,0 0 0 0 0,1 0 0 0 0,-1 0 0 0 0,0 0 0 0 0,0 0 0 0 0,1 0 0 0 0,-1 0 0 0 0,0 0 0 0 0,1 0 0 0 0,-1 0 0 0 0,0 0 0 0 0,0 0 0 0 0,1 0 0 0 0,-1-1 0 0 0,0 1 0 0 0,1 0 0 0 0,-1 0 1 0 0,0 0-1 0 0,0 0 0 0 0,0-1 0 0 0,1 1 0 0 0,-1 0 0 0 0,0 0 0 0 0,0-1 0 0 0,0 1 0 0 0,1 0 0 0 0,-1 0 0 0 0,0-1 0 0 0,0 1 0 0 0,0 0 0 0 0,0-1 0 0 0,0 1 0 0 0,0 0 0 0 0,0 0 0 0 0,0-1 0 0 0,0 1 0 0 0,0 0 0 0 0,0-1 0 0 0,0 1 0 0 0,0 0 0 0 0,0-1 0 0 0,0 1 0 0 0,0-1 0 0 0,2-12 195 0 0,0-32 572 0 0,-2 43-699 0 0,-21-9 212 0 0,18 12-270 0 0,0 0 0 0 0,1 0 0 0 0,-1 0 0 0 0,0 1 0 0 0,0-1 0 0 0,1 1 0 0 0,-1-1 0 0 0,1 1 0 0 0,0 0 0 0 0,-1 0 0 0 0,1 0 0 0 0,0 0 0 0 0,0 1 0 0 0,0-1 0 0 0,0 0 0 0 0,1 1 0 0 0,-1 0 0 0 0,1-1 0 0 0,-3 6 0 0 0,-2 4 90 0 0,0 1 0 0 0,-8 26 0 0 0,9-20 65 0 0,1 0 0 0 0,1 1-1 0 0,2 0 1 0 0,-1-1 0 0 0,2 1 0 0 0,1 0-1 0 0,0-1 1 0 0,1 1 0 0 0,2-1 0 0 0,9 36-1 0 0,36 86 1161 0 0,-46-133-1238 0 0,1 1-1 0 0,0-1 1 0 0,0 0 0 0 0,0 0-1 0 0,1 0 1 0 0,0-1-1 0 0,1 0 1 0 0,0 0-1 0 0,0 0 1 0 0,0-1-1 0 0,14 11 1 0 0,-15-15-22 0 0,0-1 1 0 0,0 1-1 0 0,1-1 0 0 0,-1 0 1 0 0,0 0-1 0 0,0-1 1 0 0,1 1-1 0 0,-1-1 0 0 0,1-1 1 0 0,-1 1-1 0 0,0-1 0 0 0,0 1 1 0 0,1-2-1 0 0,-1 1 0 0 0,0 0 1 0 0,0-1-1 0 0,6-3 1 0 0,-1-1 25 0 0,-1 0 0 0 0,1 0 1 0 0,-1-1-1 0 0,-1-1 0 0 0,1 1 1 0 0,-1-1-1 0 0,-1-1 0 0 0,1 1 1 0 0,7-14-1 0 0,-2 5 11 0 0,-6 7-34 0 0,0-1 0 0 0,0 0 1 0 0,-2-1-1 0 0,1 0 1 0 0,-1 1-1 0 0,6-26 1 0 0,1-1 58 0 0,-3 6 64 0 0,-2-1-1 0 0,-1 0 1 0 0,3-62-1 0 0,-8 79-131 0 0,-1 6 20 0 0,0-1 0 0 0,-1 0 0 0 0,0 0-1 0 0,0 1 1 0 0,-1-1 0 0 0,-1 1 0 0 0,0-1 0 0 0,0 1 0 0 0,-1 0-1 0 0,-8-16 1 0 0,10 23-55 0 0,0 1 0 0 0,0-1 0 0 0,0 0 1 0 0,-1 1-1 0 0,1 0 0 0 0,-1-1 0 0 0,0 1 0 0 0,1 0 0 0 0,-1 0 0 0 0,0 1 0 0 0,0-1 0 0 0,0 0 1 0 0,0 1-1 0 0,-4-1 0 0 0,5 1 2 0 0,1 1-27 0 0,0 0-1 0 0,0 0 1 0 0,0 0 0 0 0,0 0-1 0 0,0 0 1 0 0,0 0 0 0 0,1 0-1 0 0,-1 1 1 0 0,0-1 0 0 0,0 0-1 0 0,0 0 1 0 0,0 1-1 0 0,0-1 1 0 0,1 1 0 0 0,-1-1-1 0 0,0 1 1 0 0,0-1 0 0 0,1 1-1 0 0,-1-1 1 0 0,0 1 0 0 0,1 0-1 0 0,-1-1 1 0 0,1 1 0 0 0,-1 0-1 0 0,0 0 1 0 0,1-1-1 0 0,0 1 1 0 0,-1 0 0 0 0,1 0-1 0 0,-1 1 1 0 0,-13 29 130 0 0,12-27-114 0 0,-6 21 24 0 0,1 1-1 0 0,1 0 0 0 0,1 0 0 0 0,1 0 0 0 0,1 1 0 0 0,2-1 0 0 0,1 1 0 0 0,1 0 0 0 0,1-1 0 0 0,1 1 0 0 0,1-1 0 0 0,2 0 0 0 0,0 0 0 0 0,15 35 0 0 0,-17-51-19 0 0,1-1 0 0 0,0 1 0 0 0,0-1 0 0 0,1 0 0 0 0,0 0-1 0 0,10 9 1 0 0,-13-14-16 0 0,0-1 0 0 0,0 0 0 0 0,1 0 0 0 0,0 0-1 0 0,-1-1 1 0 0,1 0 0 0 0,0 1 0 0 0,0-1 0 0 0,0 0 0 0 0,1-1-1 0 0,-1 1 1 0 0,0-1 0 0 0,1 0 0 0 0,-1 0 0 0 0,1 0 0 0 0,8 0-1 0 0,-7-1 5 0 0,1-1 0 0 0,-1 1 0 0 0,0-1 0 0 0,1 0 0 0 0,-1-1-1 0 0,0 1 1 0 0,0-1 0 0 0,0-1 0 0 0,0 1 0 0 0,0-1 0 0 0,-1 0 0 0 0,1 0-1 0 0,-1-1 1 0 0,1 1 0 0 0,-1-1 0 0 0,-1 0 0 0 0,1-1 0 0 0,0 1-1 0 0,-1-1 1 0 0,0 0 0 0 0,0 0 0 0 0,-1 0 0 0 0,1-1 0 0 0,-1 1 0 0 0,4-9-1 0 0,-4 6 12 0 0,1 0-1 0 0,-1 0 1 0 0,0 0-1 0 0,-1 0 0 0 0,0-1 1 0 0,2-16-1 0 0,-4 23-11 0 0,2-5 125 0 0,-2 16-90 0 0,2 20-14 0 0,11 48 0 0 0,-11-67-33 0 0,1-1 0 0 0,0 0 0 0 0,0 0 0 0 0,1 0 0 0 0,0-1 0 0 0,0 1 0 0 0,1-1 0 0 0,0 0 0 0 0,10 11 0 0 0,-10-15 0 0 0,0 0 0 0 0,0 0 0 0 0,0 0-1 0 0,1-1 1 0 0,0 1 0 0 0,0-1-1 0 0,0-1 1 0 0,0 1 0 0 0,0-1 0 0 0,0 0-1 0 0,0 0 1 0 0,1-1 0 0 0,-1 0-1 0 0,1 0 1 0 0,12 0 0 0 0,-10-1 2 0 0,-1-1 1 0 0,1 1-1 0 0,-1-1 1 0 0,1-1-1 0 0,-1 1 1 0 0,0-2-1 0 0,0 1 1 0 0,0-1-1 0 0,0 0 1 0 0,0 0-1 0 0,13-9 1 0 0,-17 8-1 0 0,1 0 0 0 0,-1 0 0 0 0,0 0 1 0 0,0 0-1 0 0,-1 0 0 0 0,0-1 0 0 0,1 0 1 0 0,-1 0-1 0 0,-1 0 0 0 0,1 0 0 0 0,-1 0 1 0 0,0 0-1 0 0,0-1 0 0 0,0 1 1 0 0,-1-1-1 0 0,0 1 0 0 0,0-1 0 0 0,0-8 1 0 0,0 3 9 0 0,-2-1 1 0 0,1 0 0 0 0,-1 1-1 0 0,-1-1 1 0 0,0 1 0 0 0,0 0 0 0 0,-1 0-1 0 0,-5-13 1 0 0,6 20-2 0 0,0-1-1 0 0,-1 1 1 0 0,1-1 0 0 0,-1 1 0 0 0,0 0-1 0 0,0 0 1 0 0,0 0 0 0 0,-6-5-1 0 0,8 8 40 0 0,1 1-53 0 0,0-1-1 0 0,0 1 1 0 0,0 0-1 0 0,0 0 1 0 0,-1 0-1 0 0,1-1 1 0 0,0 1 0 0 0,0 0-1 0 0,0 0 1 0 0,0-1-1 0 0,0 1 1 0 0,0 0-1 0 0,0 0 1 0 0,0 0 0 0 0,-1-1-1 0 0,1 1 1 0 0,0 0-1 0 0,0 0 1 0 0,0 0-1 0 0,0 0 1 0 0,-1 0-1 0 0,1-1 1 0 0,0 1 0 0 0,0 0-1 0 0,0 0 1 0 0,-1 0-1 0 0,1 0 1 0 0,0 0-1 0 0,0 0 1 0 0,0 0 0 0 0,-1 0-1 0 0,1 0 1 0 0,0 0-1 0 0,0 0 1 0 0,-1-1-1 0 0,1 1 1 0 0,0 1-1 0 0,0-1 1 0 0,0 0 0 0 0,-1 0-1 0 0,1 0 1 0 0,0 0-1 0 0,0 0 1 0 0,-1 0-1 0 0,1 0 1 0 0,0 0 0 0 0,0 0-1 0 0,0 0 1 0 0,-1 0-1 0 0,1 0 1 0 0,0 1-1 0 0,0-1 1 0 0,0 0 0 0 0,0 0-1 0 0,-1 0 1 0 0,1 0-1 0 0,0 1 1 0 0,0-1-1 0 0,0 0 1 0 0,0 0-1 0 0,0 0 1 0 0,0 1 0 0 0,-1-1-1 0 0,1 0 1 0 0,0 0-1 0 0,0 0 1 0 0,0 1-1 0 0,-11 12 61 0 0,4 4 11 0 0,1 1 1 0 0,1 0-1 0 0,1 0 1 0 0,-3 18-1 0 0,6-27-38 0 0,1 0 0 0 0,-1 0-1 0 0,1 0 1 0 0,1 0 0 0 0,0 0 0 0 0,0 0-1 0 0,0 0 1 0 0,1-1 0 0 0,1 1 0 0 0,3 8-1 0 0,-6-16-29 0 0,0 0 1 0 0,1-1-1 0 0,-1 1 0 0 0,1-1 0 0 0,-1 1 0 0 0,1 0 0 0 0,-1-1 0 0 0,1 1 0 0 0,-1-1 0 0 0,1 1 0 0 0,-1-1 0 0 0,1 0 0 0 0,0 1 1 0 0,-1-1-1 0 0,1 0 0 0 0,0 1 0 0 0,-1-1 0 0 0,1 0 0 0 0,0 0 0 0 0,-1 1 0 0 0,1-1 0 0 0,0 0 0 0 0,0 0 0 0 0,-1 0 0 0 0,1 0 1 0 0,0 0-1 0 0,0 0 0 0 0,-1 0 0 0 0,1 0 0 0 0,0-1 0 0 0,0 1 0 0 0,-1 0 0 0 0,1 0 0 0 0,0 0 0 0 0,-1-1 0 0 0,2 0 1 0 0,22-13 73 0 0,-22 13-67 0 0,16-11 127 0 0,1 2-1 0 0,35-16 0 0 0,-52 26-124 0 0,0-1 0 0 0,-1 1 0 0 0,1-1 0 0 0,0 1 0 0 0,0-1 0 0 0,0 1 0 0 0,0 0 0 0 0,-1 0 1 0 0,1 0-1 0 0,0 0 0 0 0,0 0 0 0 0,0 1 0 0 0,0-1 0 0 0,0 1 0 0 0,-1-1 0 0 0,1 1 0 0 0,0-1 0 0 0,0 1 0 0 0,-1 0 0 0 0,1 0 0 0 0,0 0 0 0 0,-1 0 0 0 0,1 0 0 0 0,-1 0 0 0 0,3 3 1 0 0,2 3 25 0 0,0-1 1 0 0,-1 2-1 0 0,1-1 1 0 0,4 11 0 0 0,6 6 115 0 0,-16-24-156 0 0,35 37 175 0 0,-34-35-159 0 0,1 0 0 0 0,0-1 0 0 0,0 0 0 0 0,0 1 0 0 0,0-1 0 0 0,0 0 0 0 0,0 0 0 0 0,0 0 0 0 0,0-1 0 0 0,1 1 0 0 0,-1 0 0 0 0,0-1 0 0 0,0 1 0 0 0,1-1 0 0 0,-1 0 0 0 0,0 0 0 0 0,1 0 0 0 0,3 0 0 0 0,-5-1-11 0 0,0 1 1 0 0,0-1 0 0 0,1 0-1 0 0,-1 0 1 0 0,0 1-1 0 0,0-1 1 0 0,0 0-1 0 0,0 0 1 0 0,0 0-1 0 0,0 0 1 0 0,0 0-1 0 0,0 0 1 0 0,0 0-1 0 0,-1-1 1 0 0,1 1-1 0 0,0 0 1 0 0,-1 0-1 0 0,1-1 1 0 0,-1 1-1 0 0,1 0 1 0 0,-1-1 0 0 0,1-1-1 0 0,5-36 79 0 0,-5 33-71 0 0,7-75 80 0 0,14-96 51 0 0,-16 159-136 0 0,-3 24 2 0 0,0 23 4 0 0,-3 51 2 0 0,0-60-16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42.5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15072 0 0,'0'0'0'0'0,"33"24"312"0"0,-2-4 336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43.7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5920 0 0,'26'12'14'0'0,"0"0"26"0"0,8 10 44 0 0,-31-20-77 0 0,0 1 1 0 0,-1 0 0 0 0,0 0 0 0 0,1 0 0 0 0,-1 0-1 0 0,0 0 1 0 0,-1 0 0 0 0,1 0 0 0 0,1 5 0 0 0,4 26 22 0 0,-6-11-12 0 0,2 1 156 0 0,-2-1 0 0 0,0 1 0 0 0,-4 32 0 0 0,2-54-126 0 0,1 1 1 0 0,-1 0 0 0 0,1 0-1 0 0,0 0 1 0 0,0 0-1 0 0,0-1 1 0 0,0 1 0 0 0,1 0-1 0 0,-1 0 1 0 0,2 4-1 0 0,0 3 32 0 0,-1 6 50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44.0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9 7136 0 0,'4'-1'80'0'0,"14"-4"0"0"0,-13 4 0 0 0,5 0 421 0 0,1 11-373 0 0,0 0-1 0 0,1-1 0 0 0,0 0 1 0 0,1-1-1 0 0,0 0 1 0 0,0-1-1 0 0,1 0 1 0 0,-1-1-1 0 0,25 6 1 0 0,-1-4 186 0 0,-24-8-212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46.7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1 300 8032 0 0,'16'0'105'0'0,"7"2"-279"0"0,16 1 1771 0 0,-36-36-843 0 0,0 30-718 0 0,0 1-1 0 0,1-1 1 0 0,-1 0 0 0 0,0 1-1 0 0,1-1 1 0 0,-1 1-1 0 0,1 0 1 0 0,0 0-1 0 0,0 1 1 0 0,7-3 0 0 0,14-6 274 0 0,-22 10-286 0 0,1 0 0 0 0,0 0 0 0 0,-1 0 0 0 0,0 1 0 0 0,1 0 0 0 0,-1-1 0 0 0,1 1 0 0 0,-1 1 0 0 0,0-1 0 0 0,0 0 0 0 0,1 1 0 0 0,-1 0 0 0 0,5 3 0 0 0,-5-2-9 0 0,1-1 1 0 0,-1 1-1 0 0,0 0 1 0 0,0 0 0 0 0,0 1-1 0 0,-1-1 1 0 0,1 0-1 0 0,-1 1 1 0 0,0 0-1 0 0,0 0 1 0 0,0-1 0 0 0,0 1-1 0 0,1 6 1 0 0,14 59 220 0 0,-15-33 38 0 0,-2-34-92 0 0,1-14 4 0 0,2-10-61 0 0,-2 13-84 0 0,1 0 0 0 0,-1 0 0 0 0,1 0 0 0 0,1 0 0 0 0,0 0 0 0 0,0 1 0 0 0,0-1 0 0 0,1 1 1 0 0,8-12-1 0 0,-11 18-19 0 0,1 0 0 0 0,-1 0 0 0 0,1 0 0 0 0,-1 1 0 0 0,1-1 0 0 0,0 0 0 0 0,-1 1 0 0 0,1-1 1 0 0,0 1-1 0 0,0 0 0 0 0,0 0 0 0 0,3-2 0 0 0,-4 3-8 0 0,0 0 0 0 0,0 0 0 0 0,1 0 0 0 0,-1 0 0 0 0,0 0 0 0 0,0 0 0 0 0,0 1 0 0 0,0-1 0 0 0,0 0 0 0 0,0 0 0 0 0,0 1-1 0 0,0-1 1 0 0,1 1 0 0 0,-1-1 0 0 0,0 1 0 0 0,-1-1 0 0 0,1 1 0 0 0,0 0 0 0 0,0-1 0 0 0,0 1 0 0 0,0 0 0 0 0,0 0 0 0 0,-1 0 0 0 0,1-1 0 0 0,0 1 0 0 0,-1 0 0 0 0,1 0 0 0 0,0 0 0 0 0,-1 0 0 0 0,1 2 0 0 0,6 11 85 0 0,-1-1 1 0 0,-1 1-1 0 0,0 0 1 0 0,3 16-1 0 0,-2-7 165 0 0,-6-22-163 0 0,0-1-96 0 0,0 1 0 0 0,0-1-1 0 0,0 0 1 0 0,0 0 0 0 0,0 0 0 0 0,0 0 0 0 0,0 1-1 0 0,0-1 1 0 0,0 0 0 0 0,0 0 0 0 0,0 0-1 0 0,0 0 1 0 0,0 1 0 0 0,0-1 0 0 0,0 0-1 0 0,0 0 1 0 0,0 0 0 0 0,0 1 0 0 0,0-1-1 0 0,0 0 1 0 0,0 0 0 0 0,0 0 0 0 0,0 0-1 0 0,0 1 1 0 0,1-1 0 0 0,-1 0 0 0 0,0 0-1 0 0,0 0 1 0 0,0 0 0 0 0,0 0 0 0 0,0 1-1 0 0,0-1 1 0 0,1 0 0 0 0,-1 0 0 0 0,0 0-1 0 0,0 0 1 0 0,0 0 0 0 0,0 0 0 0 0,0 0-1 0 0,1 0 1 0 0,-1 0 0 0 0,0 0 0 0 0,0 0-1 0 0,0 1 1 0 0,1-1 0 0 0,-1 0 0 0 0,0 0-1 0 0,0 0 1 0 0,9-8 246 0 0,6-13 11 0 0,10-44 134 0 0,-18 45-207 0 0,14-53 516 0 0,-21 71-612 0 0,7 0 175 0 0,-4 2-83 0 0,0 8-174 0 0,6 25 94 0 0,-2 0-1 0 0,-1 0 0 0 0,-2 1 0 0 0,1 36 1 0 0,4 41 109 0 0,-6-90-96 0 0,0 0-1 0 0,-2 0 0 0 0,0 1 0 0 0,-4 26 0 0 0,3-46 72 0 0,-1-4-179 0 0,0 0 0 0 0,1 0-1 0 0,-1 0 1 0 0,0 0 0 0 0,1 0 0 0 0,0 0 0 0 0,-1-1-1 0 0,1 1 1 0 0,0 0 0 0 0,0 0 0 0 0,1-4 0 0 0,-1 3 3 0 0,8-139 164 0 0,-7 132-158 0 0,-1 1 0 0 0,1-1-1 0 0,1 0 1 0 0,0 0 0 0 0,0 1 0 0 0,1-1-1 0 0,0 1 1 0 0,1 0 0 0 0,0 0 0 0 0,0 0 0 0 0,1 0-1 0 0,6-8 1 0 0,-1 4 49 0 0,-10 12-64 0 0,1 0-1 0 0,-1 0 1 0 0,0 0 0 0 0,1 0-1 0 0,-1 0 1 0 0,1 1 0 0 0,-1-1-1 0 0,1 0 1 0 0,-1 0 0 0 0,1 1-1 0 0,0-1 1 0 0,-1 0-1 0 0,1 1 1 0 0,0-1 0 0 0,0 1-1 0 0,-1-1 1 0 0,1 1 0 0 0,0-1-1 0 0,0 1 1 0 0,0-1 0 0 0,0 1-1 0 0,0 0 1 0 0,0-1 0 0 0,-1 1-1 0 0,1 0 1 0 0,0 0-1 0 0,0 0 1 0 0,0 0 0 0 0,0 0-1 0 0,0 0 1 0 0,0 0 0 0 0,0 0-1 0 0,0 0 1 0 0,0 0 0 0 0,0 0-1 0 0,0 1 1 0 0,0-1 0 0 0,-1 0-1 0 0,1 1 1 0 0,0-1-1 0 0,0 1 1 0 0,0-1 0 0 0,0 1-1 0 0,0 0 1 0 0,78 50 171 0 0,-79-50-173 0 0,1-1 0 0 0,-1 0 0 0 0,1 1 0 0 0,-1-1 0 0 0,1 0 0 0 0,-1 1 0 0 0,1-1 0 0 0,-1 0 0 0 0,1 0 0 0 0,0 0 0 0 0,-1 1 0 0 0,1-1 0 0 0,-1 0 0 0 0,1 0 0 0 0,0 0 0 0 0,-1 0 0 0 0,1 0 0 0 0,-1 0 0 0 0,1 0 0 0 0,0 0 0 0 0,-1-1 0 0 0,1 1 0 0 0,-1 0 0 0 0,1 0 0 0 0,-1 0 0 0 0,1-1 0 0 0,-1 1 0 0 0,1 0 0 0 0,0-1-1 0 0,-1 1 1 0 0,1 0 0 0 0,-1-1 0 0 0,0 1 0 0 0,1 0 0 0 0,-1-1 0 0 0,1 1 0 0 0,-1-1 0 0 0,0 1 0 0 0,1-1 0 0 0,-1 1 0 0 0,0-1 0 0 0,1 1 0 0 0,-1-2 0 0 0,9-30 14 0 0,-7 20-6 0 0,5-8-2 0 0,-2 6-3 0 0,-1 1 0 0 0,0 0 0 0 0,-1-1 0 0 0,0 0 0 0 0,-1 0 0 0 0,1-26 0 0 0,-11-29 9 0 0,3 40-5 0 0,4 25-8 0 0,1 0 0 0 0,-1 0 0 0 0,0 0 0 0 0,0 0 0 0 0,-1 1 0 0 0,1-1 1 0 0,-3-4-1 0 0,-2-13 6 0 0,6 19-5 0 0,-1 0 0 0 0,1 0 1 0 0,0 0-1 0 0,-1 0 0 0 0,0 0 0 0 0,1 0 1 0 0,-1 0-1 0 0,0 0 0 0 0,0 0 0 0 0,0 1 1 0 0,0-1-1 0 0,0 0 0 0 0,-2-1 0 0 0,3 3 0 0 0,0-1-1 0 0,-1 1 0 0 0,1 0 0 0 0,0-1 0 0 0,0 1 0 0 0,-1 0 1 0 0,1 0-1 0 0,0-1 0 0 0,-1 1 0 0 0,1 0 0 0 0,0 0 0 0 0,-1 0 1 0 0,1-1-1 0 0,0 1 0 0 0,-1 0 0 0 0,1 0 0 0 0,0 0 0 0 0,-1 0 1 0 0,1 0-1 0 0,0 0 0 0 0,-1 0 0 0 0,1 0 0 0 0,-1 0 0 0 0,1 0 1 0 0,0 0-1 0 0,-1 0 0 0 0,1 0 0 0 0,-1 0 0 0 0,1 0 0 0 0,0 0 1 0 0,-1 0-1 0 0,1 0 0 0 0,0 0 0 0 0,-1 1 0 0 0,1-1 1 0 0,0 0-1 0 0,-1 0 0 0 0,1 0 0 0 0,0 1 0 0 0,-1-1 0 0 0,1 1 1 0 0,-13 20 21 0 0,-2 31 7 0 0,13-43-24 0 0,0-1-1 0 0,1 1 1 0 0,0 0-1 0 0,0 0 1 0 0,1 0-1 0 0,0 0 1 0 0,0 0 0 0 0,1 0-1 0 0,0 0 1 0 0,1-1-1 0 0,4 15 1 0 0,19 77 90 0 0,-13-62-65 0 0,-9-27-21 0 0,1 0 1 0 0,0-1-1 0 0,10 20 1 0 0,-11-24 0 0 0,7 11 23 0 0,0-2 0 0 0,20 25-1 0 0,-27-36-23 0 0,0-1-1 0 0,0 0 0 0 0,0 0 1 0 0,0 0-1 0 0,0-1 1 0 0,1 1-1 0 0,0-1 0 0 0,-1 0 1 0 0,1 0-1 0 0,0 0 1 0 0,0 0-1 0 0,0-1 0 0 0,0 1 1 0 0,0-1-1 0 0,0 0 1 0 0,1-1-1 0 0,4 1 0 0 0,-6-1-4 0 0,-1-1-1 0 0,0 1 0 0 0,0-1 0 0 0,0 0 0 0 0,0 0 0 0 0,0 0 1 0 0,0 0-1 0 0,0 0 0 0 0,0 0 0 0 0,0 0 0 0 0,-1-1 0 0 0,1 1 1 0 0,0-1-1 0 0,-1 1 0 0 0,1-1 0 0 0,-1 0 0 0 0,0 0 0 0 0,1 0 0 0 0,-1 1 1 0 0,0-1-1 0 0,0 0 0 0 0,0 0 0 0 0,0-1 0 0 0,-1 1 0 0 0,1-2 1 0 0,15-55 54 0 0,-15 54-51 0 0,0-1-1 0 0,1 0-1 0 0,-1 0 0 0 0,0 0 0 0 0,0 0 0 0 0,-1 0 1 0 0,0 0-1 0 0,0 0 0 0 0,0 0 0 0 0,-1 0 1 0 0,0 0-1 0 0,-2-10 0 0 0,2 13-5 0 0,0 0 0 0 0,0 0 0 0 0,-1 0 0 0 0,1 0 0 0 0,0 0 0 0 0,-1 0 0 0 0,0 1 0 0 0,0-1-1 0 0,0 0 1 0 0,0 1 0 0 0,0 0 0 0 0,0-1 0 0 0,-1 1 0 0 0,1 0 0 0 0,-5-3 0 0 0,2 2 3 0 0,4 3-4 0 0,1 0 0 0 0,0 0 0 0 0,-1 0 1 0 0,1 0-1 0 0,-1 0 0 0 0,1 0 1 0 0,-1 0-1 0 0,1 0 0 0 0,0 0 0 0 0,-1 0 1 0 0,1 1-1 0 0,0-1 0 0 0,-1 0 0 0 0,1 0 1 0 0,-1 0-1 0 0,1 1 0 0 0,0-1 0 0 0,-1 0 1 0 0,1 0-1 0 0,0 1 0 0 0,0-1 0 0 0,-1 0 1 0 0,1 1-1 0 0,0-1 0 0 0,0 0 0 0 0,-1 1 1 0 0,1-1-1 0 0,0 0 0 0 0,0 1 0 0 0,0-1 1 0 0,0 1-1 0 0,-1 0 0 0 0,-5 12 5 0 0,1 5-5 0 0,1 0 0 0 0,-2 26 1 0 0,5-37 0 0 0,1 0 0 0 0,0 0 0 0 0,0 0 0 0 0,1 1 0 0 0,0-1 0 0 0,0 0 0 0 0,0 0 0 0 0,1-1 0 0 0,3 9 0 0 0,-3-12 5 0 0,4-1 4 0 0,-4-1-8 0 0,-1-1 0 0 0,1 1 1 0 0,0-1-1 0 0,0 0 1 0 0,0 0-1 0 0,0 0 0 0 0,0 0 1 0 0,-1 0-1 0 0,1 0 1 0 0,0 0-1 0 0,0 0 0 0 0,0-1 1 0 0,0 1-1 0 0,-1-1 1 0 0,1 0-1 0 0,0 1 0 0 0,0-1 1 0 0,-1 0-1 0 0,1 0 0 0 0,-1 0 1 0 0,2-1-1 0 0,-1 0 2 0 0,0 1-1 0 0,0 0 1 0 0,0 0 0 0 0,0 0-1 0 0,0 0 1 0 0,0 0 0 0 0,0 1-1 0 0,0-1 1 0 0,0 1 0 0 0,0-1-1 0 0,1 1 1 0 0,-1 0-1 0 0,0 0 1 0 0,0 0 0 0 0,3 0-1 0 0,-1 1 12 0 0,-1 0 0 0 0,1 0 0 0 0,0 1 0 0 0,-1 0 0 0 0,1 0 0 0 0,-1 0 0 0 0,1 0 0 0 0,-1 0 0 0 0,0 1 0 0 0,0-1 0 0 0,0 1 0 0 0,0 0 0 0 0,0 0 0 0 0,-1 0 0 0 0,1 0 0 0 0,-1 0 0 0 0,0 1 0 0 0,0-1 0 0 0,0 1 0 0 0,-1-1 0 0 0,1 1 0 0 0,-1 0 0 0 0,0 0 0 0 0,2 7 0 0 0,-3-9 1 0 0,1-1 0 0 0,-1 1 0 0 0,1-1 0 0 0,-1 1 1 0 0,0 0-1 0 0,0-1 0 0 0,0 1 0 0 0,0-1 0 0 0,0 1 0 0 0,0 0 0 0 0,0-1 0 0 0,-1 3 0 0 0,0-2 283 0 0,-3-15-111 0 0,5 3-126 0 0,0 1 0 0 0,1-1 1 0 0,4-14-1 0 0,-5 22-42 0 0,0-1 1 0 0,0 1-1 0 0,0 0 1 0 0,0 0-1 0 0,0 0 1 0 0,0 0-1 0 0,0 0 1 0 0,1 0 0 0 0,-1 0-1 0 0,1 0 1 0 0,-1 0-1 0 0,1 1 1 0 0,0-1-1 0 0,0 1 1 0 0,0-1-1 0 0,0 1 1 0 0,0 0-1 0 0,0 0 1 0 0,0 0-1 0 0,3-1 1 0 0,-5 2-15 0 0,1 0-1 0 0,0 0 1 0 0,-1 0 0 0 0,1 0 0 0 0,-1 1-1 0 0,1-1 1 0 0,-1 0 0 0 0,1 0 0 0 0,-1 1-1 0 0,1-1 1 0 0,-1 0 0 0 0,1 1-1 0 0,-1-1 1 0 0,1 1 0 0 0,-1-1 0 0 0,1 1-1 0 0,-1-1 1 0 0,0 1 0 0 0,1-1-1 0 0,-1 1 1 0 0,0-1 0 0 0,0 1 0 0 0,1-1-1 0 0,-1 1 1 0 0,0 0 0 0 0,8 19 75 0 0,-7-18-72 0 0,6 29 77 0 0,-5-18-56 0 0,1-1-1 0 0,0 1 1 0 0,1-1 0 0 0,9 20-1 0 0,-14-36-25 0 0,0-1-1 0 0,1 1 0 0 0,0-1 1 0 0,0 1-1 0 0,0-1 1 0 0,1 0-1 0 0,-1 1 0 0 0,1-1 1 0 0,0 1-1 0 0,2-5 0 0 0,15-44 8 0 0,-17 47-1 0 0,0 5-8 0 0,0 0-1 0 0,0-1 0 0 0,0 1 1 0 0,0-1-1 0 0,0 1 1 0 0,0 0-1 0 0,0 0 1 0 0,0-1-1 0 0,0 1 1 0 0,1 0-1 0 0,-1 0 1 0 0,0 0-1 0 0,1 1 1 0 0,-1-1-1 0 0,1 0 0 0 0,2-1 1 0 0,-3 2 0 0 0,-1-1-1 0 0,1 1 1 0 0,0-1 0 0 0,0 1-1 0 0,0 0 1 0 0,0-1 0 0 0,-1 1-1 0 0,1 0 1 0 0,0-1 0 0 0,0 1 0 0 0,0 0-1 0 0,0 0 1 0 0,0 0 0 0 0,0 0-1 0 0,0 0 1 0 0,0 0 0 0 0,0 0-1 0 0,0 0 1 0 0,0 0 0 0 0,0 1-1 0 0,0-1 1 0 0,0 0 0 0 0,-1 0 0 0 0,1 1-1 0 0,0-1 1 0 0,0 1 0 0 0,1 0-1 0 0,20 22 35 0 0,-20-20-30 0 0,0 0 0 0 0,1 0 0 0 0,0 0 0 0 0,-1-1 1 0 0,1 1-1 0 0,0-1 0 0 0,4 3 0 0 0,9 5 35 0 0,-15-9-33 0 0,10-2 79 0 0,-10-3-80 0 0,0 0-1 0 0,0 1 1 0 0,-1-1 0 0 0,1 0-1 0 0,-1 0 1 0 0,0 0 0 0 0,0 0-1 0 0,0 1 1 0 0,-1-1 0 0 0,0 0-1 0 0,1 0 1 0 0,-3-6 0 0 0,-16-53 115 0 0,11 47-73 0 0,4 22 13 0 0,5 33 31 0 0,0-26-98 0 0,-1 0 15 0 0,-1 0 14 0 0,1 1-1 0 0,1 0 1 0 0,0 0 0 0 0,1-1-1 0 0,5 22 1 0 0,-6-33-15 0 0,6 1 15 0 0,-7-3-23 0 0,1 1 1 0 0,-1-1-1 0 0,1 1 1 0 0,-1-1-1 0 0,1 0 1 0 0,-1 1-1 0 0,1-1 1 0 0,0 0-1 0 0,-1 1 1 0 0,1-1-1 0 0,0 0 1 0 0,-1 0-1 0 0,1 0 0 0 0,0 0 1 0 0,-1 0-1 0 0,1 0 1 0 0,0 1-1 0 0,-1-1 1 0 0,1-1-1 0 0,0 1 1 0 0,-1 0-1 0 0,1 0 1 0 0,0 0-1 0 0,-1 0 1 0 0,1 0-1 0 0,-1-1 1 0 0,1 1-1 0 0,0 0 0 0 0,-1 0 1 0 0,1-1-1 0 0,-1 1 1 0 0,2-1-1 0 0,1-3 3 0 0,-2 2-2 0 0,1 1 1 0 0,0-1-1 0 0,-1 1 0 0 0,1-1 0 0 0,0 1 1 0 0,0 0-1 0 0,0 0 0 0 0,0 0 1 0 0,1 0-1 0 0,-1 0 0 0 0,0 0 0 0 0,4-1 1 0 0,-5 2-3 0 0,-1-1 0 0 0,1 1 0 0 0,0 0 1 0 0,-1-1-1 0 0,1 1 0 0 0,0 0 0 0 0,-1-1 0 0 0,1 1 1 0 0,0 0-1 0 0,0 0 0 0 0,-1-1 0 0 0,1 1 1 0 0,0 0-1 0 0,0 0 0 0 0,0 0 0 0 0,-1 0 1 0 0,1 0-1 0 0,0 0 0 0 0,0 0 0 0 0,0 0 1 0 0,-1 1-1 0 0,1-1 0 0 0,0 0 0 0 0,0 0 1 0 0,-1 1-1 0 0,1-1 0 0 0,0 0 0 0 0,0 1 1 0 0,1 0 0 0 0,11 7 4 0 0,-9-6-4 0 0,0 0 0 0 0,-1 0 1 0 0,0 1-1 0 0,1 0 0 0 0,-1-1 0 0 0,0 1 0 0 0,0 0 1 0 0,0 1-1 0 0,-1-1 0 0 0,1 0 0 0 0,-1 1 0 0 0,0 0 1 0 0,0-1-1 0 0,0 1 0 0 0,0 0 0 0 0,-1 0 0 0 0,0 0 1 0 0,2 8-1 0 0,4 11 8 0 0,-4-15-6 0 0,-1-4 2 0 0,5-1-4 0 0,-2-10-1 0 0,-1-13 0 0 0,-1 0 0 0 0,-1-1 0 0 0,-1 1 0 0 0,-3-34 0 0 0,1 9 0 0 0,-1 13-4 0 0,-2 0 0 0 0,-15-61 1 0 0,2 5-8 0 0,16 74 5 0 0,1 11 2 0 0,0-1 1 0 0,0 1 0 0 0,0-1 0 0 0,-1 1-1 0 0,1 0 1 0 0,-1-1 0 0 0,0 1 0 0 0,0 0 0 0 0,0-1-1 0 0,-3-4 1 0 0,28 81-6 0 0,-17-47 10 0 0,20 47-1 0 0,-24-67 0 0 0,11 25 6 0 0,2 0 0 0 0,22 32 0 0 0,-36-59 0 0 0,1-1 0 0 0,0 1 0 0 0,0-1 1 0 0,0 1-1 0 0,0-1 0 0 0,1 0 0 0 0,-1 0 1 0 0,1 0-1 0 0,7 4 0 0 0,-9-7-3 0 0,-1 0-1 0 0,0 0 1 0 0,0 0-1 0 0,0 1 0 0 0,0-1 1 0 0,0-1-1 0 0,0 1 1 0 0,0 0-1 0 0,0 0 0 0 0,0 0 1 0 0,0 0-1 0 0,0-1 1 0 0,0 1-1 0 0,0-1 1 0 0,0 1-1 0 0,0-1 0 0 0,0 1 1 0 0,0-1-1 0 0,0 1 1 0 0,0-1-1 0 0,-1 0 0 0 0,2-1 1 0 0,18-17 28 0 0,-19 18-28 0 0,11-14 37 0 0,0 0 0 0 0,-1-1 0 0 0,0 0 0 0 0,8-19 0 0 0,-5-7 85 0 0,-14 40-100 0 0,5-6 95 0 0,0 163 89 0 0,-3-132-167 0 0,2-1 0 0 0,0 0-1 0 0,1-1 1 0 0,16 42 0 0 0,-20-62-39 0 0,-1 0 1 0 0,0 0 0 0 0,1 0 0 0 0,-1 0 0 0 0,0 0 0 0 0,1 0 0 0 0,-1-1 0 0 0,1 1 0 0 0,0 0 0 0 0,-1 0 0 0 0,1-1 0 0 0,-1 1 0 0 0,1 0 0 0 0,0-1-1 0 0,0 1 1 0 0,-1 0 0 0 0,1-1 0 0 0,0 1 0 0 0,0-1 0 0 0,0 1 0 0 0,0-1 0 0 0,0 0 0 0 0,0 1 0 0 0,1-1 0 0 0,-1 0-2 0 0,-1 0 0 0 0,1-1 1 0 0,-1 1-1 0 0,1 0 0 0 0,0-1 1 0 0,-1 1-1 0 0,1 0 0 0 0,-1-1 1 0 0,1 1-1 0 0,-1-1 0 0 0,1 1 0 0 0,-1-1 1 0 0,1 1-1 0 0,-1-1 0 0 0,1 0 1 0 0,-1 1-1 0 0,0-1 0 0 0,1 1 1 0 0,-1-1-1 0 0,0 0 0 0 0,0 1 0 0 0,1-1 1 0 0,-1 0-1 0 0,0 1 0 0 0,0-1 1 0 0,0 0-1 0 0,0 1 0 0 0,0-1 1 0 0,0 0-1 0 0,0 0 0 0 0,0 0 1 0 0,1-131 137 0 0,-1 75-46 0 0,0 54-79 0 0,0-3 49 0 0,0 16-51 0 0,-1 3 4 0 0,1 0 0 0 0,0-1 1 0 0,1 1-1 0 0,1 0 0 0 0,0 0 0 0 0,0 0 0 0 0,1-1 1 0 0,7 19-1 0 0,-10-31-17 0 0,1 0 1 0 0,-1 1 0 0 0,0-1-1 0 0,0 0 1 0 0,0 1-1 0 0,0-1 1 0 0,0 0-1 0 0,1 0 1 0 0,-1 1 0 0 0,0-1-1 0 0,0 0 1 0 0,0 1-1 0 0,1-1 1 0 0,-1 0-1 0 0,0 0 1 0 0,0 0-1 0 0,1 1 1 0 0,-1-1 0 0 0,0 0-1 0 0,1 0 1 0 0,-1 0-1 0 0,0 0 1 0 0,1 0-1 0 0,-1 1 1 0 0,0-1 0 0 0,1 0-1 0 0,-1 0 1 0 0,0 0-1 0 0,1 0 1 0 0,-1 0-1 0 0,0 0 1 0 0,1 0 0 0 0,-1 0-1 0 0,0 0 1 0 0,1 0-1 0 0,-1 0 1 0 0,0-1-1 0 0,1 1 1 0 0,-1 0-1 0 0,0 0 1 0 0,0 0 0 0 0,1 0-1 0 0,-1 0 1 0 0,0-1-1 0 0,1 1 1 0 0,8-12 16 0 0,-8 10-20 0 0,22-32 11 0 0,-17 24-2 0 0,1-1 0 0 0,0 1-1 0 0,0 0 1 0 0,1 0 0 0 0,1 1 0 0 0,9-9-1 0 0,-16 17-3 0 0,1-1 0 0 0,0 0 0 0 0,0 0 0 0 0,0 1 0 0 0,-1 0 0 0 0,1 0 0 0 0,1-1 0 0 0,-1 2 0 0 0,0-1-1 0 0,0 0 1 0 0,0 1 0 0 0,0-1 0 0 0,1 1 0 0 0,-1 0 0 0 0,0 0 0 0 0,0 0 0 0 0,0 0 0 0 0,1 1 0 0 0,-1-1 0 0 0,0 1 0 0 0,0 0-1 0 0,0 0 1 0 0,0 0 0 0 0,0 1 0 0 0,0-1 0 0 0,0 1 0 0 0,0-1 0 0 0,3 4 0 0 0,0-1 2 0 0,0 1-1 0 0,0 0 1 0 0,-1 0-1 0 0,0 0 1 0 0,0 1 0 0 0,0-1-1 0 0,-1 1 1 0 0,0 1 0 0 0,0-1-1 0 0,5 11 1 0 0,-5-5-3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47.1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16384 0 0,'0'0'0'0'0,"33"2"0"0"0,2-2 255 0 0,-7 0 9 0 0,-4 3-8 0 0,0-3 16 0 0,1-3-168 0 0,-3 1 16 0 0,-4 2-8 0 0,-2 2 8 0 0,20-2 560 0 0,-21 0-336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47.4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13968 0 0,'14'0'85'0'0,"7"0"46"0"0,-4 3 107 0 0,-15-3-11 0 0,1 4 81 0 0,-3-4-290 0 0,1 0-1 0 0,-1 0 1 0 0,0 1 0 0 0,1-1-1 0 0,-1 0 1 0 0,0 0 0 0 0,0 1-1 0 0,1-1 1 0 0,-1 0 0 0 0,0 0 0 0 0,0 1-1 0 0,0-1 1 0 0,1 0 0 0 0,-1 0-1 0 0,0 1 1 0 0,0-1 0 0 0,0 0-1 0 0,0 1 1 0 0,0-1 0 0 0,0 0-1 0 0,0 1 1 0 0,0-1 0 0 0,0 0 0 0 0,1 1-1 0 0,-1-1 1 0 0,0 0 0 0 0,-1 0-1 0 0,1 1 1 0 0,0-1 0 0 0,0 0-1 0 0,0 1 1 0 0,0-1 0 0 0,0 0-1 0 0,0 1 1 0 0,0-1 0 0 0,0 0-1 0 0,-1 1 1 0 0,1-1 0 0 0,0 0 0 0 0,0 0-1 0 0,0 1 1 0 0,0-1 0 0 0,-1 0-1 0 0,1 0 1 0 0,0 1 0 0 0,0-1-1 0 0,-1 0 1 0 0,1 0 0 0 0,0 0-1 0 0,-1 0 1 0 0,1 1 0 0 0,-1-1 7 0 0,1 0 0 0 0,0 0 1 0 0,0 0-1 0 0,-1 1 0 0 0,1-1 1 0 0,0 0-1 0 0,0 0 0 0 0,-1 1 1 0 0,1-1-1 0 0,0 0 0 0 0,0 0 1 0 0,0 1-1 0 0,0-1 0 0 0,-1 0 0 0 0,1 0 1 0 0,0 1-1 0 0,0-1 0 0 0,0 0 1 0 0,0 1-1 0 0,0-1 0 0 0,0 0 1 0 0,0 1-1 0 0,0-1 0 0 0,0 0 1 0 0,0 0-1 0 0,0 1 0 0 0,0-1 0 0 0,0 0 1 0 0,0 1-1 0 0,0-1 0 0 0,0 0 1 0 0,0 1-1 0 0,0-1 0 0 0,0 0 1 0 0,0 1-1 0 0,0-1 0 0 0,1 0 1 0 0,-1 0-1 0 0,0 1 0 0 0,0-1 0 0 0,0 0 1 0 0,1 0-1 0 0,-1 1 0 0 0,0-1 1 0 0,0 0-1 0 0,0 0 0 0 0,1 0 1 0 0,-1 1-1 0 0,0-1 0 0 0,1 0 1 0 0,-1 0-1 0 0,0 0 0 0 0,0 0 0 0 0,1 1 171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39:47.8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12456 0 0,'0'0'0'0'0,"22"6"0"0"0,5-6 232 0 0,-8 1 16 0 0,-6 2-8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4563" y="1600771"/>
            <a:ext cx="6514872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660" y="495871"/>
            <a:ext cx="7968678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8544"/>
            <a:ext cx="8072119" cy="421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15.png"/><Relationship Id="rId18" Type="http://schemas.openxmlformats.org/officeDocument/2006/relationships/customXml" Target="../ink/ink18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customXml" Target="../ink/ink15.xml"/><Relationship Id="rId17" Type="http://schemas.openxmlformats.org/officeDocument/2006/relationships/image" Target="../media/image17.png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10" Type="http://schemas.openxmlformats.org/officeDocument/2006/relationships/customXml" Target="../ink/ink14.xml"/><Relationship Id="rId19" Type="http://schemas.openxmlformats.org/officeDocument/2006/relationships/image" Target="../media/image18.png"/><Relationship Id="rId4" Type="http://schemas.openxmlformats.org/officeDocument/2006/relationships/customXml" Target="../ink/ink11.xml"/><Relationship Id="rId9" Type="http://schemas.openxmlformats.org/officeDocument/2006/relationships/image" Target="../media/image13.png"/><Relationship Id="rId14" Type="http://schemas.openxmlformats.org/officeDocument/2006/relationships/customXml" Target="../ink/ink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customXml" Target="../ink/ink24.xml"/><Relationship Id="rId17" Type="http://schemas.openxmlformats.org/officeDocument/2006/relationships/image" Target="../media/image26.png"/><Relationship Id="rId2" Type="http://schemas.openxmlformats.org/officeDocument/2006/relationships/customXml" Target="../ink/ink19.xml"/><Relationship Id="rId16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10" Type="http://schemas.openxmlformats.org/officeDocument/2006/relationships/customXml" Target="../ink/ink23.xml"/><Relationship Id="rId4" Type="http://schemas.openxmlformats.org/officeDocument/2006/relationships/customXml" Target="../ink/ink20.xml"/><Relationship Id="rId9" Type="http://schemas.openxmlformats.org/officeDocument/2006/relationships/image" Target="../media/image22.png"/><Relationship Id="rId14" Type="http://schemas.openxmlformats.org/officeDocument/2006/relationships/customXml" Target="../ink/ink2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customXml" Target="../ink/ink32.xml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10" Type="http://schemas.openxmlformats.org/officeDocument/2006/relationships/customXml" Target="../ink/ink31.xml"/><Relationship Id="rId4" Type="http://schemas.openxmlformats.org/officeDocument/2006/relationships/customXml" Target="../ink/ink28.xml"/><Relationship Id="rId9" Type="http://schemas.openxmlformats.org/officeDocument/2006/relationships/image" Target="../media/image30.png"/><Relationship Id="rId14" Type="http://schemas.openxmlformats.org/officeDocument/2006/relationships/customXml" Target="../ink/ink3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" Type="http://schemas.openxmlformats.org/officeDocument/2006/relationships/image" Target="../media/image35.png"/><Relationship Id="rId4" Type="http://schemas.openxmlformats.org/officeDocument/2006/relationships/customXml" Target="../ink/ink35.xml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customXml" Target="../ink/ink46.xml"/><Relationship Id="rId26" Type="http://schemas.openxmlformats.org/officeDocument/2006/relationships/customXml" Target="../ink/ink50.xml"/><Relationship Id="rId39" Type="http://schemas.openxmlformats.org/officeDocument/2006/relationships/image" Target="../media/image56.png"/><Relationship Id="rId21" Type="http://schemas.openxmlformats.org/officeDocument/2006/relationships/image" Target="../media/image47.png"/><Relationship Id="rId34" Type="http://schemas.openxmlformats.org/officeDocument/2006/relationships/customXml" Target="../ink/ink54.xml"/><Relationship Id="rId42" Type="http://schemas.openxmlformats.org/officeDocument/2006/relationships/customXml" Target="../ink/ink58.xml"/><Relationship Id="rId47" Type="http://schemas.openxmlformats.org/officeDocument/2006/relationships/image" Target="../media/image60.png"/><Relationship Id="rId50" Type="http://schemas.openxmlformats.org/officeDocument/2006/relationships/customXml" Target="../ink/ink62.xml"/><Relationship Id="rId55" Type="http://schemas.openxmlformats.org/officeDocument/2006/relationships/image" Target="../media/image64.png"/><Relationship Id="rId63" Type="http://schemas.openxmlformats.org/officeDocument/2006/relationships/image" Target="../media/image68.png"/><Relationship Id="rId7" Type="http://schemas.openxmlformats.org/officeDocument/2006/relationships/image" Target="../media/image40.png"/><Relationship Id="rId2" Type="http://schemas.openxmlformats.org/officeDocument/2006/relationships/customXml" Target="../ink/ink38.xml"/><Relationship Id="rId16" Type="http://schemas.openxmlformats.org/officeDocument/2006/relationships/customXml" Target="../ink/ink45.xml"/><Relationship Id="rId29" Type="http://schemas.openxmlformats.org/officeDocument/2006/relationships/image" Target="../media/image51.png"/><Relationship Id="rId11" Type="http://schemas.openxmlformats.org/officeDocument/2006/relationships/image" Target="../media/image42.png"/><Relationship Id="rId24" Type="http://schemas.openxmlformats.org/officeDocument/2006/relationships/customXml" Target="../ink/ink49.xml"/><Relationship Id="rId32" Type="http://schemas.openxmlformats.org/officeDocument/2006/relationships/customXml" Target="../ink/ink53.xml"/><Relationship Id="rId37" Type="http://schemas.openxmlformats.org/officeDocument/2006/relationships/image" Target="../media/image55.png"/><Relationship Id="rId40" Type="http://schemas.openxmlformats.org/officeDocument/2006/relationships/customXml" Target="../ink/ink57.xml"/><Relationship Id="rId45" Type="http://schemas.openxmlformats.org/officeDocument/2006/relationships/image" Target="../media/image59.png"/><Relationship Id="rId53" Type="http://schemas.openxmlformats.org/officeDocument/2006/relationships/image" Target="../media/image63.png"/><Relationship Id="rId58" Type="http://schemas.openxmlformats.org/officeDocument/2006/relationships/customXml" Target="../ink/ink66.xml"/><Relationship Id="rId5" Type="http://schemas.openxmlformats.org/officeDocument/2006/relationships/image" Target="../media/image39.png"/><Relationship Id="rId61" Type="http://schemas.openxmlformats.org/officeDocument/2006/relationships/image" Target="../media/image67.png"/><Relationship Id="rId19" Type="http://schemas.openxmlformats.org/officeDocument/2006/relationships/image" Target="../media/image46.png"/><Relationship Id="rId14" Type="http://schemas.openxmlformats.org/officeDocument/2006/relationships/customXml" Target="../ink/ink44.xml"/><Relationship Id="rId22" Type="http://schemas.openxmlformats.org/officeDocument/2006/relationships/customXml" Target="../ink/ink48.xml"/><Relationship Id="rId27" Type="http://schemas.openxmlformats.org/officeDocument/2006/relationships/image" Target="../media/image50.png"/><Relationship Id="rId30" Type="http://schemas.openxmlformats.org/officeDocument/2006/relationships/customXml" Target="../ink/ink52.xml"/><Relationship Id="rId35" Type="http://schemas.openxmlformats.org/officeDocument/2006/relationships/image" Target="../media/image54.png"/><Relationship Id="rId43" Type="http://schemas.openxmlformats.org/officeDocument/2006/relationships/image" Target="../media/image58.png"/><Relationship Id="rId48" Type="http://schemas.openxmlformats.org/officeDocument/2006/relationships/customXml" Target="../ink/ink61.xml"/><Relationship Id="rId56" Type="http://schemas.openxmlformats.org/officeDocument/2006/relationships/customXml" Target="../ink/ink65.xml"/><Relationship Id="rId8" Type="http://schemas.openxmlformats.org/officeDocument/2006/relationships/customXml" Target="../ink/ink41.xml"/><Relationship Id="rId51" Type="http://schemas.openxmlformats.org/officeDocument/2006/relationships/image" Target="../media/image62.png"/><Relationship Id="rId3" Type="http://schemas.openxmlformats.org/officeDocument/2006/relationships/image" Target="../media/image38.png"/><Relationship Id="rId12" Type="http://schemas.openxmlformats.org/officeDocument/2006/relationships/customXml" Target="../ink/ink43.xml"/><Relationship Id="rId17" Type="http://schemas.openxmlformats.org/officeDocument/2006/relationships/image" Target="../media/image45.png"/><Relationship Id="rId25" Type="http://schemas.openxmlformats.org/officeDocument/2006/relationships/image" Target="../media/image49.png"/><Relationship Id="rId33" Type="http://schemas.openxmlformats.org/officeDocument/2006/relationships/image" Target="../media/image53.png"/><Relationship Id="rId38" Type="http://schemas.openxmlformats.org/officeDocument/2006/relationships/customXml" Target="../ink/ink56.xml"/><Relationship Id="rId46" Type="http://schemas.openxmlformats.org/officeDocument/2006/relationships/customXml" Target="../ink/ink60.xml"/><Relationship Id="rId59" Type="http://schemas.openxmlformats.org/officeDocument/2006/relationships/image" Target="../media/image66.png"/><Relationship Id="rId20" Type="http://schemas.openxmlformats.org/officeDocument/2006/relationships/customXml" Target="../ink/ink47.xml"/><Relationship Id="rId41" Type="http://schemas.openxmlformats.org/officeDocument/2006/relationships/image" Target="../media/image57.png"/><Relationship Id="rId54" Type="http://schemas.openxmlformats.org/officeDocument/2006/relationships/customXml" Target="../ink/ink64.xml"/><Relationship Id="rId62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15" Type="http://schemas.openxmlformats.org/officeDocument/2006/relationships/image" Target="../media/image44.png"/><Relationship Id="rId23" Type="http://schemas.openxmlformats.org/officeDocument/2006/relationships/image" Target="../media/image48.png"/><Relationship Id="rId28" Type="http://schemas.openxmlformats.org/officeDocument/2006/relationships/customXml" Target="../ink/ink51.xml"/><Relationship Id="rId36" Type="http://schemas.openxmlformats.org/officeDocument/2006/relationships/customXml" Target="../ink/ink55.xml"/><Relationship Id="rId49" Type="http://schemas.openxmlformats.org/officeDocument/2006/relationships/image" Target="../media/image61.png"/><Relationship Id="rId57" Type="http://schemas.openxmlformats.org/officeDocument/2006/relationships/image" Target="../media/image65.png"/><Relationship Id="rId10" Type="http://schemas.openxmlformats.org/officeDocument/2006/relationships/customXml" Target="../ink/ink42.xml"/><Relationship Id="rId31" Type="http://schemas.openxmlformats.org/officeDocument/2006/relationships/image" Target="../media/image52.png"/><Relationship Id="rId44" Type="http://schemas.openxmlformats.org/officeDocument/2006/relationships/customXml" Target="../ink/ink59.xml"/><Relationship Id="rId52" Type="http://schemas.openxmlformats.org/officeDocument/2006/relationships/customXml" Target="../ink/ink63.xml"/><Relationship Id="rId60" Type="http://schemas.openxmlformats.org/officeDocument/2006/relationships/customXml" Target="../ink/ink67.xml"/><Relationship Id="rId4" Type="http://schemas.openxmlformats.org/officeDocument/2006/relationships/customXml" Target="../ink/ink39.xml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" marR="5080" algn="ctr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Instant</a:t>
            </a:r>
            <a:r>
              <a:rPr spc="860" dirty="0"/>
              <a:t> </a:t>
            </a:r>
            <a:r>
              <a:rPr dirty="0"/>
              <a:t>Messaging</a:t>
            </a:r>
            <a:r>
              <a:rPr spc="905" dirty="0"/>
              <a:t> </a:t>
            </a:r>
            <a:r>
              <a:rPr dirty="0"/>
              <a:t>service </a:t>
            </a:r>
            <a:r>
              <a:rPr spc="5" dirty="0"/>
              <a:t> </a:t>
            </a:r>
            <a:r>
              <a:rPr spc="-5" dirty="0"/>
              <a:t>using </a:t>
            </a:r>
            <a:r>
              <a:rPr spc="-15" dirty="0"/>
              <a:t>RESTful </a:t>
            </a:r>
            <a:r>
              <a:rPr spc="-50" dirty="0"/>
              <a:t>Web </a:t>
            </a:r>
            <a:r>
              <a:rPr dirty="0"/>
              <a:t>Services </a:t>
            </a:r>
            <a:r>
              <a:rPr spc="-5" dirty="0"/>
              <a:t>and </a:t>
            </a:r>
            <a:r>
              <a:rPr spc="-890" dirty="0"/>
              <a:t> </a:t>
            </a:r>
            <a:r>
              <a:rPr spc="-35" dirty="0"/>
              <a:t>WebSockets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158" y="3893311"/>
            <a:ext cx="3046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888888"/>
                </a:solidFill>
                <a:latin typeface="Calibri"/>
                <a:cs typeface="Calibri"/>
              </a:rPr>
              <a:t>Juan Luis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Gorricho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4642" y="462343"/>
            <a:ext cx="39338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Second</a:t>
            </a:r>
            <a:r>
              <a:rPr sz="4400" spc="-45" dirty="0"/>
              <a:t> </a:t>
            </a:r>
            <a:r>
              <a:rPr sz="4400" spc="-15" dirty="0"/>
              <a:t>approach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26540"/>
            <a:ext cx="7972425" cy="432308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4965" marR="548005" indent="-342900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This is a </a:t>
            </a:r>
            <a:r>
              <a:rPr sz="3000" spc="-10" dirty="0">
                <a:latin typeface="Calibri"/>
                <a:cs typeface="Calibri"/>
              </a:rPr>
              <a:t>second approach </a:t>
            </a:r>
            <a:r>
              <a:rPr sz="3000" spc="-5" dirty="0">
                <a:latin typeface="Calibri"/>
                <a:cs typeface="Calibri"/>
              </a:rPr>
              <a:t>implementing </a:t>
            </a:r>
            <a:r>
              <a:rPr sz="3000" dirty="0">
                <a:latin typeface="Calibri"/>
                <a:cs typeface="Calibri"/>
              </a:rPr>
              <a:t>an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instant </a:t>
            </a:r>
            <a:r>
              <a:rPr sz="3000" spc="-5" dirty="0">
                <a:latin typeface="Calibri"/>
                <a:cs typeface="Calibri"/>
              </a:rPr>
              <a:t>messaging </a:t>
            </a:r>
            <a:r>
              <a:rPr sz="3000" dirty="0">
                <a:latin typeface="Calibri"/>
                <a:cs typeface="Calibri"/>
              </a:rPr>
              <a:t>service, a </a:t>
            </a:r>
            <a:r>
              <a:rPr sz="3000" spc="-15" dirty="0">
                <a:latin typeface="Calibri"/>
                <a:cs typeface="Calibri"/>
              </a:rPr>
              <a:t>remote </a:t>
            </a:r>
            <a:r>
              <a:rPr sz="3000" spc="-10" dirty="0">
                <a:latin typeface="Calibri"/>
                <a:cs typeface="Calibri"/>
              </a:rPr>
              <a:t>approach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without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persistence.</a:t>
            </a:r>
            <a:endParaRPr sz="3000">
              <a:latin typeface="Calibri"/>
              <a:cs typeface="Calibri"/>
            </a:endParaRPr>
          </a:p>
          <a:p>
            <a:pPr marL="354965" marR="5080" indent="-342900" algn="just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This </a:t>
            </a:r>
            <a:r>
              <a:rPr sz="3000" spc="-10" dirty="0">
                <a:latin typeface="Calibri"/>
                <a:cs typeface="Calibri"/>
              </a:rPr>
              <a:t>approach </a:t>
            </a:r>
            <a:r>
              <a:rPr sz="3000" spc="-15" dirty="0">
                <a:latin typeface="Calibri"/>
                <a:cs typeface="Calibri"/>
              </a:rPr>
              <a:t>focuses </a:t>
            </a:r>
            <a:r>
              <a:rPr sz="3000" dirty="0">
                <a:latin typeface="Calibri"/>
                <a:cs typeface="Calibri"/>
              </a:rPr>
              <a:t>on using a </a:t>
            </a:r>
            <a:r>
              <a:rPr sz="3000" spc="-10" dirty="0">
                <a:latin typeface="Calibri"/>
                <a:cs typeface="Calibri"/>
              </a:rPr>
              <a:t>web application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service and on </a:t>
            </a:r>
            <a:r>
              <a:rPr sz="3000" spc="-5" dirty="0">
                <a:latin typeface="Calibri"/>
                <a:cs typeface="Calibri"/>
              </a:rPr>
              <a:t>accessing the </a:t>
            </a:r>
            <a:r>
              <a:rPr sz="3000" dirty="0">
                <a:latin typeface="Calibri"/>
                <a:cs typeface="Calibri"/>
              </a:rPr>
              <a:t>service using a </a:t>
            </a:r>
            <a:r>
              <a:rPr sz="3000" spc="-15" dirty="0">
                <a:latin typeface="Calibri"/>
                <a:cs typeface="Calibri"/>
              </a:rPr>
              <a:t>REST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API.</a:t>
            </a:r>
            <a:endParaRPr sz="3000">
              <a:latin typeface="Calibri"/>
              <a:cs typeface="Calibri"/>
            </a:endParaRPr>
          </a:p>
          <a:p>
            <a:pPr marL="354965" marR="494665" indent="-342900">
              <a:lnSpc>
                <a:spcPts val="288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approach </a:t>
            </a:r>
            <a:r>
              <a:rPr sz="3000" spc="-5" dirty="0">
                <a:latin typeface="Calibri"/>
                <a:cs typeface="Calibri"/>
              </a:rPr>
              <a:t>uses </a:t>
            </a:r>
            <a:r>
              <a:rPr sz="3000" spc="-10" dirty="0">
                <a:latin typeface="Calibri"/>
                <a:cs typeface="Calibri"/>
              </a:rPr>
              <a:t>Swing clients instead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Internet </a:t>
            </a:r>
            <a:r>
              <a:rPr sz="3000" spc="-20" dirty="0">
                <a:latin typeface="Calibri"/>
                <a:cs typeface="Calibri"/>
              </a:rPr>
              <a:t>browsers,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b="1" spc="-10" dirty="0">
                <a:latin typeface="Calibri"/>
                <a:cs typeface="Calibri"/>
              </a:rPr>
              <a:t>asynchronous 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behavior </a:t>
            </a:r>
            <a:r>
              <a:rPr sz="3000" spc="-5" dirty="0">
                <a:latin typeface="Calibri"/>
                <a:cs typeface="Calibri"/>
              </a:rPr>
              <a:t>will </a:t>
            </a:r>
            <a:r>
              <a:rPr sz="3000" dirty="0">
                <a:latin typeface="Calibri"/>
                <a:cs typeface="Calibri"/>
              </a:rPr>
              <a:t>be </a:t>
            </a:r>
            <a:r>
              <a:rPr sz="3000" spc="-10" dirty="0">
                <a:latin typeface="Calibri"/>
                <a:cs typeface="Calibri"/>
              </a:rPr>
              <a:t>implemented </a:t>
            </a:r>
            <a:r>
              <a:rPr sz="3000" spc="-5" dirty="0">
                <a:latin typeface="Calibri"/>
                <a:cs typeface="Calibri"/>
              </a:rPr>
              <a:t>with </a:t>
            </a:r>
            <a:r>
              <a:rPr sz="3000" dirty="0">
                <a:latin typeface="Calibri"/>
                <a:cs typeface="Calibri"/>
              </a:rPr>
              <a:t>a pushing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strategy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using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WebSockets </a:t>
            </a:r>
            <a:r>
              <a:rPr sz="3000" spc="-35" dirty="0">
                <a:latin typeface="Calibri"/>
                <a:cs typeface="Calibri"/>
              </a:rPr>
              <a:t>library.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client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has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 </a:t>
            </a:r>
            <a:r>
              <a:rPr sz="3000" spc="-15" dirty="0">
                <a:latin typeface="Calibri"/>
                <a:cs typeface="Calibri"/>
              </a:rPr>
              <a:t>persistence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45" dirty="0">
                <a:latin typeface="Calibri"/>
                <a:cs typeface="Calibri"/>
              </a:rPr>
              <a:t>either.</a:t>
            </a:r>
            <a:endParaRPr sz="30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F0F77033-03BC-B039-682F-D93D465B8902}"/>
                  </a:ext>
                </a:extLst>
              </p14:cNvPr>
              <p14:cNvContentPartPr/>
              <p14:nvPr/>
            </p14:nvContentPartPr>
            <p14:xfrm>
              <a:off x="840177" y="2502150"/>
              <a:ext cx="3062160" cy="1051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F0F77033-03BC-B039-682F-D93D465B89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537" y="2394510"/>
                <a:ext cx="31698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47B0DEC-855A-7274-580E-9E921BAEA55E}"/>
                  </a:ext>
                </a:extLst>
              </p14:cNvPr>
              <p14:cNvContentPartPr/>
              <p14:nvPr/>
            </p14:nvContentPartPr>
            <p14:xfrm>
              <a:off x="6088617" y="3015510"/>
              <a:ext cx="2393280" cy="475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47B0DEC-855A-7274-580E-9E921BAEA5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34617" y="2907510"/>
                <a:ext cx="25009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CFC7FD22-414C-6005-82F3-0251251F3972}"/>
                  </a:ext>
                </a:extLst>
              </p14:cNvPr>
              <p14:cNvContentPartPr/>
              <p14:nvPr/>
            </p14:nvContentPartPr>
            <p14:xfrm>
              <a:off x="868257" y="3292710"/>
              <a:ext cx="7791480" cy="1760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CFC7FD22-414C-6005-82F3-0251251F39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4617" y="3184710"/>
                <a:ext cx="789912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B769F6E-8B58-144C-5DAA-FA745F9FC7D4}"/>
                  </a:ext>
                </a:extLst>
              </p14:cNvPr>
              <p14:cNvContentPartPr/>
              <p14:nvPr/>
            </p14:nvContentPartPr>
            <p14:xfrm>
              <a:off x="883737" y="3752790"/>
              <a:ext cx="671400" cy="669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B769F6E-8B58-144C-5DAA-FA745F9FC7D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9737" y="3645150"/>
                <a:ext cx="7790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F18A1660-FCFF-6F07-D0F9-2A89C43FCA9F}"/>
                  </a:ext>
                </a:extLst>
              </p14:cNvPr>
              <p14:cNvContentPartPr/>
              <p14:nvPr/>
            </p14:nvContentPartPr>
            <p14:xfrm>
              <a:off x="3126177" y="4183350"/>
              <a:ext cx="360" cy="3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F18A1660-FCFF-6F07-D0F9-2A89C43FCA9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72177" y="407571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EE41B9BB-409C-6636-C108-D4131B2198E6}"/>
                  </a:ext>
                </a:extLst>
              </p14:cNvPr>
              <p14:cNvContentPartPr/>
              <p14:nvPr/>
            </p14:nvContentPartPr>
            <p14:xfrm>
              <a:off x="3077217" y="4122510"/>
              <a:ext cx="2703240" cy="14724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EE41B9BB-409C-6636-C108-D4131B2198E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23577" y="4014510"/>
                <a:ext cx="281088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A77045B4-3053-11B0-6004-5EB927F0BE52}"/>
                  </a:ext>
                </a:extLst>
              </p14:cNvPr>
              <p14:cNvContentPartPr/>
              <p14:nvPr/>
            </p14:nvContentPartPr>
            <p14:xfrm>
              <a:off x="5045337" y="4509510"/>
              <a:ext cx="2067480" cy="19044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A77045B4-3053-11B0-6004-5EB927F0BE5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91697" y="4401510"/>
                <a:ext cx="217512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7349C617-AAF7-981A-3BE4-BB42687430F3}"/>
                  </a:ext>
                </a:extLst>
              </p14:cNvPr>
              <p14:cNvContentPartPr/>
              <p14:nvPr/>
            </p14:nvContentPartPr>
            <p14:xfrm>
              <a:off x="985977" y="4850070"/>
              <a:ext cx="6883200" cy="1724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7349C617-AAF7-981A-3BE4-BB42687430F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1977" y="4742430"/>
                <a:ext cx="699084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CD01681A-7871-4292-DF7C-3356B8F31522}"/>
                  </a:ext>
                </a:extLst>
              </p14:cNvPr>
              <p14:cNvContentPartPr/>
              <p14:nvPr/>
            </p14:nvContentPartPr>
            <p14:xfrm>
              <a:off x="1070577" y="5300070"/>
              <a:ext cx="5223600" cy="1245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CD01681A-7871-4292-DF7C-3356B8F3152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6937" y="5192430"/>
                <a:ext cx="5331240" cy="34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296" y="462343"/>
            <a:ext cx="18510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E</a:t>
            </a:r>
            <a:r>
              <a:rPr sz="4400" spc="-125" dirty="0"/>
              <a:t>x</a:t>
            </a:r>
            <a:r>
              <a:rPr sz="4400" spc="-5" dirty="0"/>
              <a:t>e</a:t>
            </a:r>
            <a:r>
              <a:rPr sz="4400" spc="-70" dirty="0"/>
              <a:t>r</a:t>
            </a:r>
            <a:r>
              <a:rPr sz="4400" spc="-5" dirty="0"/>
              <a:t>cise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312"/>
            <a:ext cx="7567295" cy="4121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302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Open the </a:t>
            </a:r>
            <a:r>
              <a:rPr sz="3200" b="1" spc="-10" dirty="0">
                <a:latin typeface="Calibri"/>
                <a:cs typeface="Calibri"/>
              </a:rPr>
              <a:t>InstantMessagingRemote_server </a:t>
            </a:r>
            <a:r>
              <a:rPr sz="3200" b="1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web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project.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Import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GSON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library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libs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folder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necessary.</a:t>
            </a:r>
            <a:endParaRPr sz="320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Add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previous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exercise 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implementing: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PublisherImpl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TopicManagerImpl</a:t>
            </a:r>
            <a:r>
              <a:rPr sz="3200" spc="-25" dirty="0">
                <a:latin typeface="Calibri"/>
                <a:cs typeface="Calibri"/>
              </a:rPr>
              <a:t>,</a:t>
            </a:r>
            <a:r>
              <a:rPr sz="3200" spc="-5" dirty="0">
                <a:latin typeface="Calibri"/>
                <a:cs typeface="Calibri"/>
              </a:rPr>
              <a:t> be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careful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delete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some </a:t>
            </a:r>
            <a:r>
              <a:rPr sz="3200" spc="-25" dirty="0">
                <a:latin typeface="Calibri"/>
                <a:cs typeface="Calibri"/>
              </a:rPr>
              <a:t>extra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methods.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Run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web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project.</a:t>
            </a:r>
            <a:endParaRPr sz="3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8DC8409-180E-A3D7-763E-236C44BCC24D}"/>
                  </a:ext>
                </a:extLst>
              </p14:cNvPr>
              <p14:cNvContentPartPr/>
              <p14:nvPr/>
            </p14:nvContentPartPr>
            <p14:xfrm>
              <a:off x="753777" y="1690710"/>
              <a:ext cx="114840" cy="29887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8DC8409-180E-A3D7-763E-236C44BCC2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0137" y="1582710"/>
                <a:ext cx="222480" cy="32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212E689-299B-2DB5-6656-AADE8717AEF3}"/>
                  </a:ext>
                </a:extLst>
              </p14:cNvPr>
              <p14:cNvContentPartPr/>
              <p14:nvPr/>
            </p14:nvContentPartPr>
            <p14:xfrm>
              <a:off x="722097" y="4695630"/>
              <a:ext cx="66960" cy="5166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212E689-299B-2DB5-6656-AADE8717AE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8457" y="4587630"/>
                <a:ext cx="174600" cy="73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C30D93F9-F083-2092-5AFC-10B28429214B}"/>
                  </a:ext>
                </a:extLst>
              </p14:cNvPr>
              <p14:cNvContentPartPr/>
              <p14:nvPr/>
            </p14:nvContentPartPr>
            <p14:xfrm>
              <a:off x="783297" y="4632990"/>
              <a:ext cx="50760" cy="9936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C30D93F9-F083-2092-5AFC-10B2842921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9657" y="4525350"/>
                <a:ext cx="158400" cy="12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5A35F5D-7EB0-2B57-2859-BADF87BECEB3}"/>
                  </a:ext>
                </a:extLst>
              </p14:cNvPr>
              <p14:cNvContentPartPr/>
              <p14:nvPr/>
            </p14:nvContentPartPr>
            <p14:xfrm>
              <a:off x="6437817" y="5433270"/>
              <a:ext cx="281520" cy="1836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5A35F5D-7EB0-2B57-2859-BADF87BECEB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33497" y="5428950"/>
                <a:ext cx="290160" cy="19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47697962-1202-F2A0-BB0C-60FCFCDF5AB7}"/>
              </a:ext>
            </a:extLst>
          </p:cNvPr>
          <p:cNvGrpSpPr/>
          <p:nvPr/>
        </p:nvGrpSpPr>
        <p:grpSpPr>
          <a:xfrm>
            <a:off x="6930657" y="5327070"/>
            <a:ext cx="549000" cy="369720"/>
            <a:chOff x="6930657" y="5327070"/>
            <a:chExt cx="54900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83495FB3-B43A-1791-553F-F8ABE5CAA75B}"/>
                    </a:ext>
                  </a:extLst>
                </p14:cNvPr>
                <p14:cNvContentPartPr/>
                <p14:nvPr/>
              </p14:nvContentPartPr>
              <p14:xfrm>
                <a:off x="6930657" y="5327070"/>
                <a:ext cx="153000" cy="2952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83495FB3-B43A-1791-553F-F8ABE5CAA7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26337" y="5322750"/>
                  <a:ext cx="161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838268A5-ADC5-1ECA-AFF4-587665DA2240}"/>
                    </a:ext>
                  </a:extLst>
                </p14:cNvPr>
                <p14:cNvContentPartPr/>
                <p14:nvPr/>
              </p14:nvContentPartPr>
              <p14:xfrm>
                <a:off x="7040097" y="5380350"/>
                <a:ext cx="106920" cy="421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838268A5-ADC5-1ECA-AFF4-587665DA22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35777" y="5376030"/>
                  <a:ext cx="115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EBBB8A93-C091-457D-725E-3D0446E7DF80}"/>
                    </a:ext>
                  </a:extLst>
                </p14:cNvPr>
                <p14:cNvContentPartPr/>
                <p14:nvPr/>
              </p14:nvContentPartPr>
              <p14:xfrm>
                <a:off x="7008057" y="5440470"/>
                <a:ext cx="11880" cy="46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EBBB8A93-C091-457D-725E-3D0446E7DF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03737" y="5436150"/>
                  <a:ext cx="205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BE7F79B-49AC-C222-87D7-A8517F1981A3}"/>
                    </a:ext>
                  </a:extLst>
                </p14:cNvPr>
                <p14:cNvContentPartPr/>
                <p14:nvPr/>
              </p14:nvContentPartPr>
              <p14:xfrm>
                <a:off x="7257537" y="5477550"/>
                <a:ext cx="222120" cy="2192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BE7F79B-49AC-C222-87D7-A8517F1981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53217" y="5473230"/>
                  <a:ext cx="230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0FBB737D-39A1-FB07-E868-6C6617346F1C}"/>
                    </a:ext>
                  </a:extLst>
                </p14:cNvPr>
                <p14:cNvContentPartPr/>
                <p14:nvPr/>
              </p14:nvContentPartPr>
              <p14:xfrm>
                <a:off x="7379577" y="5439030"/>
                <a:ext cx="18000" cy="241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0FBB737D-39A1-FB07-E868-6C6617346F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75257" y="5434710"/>
                  <a:ext cx="26640" cy="32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296" y="462343"/>
            <a:ext cx="18510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E</a:t>
            </a:r>
            <a:r>
              <a:rPr sz="4400" spc="-125" dirty="0"/>
              <a:t>x</a:t>
            </a:r>
            <a:r>
              <a:rPr sz="4400" spc="-5" dirty="0"/>
              <a:t>e</a:t>
            </a:r>
            <a:r>
              <a:rPr sz="4400" spc="-70" dirty="0"/>
              <a:t>r</a:t>
            </a:r>
            <a:r>
              <a:rPr sz="4400" spc="-5" dirty="0"/>
              <a:t>cise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312"/>
            <a:ext cx="7898765" cy="4234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65" dirty="0">
                <a:latin typeface="Calibri"/>
                <a:cs typeface="Calibri"/>
              </a:rPr>
              <a:t>Try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understand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meaning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code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contained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web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app.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project.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particular,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review:</a:t>
            </a:r>
            <a:endParaRPr sz="3200">
              <a:latin typeface="Calibri"/>
              <a:cs typeface="Calibri"/>
            </a:endParaRPr>
          </a:p>
          <a:p>
            <a:pPr marL="755015" marR="140970" indent="-28575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two </a:t>
            </a:r>
            <a:r>
              <a:rPr sz="2800" b="1" spc="-20" dirty="0">
                <a:latin typeface="Calibri"/>
                <a:cs typeface="Calibri"/>
              </a:rPr>
              <a:t>FacadeREST </a:t>
            </a:r>
            <a:r>
              <a:rPr sz="2800" spc="-5" dirty="0">
                <a:latin typeface="Calibri"/>
                <a:cs typeface="Calibri"/>
              </a:rPr>
              <a:t>included in the </a:t>
            </a:r>
            <a:r>
              <a:rPr sz="2800" spc="-15" dirty="0">
                <a:latin typeface="Calibri"/>
                <a:cs typeface="Calibri"/>
              </a:rPr>
              <a:t>facadeREST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package.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Review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syntax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specifying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URL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paths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different 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methods.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Pay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attention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instance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Global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 scope,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retrieve</a:t>
            </a:r>
            <a:r>
              <a:rPr sz="2800" spc="-5" dirty="0">
                <a:latin typeface="Calibri"/>
                <a:cs typeface="Calibri"/>
              </a:rPr>
              <a:t> 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instance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b="1" spc="-25" dirty="0">
                <a:latin typeface="Calibri"/>
                <a:cs typeface="Calibri"/>
              </a:rPr>
              <a:t>TopicManager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672E899-AAC6-F679-DB2F-46DDBFF0CB0C}"/>
                  </a:ext>
                </a:extLst>
              </p14:cNvPr>
              <p14:cNvContentPartPr/>
              <p14:nvPr/>
            </p14:nvContentPartPr>
            <p14:xfrm>
              <a:off x="2920977" y="2894190"/>
              <a:ext cx="1313280" cy="1512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672E899-AAC6-F679-DB2F-46DDBFF0CB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7337" y="2786550"/>
                <a:ext cx="14209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3CC5C233-33BD-09A6-FF54-30DE7DB7F163}"/>
                  </a:ext>
                </a:extLst>
              </p14:cNvPr>
              <p14:cNvContentPartPr/>
              <p14:nvPr/>
            </p14:nvContentPartPr>
            <p14:xfrm>
              <a:off x="1424817" y="3418350"/>
              <a:ext cx="6986520" cy="1234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3CC5C233-33BD-09A6-FF54-30DE7DB7F1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0817" y="3310350"/>
                <a:ext cx="709416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6F9F44C-695C-F7CE-82D0-F9A107DBBD77}"/>
                  </a:ext>
                </a:extLst>
              </p14:cNvPr>
              <p14:cNvContentPartPr/>
              <p14:nvPr/>
            </p14:nvContentPartPr>
            <p14:xfrm>
              <a:off x="1352097" y="3864390"/>
              <a:ext cx="1373400" cy="630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6F9F44C-695C-F7CE-82D0-F9A107DBBD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8097" y="3756750"/>
                <a:ext cx="14810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68424A0C-A3A9-4F44-F08A-BED56BA7425F}"/>
                  </a:ext>
                </a:extLst>
              </p14:cNvPr>
              <p14:cNvContentPartPr/>
              <p14:nvPr/>
            </p14:nvContentPartPr>
            <p14:xfrm>
              <a:off x="2589777" y="3830190"/>
              <a:ext cx="5162400" cy="1929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68424A0C-A3A9-4F44-F08A-BED56BA742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35777" y="3722550"/>
                <a:ext cx="527004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AA05B10C-F998-E22C-88DC-9A9CB95F4773}"/>
                  </a:ext>
                </a:extLst>
              </p14:cNvPr>
              <p14:cNvContentPartPr/>
              <p14:nvPr/>
            </p14:nvContentPartPr>
            <p14:xfrm>
              <a:off x="1333377" y="4279830"/>
              <a:ext cx="5765760" cy="1386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AA05B10C-F998-E22C-88DC-9A9CB95F47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79377" y="4171830"/>
                <a:ext cx="587340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D702DDB3-55ED-0C19-448B-6BD66E48318F}"/>
                  </a:ext>
                </a:extLst>
              </p14:cNvPr>
              <p14:cNvContentPartPr/>
              <p14:nvPr/>
            </p14:nvContentPartPr>
            <p14:xfrm>
              <a:off x="1377657" y="4624710"/>
              <a:ext cx="7061760" cy="29880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D702DDB3-55ED-0C19-448B-6BD66E4831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4017" y="4516710"/>
                <a:ext cx="716940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65700B7A-E0EF-607B-D3C3-451BCEADE7C9}"/>
                  </a:ext>
                </a:extLst>
              </p14:cNvPr>
              <p14:cNvContentPartPr/>
              <p14:nvPr/>
            </p14:nvContentPartPr>
            <p14:xfrm>
              <a:off x="1330137" y="5023590"/>
              <a:ext cx="7102800" cy="23328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65700B7A-E0EF-607B-D3C3-451BCEADE7C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76497" y="4915590"/>
                <a:ext cx="721044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38B55854-FB2E-9017-FD4F-8308CB3833CC}"/>
                  </a:ext>
                </a:extLst>
              </p14:cNvPr>
              <p14:cNvContentPartPr/>
              <p14:nvPr/>
            </p14:nvContentPartPr>
            <p14:xfrm>
              <a:off x="1324737" y="5548470"/>
              <a:ext cx="3623760" cy="1191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38B55854-FB2E-9017-FD4F-8308CB3833C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71097" y="5440830"/>
                <a:ext cx="3731400" cy="33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296" y="462343"/>
            <a:ext cx="18510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E</a:t>
            </a:r>
            <a:r>
              <a:rPr sz="4400" spc="-125" dirty="0"/>
              <a:t>x</a:t>
            </a:r>
            <a:r>
              <a:rPr sz="4400" spc="-5" dirty="0"/>
              <a:t>e</a:t>
            </a:r>
            <a:r>
              <a:rPr sz="4400" spc="-70" dirty="0"/>
              <a:t>r</a:t>
            </a:r>
            <a:r>
              <a:rPr sz="4400" spc="-5" dirty="0"/>
              <a:t>cise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06080"/>
            <a:ext cx="7949565" cy="37757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particular,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review:</a:t>
            </a:r>
            <a:endParaRPr sz="3200">
              <a:latin typeface="Calibri"/>
              <a:cs typeface="Calibri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programming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b="1" spc="-15" dirty="0">
                <a:latin typeface="Calibri"/>
                <a:cs typeface="Calibri"/>
              </a:rPr>
              <a:t>WebSocketServer </a:t>
            </a:r>
            <a:r>
              <a:rPr sz="2800" spc="-10" dirty="0">
                <a:latin typeface="Calibri"/>
                <a:cs typeface="Calibri"/>
              </a:rPr>
              <a:t>where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server only accepts subscription </a:t>
            </a:r>
            <a:r>
              <a:rPr sz="2800" spc="-10" dirty="0">
                <a:latin typeface="Calibri"/>
                <a:cs typeface="Calibri"/>
              </a:rPr>
              <a:t>requests </a:t>
            </a:r>
            <a:r>
              <a:rPr sz="2800" spc="-15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subscribe or unsubscribe </a:t>
            </a:r>
            <a:r>
              <a:rPr sz="2800" spc="-10" dirty="0">
                <a:latin typeface="Calibri"/>
                <a:cs typeface="Calibri"/>
              </a:rPr>
              <a:t>that client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topic.</a:t>
            </a:r>
            <a:endParaRPr sz="2800">
              <a:latin typeface="Calibri"/>
              <a:cs typeface="Calibri"/>
            </a:endParaRPr>
          </a:p>
          <a:p>
            <a:pPr marL="755650" marR="132715" lvl="1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programming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b="1" spc="-5" dirty="0">
                <a:latin typeface="Calibri"/>
                <a:cs typeface="Calibri"/>
              </a:rPr>
              <a:t>SubscriberImpl </a:t>
            </a:r>
            <a:r>
              <a:rPr sz="2800" spc="-10" dirty="0">
                <a:latin typeface="Calibri"/>
                <a:cs typeface="Calibri"/>
              </a:rPr>
              <a:t>where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WebSocket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session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asynchronously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messages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9CA84C8-EF17-A6FD-DBF8-6BBF7A909C87}"/>
                  </a:ext>
                </a:extLst>
              </p14:cNvPr>
              <p14:cNvContentPartPr/>
              <p14:nvPr/>
            </p14:nvContentPartPr>
            <p14:xfrm>
              <a:off x="1276497" y="2281830"/>
              <a:ext cx="23400" cy="1940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9CA84C8-EF17-A6FD-DBF8-6BBF7A909C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2497" y="2173830"/>
                <a:ext cx="1310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690F637-28F8-F232-7AF8-D5CE914A3CF1}"/>
                  </a:ext>
                </a:extLst>
              </p14:cNvPr>
              <p14:cNvContentPartPr/>
              <p14:nvPr/>
            </p14:nvContentPartPr>
            <p14:xfrm>
              <a:off x="1373697" y="2247990"/>
              <a:ext cx="5865480" cy="2196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690F637-28F8-F232-7AF8-D5CE914A3C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0057" y="2140350"/>
                <a:ext cx="597312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9F64CB8E-B492-1A73-9359-DE8AE758EE31}"/>
                  </a:ext>
                </a:extLst>
              </p14:cNvPr>
              <p14:cNvContentPartPr/>
              <p14:nvPr/>
            </p14:nvContentPartPr>
            <p14:xfrm>
              <a:off x="1539657" y="4082550"/>
              <a:ext cx="5034600" cy="1119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9F64CB8E-B492-1A73-9359-DE8AE758EE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86017" y="3974910"/>
                <a:ext cx="514224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5725C8B-9F36-8BC0-2C4F-A4FC4AF3C3A7}"/>
                  </a:ext>
                </a:extLst>
              </p14:cNvPr>
              <p14:cNvContentPartPr/>
              <p14:nvPr/>
            </p14:nvContentPartPr>
            <p14:xfrm>
              <a:off x="1344537" y="4230150"/>
              <a:ext cx="5280120" cy="1054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5725C8B-9F36-8BC0-2C4F-A4FC4AF3C3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0897" y="4122150"/>
                <a:ext cx="538776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D16292BC-4616-72FA-B480-2BCF7A37ED5E}"/>
                  </a:ext>
                </a:extLst>
              </p14:cNvPr>
              <p14:cNvContentPartPr/>
              <p14:nvPr/>
            </p14:nvContentPartPr>
            <p14:xfrm>
              <a:off x="6587937" y="4152390"/>
              <a:ext cx="1499400" cy="1508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D16292BC-4616-72FA-B480-2BCF7A37ED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33937" y="4044390"/>
                <a:ext cx="160704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050441BA-E212-A421-24F7-451B51076842}"/>
                  </a:ext>
                </a:extLst>
              </p14:cNvPr>
              <p14:cNvContentPartPr/>
              <p14:nvPr/>
            </p14:nvContentPartPr>
            <p14:xfrm>
              <a:off x="1348137" y="4581870"/>
              <a:ext cx="7114680" cy="1548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050441BA-E212-A421-24F7-451B510768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94137" y="4473870"/>
                <a:ext cx="72223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DB63E0E2-A1D8-302A-41DF-2F56A112BCC4}"/>
                  </a:ext>
                </a:extLst>
              </p14:cNvPr>
              <p14:cNvContentPartPr/>
              <p14:nvPr/>
            </p14:nvContentPartPr>
            <p14:xfrm>
              <a:off x="1516617" y="4929270"/>
              <a:ext cx="3357360" cy="1828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DB63E0E2-A1D8-302A-41DF-2F56A112BC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62617" y="4821630"/>
                <a:ext cx="3465000" cy="398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296" y="462343"/>
            <a:ext cx="18510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E</a:t>
            </a:r>
            <a:r>
              <a:rPr sz="4400" spc="-125" dirty="0"/>
              <a:t>x</a:t>
            </a:r>
            <a:r>
              <a:rPr sz="4400" spc="-5" dirty="0"/>
              <a:t>e</a:t>
            </a:r>
            <a:r>
              <a:rPr sz="4400" spc="-70" dirty="0"/>
              <a:t>r</a:t>
            </a:r>
            <a:r>
              <a:rPr sz="4400" spc="-5" dirty="0"/>
              <a:t>cise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37208"/>
            <a:ext cx="7784465" cy="430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Open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 </a:t>
            </a:r>
            <a:r>
              <a:rPr sz="2700" spc="-15" dirty="0">
                <a:latin typeface="Calibri"/>
                <a:cs typeface="Calibri"/>
              </a:rPr>
              <a:t>InstantMessagingRemote_client_exercise.</a:t>
            </a:r>
            <a:endParaRPr sz="2700">
              <a:latin typeface="Calibri"/>
              <a:cs typeface="Calibri"/>
            </a:endParaRPr>
          </a:p>
          <a:p>
            <a:pPr marL="355600" marR="336550" indent="-342900">
              <a:lnSpc>
                <a:spcPts val="2590"/>
              </a:lnSpc>
              <a:spcBef>
                <a:spcPts val="6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5" dirty="0">
                <a:latin typeface="Calibri"/>
                <a:cs typeface="Calibri"/>
              </a:rPr>
              <a:t>Try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understand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coding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Java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classes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included in </a:t>
            </a:r>
            <a:r>
              <a:rPr sz="2700" spc="-10" dirty="0">
                <a:latin typeface="Calibri"/>
                <a:cs typeface="Calibri"/>
              </a:rPr>
              <a:t>apiREST </a:t>
            </a:r>
            <a:r>
              <a:rPr sz="2700" spc="-5" dirty="0">
                <a:latin typeface="Calibri"/>
                <a:cs typeface="Calibri"/>
              </a:rPr>
              <a:t>as </a:t>
            </a:r>
            <a:r>
              <a:rPr sz="2700" dirty="0">
                <a:latin typeface="Calibri"/>
                <a:cs typeface="Calibri"/>
              </a:rPr>
              <a:t>an </a:t>
            </a:r>
            <a:r>
              <a:rPr sz="2700" spc="-15" dirty="0">
                <a:latin typeface="Calibri"/>
                <a:cs typeface="Calibri"/>
              </a:rPr>
              <a:t>example </a:t>
            </a:r>
            <a:r>
              <a:rPr sz="2700" spc="-5" dirty="0">
                <a:latin typeface="Calibri"/>
                <a:cs typeface="Calibri"/>
              </a:rPr>
              <a:t>of the usual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programming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dirty="0">
                <a:latin typeface="Calibri"/>
                <a:cs typeface="Calibri"/>
              </a:rPr>
              <a:t> 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REST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API.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Notice all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methods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are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programmed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static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methods.</a:t>
            </a:r>
            <a:endParaRPr sz="2700">
              <a:latin typeface="Calibri"/>
              <a:cs typeface="Calibri"/>
            </a:endParaRPr>
          </a:p>
          <a:p>
            <a:pPr marL="354965" marR="5080" indent="-342900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Copy and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paste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code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SwingClient </a:t>
            </a:r>
            <a:r>
              <a:rPr sz="2700" spc="-25" dirty="0">
                <a:latin typeface="Calibri"/>
                <a:cs typeface="Calibri"/>
              </a:rPr>
              <a:t>Java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class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from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previous</a:t>
            </a:r>
            <a:r>
              <a:rPr sz="2700" spc="-15" dirty="0">
                <a:latin typeface="Calibri"/>
                <a:cs typeface="Calibri"/>
              </a:rPr>
              <a:t> version.</a:t>
            </a:r>
            <a:endParaRPr sz="2700">
              <a:latin typeface="Calibri"/>
              <a:cs typeface="Calibri"/>
            </a:endParaRPr>
          </a:p>
          <a:p>
            <a:pPr marL="355600" marR="121920" indent="-343535">
              <a:lnSpc>
                <a:spcPts val="2590"/>
              </a:lnSpc>
              <a:spcBef>
                <a:spcPts val="6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Complete </a:t>
            </a:r>
            <a:r>
              <a:rPr sz="2700" spc="-5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code </a:t>
            </a:r>
            <a:r>
              <a:rPr sz="2700" spc="-5" dirty="0">
                <a:latin typeface="Calibri"/>
                <a:cs typeface="Calibri"/>
              </a:rPr>
              <a:t>of PublisherStub and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TopicManagerStub, </a:t>
            </a:r>
            <a:r>
              <a:rPr sz="2700" spc="-25" dirty="0">
                <a:latin typeface="Calibri"/>
                <a:cs typeface="Calibri"/>
              </a:rPr>
              <a:t>basically,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25" dirty="0">
                <a:latin typeface="Calibri"/>
                <a:cs typeface="Calibri"/>
              </a:rPr>
              <a:t>execute </a:t>
            </a:r>
            <a:r>
              <a:rPr sz="2700" spc="-15" dirty="0">
                <a:latin typeface="Calibri"/>
                <a:cs typeface="Calibri"/>
              </a:rPr>
              <a:t>remote </a:t>
            </a:r>
            <a:r>
              <a:rPr sz="2700" spc="-10" dirty="0">
                <a:latin typeface="Calibri"/>
                <a:cs typeface="Calibri"/>
              </a:rPr>
              <a:t>calls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using the </a:t>
            </a:r>
            <a:r>
              <a:rPr sz="2700" spc="-30" dirty="0">
                <a:latin typeface="Calibri"/>
                <a:cs typeface="Calibri"/>
              </a:rPr>
              <a:t>apiREST; </a:t>
            </a:r>
            <a:r>
              <a:rPr sz="2700" spc="-25" dirty="0">
                <a:latin typeface="Calibri"/>
                <a:cs typeface="Calibri"/>
              </a:rPr>
              <a:t>except for </a:t>
            </a:r>
            <a:r>
              <a:rPr sz="2700" spc="-5" dirty="0">
                <a:latin typeface="Calibri"/>
                <a:cs typeface="Calibri"/>
              </a:rPr>
              <a:t>the subscribe() and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unsubscribe() </a:t>
            </a:r>
            <a:r>
              <a:rPr sz="2700" spc="-5" dirty="0">
                <a:latin typeface="Calibri"/>
                <a:cs typeface="Calibri"/>
              </a:rPr>
              <a:t>methods </a:t>
            </a:r>
            <a:r>
              <a:rPr sz="2700" spc="-10" dirty="0">
                <a:latin typeface="Calibri"/>
                <a:cs typeface="Calibri"/>
              </a:rPr>
              <a:t>where </a:t>
            </a:r>
            <a:r>
              <a:rPr sz="2700" spc="-15" dirty="0">
                <a:latin typeface="Calibri"/>
                <a:cs typeface="Calibri"/>
              </a:rPr>
              <a:t>you </a:t>
            </a:r>
            <a:r>
              <a:rPr sz="2700" spc="-25" dirty="0">
                <a:latin typeface="Calibri"/>
                <a:cs typeface="Calibri"/>
              </a:rPr>
              <a:t>have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5" dirty="0">
                <a:latin typeface="Calibri"/>
                <a:cs typeface="Calibri"/>
              </a:rPr>
              <a:t>use the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WebSocketClient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methods,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why?</a:t>
            </a:r>
            <a:endParaRPr sz="27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FE86F36-CF8A-D43D-938F-535088D6FB3C}"/>
                  </a:ext>
                </a:extLst>
              </p14:cNvPr>
              <p14:cNvContentPartPr/>
              <p14:nvPr/>
            </p14:nvContentPartPr>
            <p14:xfrm>
              <a:off x="794097" y="1599990"/>
              <a:ext cx="118440" cy="2340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FE86F36-CF8A-D43D-938F-535088D6FB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0457" y="1492350"/>
                <a:ext cx="22608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9B9C8E3-1B23-AFDA-0A82-0A250F21787B}"/>
                  </a:ext>
                </a:extLst>
              </p14:cNvPr>
              <p14:cNvContentPartPr/>
              <p14:nvPr/>
            </p14:nvContentPartPr>
            <p14:xfrm>
              <a:off x="902457" y="2155470"/>
              <a:ext cx="2529000" cy="784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9B9C8E3-1B23-AFDA-0A82-0A250F2178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8817" y="2047830"/>
                <a:ext cx="2636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6C0CEBD-8132-A9D5-C3D6-FD6DE43C767A}"/>
                  </a:ext>
                </a:extLst>
              </p14:cNvPr>
              <p14:cNvContentPartPr/>
              <p14:nvPr/>
            </p14:nvContentPartPr>
            <p14:xfrm>
              <a:off x="2523897" y="2388390"/>
              <a:ext cx="1034280" cy="2491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6C0CEBD-8132-A9D5-C3D6-FD6DE43C76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70257" y="2280390"/>
                <a:ext cx="114192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0DC516B7-C43A-7447-4E0A-679D4A3F36D3}"/>
                  </a:ext>
                </a:extLst>
              </p14:cNvPr>
              <p14:cNvContentPartPr/>
              <p14:nvPr/>
            </p14:nvContentPartPr>
            <p14:xfrm>
              <a:off x="658017" y="3454710"/>
              <a:ext cx="238320" cy="26917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0DC516B7-C43A-7447-4E0A-679D4A3F36D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017" y="3347070"/>
                <a:ext cx="345960" cy="290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296" y="462343"/>
            <a:ext cx="18510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E</a:t>
            </a:r>
            <a:r>
              <a:rPr sz="4400" spc="-125" dirty="0"/>
              <a:t>x</a:t>
            </a:r>
            <a:r>
              <a:rPr sz="4400" spc="-5" dirty="0"/>
              <a:t>e</a:t>
            </a:r>
            <a:r>
              <a:rPr sz="4400" spc="-70" dirty="0"/>
              <a:t>r</a:t>
            </a:r>
            <a:r>
              <a:rPr sz="4400" spc="-5" dirty="0"/>
              <a:t>cise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7896225" cy="42195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38100" indent="-342900">
              <a:lnSpc>
                <a:spcPts val="346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WebSocketClient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accordance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programming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WebSocketServer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SubscriberImpl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at 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server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side.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7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Review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schema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classes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following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slide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better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understanding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exercise.</a:t>
            </a:r>
            <a:endParaRPr sz="3200">
              <a:latin typeface="Calibri"/>
              <a:cs typeface="Calibri"/>
            </a:endParaRPr>
          </a:p>
          <a:p>
            <a:pPr marL="355600" marR="44450" indent="-342900">
              <a:lnSpc>
                <a:spcPts val="346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Run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separately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two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clients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different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user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names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test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E8BED9F-7135-0C30-109D-6815DBBE3332}"/>
                  </a:ext>
                </a:extLst>
              </p14:cNvPr>
              <p14:cNvContentPartPr/>
              <p14:nvPr/>
            </p14:nvContentPartPr>
            <p14:xfrm>
              <a:off x="710217" y="1804110"/>
              <a:ext cx="127800" cy="41119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E8BED9F-7135-0C30-109D-6815DBBE33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217" y="1696470"/>
                <a:ext cx="235440" cy="432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upo 34">
            <a:extLst>
              <a:ext uri="{FF2B5EF4-FFF2-40B4-BE49-F238E27FC236}">
                <a16:creationId xmlns:a16="http://schemas.microsoft.com/office/drawing/2014/main" id="{0445E0B1-E5DA-5B64-F474-79A4856124EC}"/>
              </a:ext>
            </a:extLst>
          </p:cNvPr>
          <p:cNvGrpSpPr/>
          <p:nvPr/>
        </p:nvGrpSpPr>
        <p:grpSpPr>
          <a:xfrm>
            <a:off x="1127457" y="6063990"/>
            <a:ext cx="4843800" cy="503280"/>
            <a:chOff x="1127457" y="6063990"/>
            <a:chExt cx="484380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22E32569-AD1C-763C-0EF8-5A8084B8D115}"/>
                    </a:ext>
                  </a:extLst>
                </p14:cNvPr>
                <p14:cNvContentPartPr/>
                <p14:nvPr/>
              </p14:nvContentPartPr>
              <p14:xfrm>
                <a:off x="1127457" y="6096030"/>
                <a:ext cx="94320" cy="2426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22E32569-AD1C-763C-0EF8-5A8084B8D1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3137" y="6091710"/>
                  <a:ext cx="102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8D75A409-4737-3696-599A-BD3DED7A9386}"/>
                    </a:ext>
                  </a:extLst>
                </p14:cNvPr>
                <p14:cNvContentPartPr/>
                <p14:nvPr/>
              </p14:nvContentPartPr>
              <p14:xfrm>
                <a:off x="1213857" y="6066150"/>
                <a:ext cx="697320" cy="2757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8D75A409-4737-3696-599A-BD3DED7A93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9537" y="6061830"/>
                  <a:ext cx="705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EA3B7BFF-D0D3-F66A-5133-BDBB2E70343F}"/>
                    </a:ext>
                  </a:extLst>
                </p14:cNvPr>
                <p14:cNvContentPartPr/>
                <p14:nvPr/>
              </p14:nvContentPartPr>
              <p14:xfrm>
                <a:off x="1768977" y="6247950"/>
                <a:ext cx="25200" cy="126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EA3B7BFF-D0D3-F66A-5133-BDBB2E70343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64657" y="6243630"/>
                  <a:ext cx="33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6F8EFB04-9C4B-5933-E8D3-570309870B46}"/>
                    </a:ext>
                  </a:extLst>
                </p14:cNvPr>
                <p14:cNvContentPartPr/>
                <p14:nvPr/>
              </p14:nvContentPartPr>
              <p14:xfrm>
                <a:off x="1922337" y="6063990"/>
                <a:ext cx="102960" cy="2700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6F8EFB04-9C4B-5933-E8D3-570309870B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8017" y="6059670"/>
                  <a:ext cx="1116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E1819C2-501C-E081-92AE-6E02336F9F9F}"/>
                    </a:ext>
                  </a:extLst>
                </p14:cNvPr>
                <p14:cNvContentPartPr/>
                <p14:nvPr/>
              </p14:nvContentPartPr>
              <p14:xfrm>
                <a:off x="1972017" y="6089550"/>
                <a:ext cx="352440" cy="2854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E1819C2-501C-E081-92AE-6E02336F9F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67697" y="6085230"/>
                  <a:ext cx="3610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864BB3C-CBEB-8B8A-B339-EF36688B9610}"/>
                    </a:ext>
                  </a:extLst>
                </p14:cNvPr>
                <p14:cNvContentPartPr/>
                <p14:nvPr/>
              </p14:nvContentPartPr>
              <p14:xfrm>
                <a:off x="2065977" y="6160470"/>
                <a:ext cx="59760" cy="162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864BB3C-CBEB-8B8A-B339-EF36688B96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61657" y="6156150"/>
                  <a:ext cx="68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92C2576D-F684-689F-1D05-9E0B7A2A6004}"/>
                    </a:ext>
                  </a:extLst>
                </p14:cNvPr>
                <p14:cNvContentPartPr/>
                <p14:nvPr/>
              </p14:nvContentPartPr>
              <p14:xfrm>
                <a:off x="2414817" y="6331110"/>
                <a:ext cx="37800" cy="1152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92C2576D-F684-689F-1D05-9E0B7A2A600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10497" y="6326790"/>
                  <a:ext cx="46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82124A3F-1F6F-AC2A-608D-C7D257C849D2}"/>
                    </a:ext>
                  </a:extLst>
                </p14:cNvPr>
                <p14:cNvContentPartPr/>
                <p14:nvPr/>
              </p14:nvContentPartPr>
              <p14:xfrm>
                <a:off x="2524977" y="6100710"/>
                <a:ext cx="46440" cy="20772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82124A3F-1F6F-AC2A-608D-C7D257C849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20657" y="6096390"/>
                  <a:ext cx="55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F0996D2D-4F38-2689-0515-E4D20DD83702}"/>
                    </a:ext>
                  </a:extLst>
                </p14:cNvPr>
                <p14:cNvContentPartPr/>
                <p14:nvPr/>
              </p14:nvContentPartPr>
              <p14:xfrm>
                <a:off x="2490777" y="6092070"/>
                <a:ext cx="141480" cy="511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F0996D2D-4F38-2689-0515-E4D20DD837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6457" y="6087750"/>
                  <a:ext cx="150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5CA0A4F6-D62E-0176-5315-CFB938E916C6}"/>
                    </a:ext>
                  </a:extLst>
                </p14:cNvPr>
                <p14:cNvContentPartPr/>
                <p14:nvPr/>
              </p14:nvContentPartPr>
              <p14:xfrm>
                <a:off x="2548017" y="6212670"/>
                <a:ext cx="409320" cy="24264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5CA0A4F6-D62E-0176-5315-CFB938E916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43697" y="6208350"/>
                  <a:ext cx="417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46060D18-6AAE-0E69-DCAF-DF16BE61C791}"/>
                    </a:ext>
                  </a:extLst>
                </p14:cNvPr>
                <p14:cNvContentPartPr/>
                <p14:nvPr/>
              </p14:nvContentPartPr>
              <p14:xfrm>
                <a:off x="2802177" y="6225270"/>
                <a:ext cx="42840" cy="187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46060D18-6AAE-0E69-DCAF-DF16BE61C7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97857" y="6220950"/>
                  <a:ext cx="51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49DBE77E-3E8C-6A3F-853D-2719ED1AC7FB}"/>
                    </a:ext>
                  </a:extLst>
                </p14:cNvPr>
                <p14:cNvContentPartPr/>
                <p14:nvPr/>
              </p14:nvContentPartPr>
              <p14:xfrm>
                <a:off x="3004137" y="6130230"/>
                <a:ext cx="615960" cy="35604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49DBE77E-3E8C-6A3F-853D-2719ED1AC7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99817" y="6125910"/>
                  <a:ext cx="62460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717E8939-C32C-BB39-B572-BAFAA8CC58E1}"/>
                    </a:ext>
                  </a:extLst>
                </p14:cNvPr>
                <p14:cNvContentPartPr/>
                <p14:nvPr/>
              </p14:nvContentPartPr>
              <p14:xfrm>
                <a:off x="3549177" y="6307710"/>
                <a:ext cx="139680" cy="1051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717E8939-C32C-BB39-B572-BAFAA8CC58E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44857" y="6303390"/>
                  <a:ext cx="148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ABD49AC9-6F26-1799-D3AF-83E065F2D93E}"/>
                    </a:ext>
                  </a:extLst>
                </p14:cNvPr>
                <p14:cNvContentPartPr/>
                <p14:nvPr/>
              </p14:nvContentPartPr>
              <p14:xfrm>
                <a:off x="3786777" y="6121590"/>
                <a:ext cx="106200" cy="2700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ABD49AC9-6F26-1799-D3AF-83E065F2D9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82457" y="6117270"/>
                  <a:ext cx="1148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B526C85A-8B2A-75B4-3716-E8709ABA6E2A}"/>
                    </a:ext>
                  </a:extLst>
                </p14:cNvPr>
                <p14:cNvContentPartPr/>
                <p14:nvPr/>
              </p14:nvContentPartPr>
              <p14:xfrm>
                <a:off x="3847617" y="6167310"/>
                <a:ext cx="391320" cy="2689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B526C85A-8B2A-75B4-3716-E8709ABA6E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43297" y="6162990"/>
                  <a:ext cx="399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5D89B416-E8FA-4B32-9AD1-42B7E188C9BC}"/>
                    </a:ext>
                  </a:extLst>
                </p14:cNvPr>
                <p14:cNvContentPartPr/>
                <p14:nvPr/>
              </p14:nvContentPartPr>
              <p14:xfrm>
                <a:off x="3906657" y="6280710"/>
                <a:ext cx="46440" cy="194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5D89B416-E8FA-4B32-9AD1-42B7E188C9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02337" y="6276390"/>
                  <a:ext cx="55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A33186D2-CDBA-7E63-1E98-1BDD8FA05D88}"/>
                    </a:ext>
                  </a:extLst>
                </p14:cNvPr>
                <p14:cNvContentPartPr/>
                <p14:nvPr/>
              </p14:nvContentPartPr>
              <p14:xfrm>
                <a:off x="4295097" y="6327870"/>
                <a:ext cx="59760" cy="1674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A33186D2-CDBA-7E63-1E98-1BDD8FA05D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0777" y="6323550"/>
                  <a:ext cx="68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C861AD0-595A-8912-F39C-ABD17336C7F4}"/>
                    </a:ext>
                  </a:extLst>
                </p14:cNvPr>
                <p14:cNvContentPartPr/>
                <p14:nvPr/>
              </p14:nvContentPartPr>
              <p14:xfrm>
                <a:off x="4405617" y="6221310"/>
                <a:ext cx="232200" cy="20268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C861AD0-595A-8912-F39C-ABD17336C7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01297" y="6216990"/>
                  <a:ext cx="240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48D5FF53-F884-4219-D094-C1A2483B13E8}"/>
                    </a:ext>
                  </a:extLst>
                </p14:cNvPr>
                <p14:cNvContentPartPr/>
                <p14:nvPr/>
              </p14:nvContentPartPr>
              <p14:xfrm>
                <a:off x="4579137" y="6287190"/>
                <a:ext cx="270720" cy="2232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48D5FF53-F884-4219-D094-C1A2483B13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74817" y="6282870"/>
                  <a:ext cx="279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F8DAD984-848E-1BD6-C29D-164624CF9BCF}"/>
                    </a:ext>
                  </a:extLst>
                </p14:cNvPr>
                <p14:cNvContentPartPr/>
                <p14:nvPr/>
              </p14:nvContentPartPr>
              <p14:xfrm>
                <a:off x="4894857" y="6241470"/>
                <a:ext cx="100800" cy="2599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F8DAD984-848E-1BD6-C29D-164624CF9BC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90537" y="6237150"/>
                  <a:ext cx="1094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A9D51058-C437-3F05-25DB-5A0F13657834}"/>
                    </a:ext>
                  </a:extLst>
                </p14:cNvPr>
                <p14:cNvContentPartPr/>
                <p14:nvPr/>
              </p14:nvContentPartPr>
              <p14:xfrm>
                <a:off x="4979457" y="6313470"/>
                <a:ext cx="362160" cy="2538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A9D51058-C437-3F05-25DB-5A0F1365783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75137" y="6309150"/>
                  <a:ext cx="3708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FF868BCC-F5B6-B9C4-62BA-78EED35E5DA6}"/>
                    </a:ext>
                  </a:extLst>
                </p14:cNvPr>
                <p14:cNvContentPartPr/>
                <p14:nvPr/>
              </p14:nvContentPartPr>
              <p14:xfrm>
                <a:off x="5329017" y="6549270"/>
                <a:ext cx="24480" cy="61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FF868BCC-F5B6-B9C4-62BA-78EED35E5DA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24697" y="6544950"/>
                  <a:ext cx="331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697F6AB1-E690-AD35-ECB9-51D409476C65}"/>
                    </a:ext>
                  </a:extLst>
                </p14:cNvPr>
                <p14:cNvContentPartPr/>
                <p14:nvPr/>
              </p14:nvContentPartPr>
              <p14:xfrm>
                <a:off x="5483097" y="6293310"/>
                <a:ext cx="454320" cy="2448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697F6AB1-E690-AD35-ECB9-51D409476C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78777" y="6288990"/>
                  <a:ext cx="462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8BB3CDB5-6285-5035-F5ED-B6329D3075E2}"/>
                    </a:ext>
                  </a:extLst>
                </p14:cNvPr>
                <p14:cNvContentPartPr/>
                <p14:nvPr/>
              </p14:nvContentPartPr>
              <p14:xfrm>
                <a:off x="5947497" y="6404550"/>
                <a:ext cx="23760" cy="162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8BB3CDB5-6285-5035-F5ED-B6329D3075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43177" y="6400230"/>
                  <a:ext cx="3240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91921397-72B9-ED42-0657-6B74BD0D8BCB}"/>
              </a:ext>
            </a:extLst>
          </p:cNvPr>
          <p:cNvGrpSpPr/>
          <p:nvPr/>
        </p:nvGrpSpPr>
        <p:grpSpPr>
          <a:xfrm>
            <a:off x="58617" y="6193590"/>
            <a:ext cx="893520" cy="266040"/>
            <a:chOff x="58617" y="6193590"/>
            <a:chExt cx="89352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F9E27B21-DD49-F28D-A941-7EBCBA50BE2F}"/>
                    </a:ext>
                  </a:extLst>
                </p14:cNvPr>
                <p14:cNvContentPartPr/>
                <p14:nvPr/>
              </p14:nvContentPartPr>
              <p14:xfrm>
                <a:off x="90657" y="6204030"/>
                <a:ext cx="45000" cy="1173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F9E27B21-DD49-F28D-A941-7EBCBA50BE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337" y="6199710"/>
                  <a:ext cx="53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22A73BAD-4EC3-D2B7-7798-43D09D28F038}"/>
                    </a:ext>
                  </a:extLst>
                </p14:cNvPr>
                <p14:cNvContentPartPr/>
                <p14:nvPr/>
              </p14:nvContentPartPr>
              <p14:xfrm>
                <a:off x="58617" y="6193590"/>
                <a:ext cx="85680" cy="342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22A73BAD-4EC3-D2B7-7798-43D09D28F0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297" y="6189270"/>
                  <a:ext cx="943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A4E172D0-8E38-DBBF-B853-BE46FFD59959}"/>
                    </a:ext>
                  </a:extLst>
                </p14:cNvPr>
                <p14:cNvContentPartPr/>
                <p14:nvPr/>
              </p14:nvContentPartPr>
              <p14:xfrm>
                <a:off x="85257" y="6223470"/>
                <a:ext cx="725760" cy="2361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A4E172D0-8E38-DBBF-B853-BE46FFD5995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937" y="6219150"/>
                  <a:ext cx="7344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43439BC2-FF5D-FD70-48E4-9C02A6D4C2EE}"/>
                    </a:ext>
                  </a:extLst>
                </p14:cNvPr>
                <p14:cNvContentPartPr/>
                <p14:nvPr/>
              </p14:nvContentPartPr>
              <p14:xfrm>
                <a:off x="554697" y="6331110"/>
                <a:ext cx="99720" cy="21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43439BC2-FF5D-FD70-48E4-9C02A6D4C2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0377" y="6326790"/>
                  <a:ext cx="10836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E91AB5BA-82AE-07CA-7C3D-CC6408887473}"/>
                    </a:ext>
                  </a:extLst>
                </p14:cNvPr>
                <p14:cNvContentPartPr/>
                <p14:nvPr/>
              </p14:nvContentPartPr>
              <p14:xfrm>
                <a:off x="889137" y="6258750"/>
                <a:ext cx="22320" cy="129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E91AB5BA-82AE-07CA-7C3D-CC64088874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4817" y="6254430"/>
                  <a:ext cx="30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F9E1F364-067C-092D-EBD5-3A23807A3EBE}"/>
                    </a:ext>
                  </a:extLst>
                </p14:cNvPr>
                <p14:cNvContentPartPr/>
                <p14:nvPr/>
              </p14:nvContentPartPr>
              <p14:xfrm>
                <a:off x="922617" y="6400230"/>
                <a:ext cx="29520" cy="39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F9E1F364-067C-092D-EBD5-3A23807A3EB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8297" y="6395910"/>
                  <a:ext cx="38160" cy="12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660" y="495871"/>
            <a:ext cx="79673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Schema</a:t>
            </a:r>
            <a:r>
              <a:rPr spc="-3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" dirty="0"/>
              <a:t>classes</a:t>
            </a:r>
            <a:r>
              <a:rPr spc="-30" dirty="0"/>
              <a:t> for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remote</a:t>
            </a:r>
            <a:r>
              <a:rPr spc="-20" dirty="0"/>
              <a:t> </a:t>
            </a:r>
            <a:r>
              <a:rPr dirty="0"/>
              <a:t>service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8770" y="1480019"/>
            <a:ext cx="4886960" cy="4744085"/>
            <a:chOff x="318770" y="1480019"/>
            <a:chExt cx="4886960" cy="4744085"/>
          </a:xfrm>
        </p:grpSpPr>
        <p:sp>
          <p:nvSpPr>
            <p:cNvPr id="4" name="object 4"/>
            <p:cNvSpPr/>
            <p:nvPr/>
          </p:nvSpPr>
          <p:spPr>
            <a:xfrm>
              <a:off x="323532" y="1484782"/>
              <a:ext cx="4877435" cy="4734560"/>
            </a:xfrm>
            <a:custGeom>
              <a:avLst/>
              <a:gdLst/>
              <a:ahLst/>
              <a:cxnLst/>
              <a:rect l="l" t="t" r="r" b="b"/>
              <a:pathLst>
                <a:path w="4877435" h="4734560">
                  <a:moveTo>
                    <a:pt x="4876965" y="0"/>
                  </a:moveTo>
                  <a:lnTo>
                    <a:pt x="0" y="0"/>
                  </a:lnTo>
                  <a:lnTo>
                    <a:pt x="0" y="4734242"/>
                  </a:lnTo>
                  <a:lnTo>
                    <a:pt x="4876965" y="4734242"/>
                  </a:lnTo>
                  <a:lnTo>
                    <a:pt x="4876965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532" y="1484782"/>
              <a:ext cx="4877435" cy="4734560"/>
            </a:xfrm>
            <a:custGeom>
              <a:avLst/>
              <a:gdLst/>
              <a:ahLst/>
              <a:cxnLst/>
              <a:rect l="l" t="t" r="r" b="b"/>
              <a:pathLst>
                <a:path w="4877435" h="4734560">
                  <a:moveTo>
                    <a:pt x="0" y="0"/>
                  </a:moveTo>
                  <a:lnTo>
                    <a:pt x="4876965" y="0"/>
                  </a:lnTo>
                  <a:lnTo>
                    <a:pt x="4876965" y="4734242"/>
                  </a:lnTo>
                  <a:lnTo>
                    <a:pt x="0" y="47342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1984" y="2254726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21984" y="2254726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713796" y="2381902"/>
            <a:ext cx="107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WebSocket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3796" y="2656222"/>
            <a:ext cx="563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Cli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49114" y="2990853"/>
            <a:ext cx="2466340" cy="2586990"/>
            <a:chOff x="1849114" y="2990853"/>
            <a:chExt cx="2466340" cy="2586990"/>
          </a:xfrm>
        </p:grpSpPr>
        <p:sp>
          <p:nvSpPr>
            <p:cNvPr id="11" name="object 11"/>
            <p:cNvSpPr/>
            <p:nvPr/>
          </p:nvSpPr>
          <p:spPr>
            <a:xfrm>
              <a:off x="2864021" y="3028837"/>
              <a:ext cx="707390" cy="528320"/>
            </a:xfrm>
            <a:custGeom>
              <a:avLst/>
              <a:gdLst/>
              <a:ahLst/>
              <a:cxnLst/>
              <a:rect l="l" t="t" r="r" b="b"/>
              <a:pathLst>
                <a:path w="707389" h="528320">
                  <a:moveTo>
                    <a:pt x="0" y="527799"/>
                  </a:moveTo>
                  <a:lnTo>
                    <a:pt x="70707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38134" y="2990853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83845" y="0"/>
                  </a:moveTo>
                  <a:lnTo>
                    <a:pt x="0" y="15049"/>
                  </a:lnTo>
                  <a:lnTo>
                    <a:pt x="45580" y="76111"/>
                  </a:lnTo>
                  <a:lnTo>
                    <a:pt x="838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59594" y="470918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59594" y="470918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53877" y="36053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5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53877" y="36053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5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1595" y="5670498"/>
            <a:ext cx="8426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IM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client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0242" y="3788954"/>
            <a:ext cx="1785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TopicManagerStub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2861" y="3738422"/>
            <a:ext cx="1123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875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topic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12563" y="1480019"/>
            <a:ext cx="7151370" cy="4744085"/>
            <a:chOff x="1512563" y="1480019"/>
            <a:chExt cx="7151370" cy="4744085"/>
          </a:xfrm>
        </p:grpSpPr>
        <p:sp>
          <p:nvSpPr>
            <p:cNvPr id="21" name="object 21"/>
            <p:cNvSpPr/>
            <p:nvPr/>
          </p:nvSpPr>
          <p:spPr>
            <a:xfrm>
              <a:off x="1518913" y="4010125"/>
              <a:ext cx="215900" cy="0"/>
            </a:xfrm>
            <a:custGeom>
              <a:avLst/>
              <a:gdLst/>
              <a:ahLst/>
              <a:cxnLst/>
              <a:rect l="l" t="t" r="r" b="b"/>
              <a:pathLst>
                <a:path w="215900">
                  <a:moveTo>
                    <a:pt x="0" y="0"/>
                  </a:moveTo>
                  <a:lnTo>
                    <a:pt x="2159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22116" y="39720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37758" y="1484782"/>
              <a:ext cx="3221355" cy="4734560"/>
            </a:xfrm>
            <a:custGeom>
              <a:avLst/>
              <a:gdLst/>
              <a:ahLst/>
              <a:cxnLst/>
              <a:rect l="l" t="t" r="r" b="b"/>
              <a:pathLst>
                <a:path w="3221354" h="4734560">
                  <a:moveTo>
                    <a:pt x="3221037" y="0"/>
                  </a:moveTo>
                  <a:lnTo>
                    <a:pt x="0" y="0"/>
                  </a:lnTo>
                  <a:lnTo>
                    <a:pt x="0" y="4734242"/>
                  </a:lnTo>
                  <a:lnTo>
                    <a:pt x="3221037" y="4734242"/>
                  </a:lnTo>
                  <a:lnTo>
                    <a:pt x="3221037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37758" y="1484782"/>
              <a:ext cx="3221355" cy="4734560"/>
            </a:xfrm>
            <a:custGeom>
              <a:avLst/>
              <a:gdLst/>
              <a:ahLst/>
              <a:cxnLst/>
              <a:rect l="l" t="t" r="r" b="b"/>
              <a:pathLst>
                <a:path w="3221354" h="4734560">
                  <a:moveTo>
                    <a:pt x="0" y="0"/>
                  </a:moveTo>
                  <a:lnTo>
                    <a:pt x="3221037" y="0"/>
                  </a:lnTo>
                  <a:lnTo>
                    <a:pt x="3221037" y="4734242"/>
                  </a:lnTo>
                  <a:lnTo>
                    <a:pt x="0" y="47342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6137" y="1632983"/>
              <a:ext cx="4582400" cy="397566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268303" y="3124169"/>
            <a:ext cx="1350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TopicManager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96337" y="4874760"/>
            <a:ext cx="1120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Publisher </a:t>
            </a:r>
            <a:r>
              <a:rPr sz="1800" dirty="0">
                <a:latin typeface="Calibri"/>
                <a:cs typeface="Calibri"/>
              </a:rPr>
              <a:t> Fa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ad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85589" y="5670517"/>
            <a:ext cx="897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IM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server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80548" y="3849013"/>
            <a:ext cx="1350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pi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Mana</a:t>
            </a:r>
            <a:r>
              <a:rPr sz="1800" spc="-5" dirty="0">
                <a:latin typeface="Calibri"/>
                <a:cs typeface="Calibri"/>
              </a:rPr>
              <a:t>ge</a:t>
            </a:r>
            <a:r>
              <a:rPr sz="1800" dirty="0">
                <a:latin typeface="Calibri"/>
                <a:cs typeface="Calibri"/>
              </a:rPr>
              <a:t>r  </a:t>
            </a:r>
            <a:r>
              <a:rPr sz="1800" spc="-5" dirty="0">
                <a:latin typeface="Calibri"/>
                <a:cs typeface="Calibri"/>
              </a:rPr>
              <a:t>FacadeREST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592065" y="4570514"/>
            <a:ext cx="1484630" cy="640715"/>
            <a:chOff x="1592065" y="4570514"/>
            <a:chExt cx="1484630" cy="640715"/>
          </a:xfrm>
        </p:grpSpPr>
        <p:sp>
          <p:nvSpPr>
            <p:cNvPr id="31" name="object 31"/>
            <p:cNvSpPr/>
            <p:nvPr/>
          </p:nvSpPr>
          <p:spPr>
            <a:xfrm>
              <a:off x="2593652" y="4576864"/>
              <a:ext cx="400050" cy="292735"/>
            </a:xfrm>
            <a:custGeom>
              <a:avLst/>
              <a:gdLst/>
              <a:ahLst/>
              <a:cxnLst/>
              <a:rect l="l" t="t" r="r" b="b"/>
              <a:pathLst>
                <a:path w="400050" h="292735">
                  <a:moveTo>
                    <a:pt x="0" y="0"/>
                  </a:moveTo>
                  <a:lnTo>
                    <a:pt x="399618" y="29268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60521" y="4831299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5" h="76200">
                  <a:moveTo>
                    <a:pt x="45021" y="0"/>
                  </a:moveTo>
                  <a:lnTo>
                    <a:pt x="0" y="61468"/>
                  </a:lnTo>
                  <a:lnTo>
                    <a:pt x="83985" y="75768"/>
                  </a:lnTo>
                  <a:lnTo>
                    <a:pt x="450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98415" y="5172793"/>
              <a:ext cx="1414780" cy="6985"/>
            </a:xfrm>
            <a:custGeom>
              <a:avLst/>
              <a:gdLst/>
              <a:ahLst/>
              <a:cxnLst/>
              <a:rect l="l" t="t" r="r" b="b"/>
              <a:pathLst>
                <a:path w="1414780" h="6985">
                  <a:moveTo>
                    <a:pt x="0" y="6591"/>
                  </a:moveTo>
                  <a:lnTo>
                    <a:pt x="14144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99967" y="5134753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0" y="0"/>
                  </a:moveTo>
                  <a:lnTo>
                    <a:pt x="355" y="76200"/>
                  </a:lnTo>
                  <a:lnTo>
                    <a:pt x="76377" y="377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92861" y="4946815"/>
            <a:ext cx="1123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869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mess.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65818" y="4974856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PublisherStub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10020" y="4471579"/>
            <a:ext cx="4229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ew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849114" y="2122487"/>
            <a:ext cx="5636895" cy="873125"/>
            <a:chOff x="1849114" y="2122487"/>
            <a:chExt cx="5636895" cy="873125"/>
          </a:xfrm>
        </p:grpSpPr>
        <p:sp>
          <p:nvSpPr>
            <p:cNvPr id="39" name="object 39"/>
            <p:cNvSpPr/>
            <p:nvPr/>
          </p:nvSpPr>
          <p:spPr>
            <a:xfrm>
              <a:off x="6784009" y="2277775"/>
              <a:ext cx="648970" cy="434975"/>
            </a:xfrm>
            <a:custGeom>
              <a:avLst/>
              <a:gdLst/>
              <a:ahLst/>
              <a:cxnLst/>
              <a:rect l="l" t="t" r="r" b="b"/>
              <a:pathLst>
                <a:path w="648970" h="434975">
                  <a:moveTo>
                    <a:pt x="648855" y="43436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1110" y="2673417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90" h="74294">
                  <a:moveTo>
                    <a:pt x="42392" y="0"/>
                  </a:moveTo>
                  <a:lnTo>
                    <a:pt x="0" y="63322"/>
                  </a:lnTo>
                  <a:lnTo>
                    <a:pt x="84518" y="74053"/>
                  </a:lnTo>
                  <a:lnTo>
                    <a:pt x="423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853877" y="21272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5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53877" y="21272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5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396174" y="4323763"/>
            <a:ext cx="879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Publisher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975808" y="3735076"/>
            <a:ext cx="4102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ew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09227" y="5092363"/>
            <a:ext cx="254000" cy="1993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...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932617" y="2363061"/>
            <a:ext cx="1003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Subscriber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3532" y="2269261"/>
            <a:ext cx="115125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805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487163" y="2497856"/>
            <a:ext cx="2047239" cy="1059180"/>
            <a:chOff x="1487163" y="2497856"/>
            <a:chExt cx="2047239" cy="1059180"/>
          </a:xfrm>
        </p:grpSpPr>
        <p:sp>
          <p:nvSpPr>
            <p:cNvPr id="49" name="object 49"/>
            <p:cNvSpPr/>
            <p:nvPr/>
          </p:nvSpPr>
          <p:spPr>
            <a:xfrm>
              <a:off x="1487163" y="2535958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753866" y="24978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72595" y="2617990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36179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09090" y="25798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399833" y="3341091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04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361737" y="34804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498907" y="2672841"/>
            <a:ext cx="4229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ew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007229" y="5594508"/>
            <a:ext cx="1808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(one per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publisher)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15055" y="3069589"/>
            <a:ext cx="254000" cy="1993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...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49071" y="3182331"/>
            <a:ext cx="375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131849" y="3092031"/>
            <a:ext cx="20885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21604" dirty="0">
                <a:latin typeface="Calibri"/>
                <a:cs typeface="Calibri"/>
              </a:rPr>
              <a:t>subs.</a:t>
            </a:r>
            <a:r>
              <a:rPr sz="2700" spc="209" baseline="-21604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(only one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endParaRPr sz="1800">
              <a:latin typeface="Calibri"/>
              <a:cs typeface="Calibri"/>
            </a:endParaRPr>
          </a:p>
          <a:p>
            <a:pPr marL="63754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subs.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mapping)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836627" y="1776441"/>
            <a:ext cx="264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(only one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topic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allowed)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680548" y="2983276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Subscriber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670936" y="1822626"/>
            <a:ext cx="106680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bS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ket  Server</a:t>
            </a:r>
            <a:endParaRPr sz="18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  <a:spcBef>
                <a:spcPts val="605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460</Words>
  <Application>Microsoft Office PowerPoint</Application>
  <PresentationFormat>Presentación en pantalla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 MT</vt:lpstr>
      <vt:lpstr>Calibri</vt:lpstr>
      <vt:lpstr>Office Theme</vt:lpstr>
      <vt:lpstr>Instant Messaging service  using RESTful Web Services and  WebSockets</vt:lpstr>
      <vt:lpstr>Second approach</vt:lpstr>
      <vt:lpstr>Exercise</vt:lpstr>
      <vt:lpstr>Exercise</vt:lpstr>
      <vt:lpstr>Exercise</vt:lpstr>
      <vt:lpstr>Exercise</vt:lpstr>
      <vt:lpstr>Exercise</vt:lpstr>
      <vt:lpstr>Schema of classes for a remote service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Instant messaging service</dc:title>
  <cp:lastModifiedBy>Sergi Salvà</cp:lastModifiedBy>
  <cp:revision>1</cp:revision>
  <dcterms:created xsi:type="dcterms:W3CDTF">2023-09-18T18:47:34Z</dcterms:created>
  <dcterms:modified xsi:type="dcterms:W3CDTF">2023-11-14T15:46:32Z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