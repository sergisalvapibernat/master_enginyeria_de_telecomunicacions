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</p:sldIdLst>
  <p:sldSz cx="9144000" cy="6858000"/>
  <p:notesSz cx="9144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3E3E3E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7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3E3E3E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3E3E3E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Relationship Id="rId8" Type="http://schemas.openxmlformats.org/officeDocument/2006/relationships/image" Target="../media/image2.jpg"/><Relationship Id="rId9" Type="http://schemas.openxmlformats.org/officeDocument/2006/relationships/image" Target="../media/image3.jp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077840" y="299811"/>
            <a:ext cx="5786429" cy="69187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87832" y="287832"/>
            <a:ext cx="2143118" cy="652458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90512" y="6405562"/>
            <a:ext cx="2095499" cy="17144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343721" y="265715"/>
            <a:ext cx="4456556" cy="63626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3E3E3E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19" y="1495869"/>
            <a:ext cx="8366760" cy="39776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2487930">
              <a:lnSpc>
                <a:spcPct val="100000"/>
              </a:lnSpc>
              <a:spcBef>
                <a:spcPts val="105"/>
              </a:spcBef>
            </a:pPr>
            <a:r>
              <a:rPr dirty="0" spc="-15"/>
              <a:t>E</a:t>
            </a:r>
            <a:r>
              <a:rPr dirty="0"/>
              <a:t>X</a:t>
            </a:r>
            <a:r>
              <a:rPr dirty="0" spc="-15"/>
              <a:t>E</a:t>
            </a:r>
            <a:r>
              <a:rPr dirty="0"/>
              <a:t>R</a:t>
            </a:r>
            <a:r>
              <a:rPr dirty="0" spc="-10"/>
              <a:t>C</a:t>
            </a:r>
            <a:r>
              <a:rPr dirty="0" spc="10"/>
              <a:t>I</a:t>
            </a:r>
            <a:r>
              <a:rPr dirty="0"/>
              <a:t>SE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93980" rIns="0" bIns="0" rtlCol="0" vert="horz">
            <a:spAutoFit/>
          </a:bodyPr>
          <a:lstStyle/>
          <a:p>
            <a:pPr marL="504190" marR="5080" indent="-344805">
              <a:lnSpc>
                <a:spcPts val="2590"/>
              </a:lnSpc>
              <a:spcBef>
                <a:spcPts val="740"/>
              </a:spcBef>
              <a:buClr>
                <a:srgbClr val="2D7CAD"/>
              </a:buClr>
              <a:buFont typeface="Wingdings"/>
              <a:buChar char=""/>
              <a:tabLst>
                <a:tab pos="504825" algn="l"/>
              </a:tabLst>
            </a:pPr>
            <a:r>
              <a:rPr dirty="0" spc="-15"/>
              <a:t>Move </a:t>
            </a:r>
            <a:r>
              <a:rPr dirty="0"/>
              <a:t>the programming </a:t>
            </a:r>
            <a:r>
              <a:rPr dirty="0" spc="5"/>
              <a:t>of </a:t>
            </a:r>
            <a:r>
              <a:rPr dirty="0"/>
              <a:t>the </a:t>
            </a:r>
            <a:r>
              <a:rPr dirty="0" spc="5"/>
              <a:t>WebSocket </a:t>
            </a:r>
            <a:r>
              <a:rPr dirty="0"/>
              <a:t>client </a:t>
            </a:r>
            <a:r>
              <a:rPr dirty="0" spc="5"/>
              <a:t> </a:t>
            </a:r>
            <a:r>
              <a:rPr dirty="0"/>
              <a:t>from</a:t>
            </a:r>
            <a:r>
              <a:rPr dirty="0" spc="-35"/>
              <a:t> </a:t>
            </a:r>
            <a:r>
              <a:rPr dirty="0"/>
              <a:t>the previous</a:t>
            </a:r>
            <a:r>
              <a:rPr dirty="0" spc="-40"/>
              <a:t> </a:t>
            </a:r>
            <a:r>
              <a:rPr dirty="0"/>
              <a:t>exercise</a:t>
            </a:r>
            <a:r>
              <a:rPr dirty="0" spc="-50"/>
              <a:t> </a:t>
            </a:r>
            <a:r>
              <a:rPr dirty="0" spc="5"/>
              <a:t>(push</a:t>
            </a:r>
            <a:r>
              <a:rPr dirty="0" spc="-45"/>
              <a:t> </a:t>
            </a:r>
            <a:r>
              <a:rPr dirty="0" spc="-5"/>
              <a:t>functionality)</a:t>
            </a:r>
            <a:r>
              <a:rPr dirty="0" spc="-40"/>
              <a:t> </a:t>
            </a:r>
            <a:r>
              <a:rPr dirty="0"/>
              <a:t>to </a:t>
            </a:r>
            <a:r>
              <a:rPr dirty="0" spc="5"/>
              <a:t>be </a:t>
            </a:r>
            <a:r>
              <a:rPr dirty="0" spc="-735"/>
              <a:t> </a:t>
            </a:r>
            <a:r>
              <a:rPr dirty="0"/>
              <a:t>executed</a:t>
            </a:r>
            <a:r>
              <a:rPr dirty="0" spc="-35"/>
              <a:t> </a:t>
            </a:r>
            <a:r>
              <a:rPr dirty="0" spc="5"/>
              <a:t>by</a:t>
            </a:r>
            <a:r>
              <a:rPr dirty="0" spc="-20"/>
              <a:t> </a:t>
            </a:r>
            <a:r>
              <a:rPr dirty="0" spc="5"/>
              <a:t>a</a:t>
            </a:r>
            <a:r>
              <a:rPr dirty="0" spc="-35"/>
              <a:t> </a:t>
            </a:r>
            <a:r>
              <a:rPr dirty="0"/>
              <a:t>Service.</a:t>
            </a:r>
          </a:p>
          <a:p>
            <a:pPr marL="504190" marR="728980" indent="-344805">
              <a:lnSpc>
                <a:spcPts val="2590"/>
              </a:lnSpc>
              <a:spcBef>
                <a:spcPts val="655"/>
              </a:spcBef>
              <a:buClr>
                <a:srgbClr val="2D7CAD"/>
              </a:buClr>
              <a:buFont typeface="Wingdings"/>
              <a:buChar char=""/>
              <a:tabLst>
                <a:tab pos="504825" algn="l"/>
              </a:tabLst>
            </a:pPr>
            <a:r>
              <a:rPr dirty="0" spc="5"/>
              <a:t>From</a:t>
            </a:r>
            <a:r>
              <a:rPr dirty="0" spc="-45"/>
              <a:t> </a:t>
            </a:r>
            <a:r>
              <a:rPr dirty="0"/>
              <a:t>that</a:t>
            </a:r>
            <a:r>
              <a:rPr dirty="0" spc="-25"/>
              <a:t> </a:t>
            </a:r>
            <a:r>
              <a:rPr dirty="0"/>
              <a:t>service,</a:t>
            </a:r>
            <a:r>
              <a:rPr dirty="0" spc="-70"/>
              <a:t> </a:t>
            </a:r>
            <a:r>
              <a:rPr dirty="0"/>
              <a:t>notify</a:t>
            </a:r>
            <a:r>
              <a:rPr dirty="0" spc="-25"/>
              <a:t> </a:t>
            </a:r>
            <a:r>
              <a:rPr dirty="0"/>
              <a:t>the</a:t>
            </a:r>
            <a:r>
              <a:rPr dirty="0" spc="-10"/>
              <a:t> </a:t>
            </a:r>
            <a:r>
              <a:rPr dirty="0" spc="5"/>
              <a:t>reception</a:t>
            </a:r>
            <a:r>
              <a:rPr dirty="0" spc="-35"/>
              <a:t> </a:t>
            </a:r>
            <a:r>
              <a:rPr dirty="0" spc="5"/>
              <a:t>of</a:t>
            </a:r>
            <a:r>
              <a:rPr dirty="0" spc="-70"/>
              <a:t> </a:t>
            </a:r>
            <a:r>
              <a:rPr dirty="0" spc="5"/>
              <a:t>a</a:t>
            </a:r>
            <a:r>
              <a:rPr dirty="0" spc="-35"/>
              <a:t> </a:t>
            </a:r>
            <a:r>
              <a:rPr dirty="0" spc="5"/>
              <a:t>new </a:t>
            </a:r>
            <a:r>
              <a:rPr dirty="0" spc="-735"/>
              <a:t> </a:t>
            </a:r>
            <a:r>
              <a:rPr dirty="0" spc="5"/>
              <a:t>message </a:t>
            </a:r>
            <a:r>
              <a:rPr dirty="0" spc="-5"/>
              <a:t>with </a:t>
            </a:r>
            <a:r>
              <a:rPr dirty="0" spc="5"/>
              <a:t>a </a:t>
            </a:r>
            <a:r>
              <a:rPr dirty="0"/>
              <a:t>status </a:t>
            </a:r>
            <a:r>
              <a:rPr dirty="0" spc="5"/>
              <a:t>bar </a:t>
            </a:r>
            <a:r>
              <a:rPr dirty="0"/>
              <a:t>notification </a:t>
            </a:r>
            <a:r>
              <a:rPr dirty="0" spc="5"/>
              <a:t>and a </a:t>
            </a:r>
            <a:r>
              <a:rPr dirty="0" spc="10"/>
              <a:t> </a:t>
            </a:r>
            <a:r>
              <a:rPr dirty="0" spc="5"/>
              <a:t>broadcast</a:t>
            </a:r>
            <a:r>
              <a:rPr dirty="0" spc="-95"/>
              <a:t> </a:t>
            </a:r>
            <a:r>
              <a:rPr dirty="0" spc="-5"/>
              <a:t>event.</a:t>
            </a:r>
          </a:p>
          <a:p>
            <a:pPr marL="503555" marR="801370" indent="-344170">
              <a:lnSpc>
                <a:spcPts val="2590"/>
              </a:lnSpc>
              <a:spcBef>
                <a:spcPts val="650"/>
              </a:spcBef>
              <a:buClr>
                <a:srgbClr val="2D7CAD"/>
              </a:buClr>
              <a:buFont typeface="Wingdings"/>
              <a:buChar char=""/>
              <a:tabLst>
                <a:tab pos="504825" algn="l"/>
              </a:tabLst>
            </a:pPr>
            <a:r>
              <a:rPr dirty="0" spc="-5"/>
              <a:t>Modify </a:t>
            </a:r>
            <a:r>
              <a:rPr dirty="0"/>
              <a:t>the </a:t>
            </a:r>
            <a:r>
              <a:rPr dirty="0" spc="-5" b="1">
                <a:latin typeface="Arial"/>
                <a:cs typeface="Arial"/>
              </a:rPr>
              <a:t>MessagesActivity </a:t>
            </a:r>
            <a:r>
              <a:rPr dirty="0"/>
              <a:t>registering </a:t>
            </a:r>
            <a:r>
              <a:rPr dirty="0" spc="5"/>
              <a:t>a </a:t>
            </a:r>
            <a:r>
              <a:rPr dirty="0" spc="10"/>
              <a:t> </a:t>
            </a:r>
            <a:r>
              <a:rPr dirty="0" spc="5"/>
              <a:t>broadcast</a:t>
            </a:r>
            <a:r>
              <a:rPr dirty="0" spc="-100"/>
              <a:t> </a:t>
            </a:r>
            <a:r>
              <a:rPr dirty="0"/>
              <a:t>receiver</a:t>
            </a:r>
            <a:r>
              <a:rPr dirty="0" spc="-50"/>
              <a:t> </a:t>
            </a:r>
            <a:r>
              <a:rPr dirty="0"/>
              <a:t>to</a:t>
            </a:r>
            <a:r>
              <a:rPr dirty="0" spc="-15"/>
              <a:t> </a:t>
            </a:r>
            <a:r>
              <a:rPr dirty="0" spc="5"/>
              <a:t>catch</a:t>
            </a:r>
            <a:r>
              <a:rPr dirty="0" spc="-60"/>
              <a:t> </a:t>
            </a:r>
            <a:r>
              <a:rPr dirty="0"/>
              <a:t>the</a:t>
            </a:r>
            <a:r>
              <a:rPr dirty="0" spc="-10"/>
              <a:t> </a:t>
            </a:r>
            <a:r>
              <a:rPr dirty="0"/>
              <a:t>newly</a:t>
            </a:r>
            <a:r>
              <a:rPr dirty="0" spc="-30"/>
              <a:t> </a:t>
            </a:r>
            <a:r>
              <a:rPr dirty="0"/>
              <a:t>received </a:t>
            </a:r>
            <a:r>
              <a:rPr dirty="0" spc="-735"/>
              <a:t> </a:t>
            </a:r>
            <a:r>
              <a:rPr dirty="0" spc="5"/>
              <a:t>message.</a:t>
            </a:r>
          </a:p>
          <a:p>
            <a:pPr marL="504190" marR="234315" indent="-344805">
              <a:lnSpc>
                <a:spcPts val="2590"/>
              </a:lnSpc>
              <a:spcBef>
                <a:spcPts val="655"/>
              </a:spcBef>
              <a:buClr>
                <a:srgbClr val="2D7CAD"/>
              </a:buClr>
              <a:buFont typeface="Wingdings"/>
              <a:buChar char=""/>
              <a:tabLst>
                <a:tab pos="504825" algn="l"/>
              </a:tabLst>
            </a:pPr>
            <a:r>
              <a:rPr dirty="0"/>
              <a:t>Start</a:t>
            </a:r>
            <a:r>
              <a:rPr dirty="0" spc="-20"/>
              <a:t> </a:t>
            </a:r>
            <a:r>
              <a:rPr dirty="0" spc="5"/>
              <a:t>up</a:t>
            </a:r>
            <a:r>
              <a:rPr dirty="0" spc="-30"/>
              <a:t> </a:t>
            </a:r>
            <a:r>
              <a:rPr dirty="0"/>
              <a:t>the</a:t>
            </a:r>
            <a:r>
              <a:rPr dirty="0" spc="-5"/>
              <a:t> </a:t>
            </a:r>
            <a:r>
              <a:rPr dirty="0"/>
              <a:t>service</a:t>
            </a:r>
            <a:r>
              <a:rPr dirty="0" spc="-55"/>
              <a:t> </a:t>
            </a:r>
            <a:r>
              <a:rPr dirty="0"/>
              <a:t>when</a:t>
            </a:r>
            <a:r>
              <a:rPr dirty="0" spc="-30"/>
              <a:t> </a:t>
            </a:r>
            <a:r>
              <a:rPr dirty="0"/>
              <a:t>the</a:t>
            </a:r>
            <a:r>
              <a:rPr dirty="0" spc="-5"/>
              <a:t> </a:t>
            </a:r>
            <a:r>
              <a:rPr dirty="0" spc="5"/>
              <a:t>user</a:t>
            </a:r>
            <a:r>
              <a:rPr dirty="0" spc="-45"/>
              <a:t> </a:t>
            </a:r>
            <a:r>
              <a:rPr dirty="0" spc="5"/>
              <a:t>has</a:t>
            </a:r>
            <a:r>
              <a:rPr dirty="0" spc="-45"/>
              <a:t> </a:t>
            </a:r>
            <a:r>
              <a:rPr dirty="0"/>
              <a:t>logged</a:t>
            </a:r>
            <a:r>
              <a:rPr dirty="0" spc="-55"/>
              <a:t> </a:t>
            </a:r>
            <a:r>
              <a:rPr dirty="0"/>
              <a:t>into </a:t>
            </a:r>
            <a:r>
              <a:rPr dirty="0" spc="-735"/>
              <a:t> </a:t>
            </a:r>
            <a:r>
              <a:rPr dirty="0"/>
              <a:t>the</a:t>
            </a:r>
            <a:r>
              <a:rPr dirty="0" spc="-10"/>
              <a:t> </a:t>
            </a:r>
            <a:r>
              <a:rPr dirty="0" spc="5"/>
              <a:t>app.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2487930">
              <a:lnSpc>
                <a:spcPct val="100000"/>
              </a:lnSpc>
              <a:spcBef>
                <a:spcPts val="105"/>
              </a:spcBef>
            </a:pPr>
            <a:r>
              <a:rPr dirty="0" spc="-15"/>
              <a:t>E</a:t>
            </a:r>
            <a:r>
              <a:rPr dirty="0"/>
              <a:t>X</a:t>
            </a:r>
            <a:r>
              <a:rPr dirty="0" spc="-15"/>
              <a:t>E</a:t>
            </a:r>
            <a:r>
              <a:rPr dirty="0"/>
              <a:t>R</a:t>
            </a:r>
            <a:r>
              <a:rPr dirty="0" spc="-10"/>
              <a:t>C</a:t>
            </a:r>
            <a:r>
              <a:rPr dirty="0" spc="10"/>
              <a:t>I</a:t>
            </a:r>
            <a:r>
              <a:rPr dirty="0"/>
              <a:t>SE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81213"/>
            <a:ext cx="7964805" cy="10001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56870" marR="5080" indent="-344805">
              <a:lnSpc>
                <a:spcPct val="100000"/>
              </a:lnSpc>
              <a:spcBef>
                <a:spcPts val="90"/>
              </a:spcBef>
              <a:buClr>
                <a:srgbClr val="2D7CAD"/>
              </a:buClr>
              <a:buSzPct val="96875"/>
              <a:buFont typeface="Wingdings"/>
              <a:buChar char=""/>
              <a:tabLst>
                <a:tab pos="375920" algn="l"/>
              </a:tabLst>
            </a:pPr>
            <a:r>
              <a:rPr dirty="0" sz="3200" spc="-10" b="1">
                <a:latin typeface="Arial"/>
                <a:cs typeface="Arial"/>
              </a:rPr>
              <a:t>Note</a:t>
            </a:r>
            <a:r>
              <a:rPr dirty="0" sz="3200" spc="-10">
                <a:latin typeface="Arial MT"/>
                <a:cs typeface="Arial MT"/>
              </a:rPr>
              <a:t>:</a:t>
            </a:r>
            <a:r>
              <a:rPr dirty="0" sz="3200" spc="15">
                <a:latin typeface="Arial MT"/>
                <a:cs typeface="Arial MT"/>
              </a:rPr>
              <a:t> </a:t>
            </a:r>
            <a:r>
              <a:rPr dirty="0" sz="3200" spc="-5">
                <a:latin typeface="Arial MT"/>
                <a:cs typeface="Arial MT"/>
              </a:rPr>
              <a:t>make</a:t>
            </a:r>
            <a:r>
              <a:rPr dirty="0" sz="3200" spc="-30">
                <a:latin typeface="Arial MT"/>
                <a:cs typeface="Arial MT"/>
              </a:rPr>
              <a:t> </a:t>
            </a:r>
            <a:r>
              <a:rPr dirty="0" sz="3200" spc="-5">
                <a:latin typeface="Arial MT"/>
                <a:cs typeface="Arial MT"/>
              </a:rPr>
              <a:t>use</a:t>
            </a:r>
            <a:r>
              <a:rPr dirty="0" sz="3200" spc="-10">
                <a:latin typeface="Arial MT"/>
                <a:cs typeface="Arial MT"/>
              </a:rPr>
              <a:t> </a:t>
            </a:r>
            <a:r>
              <a:rPr dirty="0" sz="3200" spc="-5">
                <a:latin typeface="Arial MT"/>
                <a:cs typeface="Arial MT"/>
              </a:rPr>
              <a:t>of</a:t>
            </a:r>
            <a:r>
              <a:rPr dirty="0" sz="3200" spc="-10">
                <a:latin typeface="Arial MT"/>
                <a:cs typeface="Arial MT"/>
              </a:rPr>
              <a:t> </a:t>
            </a:r>
            <a:r>
              <a:rPr dirty="0" sz="3200" spc="-5">
                <a:latin typeface="Arial MT"/>
                <a:cs typeface="Arial MT"/>
              </a:rPr>
              <a:t>the</a:t>
            </a:r>
            <a:r>
              <a:rPr dirty="0" sz="3200" spc="-10">
                <a:latin typeface="Arial MT"/>
                <a:cs typeface="Arial MT"/>
              </a:rPr>
              <a:t> </a:t>
            </a:r>
            <a:r>
              <a:rPr dirty="0" sz="3200" spc="-5">
                <a:latin typeface="Arial MT"/>
                <a:cs typeface="Arial MT"/>
              </a:rPr>
              <a:t>provided</a:t>
            </a:r>
            <a:r>
              <a:rPr dirty="0" sz="3200" spc="-30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java</a:t>
            </a:r>
            <a:r>
              <a:rPr dirty="0" sz="3200" spc="-30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class </a:t>
            </a:r>
            <a:r>
              <a:rPr dirty="0" sz="3200" spc="-875">
                <a:latin typeface="Arial MT"/>
                <a:cs typeface="Arial MT"/>
              </a:rPr>
              <a:t> </a:t>
            </a:r>
            <a:r>
              <a:rPr dirty="0" sz="3200" spc="-5">
                <a:latin typeface="Arial MT"/>
                <a:cs typeface="Arial MT"/>
              </a:rPr>
              <a:t>implementing</a:t>
            </a:r>
            <a:r>
              <a:rPr dirty="0" sz="3200" spc="-30">
                <a:latin typeface="Arial MT"/>
                <a:cs typeface="Arial MT"/>
              </a:rPr>
              <a:t> </a:t>
            </a:r>
            <a:r>
              <a:rPr dirty="0" sz="3200" spc="-5">
                <a:latin typeface="Arial MT"/>
                <a:cs typeface="Arial MT"/>
              </a:rPr>
              <a:t>the </a:t>
            </a:r>
            <a:r>
              <a:rPr dirty="0" sz="3200">
                <a:latin typeface="Arial MT"/>
                <a:cs typeface="Arial MT"/>
              </a:rPr>
              <a:t>service:</a:t>
            </a:r>
            <a:r>
              <a:rPr dirty="0" sz="3200" spc="-50">
                <a:latin typeface="Arial MT"/>
                <a:cs typeface="Arial MT"/>
              </a:rPr>
              <a:t> </a:t>
            </a:r>
            <a:r>
              <a:rPr dirty="0" sz="3200" spc="-5">
                <a:latin typeface="Arial MT"/>
                <a:cs typeface="Arial MT"/>
              </a:rPr>
              <a:t>PushService</a:t>
            </a:r>
            <a:endParaRPr sz="3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Jesús Alonso</dc:creator>
  <dc:title>PROGRAMA DE POSTGRAU DE DISSENY I CREACIÓ DE VIDEOJOCS</dc:title>
  <dcterms:created xsi:type="dcterms:W3CDTF">2023-11-28T14:43:32Z</dcterms:created>
  <dcterms:modified xsi:type="dcterms:W3CDTF">2023-11-28T14:43:32Z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2018-03-19T00:00:00Z</vt:filetime>
  </property>
  <property fmtid="{D5CDD505-2E9C-101B-9397-08002B2CF9AE}" pid="3" name="Creator">
    <vt:lpwstr>Acrobat PDFMaker 11 para PowerPoint</vt:lpwstr>
  </property>
  <property fmtid="{D5CDD505-2E9C-101B-9397-08002B2CF9AE}" pid="4" name="LastSaved">
    <vt:filetime>2023-11-28T00:00:00Z</vt:filetime>
  </property>
</Properties>
</file>