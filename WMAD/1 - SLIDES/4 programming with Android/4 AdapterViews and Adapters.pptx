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35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12T14:12:37.27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399 1 10344 0 0,'-2'4'64'0'0,"-11"18"33"0"0,6-12-11 0 0,1 0-1 0 0,0 1 1 0 0,1 0-1 0 0,0 0 1 0 0,-5 15-1 0 0,6 3-20 0 0,1 0-1 0 0,2 38 0 0 0,1-36 15 0 0,-8 57-1 0 0,-49 165-110 0 0,15-79-43 0 0,26-100 22 0 0,-11 91-32 0 0,17-91 58 0 0,-4 50-21 0 0,10 1 25 0 0,1-64 12 0 0,3-39 5 0 0,-7 42-1 0 0,1-12 5 0 0,4-33 2 0 0,0-1 1 0 0,-8 26-1 0 0,2-13 0 0 0,2 1 0 0 0,-4 44 0 0 0,8-59 0 0 0,0-4 0 0 0,0-1 0 0 0,-2 0-1 0 0,-4 14 1 0 0,4-16 1 0 0,1 0-1 0 0,0 0 0 0 0,0 0 0 0 0,1 1 1 0 0,0 13-1 0 0,2 3 3 0 0,0-13 2 0 0,0-1-1 0 0,-1 1 1 0 0,-3 18-1 0 0,-2-9 1 0 0,3-12-2 0 0,0-1-1 0 0,1 1 0 0 0,0 0 0 0 0,0 15 0 0 0,-7 105 12 0 0,6-103-10 0 0,5 41 20 0 0,-1-53-6 0 0,0-1 0 0 0,-1 0 1 0 0,-3 22-1 0 0,1-19 3 0 0,1-1 1 0 0,1 1-1 0 0,0 0 0 0 0,1 0 1 0 0,7 34-1 0 0,-8-49-20 0 0,1 9 12 0 0,0 0 0 0 0,-1 0 0 0 0,-1 14 0 0 0,0-14 4 0 0,1 0-1 0 0,0 0 0 0 0,2 17 1 0 0,0-16 2 0 0,1 1 11 0 0,-1-1-1 0 0,0 1 1 0 0,-1 0 0 0 0,-2 16 0 0 0,0-17-10 0 0,-1 5 17 0 0,1-1 1 0 0,0 1 0 0 0,4 29-1 0 0,0-24 0 0 0,-2 1-1 0 0,0 0 1 0 0,-2 0-1 0 0,-5 41 1 0 0,5-53-15 0 0,0 0 0 0 0,1-1 0 0 0,1 1 0 0 0,2 12 0 0 0,0 36 97 0 0,-4-46-94 0 0,-7 131 176 0 0,-1 3-86 0 0,2-62-57 0 0,-18 159 209 0 0,23-217-207 0 0,2 47 0 0 0,0 10 26 0 0,-2-43-20 0 0,2 0-1 0 0,7 57 0 0 0,-2-30 51 0 0,-5-49-79 0 0,1-1 0 0 0,1 0 0 0 0,5 23 0 0 0,-1-21-12 0 0,-1-4 5 0 0,-1 0 1 0 0,3 33-1 0 0,-5-32 1 0 0,1 0-1 0 0,1 1 1 0 0,0-1-1 0 0,11 27 0 0 0,-7-18 14 0 0,-2-6 9 0 0,-1 0-1 0 0,2 27 0 0 0,7 32 55 0 0,1-28-23 0 0,12 78-1 0 0,-18-64-31 0 0,16 136 49 0 0,-17-112-60 0 0,6 86 26 0 0,-11-107-45 0 0,0 142 70 0 0,-5-107-5 0 0,6 0 1 0 0,21 133-1 0 0,-1 0 115 0 0,2 114 52 0 0,-15-136-83 0 0,-10-108-65 0 0,-2-80-22 0 0,0 0 0 0 0,2 0-1 0 0,8 48 1 0 0,-8-75-79 0 0,-1 1 1 0 0,0-1-1 0 0,0 1 0 0 0,0-1 0 0 0,1 0 0 0 0,-1 1 0 0 0,0-1 1 0 0,1 1-1 0 0,-1-1 0 0 0,0 1 0 0 0,1-1 0 0 0,-1 0 1 0 0,0 1-1 0 0,1-1 0 0 0,-1 0 0 0 0,1 1 0 0 0,-1-1 0 0 0,0 0 1 0 0,1 0-1 0 0,-1 1 0 0 0,1-1 0 0 0,-1 0 0 0 0,1 0 0 0 0,-1 0 1 0 0,2 0-1 0 0,6 0 42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12T14:12:38.5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459 1 7432 0 0,'9'5'9'0'0,"-6"-3"-3"0"0,1 0 1 0 0,-1 0-1 0 0,1 0 1 0 0,-1 1 0 0 0,0 0-1 0 0,0-1 1 0 0,5 6 0 0 0,-7-6-2 0 0,0-1 0 0 0,-1 0 0 0 0,1 1 1 0 0,0-1-1 0 0,-1 0 0 0 0,1 1 0 0 0,-1-1 0 0 0,0 1 1 0 0,1-1-1 0 0,-1 1 0 0 0,0-1 0 0 0,0 1 1 0 0,0-1-1 0 0,0 1 0 0 0,0 0 0 0 0,0 1 0 0 0,-6 18 43 0 0,0 0-1 0 0,-2 0 0 0 0,0-1 0 0 0,-19 32 0 0 0,5-7 149 0 0,6-14-82 0 0,2 0 1 0 0,2 1-1 0 0,1 0 0 0 0,1 1 0 0 0,2 1 0 0 0,1-1 0 0 0,1 1 0 0 0,-1 64 0 0 0,17 144 371 0 0,-5 234 167 0 0,-69 50-197 0 0,50-422-375 0 0,-11 58 21 0 0,-12 31 12 0 0,20-97-31 0 0,-17 30 43 0 0,23-93-78 0 0,1 1-1 0 0,-6 43 1 0 0,14-54-22 0 0,-2 0 1 0 0,0-1-1 0 0,-2 0 0 0 0,0 0 0 0 0,-1 0 0 0 0,-16 32 0 0 0,-33 69 283 0 0,52-116-280 0 0,4-6-22 0 0,0-1 0 0 0,0 0 0 0 0,0 1-1 0 0,0-1 1 0 0,0 0 0 0 0,0 0 0 0 0,-1 1-1 0 0,1-1 1 0 0,0 0 0 0 0,0 1 0 0 0,0-1 0 0 0,-1 0-1 0 0,1 0 1 0 0,0 1 0 0 0,0-1 0 0 0,-1 0-1 0 0,1 0 1 0 0,0 0 0 0 0,0 1 0 0 0,-1-1-1 0 0,1 0 1 0 0,0 0 0 0 0,-1 0 0 0 0,1 0-1 0 0,0 0 1 0 0,-1 1 0 0 0,1-1 0 0 0,0 0 0 0 0,-1 0-1 0 0,1 0 1 0 0,0 0 0 0 0,-1 0 0 0 0,1 0-1 0 0,0 0 1 0 0,-1 0 0 0 0,1-1 0 0 0,-2 1 55 0 0,8-10 110 0 0,-5 8-83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12T14:20:49.08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 1 5920 0 0,'-2'16'15'0'0,"9"8"56"0"0,20 13 127 0 0,-22-32-155 0 0,-1 1 0 0 0,1 0-1 0 0,-1 0 1 0 0,-1 0-1 0 0,1 0 1 0 0,5 14-1 0 0,-7-8 65 0 0,0 0 0 0 0,0 1-1 0 0,-1-1 1 0 0,-1 16 0 0 0,2 17 65 0 0,5 31 376 0 0,-4 92 0 0 0,-3-6 30 0 0,2 46-379 0 0,5-22-120 0 0,0-50-39 0 0,1 183-31 0 0,7-93-3 0 0,-11-183-5 0 0,8 52-1 0 0,2 34 0 0 0,6 254-8 0 0,-11-269 4 0 0,0 20 0 0 0,-4 17 0 0 0,1 34 0 0 0,-6 73 4 0 0,3-140 0 0 0,-10 39 0 0 0,2 24 0 0 0,0 120 0 0 0,5-286 0 0 0,3 210 0 0 0,-10 108 5 0 0,6-200 6 0 0,5 7-4 0 0,-1 37 2 0 0,-15 151 17 0 0,-6 76 26 0 0,1 26-9 0 0,14-266-21 0 0,-4 41 32 0 0,-13 120 30 0 0,4-91-29 0 0,1-21 3 0 0,-4 251 108 0 0,-2 23-24 0 0,16-311-82 0 0,-3 162 42 0 0,-3 268 96 0 0,24 67 70 0 0,0-382-128 0 0,17 251 60 0 0,-22-450-157 0 0,-2-5 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12T14:23:39.27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120 0 5096 0 0,'-5'1'18'0'0,"-1"-1"0"0"0,1 1 0 0 0,0 1-1 0 0,0-1 1 0 0,-9 4 0 0 0,-21 4 123 0 0,31-6-130 0 0,1-1-1 0 0,0 0 1 0 0,-1 1 0 0 0,1 0 0 0 0,0 0 0 0 0,1 0-1 0 0,-1 0 1 0 0,0 0 0 0 0,1 1 0 0 0,-3 4 0 0 0,3-3-6 0 0,0 0 1 0 0,1-1 0 0 0,0 1 0 0 0,0 0 0 0 0,0 0-1 0 0,0 0 1 0 0,1 0 0 0 0,0 0 0 0 0,0 0 0 0 0,0 0 0 0 0,0 0-1 0 0,3 9 1 0 0,2 5 16 0 0,14 38 1 0 0,1 1 3 0 0,2 18-1 0 0,9 34 10 0 0,-2 65 23 0 0,8 248 0 0 0,-10-190-9 0 0,-12-118-29 0 0,79 612 102 0 0,-24 103-50 0 0,-71-498-43 0 0,0-191-17 0 0,-10 71 10 0 0,2-49-5 0 0,-7 212 46 0 0,0 461 66 0 0,23-573-59 0 0,23 416 70 0 0,-4-139 8 0 0,-21-382-114 0 0,-11 299 63 0 0,1-320-50 0 0,-26 406 159 0 0,29-490-197 0 0,-17 519 211 0 0,29 2 34 0 0,-3-456-207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12T14:23:42.7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154 1 4720 0 0,'0'10'0'0'0,"0"-5"0"0"0,0 1 0 0 0,0-1 0 0 0,-1 0 0 0 0,1 0 0 0 0,-1 1 0 0 0,-1-1 0 0 0,1 0 0 0 0,-1 0 0 0 0,-2 5 0 0 0,-7 17 1 0 0,2 0 0 0 0,1 0 0 0 0,1 0 0 0 0,1 1 0 0 0,-4 55 0 0 0,9-71 0 0 0,-4 26-1 0 0,-16 110 48 0 0,12-79-5 0 0,-2 110 1 0 0,10-146-21 0 0,-4 84 21 0 0,-2 186 34 0 0,3-122-38 0 0,1 22 28 0 0,-6 39 30 0 0,1 10 2 0 0,5-8 101 0 0,-2-52-99 0 0,6 1 33 0 0,1 125 99 0 0,-2-312-230 0 0,2 188 89 0 0,0 924 553 0 0,22-552-102 0 0,5 185-90 0 0,-24-588-344 0 0,3 182 55 0 0,-5-138-49 0 0,0 106 103 0 0,-6 88-20 0 0,-1 30 122 0 0,6 361 179 0 0,3-469-263 0 0,10 152 42 0 0,24 182 169 0 0,-27-495-319 0 0,-5 137 174 0 0,-4 86 166 0 0,-5-244-381 0 0,-9 308 315 0 0,8-147-170 0 0,2-269-153 0 0,-10 63 0 0 0,2-28 13 0 0,4-35-50 0 0,-5-3 4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12T14:28:36.67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0 229 6424 0 0,'11'2'1'0'0,"6"0"4"0"0,10 2 11 0 0,-2 1 4 0 0,12 5 8 0 0,-76 16 136 0 0,38-26-45 0 0,-9-1 462 0 0,10-3-550 0 0,0 1 0 0 0,0 0 0 0 0,0-1-1 0 0,1 1 1 0 0,-1-1 0 0 0,1 1-1 0 0,0 0 1 0 0,0 0 0 0 0,0-1-1 0 0,0 1 1 0 0,1 0 0 0 0,-1 0-1 0 0,3-4 1 0 0,30-37 163 0 0,-24 33-127 0 0,-5 7-25 0 0,1 0-1 0 0,-1 1 1 0 0,1-1 0 0 0,0 1-1 0 0,0 0 1 0 0,0 0 0 0 0,13-3-1 0 0,-15 5-29 0 0,-1 0 1 0 0,1 0-1 0 0,0 1 0 0 0,0-1 0 0 0,0 1 0 0 0,0-1 0 0 0,0 1 0 0 0,0 1 0 0 0,1-1 0 0 0,-1 0 0 0 0,-1 1 0 0 0,1 0 1 0 0,0 0-1 0 0,8 3 0 0 0,-7-2-7 0 0,20 4 49 0 0,-1-2 0 0 0,29 3 0 0 0,-25-5 13 0 0,33 9 0 0 0,81 13 50 0 0,-126-21-91 0 0,0-1 0 0 0,28 0 0 0 0,17 2 24 0 0,180 18 160 0 0,-112-13-109 0 0,-68-1-48 0 0,23 2 21 0 0,38-3-15 0 0,-64-2 2 0 0,-1-2-1 0 0,78-8 1 0 0,75-5 73 0 0,-77 7-15 0 0,338-30 297 0 0,-396 27-364 0 0,81-10 63 0 0,0-1 37 0 0,191-25 114 0 0,-170 24-67 0 0,34-2-13 0 0,-4-2 100 0 0,224-22 116 0 0,-209 24-222 0 0,51 4 2 0 0,-184 13-78 0 0,35 3 107 0 0,146 19 0 0 0,-125-6-41 0 0,229 29 198 0 0,-66-5-94 0 0,375 41 223 0 0,-448-46-310 0 0,-69-9-84 0 0,69 6 119 0 0,308 4 298 0 0,-172-34-322 0 0,-259-2-141 0 0,96-14 77 0 0,-39 1-19 0 0,157-9 74 0 0,-217 18-128 0 0,259-10 121 0 0,-178 7-67 0 0,-63 3-41 0 0,-27 2 45 0 0,131-21 1 0 0,22-15 15 0 0,-231 38-122 0 0,255-27 181 0 0,79 4 14 0 0,-188 18-88 0 0,-33 10-44 0 0,-42 1-9 0 0,107 6 105 0 0,16 1-41 0 0,40 0 47 0 0,223 10 144 0 0,-139-5-68 0 0,28 1 10 0 0,24-9 134 0 0,-208-9-128 0 0,-14-3-22 0 0,-85 0-161 0 0,743-16 649 0 0,-435 27-592 0 0,-109-2-87 0 0,126 17 39 0 0,-211-13-80 0 0,-84-4-8 0 0,350-6 44 0 0,-420 1-49 0 0,39-4 2 0 0,-41 2 1 0 0,44 2-1 0 0,138 1 22 0 0,167 9 58 0 0,-317-9-59 0 0,47 3 5 0 0,-8 5 30 0 0,50 6 69 0 0,-23 1-48 0 0,12 2-3 0 0,-12-1-17 0 0,-30-5 19 0 0,220 12 262 0 0,-294-21-281 0 0,126-1 85 0 0,93 7 101 0 0,-12 10 41 0 0,-125-23-69 0 0,-113 5-206 0 0,-1-1 1 0 0,1 0-1 0 0,-1 0 0 0 0,1 0 0 0 0,-1-1 0 0 0,1 0 1 0 0,6-3-1 0 0,11-4 54 0 0,-21 9-31 0 0,9-12 68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12T14:28:38.4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0 718 3912 0 0,'21'-7'4'0'0,"10"0"14"0"0,0 3 10 0 0,17 2 26 0 0,3-1 0 0 0,-16-1-27 0 0,331-59 745 0 0,-211 43-442 0 0,39 4 455 0 0,251-36 285 0 0,-236 34-827 0 0,117-11 170 0 0,-64 12-204 0 0,-209 14-164 0 0,248-5 305 0 0,-5 2-93 0 0,-54 4-44 0 0,366-10 95 0 0,-427 9-168 0 0,-24-1-18 0 0,85-1 20 0 0,253 4 184 0 0,-192-1-151 0 0,87-7 93 0 0,-6-11 19 0 0,163-9 110 0 0,-417 20-314 0 0,636-49 379 0 0,-387 36-305 0 0,198-15 1 0 0,-324 20-104 0 0,56-4 3 0 0,351-41 87 0 0,-10 7-6 0 0,-351 30-83 0 0,152-1 158 0 0,-91 1-63 0 0,-14 12 98 0 0,-303 12-218 0 0,777 14 433 0 0,-476 7-224 0 0,87 14 74 0 0,-53-5-40 0 0,-207-8-177 0 0,125 6 110 0 0,-86-17-56 0 0,42 0-2 0 0,351 0 259 0 0,-583-9-396 0 0,71-1 59 0 0,89 6 106 0 0,363 26 260 0 0,-7-35-88 0 0,-336 2-263 0 0,247 14 199 0 0,-175 5-135 0 0,-11-1 40 0 0,-172-8-124 0 0,994 86 512 0 0,-819-77-473 0 0,-157-10-72 0 0,65 1 30 0 0,10-4 15 0 0,56-3 24 0 0,-46-8 21 0 0,37-2 44 0 0,-82-2-104 0 0,97-13 116 0 0,-235 21-151 0 0,0 1-1 0 0,-1 0 1 0 0,1 0-1 0 0,0 1 1 0 0,11 1-1 0 0,-11-3 231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12T14:28:42.99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55 6328 0 0,'26'1'3'0'0,"8"-2"18"0"0,-4 1 25 0 0,-27 0 77 0 0,-19 4 938 0 0,34-4-916 0 0,-1 0 0 0 0,1-1-1 0 0,32-7 1 0 0,55-11 67 0 0,-59 9-71 0 0,0 2-1 0 0,87-3 1 0 0,-118 10-114 0 0,64 6 104 0 0,-69-4-108 0 0,-1 0 0 0 0,0 1 0 0 0,15 4 0 0 0,15 3 69 0 0,26 1 56 0 0,286 27 553 0 0,149-35 73 0 0,-309-12-174 0 0,-85 9-352 0 0,128 3 280 0 0,-86 6-134 0 0,213 17 388 0 0,-280-19-647 0 0,-34-3 17 0 0,87 16-1 0 0,130 25 415 0 0,-173-33-181 0 0,158 42 0 0 0,-219-45-251 0 0,45 5-1 0 0,-50-9-26 0 0,0 0-1 0 0,42 14 1 0 0,-63-16-80 0 0,1-1 1 0 0,0 0-1 0 0,1 0 0 0 0,-1 0 1 0 0,0 0-1 0 0,0-1 1 0 0,0 0-1 0 0,0 0 0 0 0,1 0 1 0 0,8-2-1 0 0,-12 1-15 0 0,1 1 1 0 0,-1-1-1 0 0,1 0 1 0 0,-1 0-1 0 0,0 0 0 0 0,0 0 1 0 0,1 0-1 0 0,-1 0 1 0 0,0-1-1 0 0,0 1 0 0 0,0-1 1 0 0,0 0-1 0 0,0 1 1 0 0,0-1-1 0 0,-1 0 0 0 0,1 0 1 0 0,-1 0-1 0 0,1 0 1 0 0,-1 0-1 0 0,0-1 0 0 0,0 1 1 0 0,1 0-1 0 0,0-5 1 0 0,0-8 35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12T14:37:23"/>
    </inkml:context>
    <inkml:brush xml:id="br0">
      <inkml:brushProperty name="width" value="0.4" units="cm"/>
      <inkml:brushProperty name="height" value="0.8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0 6424 0 0,'25'10'92'0'0,"14"3"295"0"0,-22-8-128 0 0,-1 0 1 0 0,0 1 0 0 0,31 17-1 0 0,-46-22-231 0 0,1 0 0 0 0,-1 0 1 0 0,1 0-1 0 0,-1 1 0 0 0,0-1 0 0 0,0 1 0 0 0,1-1 0 0 0,-1 1 1 0 0,0-1-1 0 0,0 1 0 0 0,-1-1 0 0 0,1 1 0 0 0,0 0 0 0 0,0-1 1 0 0,0 4-1 0 0,-1-5-11 0 0,1 1 1 0 0,-1-1 0 0 0,0 0-1 0 0,1 1 1 0 0,-1-1 0 0 0,1 1-1 0 0,-1-1 1 0 0,1 0 0 0 0,-1 0-1 0 0,1 1 1 0 0,-1-1-1 0 0,1 0 1 0 0,-1 0 0 0 0,1 1-1 0 0,0-1 1 0 0,-1 0 0 0 0,1 0-1 0 0,-1 0 1 0 0,1 0 0 0 0,0 0-1 0 0,-1 0 1 0 0,2 0 0 0 0,13 4 840 0 0,0 8-706 0 0,0 0 0 0 0,0-2 0 0 0,1 0 0 0 0,0 0 0 0 0,1-2 0 0 0,0 0 1 0 0,1-1-1 0 0,-1-1 0 0 0,36 8 0 0 0,-23-11-148 0 0,-21-3-3 0 0,0 0 0 0 0,0 1 1 0 0,1 0-1 0 0,-1 1 1 0 0,0 0-1 0 0,0 1 0 0 0,10 3 1 0 0,-16-4-3 0 0,0 0 0 0 0,0-1 1 0 0,0 1-1 0 0,1-1 0 0 0,-1 0 1 0 0,1 0-1 0 0,-1 0 1 0 0,5 0-1 0 0,30 6-1 0 0,-34-6-5 0 0,1 1 1 0 0,0-1-1 0 0,0 1 0 0 0,-1 0 1 0 0,1 0-1 0 0,-1 0 1 0 0,8 6-1 0 0,2 1-6 0 0,4 0-3 0 0,1-1 0 0 0,38 12 0 0 0,-31-12 10 0 0,29 7 7 0 0,1-1 1 0 0,60 5 0 0 0,-68-12-1 0 0,-8 1 12 0 0,52 17-1 0 0,-59-15-3 0 0,131 28 63 0 0,39 8 29 0 0,-113-37-61 0 0,-36-4-13 0 0,35 1 24 0 0,97-5 0 0 0,33 1 24 0 0,119 1 79 0 0,-291-4-136 0 0,14 0-2 0 0,123 0 41 0 0,1-4 29 0 0,-9 1-10 0 0,261 15 106 0 0,-213-7-72 0 0,4-4-25 0 0,59 2 74 0 0,-70 4-46 0 0,-52 1 15 0 0,56 6 16 0 0,112 7 157 0 0,3-24-8 0 0,-273 3-247 0 0,75-5 35 0 0,94 0 43 0 0,-8 6-43 0 0,131 3 81 0 0,58 4 27 0 0,-271-2-128 0 0,-48-1-32 0 0,218 13 117 0 0,-237-12-100 0 0,474 49 263 0 0,-284-35-148 0 0,-88-13 1 0 0,-4-1-33 0 0,277 25 234 0 0,-73-6-89 0 0,-135-8-79 0 0,-18-3 2 0 0,4-10-14 0 0,-118-3-34 0 0,136-16 0 0 0,-139 6-43 0 0,487-57 364 0 0,-292 29-284 0 0,176-26 262 0 0,-8 20-26 0 0,-172 20-199 0 0,12-3 44 0 0,-74 12-124 0 0,41-2 87 0 0,92 0 87 0 0,-256 14-215 0 0,299-28 259 0 0,-197 11-274 0 0,-48 5-20 0 0,210-11 90 0 0,-85 15-71 0 0,230-8 18 0 0,140 11-56 0 0,-230 9-32 0 0,-262-6-16 0 0,9 1 0 0 0,-100 2 0 0 0,8 2 0 0 0,-16 0 5 0 0,0-2-1 0 0,117-19 0 0 0,-68 6-1 0 0,-74 10-1 0 0,-21 1 1 0 0,36 0 0 0 0,83-3 28 0 0,-78 2-18 0 0,-17 1 9 0 0,92 4-1 0 0,-132 1-17 0 0,1-1 0 0 0,-1-1 0 0 0,1 0-1 0 0,14-3 1 0 0,-14 2 0 0 0,0 0-1 0 0,0 1 1 0 0,15 0-1 0 0,98 3 21 0 0,-98-3-16 0 0,0 0-1 0 0,0-2 0 0 0,30-7 0 0 0,-23 4 2 0 0,35-2 0 0 0,-42 7-1 0 0,0 2 1 0 0,-1 1-1 0 0,37 6 0 0 0,-7 0 24 0 0,-29-5-18 0 0,0 1 0 0 0,-1 0 0 0 0,28 11 0 0 0,52 15 41 0 0,15 6 28 0 0,66 22 90 0 0,-179-56-159 0 0,2 1 14 0 0,0 0-1 0 0,1 0 0 0 0,0 0 0 0 0,-1-1 0 0 0,13 1 16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12T14:37:24.532"/>
    </inkml:context>
    <inkml:brush xml:id="br0">
      <inkml:brushProperty name="width" value="0.4" units="cm"/>
      <inkml:brushProperty name="height" value="0.8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1 8336 0 0,'42'3'13'0'0,"5"0"26"0"0,-20 0-11 0 0,13 3 10 0 0,-39-6-29 0 0,0 1 0 0 0,-1-1 0 0 0,1 0-1 0 0,0 1 1 0 0,0-1 0 0 0,0 1-1 0 0,0-1 1 0 0,-1 1 0 0 0,1-1 0 0 0,0 1-1 0 0,0-1 1 0 0,-1 1 0 0 0,1 0-1 0 0,-1-1 1 0 0,1 1 0 0 0,0 0-1 0 0,-1-1 1 0 0,1 1 0 0 0,-1 0 0 0 0,1 0-1 0 0,-1 1 1 0 0,1-1-4 0 0,-1-1 0 0 0,0 1 0 0 0,0 0 0 0 0,1-1 0 0 0,-1 1-1 0 0,0-1 1 0 0,1 1 0 0 0,-1-1 0 0 0,1 1 0 0 0,-1-1 0 0 0,0 1 0 0 0,1-1 0 0 0,-1 1 0 0 0,1-1 0 0 0,-1 0 0 0 0,1 1-1 0 0,0-1 1 0 0,-1 0 0 0 0,1 1 0 0 0,-1-1 0 0 0,1 0 0 0 0,0 0 0 0 0,0 1 0 0 0,62 5 346 0 0,0-3 0 0 0,-1-2 0 0 0,82-10 0 0 0,53 3 2 0 0,-168 6-296 0 0,40 4-1 0 0,9 1 34 0 0,130 7 99 0 0,-70-1-82 0 0,124 8-18 0 0,43 8-21 0 0,1 0-23 0 0,376 30 110 0 0,-482-33-98 0 0,249 27 105 0 0,-1-29 0 0 0,-208-22-46 0 0,698 18 116 0 0,-839-11-206 0 0,253 23 47 0 0,19-5 2 0 0,-201-18-41 0 0,117 1 13 0 0,43 1 1 0 0,-15-3 25 0 0,-12 0-2 0 0,75 7 29 0 0,609-1 328 0 0,-693-23-203 0 0,-25 3-66 0 0,74 0 60 0 0,48 8 10 0 0,304-42 672 0 0,-494 30-674 0 0,-94 4-95 0 0,16-1 8 0 0,-109 6-112 0 0,15-2 96 0 0,1 1 0 0 0,0 1 1 0 0,54 2-1 0 0,-29 8 148 0 0,-19-16 212 0 0,-28 9-135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12T14:37:26.246"/>
    </inkml:context>
    <inkml:brush xml:id="br0">
      <inkml:brushProperty name="width" value="0.4" units="cm"/>
      <inkml:brushProperty name="height" value="0.8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1 5416 0 0,'33'5'-21'0'0,"17"1"136"0"0,-1-1 175 0 0,25 1 468 0 0,-46-3-382 0 0,12 3 37 0 0,0 1 0 0 0,-1 3 0 0 0,0 1-1 0 0,38 17 1 0 0,62 17 1518 0 0,239 29-206 0 0,-155-34-1427 0 0,24-10-99 0 0,-148-22-181 0 0,496 34 27 0 0,-450-32-50 0 0,98 4-3 0 0,89-4-152 0 0,186 11-68 0 0,-358-13 135 0 0,-124-6 78 0 0,295 9-116 0 0,-46-6 23 0 0,-33 1 11 0 0,440 8-11 0 0,-459-7 79 0 0,121-5 11 0 0,326-18 4 0 0,-184 6 46 0 0,-146 4-7 0 0,-129 7 28 0 0,69-2 81 0 0,-229-3-117 0 0,550-44 302 0 0,-269 9-157 0 0,-58 10 140 0 0,-188 20-234 0 0,308-18 194 0 0,-322 23-158 0 0,360-3 565 0 0,-116 5-279 0 0,54 4-117 0 0,-29-1 135 0 0,284 25 134 0 0,-474-12-448 0 0,185 19 149 0 0,236 22 172 0 0,-294-33-310 0 0,70 0 59 0 0,-28-12-20 0 0,-14-5 9 0 0,-9 2 55 0 0,-63-4 19 0 0,348-3 178 0 0,-73-35 136 0 0,-4-1-81 0 0,202 20 91 0 0,-338 10-324 0 0,-33-9-62 0 0,1-12 6 0 0,-138 7-75 0 0,-63 7-15 0 0,183-8 99 0 0,-55 15 15 0 0,-215 6-145 0 0,124 3 148 0 0,-151 0-138 0 0,-1 1-1 0 0,1 1 1 0 0,49 15-1 0 0,0 1 47 0 0,-55-16-47 0 0,51 19 0 0 0,-62-18-33 0 0,0 0 1 0 0,-1 1-1 0 0,1 1 0 0 0,-2 1 0 0 0,1 0 0 0 0,16 15 0 0 0,37 25 118 0 0,-42-25-69 0 0,-22-23-70 0 0,3-1-2 0 0,32 13 26 0 0,-39-2-28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12T14:37:27.599"/>
    </inkml:context>
    <inkml:brush xml:id="br0">
      <inkml:brushProperty name="width" value="0.4" units="cm"/>
      <inkml:brushProperty name="height" value="0.8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0 323 7736 0 0,'162'2'256'0'0,"79"9"868"0"0,364 38 2620 0 0,-382-28-3151 0 0,134-7 35 0 0,-190-10-376 0 0,725 5 239 0 0,659-55-666 0 0,-56 16-508 0 0,-381 16 78 0 0,-689 12 481 0 0,223 9-132 0 0,-34 1 29 0 0,-354-8 129 0 0,290-6-64 0 0,788-59 10 0 0,-298-10 122 0 0,-844 60 30 0 0,306-19 0 0 0,-234 16 1 0 0,92-4 4 0 0,-211 16-1 0 0,307-7 15 0 0,134 0 16 0 0,23-11 29 0 0,-360 11-40 0 0,153-11 41 0 0,246-3 34 0 0,520 39 419 0 0,-539 8-136 0 0,-414-22-248 0 0,201-5 68 0 0,-144 4 12 0 0,-88 2-84 0 0,98 14 164 0 0,-138 6-86 0 0,-60-6-110 0 0,-23-1 27 0 0,0 3 0 0 0,0 3 1 0 0,-2 2-1 0 0,112 53 0 0 0,203 133 661 0 0,-266-132-525 0 0,-10-6 8 0 0,-86-55-228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12T14:37:33.509"/>
    </inkml:context>
    <inkml:brush xml:id="br0">
      <inkml:brushProperty name="width" value="0.4" units="cm"/>
      <inkml:brushProperty name="height" value="0.8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1 159 5224 0 0,'4'-1'25'0'0,"20"-16"56"0"0,17-17 284 0 0,-41 33-355 0 0,22-22 466 0 0,-20 20-428 0 0,1-1 0 0 0,0 1 0 0 0,-1 0 1 0 0,1 0-1 0 0,1 0 0 0 0,-1 0 0 0 0,0 1 1 0 0,1-1-1 0 0,-1 1 0 0 0,1 0 0 0 0,0 0 1 0 0,5-2-1 0 0,32-9 176 0 0,19-4 30 0 0,6 9-89 0 0,0 3-1 0 0,0 2 0 0 0,112 11 1 0 0,143 22 265 0 0,-197-25-299 0 0,15-4 5 0 0,82 3-1 0 0,34 4 43 0 0,-178-4-93 0 0,-26-1 7 0 0,78 13 1 0 0,32 8 67 0 0,-86-15-102 0 0,12-2 88 0 0,0-4 0 0 0,133-12-1 0 0,-201 8-136 0 0,111-11 113 0 0,-68 5 53 0 0,0 2 0 0 0,76 5 1 0 0,-46 6-28 0 0,192 22 242 0 0,-262-23-374 0 0,457 74 620 0 0,-122-44-208 0 0,-250-30-343 0 0,178 19 284 0 0,-105 3 5 0 0,134 26 181 0 0,-129-18-216 0 0,198 13 1 0 0,93-16 396 0 0,31-5-292 0 0,-265-16-132 0 0,-207-10-267 0 0,258-6 203 0 0,372 7 317 0 0,-506 3-444 0 0,168 0 94 0 0,-158-9-97 0 0,163-9 111 0 0,80-35 60 0 0,-123 12-156 0 0,-187 29-20 0 0,133 8 0 0 0,-87-1 9 0 0,-21 5-27 0 0,-32-3-7 0 0,135 16 141 0 0,-195-16-176 0 0,1 2-1 0 0,52 13 1 0 0,-71-13-40 0 0,-15-4-8 0 0,0 0 1 0 0,0 1-1 0 0,0-1 1 0 0,0 0-1 0 0,0 1 1 0 0,0 0 0 0 0,0-1-1 0 0,0 1 1 0 0,0 0-1 0 0,0 0 1 0 0,-1 0-1 0 0,1 0 1 0 0,0 0-1 0 0,-1 1 1 0 0,1-1-1 0 0,0 0 1 0 0,-1 1 0 0 0,0-1-1 0 0,1 1 1 0 0,-1 0-1 0 0,0-1 1 0 0,0 1-1 0 0,0 0 1 0 0,0 0-1 0 0,0 0 1 0 0,1 2-1 0 0,-1-2 11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12T14:37:35.213"/>
    </inkml:context>
    <inkml:brush xml:id="br0">
      <inkml:brushProperty name="width" value="0.4" units="cm"/>
      <inkml:brushProperty name="height" value="0.8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72 7632 0 0,'28'6'200'0'0,"15"0"597"0"0,-26-5-337 0 0,1 2-1 0 0,26 7 1 0 0,-11-3-140 0 0,-28-7-270 0 0,1 1 1 0 0,-1 0-1 0 0,0 1 1 0 0,0-1-1 0 0,1 1 1 0 0,7 4-1 0 0,-6-3 42 0 0,0 0-1 0 0,0-1 0 0 0,0 0 1 0 0,0 0-1 0 0,0-1 1 0 0,0 0-1 0 0,12 1 1 0 0,13 2 164 0 0,3 1 17 0 0,0-2-1 0 0,69-2 1 0 0,-55-1-43 0 0,91-7 93 0 0,10-2-219 0 0,-96 4-50 0 0,90 2 0 0 0,184 8-38 0 0,-86-4-12 0 0,-99 5-6 0 0,170 3-4 0 0,-48 0-2 0 0,32-6 0 0 0,-142 4 3 0 0,-26 0 2 0 0,145 13 3 0 0,-165-10 0 0 0,62 16 0 0 0,1 0 0 0 0,-48-15 4 0 0,285 17 32 0 0,487-19 210 0 0,-655-19-88 0 0,-121 3-92 0 0,199-6 201 0 0,-127 3-67 0 0,-49 1-92 0 0,143-13 149 0 0,-160 10-111 0 0,289-28 202 0 0,-276 25-203 0 0,64-4 74 0 0,58 1-12 0 0,54-1 232 0 0,70 7-83 0 0,-344 12-293 0 0,402-4 385 0 0,-111 1-114 0 0,282-30 36 0 0,-458 24-278 0 0,348-13 173 0 0,-264 10-138 0 0,-54 2-45 0 0,204 10 77 0 0,-232 6-97 0 0,-21 0-20 0 0,298 24 100 0 0,-46-1-3 0 0,-115-8-43 0 0,-40-1-14 0 0,-103-7 14 0 0,175 38 1 0 0,24 4 28 0 0,-226-42-78 0 0,85 7 62 0 0,76-4 18 0 0,300 18 460 0 0,-267-26-279 0 0,-119-6-190 0 0,-152-1-86 0 0,567 27 560 0 0,-492-24-431 0 0,39 5 8 0 0,270 25 374 0 0,20 3-126 0 0,-6 12-107 0 0,-364-40-264 0 0,222 36 86 0 0,-257-40-122 0 0,-8-2 20 0 0,0 0 1 0 0,0 2 0 0 0,22 9 0 0 0,-37-13-27 0 0,-1-1 1 0 0,1 1-1 0 0,-1 0 1 0 0,1-1-1 0 0,0 0 1 0 0,-1 0-1 0 0,1 0 1 0 0,0 0 0 0 0,-1 0-1 0 0,1 0 1 0 0,0-1-1 0 0,-1 1 1 0 0,4-2-1 0 0,14-1 22 0 0,-18 3-8 0 0,8-4 172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12T14:37:36.521"/>
    </inkml:context>
    <inkml:brush xml:id="br0">
      <inkml:brushProperty name="width" value="0.4" units="cm"/>
      <inkml:brushProperty name="height" value="0.8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0 9536 0 0,'23'1'-59'0'0,"11"1"78"0"0,-1 1 129 0 0,16 3 317 0 0,36 4 1027 0 0,79 14 757 0 0,20 1-1314 0 0,-176-25-848 0 0,217 19 1954 0 0,52 9-1506 0 0,-114-14-394 0 0,103 4 26 0 0,-185-13-162 0 0,-81-5-5 0 0,615 54-96 0 0,-351-26-163 0 0,-123-14 148 0 0,-15-7 27 0 0,15 3-72 0 0,378 31-462 0 0,-313-28 285 0 0,965 28-680 0 0,-955-37 931 0 0,303 14-9 0 0,-242 0 41 0 0,-150-7 32 0 0,103 13 15 0 0,6 0 4 0 0,-162-19-1 0 0,418 12 16 0 0,94-56 38 0 0,-135 7 52 0 0,-322 24-74 0 0,267-3 160 0 0,216 47 37 0 0,-187-8 146 0 0,-3 29 284 0 0,-285-34-442 0 0,53-6 144 0 0,-69-9-163 0 0,2-2 250 0 0,-85-9-118 0 0,-30 0-228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12T14:37:38.116"/>
    </inkml:context>
    <inkml:brush xml:id="br0">
      <inkml:brushProperty name="width" value="0.4" units="cm"/>
      <inkml:brushProperty name="height" value="0.8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15 6016 0 0,'34'0'218'0'0,"16"1"663"0"0,36 0 684 0 0,67-9-298 0 0,4-1-192 0 0,442 32 823 0 0,2 26-1785 0 0,-328-17-233 0 0,125 10 7 0 0,-30-12-110 0 0,142 7-33 0 0,-46-17 40 0 0,-211-11 107 0 0,193 3-121 0 0,575-44 32 0 0,-782 13 170 0 0,329-33-31 0 0,183-15 70 0 0,-624 58 7 0 0,843-37 348 0 0,-496 45-138 0 0,34 13 213 0 0,-446-9-402 0 0,347 21 261 0 0,352 8 345 0 0,-230-26-262 0 0,429 44 183 0 0,-542-13-6 0 0,215 37 200 0 0,-501-58-677 0 0,420 45 506 0 0,-456-52-468 0 0,146 9 97 0 0,461 21 398 0 0,-454-24-434 0 0,97 2 52 0 0,-22 5-55 0 0,-159-7-92 0 0,230 16 88 0 0,283-5 200 0 0,-233-12-138 0 0,-99-10-60 0 0,-334-3-169 0 0,507 26 377 0 0,-3 34 22 0 0,-266-27-252 0 0,104 14 106 0 0,-83-14 42 0 0,-25-5 108 0 0,-223-27-326 0 0,1-2 1 0 0,0-1-1 0 0,0 0 1 0 0,-1-2-1 0 0,43-10 1 0 0,-52 9-68 0 0,-11 3 3 0 0,0 1 0 0 0,0-1 0 0 0,-1 0 0 0 0,1 0 0 0 0,0 0 0 0 0,0 0 0 0 0,0 0 0 0 0,-1-1 0 0 0,1 0 0 0 0,-1 1 0 0 0,1-1 0 0 0,-1 0 0 0 0,0 0 0 0 0,1 0 0 0 0,-1 0 0 0 0,0 0 0 0 0,2-4 0 0 0,-3 5 14 0 0,-7-10 146 0 0,1 8-167 0 0,-1 0 0 0 0,1 0 0 0 0,-1 1 0 0 0,1 0 0 0 0,-1 0 0 0 0,0 1-1 0 0,1 0 1 0 0,-1 0 0 0 0,0 0 0 0 0,0 0 0 0 0,-8 1 0 0 0,3-1-2 0 0,-24-1 26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12T14:37:39.817"/>
    </inkml:context>
    <inkml:brush xml:id="br0">
      <inkml:brushProperty name="width" value="0.4" units="cm"/>
      <inkml:brushProperty name="height" value="0.8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19 7632 0 0,'21'11'73'0'0,"11"5"248"0"0,-2-1 105 0 0,12 11 194 0 0,-8 8 789 0 0,-31-30-1353 0 0,0 1 1 0 0,1-2-1 0 0,-1 1 1 0 0,1 0-1 0 0,0-1 1 0 0,0 0-1 0 0,0 1 1 0 0,0-2-1 0 0,0 1 0 0 0,1 0 1 0 0,5 1-1 0 0,36 11 1379 0 0,66 10-1 0 0,-38-9-1148 0 0,-20-5-72 0 0,0-2 0 0 0,0-2 0 0 0,56 0 0 0 0,319 9 115 0 0,-34-16-307 0 0,-252-1-19 0 0,220-30 0 0 0,-208 14-1 0 0,312-40-10 0 0,-204 31 3 0 0,193-17-12 0 0,1 30 7 0 0,-318 17 10 0 0,322 16 0 0 0,-160-7 0 0 0,-73-4 0 0 0,120 3 11 0 0,-157-7-6 0 0,566 14 28 0 0,-427-16-8 0 0,416 26 86 0 0,-485-23-1 0 0,-104-3-39 0 0,159-7 29 0 0,-112-1 2 0 0,444-9 259 0 0,-475 11-296 0 0,298 3 240 0 0,-177 5-120 0 0,-50-2 113 0 0,217 4 17 0 0,-51-18-45 0 0,-83-1-78 0 0,-86 6 24 0 0,66 0 88 0 0,-175 7-210 0 0,241 6 340 0 0,-10 6-204 0 0,505-33 271 0 0,-794 13-407 0 0,635-43 529 0 0,-638 47-540 0 0,523-9 449 0 0,207-12 129 0 0,-199-30-290 0 0,-443 46-288 0 0,175 12 1 0 0,-306-3-72 0 0,204 18 171 0 0,231 49 0 0 0,-195-24 68 0 0,158 33 170 0 0,83 6 5 0 0,-326-59-256 0 0,114 17 128 0 0,-256-36-241 0 0,44-1 0 0 0,-26-2-2 0 0,70-6 76 0 0,-56 0-62 0 0,133-17 105 0 0,-79 5-39 0 0,24-3 20 0 0,64-3 104 0 0,-189 19-231 0 0,-15 2-10 0 0,0 0 1 0 0,0 0 0 0 0,13 1-1 0 0,35 0 94 0 0,-56 1-58 0 0,4-1-7 0 0,-10-1 43 0 0,-13 2-18 0 0,4 1-55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12T14:37:41.047"/>
    </inkml:context>
    <inkml:brush xml:id="br0">
      <inkml:brushProperty name="width" value="0.4" units="cm"/>
      <inkml:brushProperty name="height" value="0.8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836 0 9144 0 0,'1'1'1'0'0,"19"25"517"0"0,-8-11 164 0 0,7 7 667 0 0,-7-9-270 0 0,0 0 0 0 0,1-1 1 0 0,22 16-1 0 0,-14-15-793 0 0,9 9-36 0 0,-25-18 19 0 0,0 0 0 0 0,0 0-1 0 0,1 0 1 0 0,-1-1 0 0 0,10 5-1 0 0,5 0-70 0 0,0 0-1 0 0,0-1 0 0 0,0-2 0 0 0,1 0 0 0 0,-1-1 0 0 0,1-1 1 0 0,22 1-1 0 0,98-4-13 0 0,-38-3-175 0 0,54-3-85 0 0,20-16-59 0 0,-93 11 84 0 0,28-6-176 0 0,137-16-267 0 0,-11 3 236 0 0,129-28 104 0 0,-333 56 152 0 0,20-4-4 0 0,-50 4 7 0 0,7 1 3 0 0,20 11 1 0 0,-35-6 0 0 0,0-2 1 0 0,0 1 0 0 0,0 0 0 0 0,-1-1-1 0 0,1 0 1 0 0,-5 2 0 0 0,-18 5 8 0 0,0-1-1 0 0,-1-1 1 0 0,1-1 0 0 0,-1-2 0 0 0,0-1 0 0 0,-1-1 0 0 0,-50-3-1 0 0,33 0 15 0 0,0 1 0 0 0,-55 7-1 0 0,-23 1 17 0 0,-33 1 6 0 0,-17 0 13 0 0,46 0-18 0 0,-2 0-8 0 0,-360 4 104 0 0,13 7-60 0 0,361-19-49 0 0,-23 0 11 0 0,82 2-5 0 0,-105-10 1 0 0,-29 0 24 0 0,57 5 2 0 0,114 2-57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71622" y="297005"/>
            <a:ext cx="5786627" cy="69224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5750" y="285750"/>
            <a:ext cx="2143505" cy="65227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5750" y="6400800"/>
            <a:ext cx="2095499" cy="1714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73157" y="266477"/>
            <a:ext cx="4272280" cy="635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87601" y="2809430"/>
            <a:ext cx="5368797" cy="1488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ustomXml" Target="../ink/ink6.xml"/><Relationship Id="rId7" Type="http://schemas.openxmlformats.org/officeDocument/2006/relationships/customXml" Target="../ink/ink8.xm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3" Type="http://schemas.openxmlformats.org/officeDocument/2006/relationships/image" Target="../media/image10.png"/><Relationship Id="rId7" Type="http://schemas.openxmlformats.org/officeDocument/2006/relationships/image" Target="../media/image15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5" Type="http://schemas.openxmlformats.org/officeDocument/2006/relationships/image" Target="../media/image14.png"/><Relationship Id="rId4" Type="http://schemas.openxmlformats.org/officeDocument/2006/relationships/customXml" Target="../ink/ink10.xml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.xml"/><Relationship Id="rId13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12" Type="http://schemas.openxmlformats.org/officeDocument/2006/relationships/customXml" Target="../ink/ink18.xml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.xml"/><Relationship Id="rId11" Type="http://schemas.openxmlformats.org/officeDocument/2006/relationships/image" Target="../media/image21.png"/><Relationship Id="rId5" Type="http://schemas.openxmlformats.org/officeDocument/2006/relationships/image" Target="../media/image18.png"/><Relationship Id="rId10" Type="http://schemas.openxmlformats.org/officeDocument/2006/relationships/customXml" Target="../ink/ink17.xml"/><Relationship Id="rId4" Type="http://schemas.openxmlformats.org/officeDocument/2006/relationships/customXml" Target="../ink/ink14.xml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505" y="2811756"/>
            <a:ext cx="7143749" cy="159186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5622" y="835152"/>
            <a:ext cx="3358121" cy="10225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79302" y="881888"/>
            <a:ext cx="1838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5C072C"/>
                </a:solidFill>
                <a:latin typeface="Arial MT"/>
                <a:cs typeface="Arial MT"/>
              </a:rPr>
              <a:t>Postgrado</a:t>
            </a:r>
            <a:r>
              <a:rPr sz="2400" spc="-114" dirty="0">
                <a:solidFill>
                  <a:srgbClr val="5C072C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5C072C"/>
                </a:solidFill>
                <a:latin typeface="Arial MT"/>
                <a:cs typeface="Arial MT"/>
              </a:rPr>
              <a:t>en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79302" y="1342897"/>
            <a:ext cx="38887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5C072C"/>
                </a:solidFill>
                <a:latin typeface="Arial"/>
                <a:cs typeface="Arial"/>
              </a:rPr>
              <a:t>Mobile</a:t>
            </a:r>
            <a:r>
              <a:rPr sz="3200" spc="-155" dirty="0">
                <a:solidFill>
                  <a:srgbClr val="5C072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5C072C"/>
                </a:solidFill>
                <a:latin typeface="Arial"/>
                <a:cs typeface="Arial"/>
              </a:rPr>
              <a:t>Apps</a:t>
            </a:r>
            <a:r>
              <a:rPr sz="3200" spc="-25" dirty="0">
                <a:solidFill>
                  <a:srgbClr val="5C072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5C072C"/>
                </a:solidFill>
                <a:latin typeface="Arial"/>
                <a:cs typeface="Arial"/>
              </a:rPr>
              <a:t>Design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44930" marR="5080" indent="-1332865">
              <a:lnSpc>
                <a:spcPct val="100000"/>
              </a:lnSpc>
              <a:spcBef>
                <a:spcPts val="100"/>
              </a:spcBef>
            </a:pPr>
            <a:r>
              <a:rPr dirty="0"/>
              <a:t>ADAPTERVIEWS</a:t>
            </a:r>
            <a:r>
              <a:rPr spc="-100" dirty="0"/>
              <a:t> </a:t>
            </a:r>
            <a:r>
              <a:rPr spc="-25" dirty="0"/>
              <a:t>AND </a:t>
            </a:r>
            <a:r>
              <a:rPr spc="-10" dirty="0"/>
              <a:t>ADAPTERS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856833" y="5094414"/>
            <a:ext cx="343027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latin typeface="Arial MT"/>
                <a:cs typeface="Arial MT"/>
              </a:rPr>
              <a:t>Juan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Luis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Gorricho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SELECTIVE</a:t>
            </a:r>
            <a:r>
              <a:rPr spc="-50" dirty="0"/>
              <a:t> </a:t>
            </a:r>
            <a:r>
              <a:rPr spc="-10" dirty="0"/>
              <a:t>WIDGETS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81069"/>
            <a:ext cx="8260715" cy="383032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374015" indent="-363220">
              <a:lnSpc>
                <a:spcPct val="100000"/>
              </a:lnSpc>
              <a:spcBef>
                <a:spcPts val="875"/>
              </a:spcBef>
              <a:buClr>
                <a:srgbClr val="2C7BAC"/>
              </a:buClr>
              <a:buSzPct val="96875"/>
              <a:buFont typeface="Wingdings"/>
              <a:buChar char=""/>
              <a:tabLst>
                <a:tab pos="374015" algn="l"/>
              </a:tabLst>
            </a:pPr>
            <a:r>
              <a:rPr sz="3200" dirty="0">
                <a:latin typeface="Arial MT"/>
                <a:cs typeface="Arial MT"/>
              </a:rPr>
              <a:t>Dynamic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lists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views:</a:t>
            </a:r>
            <a:endParaRPr sz="32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680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</a:tabLst>
            </a:pPr>
            <a:r>
              <a:rPr sz="2800" dirty="0">
                <a:latin typeface="Arial MT"/>
                <a:cs typeface="Arial MT"/>
              </a:rPr>
              <a:t>Static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view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list: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ListView,</a:t>
            </a:r>
            <a:endParaRPr sz="28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670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</a:tabLst>
            </a:pPr>
            <a:r>
              <a:rPr sz="2800" dirty="0">
                <a:latin typeface="Arial MT"/>
                <a:cs typeface="Arial MT"/>
              </a:rPr>
              <a:t>Unfolding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list: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Spinner,</a:t>
            </a:r>
            <a:endParaRPr sz="28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675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</a:tabLst>
            </a:pPr>
            <a:r>
              <a:rPr sz="2800" dirty="0">
                <a:latin typeface="Arial MT"/>
                <a:cs typeface="Arial MT"/>
              </a:rPr>
              <a:t>Expandable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list: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ExpandableListView,</a:t>
            </a:r>
            <a:endParaRPr sz="28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670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</a:tabLst>
            </a:pPr>
            <a:r>
              <a:rPr sz="2800" dirty="0">
                <a:latin typeface="Arial MT"/>
                <a:cs typeface="Arial MT"/>
              </a:rPr>
              <a:t>Grid: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GridView.</a:t>
            </a:r>
            <a:endParaRPr sz="2800">
              <a:latin typeface="Arial MT"/>
              <a:cs typeface="Arial MT"/>
            </a:endParaRPr>
          </a:p>
          <a:p>
            <a:pPr marL="374015" indent="-363220">
              <a:lnSpc>
                <a:spcPct val="100000"/>
              </a:lnSpc>
              <a:spcBef>
                <a:spcPts val="760"/>
              </a:spcBef>
              <a:buClr>
                <a:srgbClr val="2C7BAC"/>
              </a:buClr>
              <a:buSzPct val="96875"/>
              <a:buFont typeface="Wingdings"/>
              <a:buChar char=""/>
              <a:tabLst>
                <a:tab pos="374015" algn="l"/>
              </a:tabLst>
            </a:pPr>
            <a:r>
              <a:rPr sz="3200" dirty="0">
                <a:latin typeface="Arial MT"/>
                <a:cs typeface="Arial MT"/>
              </a:rPr>
              <a:t>All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them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are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subclasses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b="1" spc="-10" dirty="0">
                <a:latin typeface="Arial"/>
                <a:cs typeface="Arial"/>
              </a:rPr>
              <a:t>AdapterView</a:t>
            </a:r>
            <a:r>
              <a:rPr sz="3200" spc="-10" dirty="0">
                <a:latin typeface="Arial MT"/>
                <a:cs typeface="Arial MT"/>
              </a:rPr>
              <a:t>,</a:t>
            </a:r>
            <a:endParaRPr sz="3200">
              <a:latin typeface="Arial MT"/>
              <a:cs typeface="Arial MT"/>
            </a:endParaRPr>
          </a:p>
          <a:p>
            <a:pPr marL="374015" indent="-363220">
              <a:lnSpc>
                <a:spcPct val="100000"/>
              </a:lnSpc>
              <a:spcBef>
                <a:spcPts val="765"/>
              </a:spcBef>
              <a:buClr>
                <a:srgbClr val="2C7BAC"/>
              </a:buClr>
              <a:buSzPct val="96875"/>
              <a:buFont typeface="Wingdings"/>
              <a:buChar char=""/>
              <a:tabLst>
                <a:tab pos="374015" algn="l"/>
              </a:tabLst>
            </a:pPr>
            <a:r>
              <a:rPr sz="3200" dirty="0">
                <a:latin typeface="Arial MT"/>
                <a:cs typeface="Arial MT"/>
              </a:rPr>
              <a:t>AdapterView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subclass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b="1" spc="-10" dirty="0">
                <a:latin typeface="Arial"/>
                <a:cs typeface="Arial"/>
              </a:rPr>
              <a:t>ViewGroup</a:t>
            </a:r>
            <a:endParaRPr sz="320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ED284358-8CEB-0DC2-236A-CD6506606479}"/>
                  </a:ext>
                </a:extLst>
              </p14:cNvPr>
              <p14:cNvContentPartPr/>
              <p14:nvPr/>
            </p14:nvContentPartPr>
            <p14:xfrm>
              <a:off x="714537" y="1710510"/>
              <a:ext cx="144000" cy="262908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ED284358-8CEB-0DC2-236A-CD650660647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0537" y="1602870"/>
                <a:ext cx="251640" cy="28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D5D0EF12-2D17-BCD3-8916-A0B88CF830E6}"/>
                  </a:ext>
                </a:extLst>
              </p14:cNvPr>
              <p14:cNvContentPartPr/>
              <p14:nvPr/>
            </p14:nvContentPartPr>
            <p14:xfrm>
              <a:off x="699777" y="4148790"/>
              <a:ext cx="181800" cy="107604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D5D0EF12-2D17-BCD3-8916-A0B88CF830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6137" y="4041150"/>
                <a:ext cx="289440" cy="1291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642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ADAPTERVIEW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40065"/>
            <a:ext cx="7836534" cy="406336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marR="81915" indent="-342900">
              <a:lnSpc>
                <a:spcPts val="2920"/>
              </a:lnSpc>
              <a:spcBef>
                <a:spcPts val="459"/>
              </a:spcBef>
              <a:buClr>
                <a:srgbClr val="2C7BAC"/>
              </a:buClr>
              <a:buFont typeface="Wingdings"/>
              <a:buChar char=""/>
              <a:tabLst>
                <a:tab pos="355600" algn="l"/>
              </a:tabLst>
            </a:pPr>
            <a:r>
              <a:rPr sz="2700" dirty="0">
                <a:latin typeface="Arial MT"/>
                <a:cs typeface="Arial MT"/>
              </a:rPr>
              <a:t>The</a:t>
            </a:r>
            <a:r>
              <a:rPr sz="2700" spc="-2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views</a:t>
            </a:r>
            <a:r>
              <a:rPr sz="2700" spc="-2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(from</a:t>
            </a:r>
            <a:r>
              <a:rPr sz="2700" spc="-2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a</a:t>
            </a:r>
            <a:r>
              <a:rPr sz="2700" spc="-2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list)</a:t>
            </a:r>
            <a:r>
              <a:rPr sz="2700" spc="-1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to</a:t>
            </a:r>
            <a:r>
              <a:rPr sz="2700" spc="-2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be</a:t>
            </a:r>
            <a:r>
              <a:rPr sz="2700" spc="-2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displayed</a:t>
            </a:r>
            <a:r>
              <a:rPr sz="2700" spc="-2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by</a:t>
            </a:r>
            <a:r>
              <a:rPr sz="2700" spc="-15" dirty="0">
                <a:latin typeface="Arial MT"/>
                <a:cs typeface="Arial MT"/>
              </a:rPr>
              <a:t> </a:t>
            </a:r>
            <a:r>
              <a:rPr sz="2700" spc="-25" dirty="0">
                <a:latin typeface="Arial MT"/>
                <a:cs typeface="Arial MT"/>
              </a:rPr>
              <a:t>an </a:t>
            </a:r>
            <a:r>
              <a:rPr sz="2700" b="1" dirty="0">
                <a:latin typeface="Arial"/>
                <a:cs typeface="Arial"/>
              </a:rPr>
              <a:t>AdapterView</a:t>
            </a:r>
            <a:r>
              <a:rPr sz="2700" b="1" spc="-35" dirty="0">
                <a:latin typeface="Arial"/>
                <a:cs typeface="Arial"/>
              </a:rPr>
              <a:t> </a:t>
            </a:r>
            <a:r>
              <a:rPr sz="2700" dirty="0">
                <a:latin typeface="Arial MT"/>
                <a:cs typeface="Arial MT"/>
              </a:rPr>
              <a:t>are</a:t>
            </a:r>
            <a:r>
              <a:rPr sz="2700" spc="-2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obtained</a:t>
            </a:r>
            <a:r>
              <a:rPr sz="2700" spc="-2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from</a:t>
            </a:r>
            <a:r>
              <a:rPr sz="2700" spc="-2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an</a:t>
            </a:r>
            <a:r>
              <a:rPr sz="2700" spc="-25" dirty="0">
                <a:latin typeface="Arial MT"/>
                <a:cs typeface="Arial MT"/>
              </a:rPr>
              <a:t> </a:t>
            </a:r>
            <a:r>
              <a:rPr sz="2700" b="1" dirty="0">
                <a:latin typeface="Arial"/>
                <a:cs typeface="Arial"/>
              </a:rPr>
              <a:t>Adapter</a:t>
            </a:r>
            <a:r>
              <a:rPr sz="2700" dirty="0">
                <a:latin typeface="Arial MT"/>
                <a:cs typeface="Arial MT"/>
              </a:rPr>
              <a:t>,</a:t>
            </a:r>
            <a:r>
              <a:rPr sz="2700" spc="-25" dirty="0">
                <a:latin typeface="Arial MT"/>
                <a:cs typeface="Arial MT"/>
              </a:rPr>
              <a:t> the </a:t>
            </a:r>
            <a:r>
              <a:rPr sz="2700" dirty="0">
                <a:latin typeface="Arial MT"/>
                <a:cs typeface="Arial MT"/>
              </a:rPr>
              <a:t>interface</a:t>
            </a:r>
            <a:r>
              <a:rPr sz="2700" spc="-3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to</a:t>
            </a:r>
            <a:r>
              <a:rPr sz="2700" spc="-2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a</a:t>
            </a:r>
            <a:r>
              <a:rPr sz="2700" spc="-2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given</a:t>
            </a:r>
            <a:r>
              <a:rPr sz="2700" spc="-2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data</a:t>
            </a:r>
            <a:r>
              <a:rPr sz="2700" spc="-2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structure,</a:t>
            </a:r>
            <a:r>
              <a:rPr sz="2700" spc="-2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in</a:t>
            </a:r>
            <a:r>
              <a:rPr sz="2700" spc="-2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contrast</a:t>
            </a:r>
            <a:r>
              <a:rPr sz="2700" spc="-20" dirty="0">
                <a:latin typeface="Arial MT"/>
                <a:cs typeface="Arial MT"/>
              </a:rPr>
              <a:t> </a:t>
            </a:r>
            <a:r>
              <a:rPr sz="2700" spc="-25" dirty="0">
                <a:latin typeface="Arial MT"/>
                <a:cs typeface="Arial MT"/>
              </a:rPr>
              <a:t>to </a:t>
            </a:r>
            <a:r>
              <a:rPr sz="2700" dirty="0">
                <a:latin typeface="Arial MT"/>
                <a:cs typeface="Arial MT"/>
              </a:rPr>
              <a:t>handling</a:t>
            </a:r>
            <a:r>
              <a:rPr sz="2700" spc="-1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static</a:t>
            </a:r>
            <a:r>
              <a:rPr sz="2700" spc="-1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lists</a:t>
            </a:r>
            <a:r>
              <a:rPr sz="2700" spc="-1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of</a:t>
            </a:r>
            <a:r>
              <a:rPr sz="2700" spc="-10" dirty="0">
                <a:latin typeface="Arial MT"/>
                <a:cs typeface="Arial MT"/>
              </a:rPr>
              <a:t> views.</a:t>
            </a:r>
            <a:endParaRPr sz="27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270"/>
              </a:spcBef>
              <a:buClr>
                <a:srgbClr val="2C7BAC"/>
              </a:buClr>
              <a:buFont typeface="Wingdings"/>
              <a:buChar char=""/>
              <a:tabLst>
                <a:tab pos="354965" algn="l"/>
              </a:tabLst>
            </a:pPr>
            <a:r>
              <a:rPr sz="2700" dirty="0">
                <a:latin typeface="Arial MT"/>
                <a:cs typeface="Arial MT"/>
              </a:rPr>
              <a:t>The</a:t>
            </a:r>
            <a:r>
              <a:rPr sz="2700" spc="-1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purpose</a:t>
            </a:r>
            <a:r>
              <a:rPr sz="2700" spc="-1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of</a:t>
            </a:r>
            <a:r>
              <a:rPr sz="2700" spc="-5" dirty="0">
                <a:latin typeface="Arial MT"/>
                <a:cs typeface="Arial MT"/>
              </a:rPr>
              <a:t> </a:t>
            </a:r>
            <a:r>
              <a:rPr sz="2700" b="1" dirty="0">
                <a:latin typeface="Arial"/>
                <a:cs typeface="Arial"/>
              </a:rPr>
              <a:t>AdapterView</a:t>
            </a:r>
            <a:r>
              <a:rPr sz="2700" b="1" spc="-20" dirty="0">
                <a:latin typeface="Arial"/>
                <a:cs typeface="Arial"/>
              </a:rPr>
              <a:t> </a:t>
            </a:r>
            <a:r>
              <a:rPr sz="2700" dirty="0">
                <a:latin typeface="Arial MT"/>
                <a:cs typeface="Arial MT"/>
              </a:rPr>
              <a:t>is</a:t>
            </a:r>
            <a:r>
              <a:rPr sz="2700" spc="-5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two-fold:</a:t>
            </a:r>
            <a:endParaRPr sz="27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295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</a:tabLst>
            </a:pP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fill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corresponding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layout,</a:t>
            </a:r>
            <a:endParaRPr sz="24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285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</a:tabLst>
            </a:pP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handle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selection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list.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320"/>
              </a:spcBef>
              <a:buClr>
                <a:srgbClr val="2C7BAC"/>
              </a:buClr>
              <a:buFont typeface="Wingdings"/>
              <a:buChar char=""/>
              <a:tabLst>
                <a:tab pos="354965" algn="l"/>
              </a:tabLst>
            </a:pPr>
            <a:r>
              <a:rPr sz="2700" dirty="0">
                <a:latin typeface="Arial MT"/>
                <a:cs typeface="Arial MT"/>
              </a:rPr>
              <a:t>The</a:t>
            </a:r>
            <a:r>
              <a:rPr sz="2700" spc="-2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purpose</a:t>
            </a:r>
            <a:r>
              <a:rPr sz="2700" spc="-2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of</a:t>
            </a:r>
            <a:r>
              <a:rPr sz="2700" spc="-15" dirty="0">
                <a:latin typeface="Arial MT"/>
                <a:cs typeface="Arial MT"/>
              </a:rPr>
              <a:t> </a:t>
            </a:r>
            <a:r>
              <a:rPr sz="2700" b="1" dirty="0">
                <a:latin typeface="Arial"/>
                <a:cs typeface="Arial"/>
              </a:rPr>
              <a:t>Adapter</a:t>
            </a:r>
            <a:r>
              <a:rPr sz="2700" b="1" spc="-15" dirty="0">
                <a:latin typeface="Arial"/>
                <a:cs typeface="Arial"/>
              </a:rPr>
              <a:t> </a:t>
            </a:r>
            <a:r>
              <a:rPr sz="2700" dirty="0">
                <a:latin typeface="Arial MT"/>
                <a:cs typeface="Arial MT"/>
              </a:rPr>
              <a:t>is</a:t>
            </a:r>
            <a:r>
              <a:rPr sz="2700" spc="-10" dirty="0">
                <a:latin typeface="Arial MT"/>
                <a:cs typeface="Arial MT"/>
              </a:rPr>
              <a:t> two-fold:</a:t>
            </a:r>
            <a:endParaRPr sz="27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295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</a:tabLst>
            </a:pPr>
            <a:r>
              <a:rPr sz="2400" dirty="0">
                <a:latin typeface="Arial MT"/>
                <a:cs typeface="Arial MT"/>
              </a:rPr>
              <a:t>Provide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access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structure,</a:t>
            </a:r>
            <a:endParaRPr sz="24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285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</a:tabLst>
            </a:pPr>
            <a:r>
              <a:rPr sz="2400" dirty="0">
                <a:latin typeface="Arial MT"/>
                <a:cs typeface="Arial MT"/>
              </a:rPr>
              <a:t>Provide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individual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view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element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list.</a:t>
            </a:r>
            <a:endParaRPr sz="2400">
              <a:latin typeface="Arial MT"/>
              <a:cs typeface="Arial M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562BC280-BB36-4BA9-8F53-5BFB3E934DD2}"/>
                  </a:ext>
                </a:extLst>
              </p14:cNvPr>
              <p14:cNvContentPartPr/>
              <p14:nvPr/>
            </p14:nvContentPartPr>
            <p14:xfrm>
              <a:off x="456417" y="1570830"/>
              <a:ext cx="74880" cy="398412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562BC280-BB36-4BA9-8F53-5BFB3E934DD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2417" y="1463190"/>
                <a:ext cx="182520" cy="4199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855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ADAPTER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86419"/>
            <a:ext cx="7986395" cy="414337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35"/>
              </a:spcBef>
              <a:buClr>
                <a:srgbClr val="2C7BAC"/>
              </a:buClr>
              <a:buSzPct val="96666"/>
              <a:buFont typeface="Wingdings"/>
              <a:buChar char=""/>
              <a:tabLst>
                <a:tab pos="354965" algn="l"/>
              </a:tabLst>
            </a:pPr>
            <a:r>
              <a:rPr sz="3000" dirty="0">
                <a:latin typeface="Arial MT"/>
                <a:cs typeface="Arial MT"/>
              </a:rPr>
              <a:t>Implementations</a:t>
            </a:r>
            <a:r>
              <a:rPr sz="3000" spc="-7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of</a:t>
            </a:r>
            <a:r>
              <a:rPr sz="3000" spc="-50" dirty="0">
                <a:latin typeface="Arial MT"/>
                <a:cs typeface="Arial MT"/>
              </a:rPr>
              <a:t> </a:t>
            </a:r>
            <a:r>
              <a:rPr sz="3000" b="1" dirty="0">
                <a:latin typeface="Arial"/>
                <a:cs typeface="Arial"/>
              </a:rPr>
              <a:t>Adapter</a:t>
            </a:r>
            <a:r>
              <a:rPr sz="3000" b="1" spc="-60" dirty="0">
                <a:latin typeface="Arial"/>
                <a:cs typeface="Arial"/>
              </a:rPr>
              <a:t> </a:t>
            </a:r>
            <a:r>
              <a:rPr sz="3000" spc="-10" dirty="0">
                <a:latin typeface="Arial MT"/>
                <a:cs typeface="Arial MT"/>
              </a:rPr>
              <a:t>(interface):</a:t>
            </a:r>
            <a:endParaRPr sz="30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630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</a:tabLst>
            </a:pPr>
            <a:r>
              <a:rPr sz="2600" b="1" dirty="0">
                <a:latin typeface="Arial"/>
                <a:cs typeface="Arial"/>
              </a:rPr>
              <a:t>BaseAdapter</a:t>
            </a:r>
            <a:r>
              <a:rPr sz="2600" b="1" spc="-95" dirty="0">
                <a:latin typeface="Arial"/>
                <a:cs typeface="Arial"/>
              </a:rPr>
              <a:t> </a:t>
            </a:r>
            <a:r>
              <a:rPr sz="2600" dirty="0">
                <a:latin typeface="Arial MT"/>
                <a:cs typeface="Arial MT"/>
              </a:rPr>
              <a:t>(abstract</a:t>
            </a:r>
            <a:r>
              <a:rPr sz="2600" spc="-11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class)</a:t>
            </a:r>
            <a:endParaRPr sz="26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625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</a:tabLst>
            </a:pPr>
            <a:r>
              <a:rPr sz="2600" b="1" dirty="0">
                <a:latin typeface="Arial"/>
                <a:cs typeface="Arial"/>
              </a:rPr>
              <a:t>ArrayAdapter&lt;T</a:t>
            </a:r>
            <a:r>
              <a:rPr sz="2600" dirty="0">
                <a:latin typeface="Arial MT"/>
                <a:cs typeface="Arial MT"/>
              </a:rPr>
              <a:t>&gt;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(array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arbitrary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objects)</a:t>
            </a:r>
            <a:endParaRPr sz="2600">
              <a:latin typeface="Arial MT"/>
              <a:cs typeface="Arial MT"/>
            </a:endParaRPr>
          </a:p>
          <a:p>
            <a:pPr marL="755015" marR="791210" lvl="1" indent="-285750">
              <a:lnSpc>
                <a:spcPct val="100000"/>
              </a:lnSpc>
              <a:spcBef>
                <a:spcPts val="625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</a:tabLst>
            </a:pPr>
            <a:r>
              <a:rPr sz="2600" b="1" dirty="0">
                <a:latin typeface="Arial"/>
                <a:cs typeface="Arial"/>
              </a:rPr>
              <a:t>SimpleAdapter</a:t>
            </a:r>
            <a:r>
              <a:rPr sz="2600" b="1" spc="-35" dirty="0">
                <a:latin typeface="Arial"/>
                <a:cs typeface="Arial"/>
              </a:rPr>
              <a:t> </a:t>
            </a:r>
            <a:r>
              <a:rPr sz="2600" dirty="0">
                <a:latin typeface="Arial MT"/>
                <a:cs typeface="Arial MT"/>
              </a:rPr>
              <a:t>(to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map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static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data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to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views </a:t>
            </a:r>
            <a:r>
              <a:rPr sz="2600" dirty="0">
                <a:latin typeface="Arial MT"/>
                <a:cs typeface="Arial MT"/>
              </a:rPr>
              <a:t>defined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XML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file)</a:t>
            </a:r>
            <a:endParaRPr sz="2600">
              <a:latin typeface="Arial MT"/>
              <a:cs typeface="Arial MT"/>
            </a:endParaRPr>
          </a:p>
          <a:p>
            <a:pPr marL="755015" marR="517525" lvl="1" indent="-285750">
              <a:lnSpc>
                <a:spcPct val="100000"/>
              </a:lnSpc>
              <a:spcBef>
                <a:spcPts val="625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</a:tabLst>
            </a:pPr>
            <a:r>
              <a:rPr sz="2600" b="1" spc="-10" dirty="0">
                <a:latin typeface="Arial"/>
                <a:cs typeface="Arial"/>
              </a:rPr>
              <a:t>SimpleCursorAdapter</a:t>
            </a:r>
            <a:r>
              <a:rPr sz="2600" b="1" spc="-35" dirty="0">
                <a:latin typeface="Arial"/>
                <a:cs typeface="Arial"/>
              </a:rPr>
              <a:t> </a:t>
            </a:r>
            <a:r>
              <a:rPr sz="2600" dirty="0">
                <a:latin typeface="Arial MT"/>
                <a:cs typeface="Arial MT"/>
              </a:rPr>
              <a:t>(adapter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that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exposes </a:t>
            </a:r>
            <a:r>
              <a:rPr sz="2600" dirty="0">
                <a:latin typeface="Arial MT"/>
                <a:cs typeface="Arial MT"/>
              </a:rPr>
              <a:t>data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from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Cursor)</a:t>
            </a:r>
            <a:endParaRPr sz="2600">
              <a:latin typeface="Arial MT"/>
              <a:cs typeface="Arial MT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625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</a:tabLst>
            </a:pPr>
            <a:r>
              <a:rPr sz="2600" b="1" spc="-10" dirty="0">
                <a:latin typeface="Arial"/>
                <a:cs typeface="Arial"/>
              </a:rPr>
              <a:t>SimpleExpandableListAdapter</a:t>
            </a:r>
            <a:r>
              <a:rPr sz="2600" b="1" spc="-20" dirty="0">
                <a:latin typeface="Arial"/>
                <a:cs typeface="Arial"/>
              </a:rPr>
              <a:t> </a:t>
            </a:r>
            <a:r>
              <a:rPr sz="2600" dirty="0">
                <a:latin typeface="Arial MT"/>
                <a:cs typeface="Arial MT"/>
              </a:rPr>
              <a:t>(map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static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data </a:t>
            </a:r>
            <a:r>
              <a:rPr sz="2600" dirty="0">
                <a:latin typeface="Arial MT"/>
                <a:cs typeface="Arial MT"/>
              </a:rPr>
              <a:t>to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group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and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child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views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defined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XML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file)</a:t>
            </a:r>
            <a:endParaRPr sz="2600">
              <a:latin typeface="Arial MT"/>
              <a:cs typeface="Arial M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3F9731A4-3EE4-549C-B9DF-81F4C4758438}"/>
                  </a:ext>
                </a:extLst>
              </p14:cNvPr>
              <p14:cNvContentPartPr/>
              <p14:nvPr/>
            </p14:nvContentPartPr>
            <p14:xfrm>
              <a:off x="849177" y="1862070"/>
              <a:ext cx="139320" cy="327816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3F9731A4-3EE4-549C-B9DF-81F4C475843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5537" y="1754070"/>
                <a:ext cx="246960" cy="3493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81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BASEADAPTER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79690"/>
            <a:ext cx="7358380" cy="3964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4805" algn="just">
              <a:lnSpc>
                <a:spcPct val="100000"/>
              </a:lnSpc>
              <a:spcBef>
                <a:spcPts val="95"/>
              </a:spcBef>
              <a:buClr>
                <a:srgbClr val="2C7BAC"/>
              </a:buClr>
              <a:buSzPct val="96875"/>
              <a:buFont typeface="Wingdings"/>
              <a:buChar char=""/>
              <a:tabLst>
                <a:tab pos="354965" algn="l"/>
                <a:tab pos="373380" algn="l"/>
              </a:tabLst>
            </a:pPr>
            <a:r>
              <a:rPr sz="3200" dirty="0">
                <a:latin typeface="Arial MT"/>
                <a:cs typeface="Arial MT"/>
              </a:rPr>
              <a:t>	To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create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customized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adapters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will </a:t>
            </a:r>
            <a:r>
              <a:rPr sz="3200" dirty="0">
                <a:latin typeface="Arial MT"/>
                <a:cs typeface="Arial MT"/>
              </a:rPr>
              <a:t>extend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our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Adapter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from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b="1" spc="-10" dirty="0">
                <a:latin typeface="Arial"/>
                <a:cs typeface="Arial"/>
              </a:rPr>
              <a:t>BaseAdapter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overwrite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methods:</a:t>
            </a:r>
            <a:endParaRPr sz="32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685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</a:tabLst>
            </a:pPr>
            <a:r>
              <a:rPr sz="2800" dirty="0">
                <a:latin typeface="Arial MT"/>
                <a:cs typeface="Arial MT"/>
              </a:rPr>
              <a:t>public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int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getCount();</a:t>
            </a:r>
            <a:endParaRPr sz="2800">
              <a:latin typeface="Arial MT"/>
              <a:cs typeface="Arial MT"/>
            </a:endParaRPr>
          </a:p>
          <a:p>
            <a:pPr marL="755650" marR="633095" lvl="1" indent="-285750">
              <a:lnSpc>
                <a:spcPct val="100000"/>
              </a:lnSpc>
              <a:spcBef>
                <a:spcPts val="670"/>
              </a:spcBef>
              <a:buClr>
                <a:srgbClr val="2C7BAC"/>
              </a:buClr>
              <a:buFont typeface="Wingdings"/>
              <a:buChar char=""/>
              <a:tabLst>
                <a:tab pos="755650" algn="l"/>
              </a:tabLst>
            </a:pPr>
            <a:r>
              <a:rPr sz="2800" dirty="0">
                <a:latin typeface="Arial MT"/>
                <a:cs typeface="Arial MT"/>
              </a:rPr>
              <a:t>public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View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getView(int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position,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View </a:t>
            </a:r>
            <a:r>
              <a:rPr sz="2800" dirty="0">
                <a:latin typeface="Arial MT"/>
                <a:cs typeface="Arial MT"/>
              </a:rPr>
              <a:t>convertView,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ViewGroup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parent);</a:t>
            </a:r>
            <a:endParaRPr sz="28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670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</a:tabLst>
            </a:pPr>
            <a:r>
              <a:rPr sz="2800" dirty="0">
                <a:latin typeface="Arial MT"/>
                <a:cs typeface="Arial MT"/>
              </a:rPr>
              <a:t>public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Object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getItem(int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arg0);</a:t>
            </a:r>
            <a:endParaRPr sz="28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675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</a:tabLst>
            </a:pPr>
            <a:r>
              <a:rPr sz="2800" dirty="0">
                <a:latin typeface="Arial MT"/>
                <a:cs typeface="Arial MT"/>
              </a:rPr>
              <a:t>public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long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getItemId(int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arg0);</a:t>
            </a:r>
            <a:endParaRPr sz="2800">
              <a:latin typeface="Arial MT"/>
              <a:cs typeface="Arial M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6CD54E6B-03A5-70E8-B3EB-5135D87F41B5}"/>
                  </a:ext>
                </a:extLst>
              </p14:cNvPr>
              <p14:cNvContentPartPr/>
              <p14:nvPr/>
            </p14:nvContentPartPr>
            <p14:xfrm>
              <a:off x="856017" y="1652190"/>
              <a:ext cx="56160" cy="423036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6CD54E6B-03A5-70E8-B3EB-5135D87F41B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2017" y="1544550"/>
                <a:ext cx="163800" cy="444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81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BASEADAPTER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7052" y="1328038"/>
            <a:ext cx="8110855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Clr>
                <a:srgbClr val="2C7BAC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b="1" dirty="0">
                <a:latin typeface="Arial"/>
                <a:cs typeface="Arial"/>
              </a:rPr>
              <a:t>convertViews</a:t>
            </a:r>
            <a:r>
              <a:rPr sz="2800" b="1" spc="-10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are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constantly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recycled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in </a:t>
            </a:r>
            <a:r>
              <a:rPr sz="2800" dirty="0">
                <a:latin typeface="Arial MT"/>
                <a:cs typeface="Arial MT"/>
              </a:rPr>
              <a:t>order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only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many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views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visible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the </a:t>
            </a:r>
            <a:r>
              <a:rPr sz="2800" spc="-10" dirty="0">
                <a:latin typeface="Arial MT"/>
                <a:cs typeface="Arial MT"/>
              </a:rPr>
              <a:t>screen.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2174" y="2924555"/>
            <a:ext cx="6510527" cy="286207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FD1D1AC0-98CD-B588-DE96-8585E10225B8}"/>
                  </a:ext>
                </a:extLst>
              </p14:cNvPr>
              <p14:cNvContentPartPr/>
              <p14:nvPr/>
            </p14:nvContentPartPr>
            <p14:xfrm>
              <a:off x="915417" y="1487670"/>
              <a:ext cx="7195320" cy="11088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FD1D1AC0-98CD-B588-DE96-8585E10225B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1417" y="1380030"/>
                <a:ext cx="730296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7FD091A3-D5F0-7CAB-4503-E2BD776E0770}"/>
                  </a:ext>
                </a:extLst>
              </p14:cNvPr>
              <p14:cNvContentPartPr/>
              <p14:nvPr/>
            </p14:nvContentPartPr>
            <p14:xfrm>
              <a:off x="1062657" y="1824990"/>
              <a:ext cx="7441560" cy="25848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7FD091A3-D5F0-7CAB-4503-E2BD776E077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08657" y="1717350"/>
                <a:ext cx="7549200" cy="47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DE26CDB0-39CD-6144-F7A0-8FA0DED09503}"/>
                  </a:ext>
                </a:extLst>
              </p14:cNvPr>
              <p14:cNvContentPartPr/>
              <p14:nvPr/>
            </p14:nvContentPartPr>
            <p14:xfrm>
              <a:off x="908217" y="2415390"/>
              <a:ext cx="1387080" cy="10368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DE26CDB0-39CD-6144-F7A0-8FA0DED0950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54577" y="2307750"/>
                <a:ext cx="1494720" cy="319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760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EXERCISE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81851"/>
            <a:ext cx="7964805" cy="217170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74015" indent="-363220">
              <a:lnSpc>
                <a:spcPct val="100000"/>
              </a:lnSpc>
              <a:spcBef>
                <a:spcPts val="865"/>
              </a:spcBef>
              <a:buClr>
                <a:srgbClr val="2C7BAC"/>
              </a:buClr>
              <a:buSzPct val="96875"/>
              <a:buFont typeface="Wingdings"/>
              <a:buChar char=""/>
              <a:tabLst>
                <a:tab pos="374015" algn="l"/>
              </a:tabLst>
            </a:pPr>
            <a:r>
              <a:rPr sz="3200" dirty="0">
                <a:latin typeface="Arial MT"/>
                <a:cs typeface="Arial MT"/>
              </a:rPr>
              <a:t>Complete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code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b="1" spc="-10" dirty="0">
                <a:latin typeface="Arial"/>
                <a:cs typeface="Arial"/>
              </a:rPr>
              <a:t>MyAdapter_users</a:t>
            </a:r>
            <a:endParaRPr sz="3200">
              <a:latin typeface="Arial"/>
              <a:cs typeface="Arial"/>
            </a:endParaRPr>
          </a:p>
          <a:p>
            <a:pPr marL="354965" marR="5080" indent="-344805">
              <a:lnSpc>
                <a:spcPct val="100000"/>
              </a:lnSpc>
              <a:spcBef>
                <a:spcPts val="770"/>
              </a:spcBef>
              <a:buClr>
                <a:srgbClr val="2C7BAC"/>
              </a:buClr>
              <a:buSzPct val="96875"/>
              <a:buFont typeface="Wingdings"/>
              <a:buChar char=""/>
              <a:tabLst>
                <a:tab pos="354965" algn="l"/>
                <a:tab pos="373380" algn="l"/>
              </a:tabLst>
            </a:pPr>
            <a:r>
              <a:rPr sz="3200" dirty="0">
                <a:latin typeface="Arial MT"/>
                <a:cs typeface="Arial MT"/>
              </a:rPr>
              <a:t>	Complete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code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of </a:t>
            </a:r>
            <a:r>
              <a:rPr sz="3200" b="1" dirty="0">
                <a:latin typeface="Arial"/>
                <a:cs typeface="Arial"/>
              </a:rPr>
              <a:t>d_UsersListActivity</a:t>
            </a:r>
            <a:r>
              <a:rPr sz="3200" b="1" spc="-45" dirty="0">
                <a:latin typeface="Arial"/>
                <a:cs typeface="Arial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check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proper </a:t>
            </a:r>
            <a:r>
              <a:rPr sz="3200" dirty="0">
                <a:latin typeface="Arial MT"/>
                <a:cs typeface="Arial MT"/>
              </a:rPr>
              <a:t>programming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MyAdapter_users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as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well.</a:t>
            </a:r>
            <a:endParaRPr sz="32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04ADF9CD-9334-9A09-16D9-F4DB86A70B28}"/>
                  </a:ext>
                </a:extLst>
              </p14:cNvPr>
              <p14:cNvContentPartPr/>
              <p14:nvPr/>
            </p14:nvContentPartPr>
            <p14:xfrm>
              <a:off x="912177" y="1740750"/>
              <a:ext cx="7247880" cy="27324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04ADF9CD-9334-9A09-16D9-F4DB86A70B2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0537" y="1596750"/>
                <a:ext cx="7391520" cy="56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54D2D84C-C236-5937-BF61-18E821D37BB0}"/>
                  </a:ext>
                </a:extLst>
              </p14:cNvPr>
              <p14:cNvContentPartPr/>
              <p14:nvPr/>
            </p14:nvContentPartPr>
            <p14:xfrm>
              <a:off x="901017" y="2450670"/>
              <a:ext cx="4091400" cy="15696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54D2D84C-C236-5937-BF61-18E821D37BB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9017" y="2307030"/>
                <a:ext cx="4235040" cy="44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6B80FC34-2AEC-1E97-6379-5D8DEA5C1597}"/>
                  </a:ext>
                </a:extLst>
              </p14:cNvPr>
              <p14:cNvContentPartPr/>
              <p14:nvPr/>
            </p14:nvContentPartPr>
            <p14:xfrm>
              <a:off x="1110537" y="2798430"/>
              <a:ext cx="7180200" cy="17748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6B80FC34-2AEC-1E97-6379-5D8DEA5C159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38537" y="2654790"/>
                <a:ext cx="7323840" cy="46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EC687E9F-A4FE-51E1-E1A8-E83ED64F2C5F}"/>
                  </a:ext>
                </a:extLst>
              </p14:cNvPr>
              <p14:cNvContentPartPr/>
              <p14:nvPr/>
            </p14:nvContentPartPr>
            <p14:xfrm>
              <a:off x="1284417" y="3297030"/>
              <a:ext cx="7415640" cy="20304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EC687E9F-A4FE-51E1-E1A8-E83ED64F2C5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12417" y="3153390"/>
                <a:ext cx="7559280" cy="490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760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EXERCISE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79690"/>
            <a:ext cx="7898130" cy="3049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4015" indent="-363220">
              <a:lnSpc>
                <a:spcPct val="100000"/>
              </a:lnSpc>
              <a:spcBef>
                <a:spcPts val="95"/>
              </a:spcBef>
              <a:buClr>
                <a:srgbClr val="2C7BAC"/>
              </a:buClr>
              <a:buSzPct val="96875"/>
              <a:buFont typeface="Wingdings"/>
              <a:buChar char=""/>
              <a:tabLst>
                <a:tab pos="374015" algn="l"/>
              </a:tabLst>
            </a:pPr>
            <a:r>
              <a:rPr sz="3200" dirty="0">
                <a:latin typeface="Arial MT"/>
                <a:cs typeface="Arial MT"/>
              </a:rPr>
              <a:t>Complete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code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of</a:t>
            </a:r>
            <a:endParaRPr sz="3200">
              <a:latin typeface="Arial MT"/>
              <a:cs typeface="Arial MT"/>
            </a:endParaRPr>
          </a:p>
          <a:p>
            <a:pPr marL="354965">
              <a:lnSpc>
                <a:spcPct val="100000"/>
              </a:lnSpc>
            </a:pPr>
            <a:r>
              <a:rPr sz="3200" b="1" dirty="0">
                <a:latin typeface="Arial"/>
                <a:cs typeface="Arial"/>
              </a:rPr>
              <a:t>MyAdapter_messages</a:t>
            </a:r>
            <a:r>
              <a:rPr sz="3200" b="1" spc="-155" dirty="0">
                <a:latin typeface="Arial"/>
                <a:cs typeface="Arial"/>
              </a:rPr>
              <a:t> </a:t>
            </a:r>
            <a:r>
              <a:rPr sz="3200" spc="-10" dirty="0">
                <a:latin typeface="Arial MT"/>
                <a:cs typeface="Arial MT"/>
              </a:rPr>
              <a:t>accordingly.</a:t>
            </a:r>
            <a:endParaRPr sz="3200">
              <a:latin typeface="Arial MT"/>
              <a:cs typeface="Arial MT"/>
            </a:endParaRPr>
          </a:p>
          <a:p>
            <a:pPr marL="354965" marR="5080" indent="-344805">
              <a:lnSpc>
                <a:spcPct val="100000"/>
              </a:lnSpc>
              <a:spcBef>
                <a:spcPts val="770"/>
              </a:spcBef>
              <a:buClr>
                <a:srgbClr val="2C7BAC"/>
              </a:buClr>
              <a:buSzPct val="96875"/>
              <a:buFont typeface="Wingdings"/>
              <a:buChar char=""/>
              <a:tabLst>
                <a:tab pos="354965" algn="l"/>
                <a:tab pos="373380" algn="l"/>
              </a:tabLst>
            </a:pPr>
            <a:r>
              <a:rPr sz="3200" dirty="0">
                <a:latin typeface="Arial MT"/>
                <a:cs typeface="Arial MT"/>
              </a:rPr>
              <a:t>	Complete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code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of </a:t>
            </a:r>
            <a:r>
              <a:rPr sz="3200" b="1" dirty="0">
                <a:latin typeface="Arial"/>
                <a:cs typeface="Arial"/>
              </a:rPr>
              <a:t>e_MessagesActivity</a:t>
            </a:r>
            <a:r>
              <a:rPr sz="3200" b="1" spc="-55" dirty="0">
                <a:latin typeface="Arial"/>
                <a:cs typeface="Arial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check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proper </a:t>
            </a:r>
            <a:r>
              <a:rPr sz="3200" dirty="0">
                <a:latin typeface="Arial MT"/>
                <a:cs typeface="Arial MT"/>
              </a:rPr>
              <a:t>programming</a:t>
            </a:r>
            <a:r>
              <a:rPr sz="3200" spc="-7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MyAdapter_messages</a:t>
            </a:r>
            <a:r>
              <a:rPr sz="3200" spc="-7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as </a:t>
            </a:r>
            <a:r>
              <a:rPr sz="3200" spc="-10" dirty="0">
                <a:latin typeface="Arial MT"/>
                <a:cs typeface="Arial MT"/>
              </a:rPr>
              <a:t>well.</a:t>
            </a:r>
            <a:endParaRPr sz="32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85B3A25B-DA72-D280-243A-9C1A9A98FDB0}"/>
                  </a:ext>
                </a:extLst>
              </p14:cNvPr>
              <p14:cNvContentPartPr/>
              <p14:nvPr/>
            </p14:nvContentPartPr>
            <p14:xfrm>
              <a:off x="1060497" y="1775670"/>
              <a:ext cx="3861360" cy="18432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85B3A25B-DA72-D280-243A-9C1A9A98FDB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88857" y="1631670"/>
                <a:ext cx="4005000" cy="47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7E733C91-6926-1DB9-2F0B-DFF385C7FD83}"/>
                  </a:ext>
                </a:extLst>
              </p14:cNvPr>
              <p14:cNvContentPartPr/>
              <p14:nvPr/>
            </p14:nvContentPartPr>
            <p14:xfrm>
              <a:off x="893097" y="2340150"/>
              <a:ext cx="6400080" cy="20700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7E733C91-6926-1DB9-2F0B-DFF385C7FD8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1097" y="2196510"/>
                <a:ext cx="6543720" cy="49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F592E64E-CCB0-AA42-2383-CB2A4F8BD706}"/>
                  </a:ext>
                </a:extLst>
              </p14:cNvPr>
              <p14:cNvContentPartPr/>
              <p14:nvPr/>
            </p14:nvContentPartPr>
            <p14:xfrm>
              <a:off x="1182177" y="2798070"/>
              <a:ext cx="3810600" cy="20520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F592E64E-CCB0-AA42-2383-CB2A4F8BD70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10177" y="2654070"/>
                <a:ext cx="3954240" cy="49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AC47BD2D-D026-6986-2FCD-C6158E36E62D}"/>
                  </a:ext>
                </a:extLst>
              </p14:cNvPr>
              <p14:cNvContentPartPr/>
              <p14:nvPr/>
            </p14:nvContentPartPr>
            <p14:xfrm>
              <a:off x="1072017" y="3356430"/>
              <a:ext cx="7168320" cy="28440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AC47BD2D-D026-6986-2FCD-C6158E36E62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00017" y="3212430"/>
                <a:ext cx="7311960" cy="57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4E1CCCA8-AE15-FA29-E00E-58FF81BDC848}"/>
                  </a:ext>
                </a:extLst>
              </p14:cNvPr>
              <p14:cNvContentPartPr/>
              <p14:nvPr/>
            </p14:nvContentPartPr>
            <p14:xfrm>
              <a:off x="911457" y="3865110"/>
              <a:ext cx="7409880" cy="13428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4E1CCCA8-AE15-FA29-E00E-58FF81BDC84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39457" y="3721470"/>
                <a:ext cx="7553520" cy="42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307D58E3-AB05-09DA-3EFD-A27EA21E5D6F}"/>
                  </a:ext>
                </a:extLst>
              </p14:cNvPr>
              <p14:cNvContentPartPr/>
              <p14:nvPr/>
            </p14:nvContentPartPr>
            <p14:xfrm>
              <a:off x="735057" y="4356150"/>
              <a:ext cx="1079640" cy="8532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307D58E3-AB05-09DA-3EFD-A27EA21E5D6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63057" y="4212150"/>
                <a:ext cx="1223280" cy="372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327</Words>
  <Application>Microsoft Office PowerPoint</Application>
  <PresentationFormat>Presentación en pantalla (4:3)</PresentationFormat>
  <Paragraphs>42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Arial MT</vt:lpstr>
      <vt:lpstr>Calibri</vt:lpstr>
      <vt:lpstr>Wingdings</vt:lpstr>
      <vt:lpstr>Office Theme</vt:lpstr>
      <vt:lpstr>Mobile Apps Design</vt:lpstr>
      <vt:lpstr>SELECTIVE WIDGETS</vt:lpstr>
      <vt:lpstr>ADAPTERVIEW</vt:lpstr>
      <vt:lpstr>ADAPTER</vt:lpstr>
      <vt:lpstr>BASEADAPTER</vt:lpstr>
      <vt:lpstr>BASEADAPTER</vt:lpstr>
      <vt:lpstr>EXERCISE</vt:lpstr>
      <vt:lpstr>EXERCISE</vt:lpstr>
    </vt:vector>
  </TitlesOfParts>
  <Company>al0n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 DE POSTGRAU DE DISSENY I CREACIÓ DE VIDEOJOCS</dc:title>
  <dc:creator>Jesús Alonso</dc:creator>
  <cp:lastModifiedBy>Sergi Salvà</cp:lastModifiedBy>
  <cp:revision>3</cp:revision>
  <dcterms:created xsi:type="dcterms:W3CDTF">2023-11-28T14:40:52Z</dcterms:created>
  <dcterms:modified xsi:type="dcterms:W3CDTF">2023-12-12T14:59:40Z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2023-11-24T00:00:00Z</vt:filetime>
  </property>
  <property fmtid="{D5CDD505-2E9C-101B-9397-08002B2CF9AE}" pid="3" name="Creator">
    <vt:lpwstr>Acrobat PDFMaker 22 for PowerPoint</vt:lpwstr>
  </property>
  <property fmtid="{D5CDD505-2E9C-101B-9397-08002B2CF9AE}" pid="4" name="LastSaved">
    <vt:filetime>2023-11-28T00:00:00Z</vt:filetime>
  </property>
  <property fmtid="{D5CDD505-2E9C-101B-9397-08002B2CF9AE}" pid="5" name="Producer">
    <vt:lpwstr>Adobe PDF Library 22.2.244</vt:lpwstr>
  </property>
</Properties>
</file>