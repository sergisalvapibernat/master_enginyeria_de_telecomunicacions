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1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36" autoAdjust="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53.6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1 471 11760 0 0,'0'0'294'0'0,"3"1"-202"0"0,-1-1-45 0 0,1 0 0 0 0,-1 1-1 0 0,0-1 1 0 0,0 0-1 0 0,1 0 1 0 0,-1 0 0 0 0,0-1-1 0 0,0 1 1 0 0,1 0-1 0 0,-1-1 1 0 0,0 1 0 0 0,0-1-1 0 0,0 0 1 0 0,0 0-1 0 0,0 0 1 0 0,0 0 0 0 0,0 0-1 0 0,0 0 1 0 0,0-1 0 0 0,0 1-1 0 0,-1 0 1 0 0,1-1-1 0 0,0 0 1 0 0,1-2 0 0 0,107-137-605 0 0,-104 129-53 0 0,4-4-179 0 0,-10 16 780 0 0,0 0 0 0 0,1 0 1 0 0,-1 0-1 0 0,1 0 0 0 0,-1 0 0 0 0,0 0 0 0 0,1 0 0 0 0,-1 0 0 0 0,1 0 1 0 0,-1 0-1 0 0,1 0 0 0 0,-1 0 0 0 0,0 0 0 0 0,1 0 0 0 0,-1 0 0 0 0,0 0 1 0 0,1 1-1 0 0,-1-1 0 0 0,1 0 0 0 0,-1 0 0 0 0,0 1 0 0 0,1-1 1 0 0,-1 0-1 0 0,0 0 0 0 0,0 1 0 0 0,1-1 0 0 0,-1 0 0 0 0,0 1 0 0 0,0-1 1 0 0,1 0-1 0 0,-1 1 0 0 0,0-1 0 0 0,0 0 0 0 0,0 1 0 0 0,0-1 0 0 0,1 1 1 0 0,-1-1-1 0 0,0 0 0 0 0,0 1 0 0 0,0-1 0 0 0,0 1 0 0 0,0-1 1 0 0,0 1-1 0 0,2 7 7 0 0,0 1 0 0 0,0-1 0 0 0,-1 1 0 0 0,0-1 0 0 0,-1 1 0 0 0,1-1 0 0 0,-3 17 0 0 0,1 19 3 0 0,-8 133 120 0 0,1-58 189 0 0,5-96-137 0 0,2-19-43 0 0,0 0 0 0 0,0 0 1 0 0,1-1-1 0 0,-1 1 0 0 0,1 0 0 0 0,0 0 0 0 0,0 0 1 0 0,0 0-1 0 0,1-1 0 0 0,-1 1 0 0 0,3 6 1 0 0,8-51 346 0 0,-6 5-134 0 0,0-39 1 0 0,-3 40-112 0 0,-4 0 7 0 0,1 30-184 0 0,1-1 1 0 0,-1 1 0 0 0,1-1 0 0 0,0 1-1 0 0,0-1 1 0 0,1 1 0 0 0,-1-1-1 0 0,1 1 1 0 0,0-1 0 0 0,4-9 0 0 0,11-24 391 0 0,-15 38-392 0 0,-1 0-40 0 0,1 1 1 0 0,-1-1 0 0 0,0 0 0 0 0,0 1 0 0 0,1-1 0 0 0,-1 1 0 0 0,0-1 0 0 0,1 0 0 0 0,-1 1 0 0 0,0-1 0 0 0,1 1 0 0 0,-1-1 0 0 0,1 1 0 0 0,-1-1 0 0 0,1 1 0 0 0,-1-1 0 0 0,1 1 0 0 0,0 0 0 0 0,-1-1 0 0 0,1 1 0 0 0,-1 0 0 0 0,1 0 0 0 0,0-1 0 0 0,-1 1 0 0 0,1 0 0 0 0,0 0 0 0 0,-1 0-1 0 0,1 0 1 0 0,0 0 0 0 0,-1 0 0 0 0,1 0 0 0 0,0 0 0 0 0,-1 0 0 0 0,1 0 0 0 0,1 0 0 0 0,-1 1 36 0 0,32-4 302 0 0,13-19-126 0 0,-13 4-75 0 0,12-12 18 0 0,-12 5-22 0 0,-24 20-113 0 0,0-1 0 0 0,-1 0-1 0 0,0 0 1 0 0,0-1-1 0 0,-1 0 1 0 0,0 0-1 0 0,0-1 1 0 0,-1 1-1 0 0,0-2 1 0 0,8-13-1 0 0,0 1 145 0 0,-10 15 91 0 0,-17 15-180 0 0,1 3-58 0 0,0 0-1 0 0,1 0 1 0 0,1 1-1 0 0,0 0 1 0 0,1 1-1 0 0,-13 23 1 0 0,20-33-24 0 0,-19 42 74 0 0,20-44-73 0 0,0 1 0 0 0,1-1-1 0 0,-1 1 1 0 0,1-1 0 0 0,-1 1 0 0 0,1 0 0 0 0,0-1 0 0 0,0 1 0 0 0,0-1-1 0 0,0 1 1 0 0,0 0 0 0 0,1-1 0 0 0,-1 1 0 0 0,1-1 0 0 0,-1 1 0 0 0,3 2-1 0 0,-2-2 3 0 0,1-1 0 0 0,0 0 0 0 0,0 0 0 0 0,0 0 0 0 0,0 0 0 0 0,1 0 0 0 0,-1-1 0 0 0,1 1 0 0 0,-1-1 0 0 0,1 0 0 0 0,-1 1 0 0 0,1-1 0 0 0,0 0 0 0 0,-1 0 0 0 0,1-1 0 0 0,0 1 0 0 0,0-1 0 0 0,5 1 0 0 0,9 0 15 0 0,0 0 0 0 0,18-2 0 0 0,-10 0 33 0 0,-22 0-46 0 0,0 1-1 0 0,-1-1 1 0 0,1 0 0 0 0,-1 0 0 0 0,1 0 0 0 0,-1 0-1 0 0,1 0 1 0 0,-1-1 0 0 0,1 1 0 0 0,-1-1-1 0 0,0 1 1 0 0,0-1 0 0 0,0 0 0 0 0,0 0 0 0 0,0 0-1 0 0,0 0 1 0 0,0 0 0 0 0,-1 0 0 0 0,1-1 0 0 0,1-3-1 0 0,0 0 24 0 0,1 0 0 0 0,-1 0 0 0 0,0 0 0 0 0,-1-1 0 0 0,0 1 0 0 0,3-12 0 0 0,-5 14-3 0 0,0 0 1 0 0,0 0 0 0 0,0 0-1 0 0,-1 0 1 0 0,0 0-1 0 0,1 0 1 0 0,-1 0-1 0 0,-1 0 1 0 0,1 0 0 0 0,-1 1-1 0 0,1-1 1 0 0,-1 0-1 0 0,0 1 1 0 0,-5-7 0 0 0,1 1 107 0 0,-1 0 0 0 0,-1 1 0 0 0,-14-13 0 0 0,20 20-127 0 0,0-1 0 0 0,1 1 1 0 0,-1 0-1 0 0,0 0 0 0 0,0 1 1 0 0,0-1-1 0 0,0 0 0 0 0,0 1 1 0 0,0-1-1 0 0,0 1 0 0 0,0-1 1 0 0,0 1-1 0 0,0 0 0 0 0,-1 0 1 0 0,1 0-1 0 0,0 0 0 0 0,0 1 1 0 0,0-1-1 0 0,0 0 0 0 0,0 1 1 0 0,0-1-1 0 0,0 1 0 0 0,0 0 1 0 0,0 0-1 0 0,0 0 0 0 0,0 0 1 0 0,1 0-1 0 0,-1 0 0 0 0,0 0 1 0 0,1 1-1 0 0,-1-1 0 0 0,1 1 1 0 0,-1-1-1 0 0,1 1 0 0 0,-1-1 1 0 0,1 1-1 0 0,0 0 0 0 0,0 0 1 0 0,0-1-1 0 0,0 1 0 0 0,0 0 1 0 0,0 0-1 0 0,1 0 0 0 0,-1 0 1 0 0,1 0-1 0 0,-1 0 0 0 0,1 0 1 0 0,0 0-1 0 0,0 1 0 0 0,0-1 1 0 0,0 2-1 0 0,2 5 2 0 0,2 0-7 0 0,3 4 6 0 0,0-7-8 0 0,2-1 2 0 0,2 0-8 0 0,-9-4-1 0 0,1 0-1 0 0,0 0 1 0 0,0 0-1 0 0,0 0 1 0 0,0 0-1 0 0,0-1 1 0 0,0 0-1 0 0,0 1 1 0 0,0-1-1 0 0,0 0 1 0 0,0 0-1 0 0,0-1 1 0 0,3 0-1 0 0,4 0 0 0 0,-3-1-1 0 0,1-1-1 0 0,-1 0 0 0 0,-1 0 0 0 0,1 0 0 0 0,0 0 0 0 0,9-8 1 0 0,0 1-11 0 0,32-18-28 0 0,-47 27 37 0 0,22-10-30 0 0,-22 10 32 0 0,-1 1 0 0 0,1 0 0 0 0,0 0 1 0 0,0-1-1 0 0,-1 1 0 0 0,1 0 0 0 0,0 0 0 0 0,0 0 1 0 0,0 0-1 0 0,-1 0 0 0 0,1 0 0 0 0,0 0 1 0 0,0 0-1 0 0,0 0 0 0 0,-1 0 0 0 0,1 1 1 0 0,0-1-1 0 0,0 0 0 0 0,-1 0 0 0 0,1 1 1 0 0,0-1-1 0 0,0 1 0 0 0,-1-1 0 0 0,1 0 1 0 0,0 1-1 0 0,-1-1 0 0 0,1 1 0 0 0,-1 0 1 0 0,1-1-1 0 0,-1 1 0 0 0,1 0 0 0 0,6 12-2 0 0,-1-1 0 0 0,-1 1 0 0 0,8 25-1 0 0,-11-28 3 0 0,1-1 0 0 0,0 0 0 0 0,1 0 0 0 0,0 0 0 0 0,0-1-1 0 0,8 12 1 0 0,-6-11 2 0 0,-4-5 2 0 0,0-1-1 0 0,0 0 1 0 0,0 1-1 0 0,0-1 0 0 0,0 0 1 0 0,1 0-1 0 0,0-1 0 0 0,-1 1 1 0 0,1-1-1 0 0,0 1 1 0 0,0-1-1 0 0,0 0 0 0 0,1 0 1 0 0,-1 0-1 0 0,0 0 1 0 0,1-1-1 0 0,-1 1 0 0 0,1-1 1 0 0,0 0-1 0 0,-1 0 1 0 0,1 0-1 0 0,0-1 0 0 0,0 1 1 0 0,0-1-1 0 0,-1 0 0 0 0,1 0 1 0 0,0 0-1 0 0,0-1 1 0 0,0 1-1 0 0,-1-1 0 0 0,1 0 1 0 0,0 0-1 0 0,-1 0 1 0 0,1 0-1 0 0,3-3 0 0 0,1 0 3 0 0,-1 0 0 0 0,0 0-1 0 0,-1-1 1 0 0,1 0-1 0 0,-1 0 1 0 0,0 0 0 0 0,0-1-1 0 0,-1 0 1 0 0,1 0-1 0 0,-1-1 1 0 0,-1 0 0 0 0,1 1-1 0 0,-1-2 1 0 0,3-6-1 0 0,3-15 13 0 0,-3 0 0 0 0,0 0 0 0 0,-2 0 0 0 0,-1 0 0 0 0,-1-1 0 0 0,-1-35 0 0 0,-2 30 3 0 0,1 18 5 0 0,0 0 0 0 0,-2 0 0 0 0,0 0 1 0 0,-1 0-1 0 0,-7-27 0 0 0,9 42 3 0 0,-15 28 93 0 0,15-17-87 0 0,1 0 1 0 0,0 0-1 0 0,1 0 1 0 0,0-1-1 0 0,0 1 1 0 0,1 0-1 0 0,0-1 1 0 0,5 11-1 0 0,2 8 38 0 0,7 26 117 0 0,-11-29-94 0 0,1-1 0 0 0,1-1 0 0 0,1 1 0 0 0,1-2 0 0 0,19 31 0 0 0,-28-51-76 0 0,0 1 0 0 0,0-1 0 0 0,1 1 0 0 0,-1-1 0 0 0,0 0-1 0 0,1 0 1 0 0,-1 1 0 0 0,1-1 0 0 0,0 0 0 0 0,-1 0 0 0 0,1-1 0 0 0,0 1 0 0 0,0 0 0 0 0,-1-1 0 0 0,4 2 0 0 0,4 0 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53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13560 0 0,'0'0'4345'0'0,"10"-1"-4107"0"0,149-30 186 0 0,-115 26-288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56.1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93 6424 0 0,'10'1'35'0'0,"6"-1"137"0"0,5-6 239 0 0,-19 5-301 0 0,10-21 1194 0 0,-6 16-1159 0 0,0 0 0 0 0,0 0 0 0 0,1 0 0 0 0,0 1 0 0 0,0 0 0 0 0,0 1 0 0 0,1 0 0 0 0,-1 0 0 0 0,1 0 1 0 0,0 1-1 0 0,0 0 0 0 0,0 1 0 0 0,0 0 0 0 0,1 0 0 0 0,8 0 0 0 0,-15 2-106 0 0,-1 0 1 0 0,1 0-1 0 0,0 0 0 0 0,-1 0 1 0 0,1 0-1 0 0,-1 1 1 0 0,1-1-1 0 0,-1 1 0 0 0,1-1 1 0 0,-1 1-1 0 0,1 0 0 0 0,-1-1 1 0 0,0 1-1 0 0,1 0 1 0 0,-1 0-1 0 0,0 0 0 0 0,1 0 1 0 0,-1 0-1 0 0,0 0 0 0 0,0 0 1 0 0,0 1-1 0 0,0-1 1 0 0,0 0-1 0 0,0 1 0 0 0,-1-1 1 0 0,1 0-1 0 0,0 1 0 0 0,-1-1 1 0 0,1 1-1 0 0,0 2 1 0 0,-1-2-14 0 0,1 1 1 0 0,-1-1 0 0 0,0 0-1 0 0,1 1 1 0 0,-1-1 0 0 0,-1 1-1 0 0,1-1 1 0 0,0 1 0 0 0,0-1 0 0 0,-1 0-1 0 0,0 1 1 0 0,1-1 0 0 0,-1 0-1 0 0,0 1 1 0 0,0-1 0 0 0,0 0 0 0 0,0 0-1 0 0,-2 3 1 0 0,-11 12 78 0 0,3-2 61 0 0,0-1 0 0 0,-1 0 0 0 0,-1-1 0 0 0,0 0 0 0 0,-1 0 0 0 0,0-2 0 0 0,-31 20 0 0 0,32-25 458 0 0,16-8-163 0 0,22-8-244 0 0,8 4-104 0 0,0 1 1 0 0,47 0 0 0 0,-26 10 30 0 0,-52-5-116 0 0,13 12 249 0 0,-18-4-245 0 0,0 0 0 0 0,-1 0 0 0 0,0-1 0 0 0,-1 1 0 0 0,0-1 0 0 0,0 0 0 0 0,-1 0 0 0 0,-7 8 0 0 0,-9 10 20 0 0,11-10-1 0 0,-1-2-1 0 0,0 0 1 0 0,-1 0 0 0 0,-1-1-1 0 0,0-1 1 0 0,0 0 0 0 0,-27 15-1 0 0,35-24-21 0 0,0 0 0 0 0,-1 0 0 0 0,1-1 0 0 0,-1 1 0 0 0,1-1 0 0 0,-1-1 0 0 0,-7 1 0 0 0,2-3 35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56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44 11448 0 0,'12'3'-22'0'0,"12"4"339"0"0,-14 0 110 0 0,-10-7-411 0 0,-1 1 0 0 0,1-1 1 0 0,0 1-1 0 0,-1-1 0 0 0,1 1 0 0 0,0-1 1 0 0,-1 1-1 0 0,1-1 0 0 0,-1 1 1 0 0,1-1-1 0 0,-1 0 0 0 0,1 1 0 0 0,0-1 1 0 0,-1 0-1 0 0,0 0 0 0 0,1 1 0 0 0,-1-1 1 0 0,1 0-1 0 0,-1 0 0 0 0,1 0 1 0 0,-1 0-1 0 0,1 0 0 0 0,-1 1 0 0 0,0-1 1 0 0,0 0-1 0 0,-1 0 129 0 0,-4 3 3 0 0,-4 3 343 0 0,20-14-282 0 0,5-2-201 0 0,0 1 0 0 0,1 1-1 0 0,0 0 1 0 0,0 2 0 0 0,1-1 0 0 0,23-4-1 0 0,-27 8-3 0 0,0 0 0 0 0,-1 1 1 0 0,1 1-1 0 0,0 0 0 0 0,0 1 0 0 0,0 0 0 0 0,0 1 0 0 0,0 0 0 0 0,19 5 0 0 0,-31-5 2 0 0,0-1 0 0 0,0 1 0 0 0,0 0-1 0 0,1 0 1 0 0,-1-1 0 0 0,0 1 0 0 0,0 0 0 0 0,0 0 0 0 0,0 0 0 0 0,0 0-1 0 0,0 0 1 0 0,-1 0 0 0 0,1 1 0 0 0,0-1 0 0 0,0 0 0 0 0,-1 0 0 0 0,1 1-1 0 0,-1-1 1 0 0,1 0 0 0 0,-1 1 0 0 0,0-1 0 0 0,1 3 0 0 0,-1-1 6 0 0,1 1 1 0 0,-1 0 0 0 0,0-1-1 0 0,0 1 1 0 0,0-1 0 0 0,0 1-1 0 0,-1 0 1 0 0,1-1 0 0 0,-3 6-1 0 0,-1 2 41 0 0,-2 1-1 0 0,0-1 1 0 0,0-1 0 0 0,-1 1-1 0 0,0-1 1 0 0,-1-1-1 0 0,0 1 1 0 0,-19 15 0 0 0,17-15 65 0 0,3-3-19 0 0,0 1 1 0 0,-1-2-1 0 0,0 1 0 0 0,0-1 1 0 0,-1 0-1 0 0,0-1 0 0 0,-13 7 1 0 0,20-12 76 0 0,-2-1 198 0 0,13 3-172 0 0,7 1-110 0 0,-1 1 0 0 0,0 0 0 0 0,25 11 0 0 0,-34-12-64 0 0,-1-1-1 0 0,0 1 1 0 0,0-1 0 0 0,0 2 0 0 0,-1-1 0 0 0,1 0-1 0 0,-1 1 1 0 0,0 0 0 0 0,0 0 0 0 0,0 0 0 0 0,0 0 0 0 0,-1 1-1 0 0,7 9 1 0 0,-10-11-19 0 0,1-1-1 0 0,-1 0 0 0 0,1 1 1 0 0,-1-1-1 0 0,1 1 1 0 0,-1-1-1 0 0,0 1 0 0 0,0-1 1 0 0,-1 1-1 0 0,1-1 1 0 0,0 1-1 0 0,-1-1 0 0 0,1 1 1 0 0,-1-1-1 0 0,0 0 1 0 0,0 1-1 0 0,0-1 0 0 0,0 0 1 0 0,0 0-1 0 0,-1 0 1 0 0,1 0-1 0 0,-1 0 0 0 0,1 0 1 0 0,-1 0-1 0 0,-2 2 1 0 0,-6 6 19 0 0,0-1 0 0 0,-1-1 0 0 0,-14 11 0 0 0,21-17-19 0 0,-17 11 33 0 0,-2 0-1 0 0,1-2 1 0 0,-1 0 0 0 0,-1-2-1 0 0,0-1 1 0 0,0 0 0 0 0,-40 5-1 0 0,35-7 31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58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 80 7432 0 0,'0'0'6177'0'0,"-4"0"-6005"0"0,4 0-172 0 0,-1 0 26 0 0,0 0 0 0 0,0 1 0 0 0,0-1 0 0 0,0 0 0 0 0,0 0 0 0 0,0 0 0 0 0,0 0 0 0 0,0 0 0 0 0,0-1 0 0 0,0 1 0 0 0,0 0 0 0 0,0 0 0 0 0,0-1-1 0 0,0 1 1 0 0,0 0 0 0 0,1-1 0 0 0,-1 1 0 0 0,0-1 0 0 0,0 1 0 0 0,0-1 0 0 0,1 1 0 0 0,-1-1 0 0 0,0 0 0 0 0,0 1 0 0 0,1-1 0 0 0,-1 0 0 0 0,1 0 0 0 0,-1 1 0 0 0,0-2 0 0 0,-1 1 3 0 0,0 1 0 0 0,-1 0 1 0 0,1 0-1 0 0,0 0 1 0 0,0 0-1 0 0,-1 0 1 0 0,1 0-1 0 0,0 0 0 0 0,0 1 1 0 0,-1-1-1 0 0,1 1 1 0 0,-3 1-1 0 0,0 0 6 0 0,-25 27 77 0 0,23-20-112 0 0,1 1 0 0 0,1-1 0 0 0,-1 2-1 0 0,2-1 1 0 0,-1 0 0 0 0,2 1 0 0 0,-1 0 0 0 0,1 0 0 0 0,-1 12 0 0 0,-2 2 0 0 0,5-21-4 0 0,1 0 1 0 0,0 0 0 0 0,0 0 0 0 0,0 0 0 0 0,0 0 0 0 0,2 7 0 0 0,1 14-14 0 0,-3-16 12 0 0,0-1 1 0 0,1 1-1 0 0,0-1 1 0 0,0 0-1 0 0,1 1 1 0 0,0-1-1 0 0,0 0 1 0 0,1 0 0 0 0,0 0-1 0 0,8 14 1 0 0,-9-20 5 0 0,-1 1 0 0 0,1-1 0 0 0,0 0 0 0 0,0 1 1 0 0,0-1-1 0 0,0 0 0 0 0,1 0 0 0 0,-1 0 0 0 0,0-1 1 0 0,1 1-1 0 0,-1-1 0 0 0,1 1 0 0 0,0-1 0 0 0,-1 0 1 0 0,1 0-1 0 0,0 0 0 0 0,0 0 0 0 0,0-1 0 0 0,0 1 1 0 0,0-1-1 0 0,-1 1 0 0 0,1-1 0 0 0,0 0 0 0 0,0 0 1 0 0,0-1-1 0 0,0 1 0 0 0,5-2 0 0 0,-2 1 2 0 0,-1 0-1 0 0,1-1 1 0 0,-1 0 0 0 0,0 0-1 0 0,0 0 1 0 0,0 0 0 0 0,0-1-1 0 0,0 0 1 0 0,-1 0 0 0 0,1-1-1 0 0,-1 1 1 0 0,0-1 0 0 0,0 0-1 0 0,5-5 1 0 0,2-9 39 0 0,1-1 0 0 0,-2 0 0 0 0,-1 0 0 0 0,0-1 0 0 0,-2-1 0 0 0,0 1 0 0 0,5-28 0 0 0,-11 40-15 0 0,0 1 0 0 0,0 0 0 0 0,-1-1 1 0 0,0 1-1 0 0,0-1 0 0 0,0 1 0 0 0,-1-1 1 0 0,-1 1-1 0 0,-2-11 0 0 0,-1 4 50 0 0,-1 0 0 0 0,0-1 0 0 0,-13-19 0 0 0,17 30-58 0 0,-1 1 0 0 0,0-1 0 0 0,0 1-1 0 0,0 0 1 0 0,0 0 0 0 0,0 0 0 0 0,-1 0 0 0 0,1 1 0 0 0,-1-1 0 0 0,0 1 0 0 0,1 0-1 0 0,-1 0 1 0 0,0 0 0 0 0,0 1 0 0 0,-1-1 0 0 0,-6 0 0 0 0,8 1-2 0 0,-1 0 0 0 0,1 1 0 0 0,-1-1 0 0 0,1 1-1 0 0,-1 0 1 0 0,0 0 0 0 0,1 1 0 0 0,-1-1 0 0 0,1 1 0 0 0,-1-1 0 0 0,1 1 0 0 0,-1 0 0 0 0,1 1 0 0 0,-1-1-1 0 0,1 0 1 0 0,0 1 0 0 0,0 0 0 0 0,0 0 0 0 0,0 0 0 0 0,-5 4 0 0 0,-2 5 37 0 0,-1 2 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59.1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286 57 11760 0 0,'0'0'456'0'0,"3"-4"-224"0"0,0 1-202 0 0,-2 2 10 0 0,0 0 0 0 0,1-1 0 0 0,-1 1-1 0 0,0-1 1 0 0,0 1 0 0 0,0-1 0 0 0,0 1-1 0 0,0-1 1 0 0,-1 0 0 0 0,1 1 0 0 0,0-1-1 0 0,-1 0 1 0 0,1 0 0 0 0,-1 0-1 0 0,0 1 1 0 0,1-1 0 0 0,-1 0 0 0 0,0 0-1 0 0,0 0 1 0 0,-1-3 0 0 0,1 3 361 0 0,0 2-391 0 0,0 0 0 0 0,0-1 1 0 0,0 1-1 0 0,0 0 0 0 0,0-1 0 0 0,0 1 0 0 0,0 0 0 0 0,0-1 0 0 0,0 1 0 0 0,0 0 1 0 0,0-1-1 0 0,0 1 0 0 0,0 0 0 0 0,0 0 0 0 0,0-1 0 0 0,0 1 0 0 0,0 0 0 0 0,-1-1 1 0 0,1 1-1 0 0,0 0 0 0 0,0 0 0 0 0,0-1 0 0 0,0 1 0 0 0,-1 0 0 0 0,1 0 0 0 0,0-1 1 0 0,0 1-1 0 0,-1 0 0 0 0,1 0 0 0 0,0 0 0 0 0,0-1 0 0 0,-1 1 0 0 0,1 0 0 0 0,0 0 0 0 0,-1 0 1 0 0,1 0-1 0 0,0 0 0 0 0,0-1 0 0 0,-1 1 0 0 0,1 0 0 0 0,0 0 0 0 0,-1 0 0 0 0,1 0 1 0 0,0 0-1 0 0,-1 0 0 0 0,1 0 0 0 0,0 0 0 0 0,-1 0 0 0 0,1 0 0 0 0,0 1 0 0 0,-1-1 1 0 0,1 0-1 0 0,0 0 0 0 0,-1 0 0 0 0,-18 3 256 0 0,9 1-202 0 0,0 0-1 0 0,1 1 1 0 0,-1 0 0 0 0,1 1-1 0 0,0 0 1 0 0,1 0 0 0 0,-13 12 0 0 0,-51 56 11 0 0,63-64-49 0 0,-3 4-25 0 0,1 1 0 0 0,0 1 0 0 0,1-1 0 0 0,0 2 0 0 0,2-1 1 0 0,0 1-1 0 0,0 0 0 0 0,2 1 0 0 0,0 0 0 0 0,1 0 0 0 0,1 0 1 0 0,1 1-1 0 0,0-1 0 0 0,2 1 0 0 0,0 0 0 0 0,2 21 1 0 0,-1-37-2 0 0,0 0 1 0 0,0 0-1 0 0,0 0 1 0 0,1 0 0 0 0,0 0-1 0 0,0 0 1 0 0,-1 0-1 0 0,2 0 1 0 0,-1 0 0 0 0,0 0-1 0 0,1-1 1 0 0,-1 1-1 0 0,1 0 1 0 0,0-1 0 0 0,0 1-1 0 0,3 3 1 0 0,-2-5 0 0 0,-1 1 1 0 0,0-1-1 0 0,0 0 0 0 0,0 1 1 0 0,1-1-1 0 0,-1-1 0 0 0,1 1 1 0 0,-1 0-1 0 0,0 0 1 0 0,1-1-1 0 0,0 0 0 0 0,-1 1 1 0 0,1-1-1 0 0,-1 0 0 0 0,1 0 1 0 0,3-1-1 0 0,1 0 2 0 0,-1 0-1 0 0,1-1 1 0 0,-1 0 0 0 0,0-1-1 0 0,1 1 1 0 0,-1-1 0 0 0,0 0-1 0 0,-1 0 1 0 0,1-1 0 0 0,0 0-1 0 0,-1 0 1 0 0,0 0 0 0 0,0-1-1 0 0,5-6 1 0 0,-7 7-1 0 0,73-96 61 0 0,-69 91-50 0 0,-2 0-1 0 0,1-1 1 0 0,-1 1-1 0 0,-1-1 1 0 0,1-1-1 0 0,-2 1 1 0 0,0 0-1 0 0,0-1 1 0 0,2-15 0 0 0,-5 25-9 0 0,0 0 1 0 0,0 0-1 0 0,1 0 1 0 0,-1-1-1 0 0,0 1 1 0 0,0 0-1 0 0,-1 0 1 0 0,1-1-1 0 0,0 1 1 0 0,0 0-1 0 0,0 0 1 0 0,-1 0-1 0 0,1 0 1 0 0,-1-1-1 0 0,1 1 1 0 0,-1 0-1 0 0,1 0 1 0 0,-1 0-1 0 0,0 0 1 0 0,0 0-1 0 0,1 0 1 0 0,-1 0-1 0 0,0 1 1 0 0,-2-3-1 0 0,2 3 1 0 0,0 0 0 0 0,-1-1 0 0 0,0 1 0 0 0,1 0-1 0 0,-1-1 1 0 0,1 1 0 0 0,-1 0 0 0 0,1 0-1 0 0,-1 1 1 0 0,1-1 0 0 0,-1 0 0 0 0,0 0 0 0 0,1 1-1 0 0,-1-1 1 0 0,1 1 0 0 0,-2 0 0 0 0,-8 4 25 0 0,0 0 1 0 0,1 1 0 0 0,-17 13 0 0 0,26-19-28 0 0,-15 14 39 0 0,0 0 0 0 0,-26 30 0 0 0,-20 18 120 0 0,41-44-98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36.1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1 645 10656 0 0,'5'0'-20'0'0,"12"0"113"0"0,7-4 293 0 0,-23 4-372 0 0,0-1 0 0 0,0 1 0 0 0,0 0 0 0 0,0-1 0 0 0,-1 1-1 0 0,1-1 1 0 0,0 1 0 0 0,0-1 0 0 0,-1 1 0 0 0,1-1 0 0 0,0 0 0 0 0,0 1 0 0 0,-1-1 0 0 0,1 0 0 0 0,-1 0 0 0 0,1 1 0 0 0,-1-1 0 0 0,1 0 0 0 0,-1 0 0 0 0,1 0-1 0 0,-1 0 1 0 0,0 1 0 0 0,1-1 0 0 0,-1 0 0 0 0,0 0 0 0 0,0 0 0 0 0,0 0 0 0 0,0 0 0 0 0,0 0 0 0 0,0 0 0 0 0,0 0 0 0 0,0 0 0 0 0,0 0 0 0 0,0 0 0 0 0,0 0 0 0 0,-1 1-1 0 0,1-1 1 0 0,-1-1 0 0 0,0-1 41 0 0,1 0-1 0 0,-1 0 1 0 0,1 0 0 0 0,0 0-1 0 0,-1 0 1 0 0,1 0-1 0 0,1 0 1 0 0,-1-3-1 0 0,1-20 470 0 0,3-68 156 0 0,4-18-416 0 0,-7 90-231 0 0,1 0 1 0 0,9-32-1 0 0,-7 34-12 0 0,0 0-1 0 0,-2-1 1 0 0,1-24 0 0 0,1 13-21 0 0,-3 29 0 0 0,0 0 0 0 0,-1-1 0 0 0,1 1 0 0 0,-1 0 0 0 0,0-1 0 0 0,0 1 0 0 0,0-1 0 0 0,0 1 0 0 0,-1-1 0 0 0,0-4 0 0 0,-9-44-24 0 0,11 50 20 0 0,-1 2 4 0 0,0-1-1 0 0,0 1 0 0 0,1-1 1 0 0,-1 1-1 0 0,0-1 0 0 0,0 1 1 0 0,0-1-1 0 0,0 1 1 0 0,0-1-1 0 0,0 1 0 0 0,0-1 1 0 0,0 1-1 0 0,0-1 0 0 0,0 1 1 0 0,-1-1-1 0 0,1 1 0 0 0,0-1 1 0 0,0 1-1 0 0,0-1 0 0 0,-1 1 1 0 0,1-1-1 0 0,0 1 0 0 0,0-1 1 0 0,-1 1-1 0 0,1 0 0 0 0,0-1 1 0 0,-1 1-1 0 0,1 0 0 0 0,-1-1 1 0 0,1 1-1 0 0,0 0 1 0 0,-1-1-1 0 0,1 1 0 0 0,-1 0 1 0 0,1 0-1 0 0,-1 0 0 0 0,0-1 1 0 0,-1 0-26 0 0,5 55-70 0 0,-3-38 80 0 0,1 1 0 0 0,4 22 0 0 0,-2-12 3 0 0,-3-24 11 0 0,0 0 1 0 0,0 0-1 0 0,0 0 1 0 0,0 0-1 0 0,1 0 0 0 0,-1 0 1 0 0,1 0-1 0 0,0 0 1 0 0,0-1-1 0 0,0 1 1 0 0,0 0-1 0 0,3 4 1 0 0,-1-1 0 0 0,12 16-7 0 0,-12-19 6 0 0,-1 0 0 0 0,1-1 1 0 0,0 1-1 0 0,0 0 0 0 0,0-1 1 0 0,0 0-1 0 0,1 0 0 0 0,-1 0 1 0 0,1 0-1 0 0,4 2 0 0 0,-6-4 1 0 0,0 1 0 0 0,0-1 0 0 0,0 1 0 0 0,0-1 0 0 0,0 0 0 0 0,0 0 1 0 0,1 0-1 0 0,-1 0 0 0 0,0 0 0 0 0,0 0 0 0 0,0-1 0 0 0,0 1 0 0 0,0-1 0 0 0,0 0 0 0 0,0 1 0 0 0,0-1 0 0 0,0 0 0 0 0,0 0 0 0 0,0 0 0 0 0,3-3 0 0 0,4-3 1 0 0,0 0 0 0 0,0-1 0 0 0,0 0-1 0 0,-1 0 1 0 0,-1-1 0 0 0,1 0 0 0 0,-1-1 0 0 0,-1 1 0 0 0,10-20 0 0 0,-8 13 26 0 0,-1 0 1 0 0,0 0 0 0 0,-1 0-1 0 0,4-23 1 0 0,-9 37 48 0 0,-2-2 51 0 0,-1 3 54 0 0,-2 10-8 0 0,3-7-153 0 0,-4 16 61 0 0,0-1 0 0 0,1 1 0 0 0,1 0 0 0 0,1 0 0 0 0,-1 18-1 0 0,2-20 15 0 0,2 5 41 0 0,0 0-1 0 0,2 0 1 0 0,0 0-1 0 0,1 0 1 0 0,12 35-1 0 0,-2-4 70 0 0,-8-31-73 0 0,0-1 0 0 0,1 0 0 0 0,2-1 0 0 0,11 22 0 0 0,-19-40-103 0 0,0 1 1 0 0,0-1 0 0 0,0 1 0 0 0,1-1 0 0 0,-1 0 0 0 0,1 1 0 0 0,-1-1 0 0 0,1 0 0 0 0,0 0 0 0 0,-1 0 0 0 0,1 0 0 0 0,0 0 0 0 0,0 0-1 0 0,-1-1 1 0 0,1 1 0 0 0,4 0 0 0 0,-6-1-9 0 0,15-28 271 0 0,-8 7-202 0 0,-2-1 0 0 0,0 0 0 0 0,2-25 0 0 0,7-39 200 0 0,-14 41 7 0 0,0 43-240 0 0,-1 1-36 0 0,-10-2 239 0 0,2 15-163 0 0,2 4-70 0 0,0 1 0 0 0,1 1 0 0 0,1-1 0 0 0,1 1 0 0 0,-3 24-1 0 0,3-19-3 0 0,0-5 1 0 0,1 0-1 0 0,1 0 0 0 0,0 0 0 0 0,2 0 1 0 0,0 0-1 0 0,1 0 0 0 0,1 0 0 0 0,6 30 0 0 0,-7-47-19 0 0,-1 0-1 0 0,1 0 0 0 0,-1 0 0 0 0,1-1 0 0 0,0 1 1 0 0,0 0-1 0 0,-1 0 0 0 0,1 0 0 0 0,0-1 1 0 0,0 1-1 0 0,0 0 0 0 0,0-1 0 0 0,0 1 0 0 0,0-1 1 0 0,0 1-1 0 0,0-1 0 0 0,0 1 0 0 0,0-1 1 0 0,0 0-1 0 0,0 1 0 0 0,1-1 0 0 0,-1 0 0 0 0,0 0 1 0 0,0 0-1 0 0,0 0 0 0 0,0 0 0 0 0,2 0 0 0 0,0 0 2 0 0,-1-1 0 0 0,0 1 0 0 0,0 0 0 0 0,0-1 0 0 0,1 1 0 0 0,-1-1 0 0 0,0 1 0 0 0,0-1 0 0 0,0 0 0 0 0,0 0 0 0 0,0 0 0 0 0,0 0 0 0 0,2-2 0 0 0,8-13 11 0 0,0 0 1 0 0,-1 0-1 0 0,-1-2 1 0 0,13-30 0 0 0,9-13 12 0 0,-18 33-16 0 0,-11 21-1 0 0,0 1 1 0 0,0 0 0 0 0,1 0 0 0 0,-1 0-1 0 0,1 0 1 0 0,9-9 0 0 0,2 3 37 0 0,-15 13-47 0 0,0-1 0 0 0,0 0 0 0 0,0 0 0 0 0,0 1 0 0 0,0-1 0 0 0,-1 0 0 0 0,1 0 1 0 0,0 1-1 0 0,0-1 0 0 0,0 0 0 0 0,1 1 0 0 0,-1-1 0 0 0,0 0 0 0 0,0 0 0 0 0,0 1 0 0 0,0-1 0 0 0,0 0 0 0 0,0 0 0 0 0,0 1 0 0 0,0-1 0 0 0,0 0 0 0 0,1 0 0 0 0,-1 0 0 0 0,0 1 0 0 0,0-1 0 0 0,0 0 0 0 0,0 0 0 0 0,1 0 0 0 0,-1 1 0 0 0,0-1 0 0 0,0 0 1 0 0,0 0-1 0 0,1 0 0 0 0,-1 0 0 0 0,0 0 0 0 0,0 0 0 0 0,1 1 0 0 0,-1-1 0 0 0,0 0 0 0 0,0 0 0 0 0,1 0 0 0 0,-1 0 0 0 0,0 0 0 0 0,1 0 0 0 0,-1 0 0 0 0,0 0 0 0 0,0 0 0 0 0,1 0 0 0 0,-1 0 0 0 0,0 0 0 0 0,0 0 0 0 0,1 0 0 0 0,-1-1 0 0 0,0 1 0 0 0,0 0 0 0 0,1 0 1 0 0,-1 0-1 0 0,0 0 0 0 0,0 0 0 0 0,0-1 0 0 0,1 1 0 0 0,-3 13 20 0 0,0 1 0 0 0,1-1 1 0 0,1 24-1 0 0,-2 30 26 0 0,-4-22 2 0 0,-3 0 0 0 0,-1-1 0 0 0,-2 0 0 0 0,-19 46-1 0 0,9-36 3 0 0,13-31-16 0 0,0-1 1 0 0,-1 0-1 0 0,-1-1 0 0 0,-22 31 1 0 0,32-50-32 0 0,-1 0 1 0 0,1 0-1 0 0,-1 0 0 0 0,0 0 1 0 0,0 0-1 0 0,0-1 1 0 0,0 1-1 0 0,0-1 0 0 0,0 1 1 0 0,0-1-1 0 0,0 0 1 0 0,-1 0-1 0 0,1 0 1 0 0,-1 0-1 0 0,1 0 0 0 0,-1 0 1 0 0,1-1-1 0 0,-1 1 1 0 0,1-1-1 0 0,-1 1 0 0 0,1-1 1 0 0,-1 0-1 0 0,-3-1 1 0 0,4 1-1 0 0,-1-1 0 0 0,1 0 1 0 0,0 0-1 0 0,-1 0 0 0 0,1 0 0 0 0,0 0 1 0 0,0-1-1 0 0,0 1 0 0 0,0 0 0 0 0,0-1 1 0 0,0 0-1 0 0,1 1 0 0 0,-1-1 0 0 0,1 0 1 0 0,-1 0-1 0 0,1 0 0 0 0,-1 0 0 0 0,1 0 1 0 0,0 0-1 0 0,0-1 0 0 0,0 1 0 0 0,0 0 1 0 0,0-1-1 0 0,0-2 0 0 0,-3-12 16 0 0,1 1 0 0 0,0-1 0 0 0,2 0 1 0 0,0-1-1 0 0,0 1 0 0 0,2 0 0 0 0,4-27 0 0 0,-1 18 17 0 0,2 1 0 0 0,1 0 1 0 0,1 0-1 0 0,14-30 0 0 0,-14 36-13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38.2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1 809 12456 0 0,'0'0'328'0'0,"2"-4"-2"0"0,27-69 650 0 0,-25 59-697 0 0,1-1 1 0 0,1 1-1 0 0,0 1 1 0 0,0-1-1 0 0,2 1 1 0 0,0 1 0 0 0,17-23-1 0 0,-23 33-260 0 0,1 0-1 0 0,0-1 0 0 0,-1 1 1 0 0,1 1-1 0 0,0-1 1 0 0,0 0-1 0 0,0 1 0 0 0,0-1 1 0 0,0 1-1 0 0,0 0 1 0 0,1 0-1 0 0,-1 0 0 0 0,0 0 1 0 0,1 1-1 0 0,-1 0 1 0 0,0-1-1 0 0,1 1 0 0 0,-1 0 1 0 0,0 0-1 0 0,1 1 1 0 0,-1-1-1 0 0,1 1 0 0 0,4 1 1 0 0,-2 0-15 0 0,0 0 1 0 0,0 1-1 0 0,0-1 1 0 0,0 1 0 0 0,-1 0-1 0 0,1 1 1 0 0,-1 0-1 0 0,0-1 1 0 0,0 2 0 0 0,9 8-1 0 0,-6-3-20 0 0,-1 2 0 0 0,0-1 1 0 0,-1 1-1 0 0,0 0 0 0 0,-1 0 0 0 0,0 0 0 0 0,5 23 0 0 0,-8-27-8 0 0,-1-1-1 0 0,0 1 0 0 0,0 0 0 0 0,0-1 1 0 0,-1 1-1 0 0,0 0 0 0 0,0 0 0 0 0,-1-1 1 0 0,0 1-1 0 0,-1 0 0 0 0,1-1 0 0 0,-2 1 0 0 0,1-1 1 0 0,-1 0-1 0 0,0 1 0 0 0,0-1 0 0 0,-1-1 1 0 0,-5 9-1 0 0,-1 0-81 0 0,9-13 87 0 0,0 1 0 0 0,0-1 0 0 0,-1 0 0 0 0,1 0-1 0 0,-1 0 1 0 0,1 0 0 0 0,-1 0 0 0 0,0 0-1 0 0,0-1 1 0 0,0 1 0 0 0,-3 2 0 0 0,1-2-50 0 0,-8-6-106 0 0,10 4 166 0 0,1 0-1 0 0,0 0 1 0 0,0 0-1 0 0,0-1 0 0 0,0 1 1 0 0,0 0-1 0 0,0-1 1 0 0,0 1-1 0 0,0-1 1 0 0,0 1-1 0 0,0-1 1 0 0,0 1-1 0 0,0-1 1 0 0,1 0-1 0 0,-1 1 0 0 0,0-1 1 0 0,0 0-1 0 0,1 0 1 0 0,-2-1-1 0 0,-6-10-53 0 0,1 0 0 0 0,0 0 0 0 0,1 0 0 0 0,0-1 0 0 0,1 0 0 0 0,1 0-1 0 0,0 0 1 0 0,-4-23 0 0 0,8 33 55 0 0,1 1-1 0 0,-1 0 1 0 0,0-1-1 0 0,1 1 1 0 0,-1 0 0 0 0,1-1-1 0 0,0 1 1 0 0,0 0-1 0 0,0 0 1 0 0,0 0-1 0 0,0-1 1 0 0,1 1 0 0 0,-1 1-1 0 0,1-1 1 0 0,-1 0-1 0 0,1 0 1 0 0,0 0-1 0 0,-1 1 1 0 0,1-1 0 0 0,0 1-1 0 0,3-2 1 0 0,55-36-36 0 0,-36 25 29 0 0,30-24 1 0 0,91-54 4 0 0,-135 87 22 0 0,-7 4-4 0 0,2-4-5 0 0,2 1 467 0 0,-13 12-351 0 0,-12 15-36 0 0,10-6 22 0 0,0 0 0 0 0,1 1 0 0 0,1 0 1 0 0,0 1-1 0 0,2-1 0 0 0,0 1 0 0 0,-2 29 0 0 0,6-47-96 0 0,0-1 1 0 0,0 1-1 0 0,0-1 0 0 0,0 1 1 0 0,-1-1-1 0 0,1 1 0 0 0,0-1 1 0 0,0 1-1 0 0,0-1 0 0 0,0 1 1 0 0,0-1-1 0 0,0 1 0 0 0,0-1 1 0 0,0 1-1 0 0,1 0 0 0 0,-1-1 1 0 0,0 1-1 0 0,0-1 0 0 0,0 0 1 0 0,1 1-1 0 0,-1-1 0 0 0,0 1 1 0 0,0-1-1 0 0,1 1 0 0 0,-1-1 1 0 0,0 1-1 0 0,1-1 0 0 0,-1 0 1 0 0,0 1-1 0 0,1-1 0 0 0,-1 0 0 0 0,1 1 1 0 0,-1-1-1 0 0,1 0 0 0 0,-1 0 1 0 0,1 1-1 0 0,-1-1 0 0 0,1 0 1 0 0,1-1 12 0 0,-1 1 0 0 0,1-1-1 0 0,-1 0 1 0 0,0 0 0 0 0,1 0 0 0 0,-1 0 0 0 0,0 0 0 0 0,1 0 0 0 0,-1 0 0 0 0,0 0 0 0 0,2-3 0 0 0,28-44 230 0 0,29-67 237 0 0,-59 113-445 0 0,-1-7 276 0 0,-1 9-315 0 0,0 0-1 0 0,1 0 1 0 0,-1-1-1 0 0,0 1 1 0 0,0 0-1 0 0,1 0 1 0 0,-1 1 0 0 0,0-1-1 0 0,0 0 1 0 0,1 0-1 0 0,-1 0 1 0 0,0 0-1 0 0,1 1 1 0 0,-1-1-1 0 0,0 0 1 0 0,0 0-1 0 0,1 1 1 0 0,-1-1 0 0 0,1 1-1 0 0,-1-1 1 0 0,0 1-1 0 0,1-1 1 0 0,-1 1-1 0 0,1-1 1 0 0,-1 2-1 0 0,-11 22 80 0 0,4 31 21 0 0,8-54-101 0 0,-3 64 110 0 0,7 78 1 0 0,-1 31 150 0 0,-10-95-141 0 0,4-42 81 0 0,0 57 0 0 0,1-74 20 0 0,1-18-46 0 0,0-12-65 0 0,1-23 15 0 0,10-227 272 0 0,-6 218-385 0 0,-2 23-2 0 0,0 0-1 0 0,1-1 1 0 0,9-28-1 0 0,-8 38-10 0 0,2 1 9 0 0,1 7-4 0 0,-3 7-5 0 0,14 39 11 0 0,-11-35-14 0 0,2-3 2 0 0,0-5 4 0 0,-7-2-4 0 0,1 1 0 0 0,0-1 0 0 0,-1 1 0 0 0,1-1 0 0 0,-1 0 0 0 0,1 0 0 0 0,-1 0 0 0 0,0 0 0 0 0,1 0 0 0 0,-1-1 0 0 0,0 1 0 0 0,0-1 0 0 0,0 1 0 0 0,0-1 0 0 0,0 0 0 0 0,0 0 0 0 0,-1 0 0 0 0,1 0 0 0 0,-1 0 0 0 0,1 0-1 0 0,0-3 1 0 0,4-5 7 0 0,0 0-1 0 0,-1 0 0 0 0,3-12 0 0 0,-4 12-5 0 0,7-17 4 0 0,11-22 7 0 0,-3 0 1 0 0,-2-2-1 0 0,11-55 0 0 0,-27 96-13 0 0,-1 9-1 0 0,0 0 0 0 0,0 0 0 0 0,0 1 0 0 0,0-1 0 0 0,0 0 0 0 0,0 0 0 0 0,0 1 0 0 0,-1-1 0 0 0,1 0 0 0 0,0 1 0 0 0,-1-1 0 0 0,1 0 0 0 0,0 1 0 0 0,-1-1 0 0 0,1 0 0 0 0,0 1 0 0 0,-1-1 0 0 0,1 1 0 0 0,-1-1 0 0 0,0 0 0 0 0,0 0 0 0 0,0 1 0 0 0,1 0 0 0 0,-1 0 0 0 0,1 0 0 0 0,-1 0 0 0 0,1 0 0 0 0,0 0 0 0 0,-1 0 1 0 0,1 0-1 0 0,-1 1 0 0 0,1-1 0 0 0,-1 0 0 0 0,1 0 0 0 0,0 0 0 0 0,-1 0 0 0 0,1 1 0 0 0,-1-1 0 0 0,1 0 0 0 0,0 1 0 0 0,-1-1 0 0 0,1 0 0 0 0,0 0 0 0 0,-1 1 0 0 0,1-1 0 0 0,0 1 1 0 0,-1-1-1 0 0,1 0 0 0 0,0 1 0 0 0,-3 6 9 0 0,0-1 1 0 0,1 0-1 0 0,0 1 0 0 0,0 0 1 0 0,1-1-1 0 0,0 1 1 0 0,0 0-1 0 0,0 0 0 0 0,1 0 1 0 0,0-1-1 0 0,0 1 1 0 0,1 0-1 0 0,0 0 0 0 0,0 0 1 0 0,1-1-1 0 0,0 1 1 0 0,0-1-1 0 0,0 1 0 0 0,5 7 1 0 0,-5-9 1 0 0,0-1 1 0 0,1 0 0 0 0,0 0 0 0 0,0 0 0 0 0,0-1-1 0 0,0 1 1 0 0,1-1 0 0 0,-1 1 0 0 0,1-1-1 0 0,0 0 1 0 0,0-1 0 0 0,6 4 0 0 0,-8-5-4 0 0,0 0 0 0 0,0 0 0 0 0,1-1 0 0 0,-1 1 0 0 0,0-1 0 0 0,1 0 0 0 0,-1 1 0 0 0,0-1 0 0 0,1 0 0 0 0,-1 0 0 0 0,0-1 0 0 0,1 1 0 0 0,-1 0 1 0 0,0-1-1 0 0,1 1 0 0 0,-1-1 0 0 0,0 0 0 0 0,0 0 0 0 0,1 0 0 0 0,-1 0 0 0 0,0 0 0 0 0,0-1 0 0 0,0 1 0 0 0,0 0 0 0 0,-1-1 0 0 0,4-3 0 0 0,7-7 28 0 0,-2-1 0 0 0,1 0 0 0 0,-2 0 0 0 0,0-1 0 0 0,0-1 0 0 0,-1 1 0 0 0,-1-1 0 0 0,7-21 0 0 0,3-15 64 0 0,12-63 0 0 0,-21 71-39 0 0,-1 1-1 0 0,-2-1 0 0 0,-2-75 1 0 0,-3 111-49 0 0,0-1 0 0 0,-1 1 0 0 0,0 0 0 0 0,-1 0 0 0 0,0 0 0 0 0,0 0 1 0 0,0 0-1 0 0,-1 0 0 0 0,-6-11 0 0 0,9 18-10 0 0,-1-1-1 0 0,1 0 1 0 0,-1 1-1 0 0,1-1 1 0 0,-1 0-1 0 0,0 1 1 0 0,1-1-1 0 0,-1 1 1 0 0,0-1 0 0 0,1 1-1 0 0,-1-1 1 0 0,0 1-1 0 0,1-1 1 0 0,-1 1-1 0 0,0 0 1 0 0,0 0 0 0 0,0-1-1 0 0,1 1 1 0 0,-1 0-1 0 0,0 0 1 0 0,0 0-1 0 0,0 0 1 0 0,0 0-1 0 0,1 0 1 0 0,-1 0 0 0 0,0 0-1 0 0,0 0 1 0 0,0 0-1 0 0,0 0 1 0 0,1 1-1 0 0,-1-1 1 0 0,0 0-1 0 0,0 1 1 0 0,1-1 0 0 0,-1 0-1 0 0,0 1 1 0 0,0-1-1 0 0,1 1 1 0 0,-1-1-1 0 0,0 1 1 0 0,1-1 0 0 0,-1 1-1 0 0,1 0 1 0 0,-1-1-1 0 0,1 1 1 0 0,-2 1-1 0 0,-21 28 37 0 0,13-9-11 0 0,0 1 0 0 0,2 0 0 0 0,1 0 0 0 0,-8 37 1 0 0,0 8 52 0 0,-8 89 0 0 0,21-128-40 0 0,1 0 0 0 0,1-1 1 0 0,1 1-1 0 0,1-1 0 0 0,2 1 0 0 0,9 33 0 0 0,-7-42 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41.1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1 621 13768 0 0,'4'-2'270'0'0,"-1"1"-292"0"0,-1 0 105 0 0,1 0 1 0 0,-1 0-1 0 0,0 0 1 0 0,1 0-1 0 0,-1 0 0 0 0,0 0 1 0 0,0-1-1 0 0,0 1 0 0 0,0-1 1 0 0,0 0-1 0 0,0 0 1 0 0,0 1-1 0 0,-1-1 0 0 0,1 0 1 0 0,1-3-1 0 0,12-40 1028 0 0,-14 37-1025 0 0,2 0 0 0 0,-1 0 0 0 0,1 0 0 0 0,0 0 0 0 0,1 0-1 0 0,-1 1 1 0 0,2-1 0 0 0,6-9 0 0 0,-6 11-58 0 0,1-2 0 0 0,-1 1-1 0 0,-1 0 1 0 0,1-1 0 0 0,3-10 0 0 0,-4 13-17 0 0,0-1 0 0 0,1 1-1 0 0,-1 0 1 0 0,1 0 0 0 0,0 1 0 0 0,0-1 0 0 0,1 1 0 0 0,-1 0 0 0 0,1 0 0 0 0,0 1-1 0 0,0 0 1 0 0,0 0 0 0 0,1 0 0 0 0,-1 1 0 0 0,1 0 0 0 0,-1 0 0 0 0,1 0 0 0 0,8 0-1 0 0,-10 2-17 0 0,0 0 0 0 0,1 1-1 0 0,-1-1 1 0 0,0 1-1 0 0,1 0 1 0 0,-1 0 0 0 0,0 1-1 0 0,0 0 1 0 0,0 0-1 0 0,0 0 1 0 0,-1 0 0 0 0,1 1-1 0 0,0 0 1 0 0,-1 0-1 0 0,0 0 1 0 0,1 0 0 0 0,-1 1-1 0 0,-1-1 1 0 0,1 1-1 0 0,0 0 1 0 0,-1 0 0 0 0,4 7-1 0 0,-3-5-4 0 0,1 1-1 0 0,-2 0 0 0 0,1 0 1 0 0,-1 0-1 0 0,0 0 1 0 0,-1 1-1 0 0,1-1 1 0 0,-1 1-1 0 0,-1 0 1 0 0,0-1-1 0 0,0 1 0 0 0,0 0 1 0 0,-1 0-1 0 0,-1 14 1 0 0,0-16 1 0 0,-1-1 0 0 0,1 1 0 0 0,-1 0 0 0 0,0-1 0 0 0,-1 0 0 0 0,1 1 0 0 0,-1-1 0 0 0,0 0-1 0 0,0 0 1 0 0,-1-1 0 0 0,0 1 0 0 0,-3 3 0 0 0,4-5 2 0 0,0 0 0 0 0,0 0 0 0 0,0-1 0 0 0,0 0-1 0 0,-1 1 1 0 0,1-1 0 0 0,-1 0 0 0 0,1-1-1 0 0,-1 1 1 0 0,1-1 0 0 0,-1 1 0 0 0,0-1 0 0 0,0 0-1 0 0,0-1 1 0 0,0 1 0 0 0,0-1 0 0 0,-8 1-1 0 0,-18-11-67 0 0,17 10 56 0 0,8 0 19 0 0,12-2 2 0 0,67-36 2 0 0,-36 24 6 0 0,-27 11-3 0 0,1 0 0 0 0,-1-1 0 0 0,0-1 0 0 0,0 0 0 0 0,-1 0 0 0 0,1-1 0 0 0,-1-1 0 0 0,-1 1 0 0 0,1-2 0 0 0,9-8-1 0 0,-3-2 11 0 0,-7 9-6 0 0,0-1 0 0 0,-1 0 0 0 0,0 0 0 0 0,0 0 0 0 0,-1-1 1 0 0,-1 0-1 0 0,0 0 0 0 0,0-1 0 0 0,3-12 0 0 0,-1-4 17 0 0,-4 15-4 0 0,0 0 0 0 0,-1-1 1 0 0,1-19-1 0 0,-4 29-14 0 0,0 0-1 0 0,0-1 1 0 0,0 1-1 0 0,-1 0 1 0 0,0-1-1 0 0,1 1 1 0 0,-2 0-1 0 0,1 0 1 0 0,0 0-1 0 0,-1 0 1 0 0,0 0-1 0 0,0 0 1 0 0,0 0-1 0 0,-5-6 1 0 0,3 6 15 0 0,4 2-12 0 0,-1 0 0 0 0,-1 0 0 0 0,1 1 0 0 0,0-1-1 0 0,0 0 1 0 0,-1 1 0 0 0,1-1 0 0 0,-1 1 0 0 0,1-1-1 0 0,-1 1 1 0 0,0-1 0 0 0,1 1 0 0 0,-1 0-1 0 0,0 0 1 0 0,0 0 0 0 0,0 0 0 0 0,0 0 0 0 0,0 1-1 0 0,0-1 1 0 0,0 1 0 0 0,0-1 0 0 0,0 1 0 0 0,0 0-1 0 0,-3-1 1 0 0,2 3 8 0 0,0-1 0 0 0,0 1-1 0 0,0 0 1 0 0,0 0 0 0 0,1 0 0 0 0,-1 0-1 0 0,1 1 1 0 0,0-1 0 0 0,-1 1-1 0 0,1-1 1 0 0,0 1 0 0 0,0 0 0 0 0,-1 3-1 0 0,1-3 9 0 0,-2 6 13 0 0,0 1 0 0 0,0-1 0 0 0,1 1 0 0 0,1 0-1 0 0,0 0 1 0 0,0 0 0 0 0,1 0 0 0 0,-1 20 0 0 0,1-13 33 0 0,1-10-48 0 0,0 0 0 0 0,0 0 0 0 0,1 0 0 0 0,0 0 0 0 0,0 0 0 0 0,0 0 0 0 0,4 8 0 0 0,-4-12-9 0 0,0 0 1 0 0,-1-1-1 0 0,2 1 0 0 0,-1-1 0 0 0,0 1 1 0 0,0-1-1 0 0,1 0 0 0 0,0 1 1 0 0,-1-1-1 0 0,1 0 0 0 0,0 0 0 0 0,0 0 1 0 0,0-1-1 0 0,0 1 0 0 0,0 0 0 0 0,0-1 1 0 0,1 1-1 0 0,-1-1 0 0 0,1 0 0 0 0,3 2 1 0 0,-4-3-5 0 0,0 0 1 0 0,0 0-1 0 0,0 0 1 0 0,0 0-1 0 0,0 0 0 0 0,0-1 1 0 0,0 1-1 0 0,0-1 1 0 0,0 1-1 0 0,0-1 1 0 0,0 0-1 0 0,-1 0 1 0 0,1 0-1 0 0,0 0 1 0 0,0 0-1 0 0,-1 0 0 0 0,1 0 1 0 0,-1 0-1 0 0,3-3 1 0 0,26-29 83 0 0,-26 27-79 0 0,9-10 38 0 0,8-11 51 0 0,42-40 1 0 0,-57 61-78 0 0,1 0 1 0 0,0 0 0 0 0,0 1 0 0 0,1 0 0 0 0,-1 1 0 0 0,1-1 0 0 0,0 2-1 0 0,0-1 1 0 0,0 1 0 0 0,1 0 0 0 0,13-2 0 0 0,-21 4-20 0 0,1 1 1 0 0,-1 0-1 0 0,0 0 1 0 0,0 0-1 0 0,0 1 1 0 0,0-1 0 0 0,0 0-1 0 0,0 0 1 0 0,0 0-1 0 0,0 1 1 0 0,1-1-1 0 0,-1 1 1 0 0,0-1-1 0 0,0 1 1 0 0,-1-1 0 0 0,1 1-1 0 0,0 0 1 0 0,0-1-1 0 0,0 1 1 0 0,0 0-1 0 0,0 0 1 0 0,-1-1-1 0 0,1 1 1 0 0,0 0 0 0 0,-1 0-1 0 0,1 0 1 0 0,-1 0-1 0 0,1 0 1 0 0,-1 0-1 0 0,1 0 1 0 0,-1 0-1 0 0,0 0 1 0 0,1 0 0 0 0,-1 2-1 0 0,4 39 156 0 0,-4-39-161 0 0,-1 19 113 0 0,2 0 1 0 0,0 1-1 0 0,1-1 0 0 0,7 26 1 0 0,-8-46-92 0 0,-1 0 0 0 0,1 0 1 0 0,0 0-1 0 0,0 0 0 0 0,0 0 1 0 0,1 0-1 0 0,-1 0 0 0 0,0-1 1 0 0,1 1-1 0 0,-1 0 0 0 0,1-1 1 0 0,-1 1-1 0 0,1-1 0 0 0,0 0 1 0 0,-1 1-1 0 0,1-1 0 0 0,0 0 1 0 0,0 0-1 0 0,0 0 0 0 0,3 0 0 0 0,1 1 61 0 0,0 0-1 0 0,0-1 1 0 0,0 0-1 0 0,-1 0 1 0 0,13-1-1 0 0,-17 0-36 0 0,27 0 680 0 0,-25-2-726 0 0,1-5-2 0 0,-3 3 2 0 0,1-5-4 0 0,4 2 1 0 0,-4 4 3 0 0,-1-4-2 0 0,0 4 2 0 0,2-3-2 0 0,-2 5 107 0 0,23-10-43 0 0,-9-2-23 0 0,-14 12-32 0 0,9-7 51 0 0,1-3 46 0 0,-10 10-91 0 0,1 0 1 0 0,-1-1-1 0 0,0 1 0 0 0,0 0 1 0 0,1 0-1 0 0,-1 0 1 0 0,0 0-1 0 0,1 0 1 0 0,-1 0-1 0 0,1 0 1 0 0,-1 1-1 0 0,1-1 1 0 0,0 0-1 0 0,-1 1 1 0 0,1-1-1 0 0,0 1 0 0 0,1-1 1 0 0,17-27 241 0 0,-2 6-93 0 0,-15 17-118 0 0,1 0 1 0 0,0 0 0 0 0,0 1 0 0 0,9-9 0 0 0,-12 12-5 0 0,4-2 4 0 0,-5 3-46 0 0,0-1-1 0 0,0 1 0 0 0,0 0 1 0 0,0 0-1 0 0,1-1 1 0 0,-1 1-1 0 0,0 0 1 0 0,0 0-1 0 0,0-1 0 0 0,1 1 1 0 0,-1 0-1 0 0,0 0 1 0 0,0 0-1 0 0,1-1 0 0 0,-1 1 1 0 0,0 0-1 0 0,1 0 1 0 0,-1 0-1 0 0,0 0 0 0 0,0 0 1 0 0,1-1-1 0 0,-1 1 1 0 0,0 0-1 0 0,1 0 0 0 0,-1 0 1 0 0,0 0-1 0 0,1 0 1 0 0,-1 0-1 0 0,0 0 0 0 0,1 0 1 0 0,-1 0-1 0 0,0 0 1 0 0,1 0-1 0 0,-1 1 0 0 0,0-1 1 0 0,0 0-1 0 0,1 0 1 0 0,-1 0-1 0 0,0 0 1 0 0,1 0-1 0 0,-1 1 0 0 0,0-1 1 0 0,0 0-1 0 0,1 0 1 0 0,-1 0-1 0 0,0 1 0 0 0,0-1 1 0 0,1 0-1 0 0,-1 1 1 0 0,4 5 13 0 0,0 0 0 0 0,-1 1 0 0 0,1 0 0 0 0,-1 0 0 0 0,-1 0 0 0 0,0 0 0 0 0,0 0 1 0 0,0 1-1 0 0,1 9 0 0 0,7 26 56 0 0,-9-41-66 0 0,0 1 1 0 0,0 0-1 0 0,0-1 0 0 0,0 1 1 0 0,0-1-1 0 0,0 0 1 0 0,1 1-1 0 0,-1-1 0 0 0,1 0 1 0 0,0 0-1 0 0,0 0 0 0 0,-1 0 1 0 0,1 0-1 0 0,1 0 1 0 0,-1 0-1 0 0,0-1 0 0 0,0 1 1 0 0,5 1-1 0 0,-4-2 1 0 0,-1 0 1 0 0,1-1-1 0 0,-1 0 0 0 0,1 0 1 0 0,-1 0-1 0 0,1 0 0 0 0,-1 0 0 0 0,1 0 1 0 0,-1-1-1 0 0,0 1 0 0 0,1-1 1 0 0,-1 1-1 0 0,1-1 0 0 0,-1 0 1 0 0,0 0-1 0 0,4-2 0 0 0,3-3 15 0 0,0 0-1 0 0,0-1 1 0 0,-1 0 0 0 0,0 0 0 0 0,-1 0-1 0 0,1-1 1 0 0,11-18 0 0 0,43-78 56 0 0,-33 51-56 0 0,-25 43-18 0 0,2 46 10 0 0,-5-29-13 0 0,0 0 0 0 0,0 0 0 0 0,0 0 0 0 0,1 0 0 0 0,0-1 0 0 0,1 1 0 0 0,-1-1 0 0 0,1 1 0 0 0,0-1-1 0 0,1 0 1 0 0,-1 0 0 0 0,1 0 0 0 0,0-1 0 0 0,1 1 0 0 0,6 5 0 0 0,-9-9-1 0 0,1 0 0 0 0,-1 0 0 0 0,1 0 0 0 0,0 0 0 0 0,0 0 0 0 0,0-1 0 0 0,0 0 0 0 0,0 1 0 0 0,0-1 0 0 0,0 0 0 0 0,0 0 0 0 0,1-1 0 0 0,-1 1 1 0 0,0-1-1 0 0,0 0 0 0 0,1 0 0 0 0,-1 0 0 0 0,0 0 0 0 0,1 0 0 0 0,-1-1 0 0 0,0 1 0 0 0,0-1 0 0 0,0 0 0 0 0,1 0 0 0 0,-1 0 0 0 0,0 0 0 0 0,0-1 0 0 0,0 1 0 0 0,-1-1 0 0 0,1 0 0 0 0,0 0 0 0 0,-1 0 0 0 0,1 0 0 0 0,3-5 0 0 0,5-3 0 0 0,-1-1 0 0 0,-1-1 0 0 0,0 1 0 0 0,0-2 0 0 0,-1 1 0 0 0,-1-1 0 0 0,0 0 0 0 0,-1-1 0 0 0,0 1 0 0 0,-1-1 0 0 0,-1-1 0 0 0,0 1 0 0 0,2-21 0 0 0,-5 28 3 0 0,0 0-1 0 0,-1-1 1 0 0,0 1 0 0 0,0 0-1 0 0,0 0 1 0 0,-1 0-1 0 0,0 0 1 0 0,-1 0-1 0 0,1 0 1 0 0,-2 0 0 0 0,1 0-1 0 0,-1 0 1 0 0,1 1-1 0 0,-5-7 1 0 0,6 12-2 0 0,0 1 0 0 0,1 0-1 0 0,-1 0 1 0 0,1 0 0 0 0,-1 0 0 0 0,0 0 0 0 0,1 0-1 0 0,-1 0 1 0 0,0 0 0 0 0,1 0 0 0 0,-1 0 0 0 0,1 0 0 0 0,-1 1-1 0 0,0-1 1 0 0,1 0 0 0 0,-1 0 0 0 0,1 0 0 0 0,-1 1-1 0 0,1-1 1 0 0,-1 0 0 0 0,1 1 0 0 0,-1-1 0 0 0,1 1 0 0 0,-1-1-1 0 0,1 0 1 0 0,-1 1 0 0 0,1-1 0 0 0,0 1 0 0 0,-1-1 0 0 0,1 1-1 0 0,0-1 1 0 0,-1 1 0 0 0,1 0 0 0 0,0-1 0 0 0,-1 2-1 0 0,-10 14 11 0 0,6-7-8 0 0,0 1 0 0 0,1-1 0 0 0,0 1 0 0 0,0-1 0 0 0,1 1 0 0 0,0 0 0 0 0,1 1 1 0 0,0-1-1 0 0,0 0 0 0 0,1 1 0 0 0,1-1 0 0 0,0 0 0 0 0,0 1 0 0 0,1-1 0 0 0,3 18 0 0 0,-3-27-3 0 0,-1 0 0 0 0,0 0 0 0 0,1 1 0 0 0,-1-1 0 0 0,1 0 0 0 0,-1 0 0 0 0,1 0 0 0 0,0 0 0 0 0,0 0 0 0 0,-1 0 0 0 0,1 0 0 0 0,0-1 0 0 0,0 1 0 0 0,0 0 0 0 0,0 0 0 0 0,0-1 0 0 0,0 1 0 0 0,0 0 0 0 0,0-1 0 0 0,0 1 0 0 0,0-1 0 0 0,0 1 0 0 0,0-1 0 0 0,1 0 0 0 0,-1 1 0 0 0,0-1 0 0 0,0 0 0 0 0,0 0 0 0 0,1 0 0 0 0,-1 0 0 0 0,0 0 0 0 0,0 0 0 0 0,2-1 0 0 0,3 2 0 0 0,21 1 0 0 0,-20-2 0 0 0,0 1 0 0 0,-1 0 0 0 0,1 0 0 0 0,11 3 0 0 0,-15-3 0 0 0,0 1 0 0 0,-1-1 0 0 0,1 0 0 0 0,-1 1 0 0 0,1 0 0 0 0,-1-1 0 0 0,0 1 0 0 0,0 0 0 0 0,0 0 0 0 0,0 0 0 0 0,0 1 0 0 0,0-1 0 0 0,0 0 0 0 0,-1 1 0 0 0,2 2 0 0 0,5 12 0 0 0,0 1 0 0 0,-2-1 0 0 0,0 1 0 0 0,-1 1 0 0 0,-1-1 0 0 0,3 34 0 0 0,-5-39 0 0 0,2 21 0 0 0,-2-3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42.8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0 432 13768 0 0,'2'0'1'0'0,"14"-1"99"0"0,3-1 265 0 0,-14 1-240 0 0,1 0-1 0 0,-1-1 1 0 0,1 0 0 0 0,-1 0-1 0 0,0-1 1 0 0,8-4-1 0 0,2-8 1284 0 0,-15 14-1364 0 0,1 0 0 0 0,-1 0 0 0 0,1 0 0 0 0,0 0 0 0 0,0 0-1 0 0,-1 0 1 0 0,1 1 0 0 0,0-1 0 0 0,0 0 0 0 0,0 0 0 0 0,0 1-1 0 0,0-1 1 0 0,0 1 0 0 0,0-1 0 0 0,0 0 0 0 0,0 1 0 0 0,2-1-1 0 0,27-16 263 0 0,-10 5-229 0 0,-6 5-23 0 0,55-32 164 0 0,-68 38-235 0 0,-32 33-893 0 0,23-24 831 0 0,0-1 0 0 0,1 1 0 0 0,0 1 0 0 0,1-1-1 0 0,0 1 1 0 0,0 0 0 0 0,1 1 0 0 0,0-1 0 0 0,0 1 0 0 0,1 0-1 0 0,0 0 1 0 0,1 0 0 0 0,0 1 0 0 0,1-1 0 0 0,0 1-1 0 0,1 0 1 0 0,0 0 0 0 0,1-1 0 0 0,1 22 0 0 0,0-26 15 0 0,0 1 1 0 0,0-1-1 0 0,1 1 1 0 0,0-1 0 0 0,0 1-1 0 0,4 7 1 0 0,-4-11 36 0 0,-1-1 0 0 0,1 1 1 0 0,0-1-1 0 0,0 1 0 0 0,0-1 0 0 0,0 1 1 0 0,0-1-1 0 0,1 0 0 0 0,-1 0 0 0 0,1 0 0 0 0,-1 0 1 0 0,1-1-1 0 0,0 1 0 0 0,0-1 0 0 0,3 2 1 0 0,-3-4-1 0 0,1 0 0 0 0,-1 0 0 0 0,1 0 1 0 0,-1 0-1 0 0,1 0 0 0 0,-1 0 0 0 0,1-1 0 0 0,-1 0 1 0 0,0 0-1 0 0,0 0 0 0 0,0 0 0 0 0,0 0 1 0 0,3-3-1 0 0,2-3-20 0 0,0 0 0 0 0,0-1 1 0 0,0 0-1 0 0,-1 0 0 0 0,-1-1 0 0 0,1 0 0 0 0,-2 0 1 0 0,1 0-1 0 0,-1-1 0 0 0,5-16 0 0 0,-8 20 25 0 0,0 0 0 0 0,0 0 0 0 0,0 0-1 0 0,-1 0 1 0 0,0 0 0 0 0,0 0 0 0 0,-1 0-1 0 0,0-1 1 0 0,0 1 0 0 0,-1 0 0 0 0,0 0-1 0 0,0 0 1 0 0,-1 0 0 0 0,0 0 0 0 0,0 0-1 0 0,0 1 1 0 0,-1-1 0 0 0,-5-9 0 0 0,6 14 12 0 0,1 0 1 0 0,-1 0-1 0 0,0 0 1 0 0,0 0 0 0 0,-1 0-1 0 0,1 0 1 0 0,0 0-1 0 0,-4-2 1 0 0,5 4 6 0 0,0-1-1 0 0,0 1 1 0 0,1 0 0 0 0,-1-1-1 0 0,0 1 1 0 0,0-1 0 0 0,0 1-1 0 0,0 0 1 0 0,1 0 0 0 0,-1 0 0 0 0,0-1-1 0 0,0 1 1 0 0,0 0 0 0 0,0 0-1 0 0,0 0 1 0 0,0 0 0 0 0,1 0-1 0 0,-1 1 1 0 0,0-1 0 0 0,0 0-1 0 0,0 0 1 0 0,0 1 0 0 0,1-1 0 0 0,-1 0-1 0 0,0 1 1 0 0,0-1 0 0 0,-1 1-1 0 0,1 0-17 0 0,-7 26-20 0 0,9-19 37 0 0,0 1 0 0 0,1-1 1 0 0,-1 1-1 0 0,2-1 0 0 0,-1 0 0 0 0,2 0 1 0 0,-1 0-1 0 0,1 0 0 0 0,0 0 1 0 0,0-1-1 0 0,1 0 0 0 0,0 0 1 0 0,0 0-1 0 0,1 0 0 0 0,0-1 0 0 0,0 0 1 0 0,0 0-1 0 0,1-1 0 0 0,0 0 1 0 0,0 0-1 0 0,13 7 0 0 0,-2-4-4 0 0,1-1-1 0 0,0-1 0 0 0,29 7 1 0 0,-40-12 10 0 0,1 0 0 0 0,-1 0 1 0 0,0-1-1 0 0,1 0 0 0 0,-1 0 1 0 0,1-1-1 0 0,-1 0 0 0 0,0 0 1 0 0,0-1-1 0 0,1 0 0 0 0,7-4 1 0 0,-8 1 9 0 0,0 1 1 0 0,-1-2-1 0 0,0 1 1 0 0,0-1-1 0 0,0 0 1 0 0,-1 0 0 0 0,1-1-1 0 0,-2 0 1 0 0,11-15-1 0 0,0 1 29 0 0,-11 14-15 0 0,0 0 0 0 0,-1 0 0 0 0,0-1 0 0 0,0 1 0 0 0,-1-1 0 0 0,1 0 0 0 0,-2 0 0 0 0,1 0 0 0 0,-1 0 0 0 0,-1 0 0 0 0,2-12 0 0 0,-2 2 27 0 0,-1 0 0 0 0,-1 0-1 0 0,0 0 1 0 0,-6-24 0 0 0,4 30 0 0 0,-1 1 0 0 0,0-1 0 0 0,-1 1 0 0 0,-11-21 0 0 0,3 8 14 0 0,7 15-35 0 0,1 0 0 0 0,-1 1-1 0 0,-1-1 1 0 0,-13-12-1 0 0,-1-3 82 0 0,16 19-81 0 0,1 1 1 0 0,0-1 0 0 0,-1 1-1 0 0,0 0 1 0 0,0 0-1 0 0,0 0 1 0 0,0 0-1 0 0,-1 1 1 0 0,-11-5-1 0 0,13 7-2 0 0,0 0 1 0 0,0 0-1 0 0,0 0 0 0 0,0 0 0 0 0,0 1 0 0 0,-1 0 0 0 0,1 0 0 0 0,0 0 0 0 0,0 0 0 0 0,0 1 0 0 0,0-1 0 0 0,0 1 0 0 0,0 0 0 0 0,0 1 0 0 0,-7 2 1 0 0,10-3-19 0 0,-1 0 0 0 0,1 0 1 0 0,-1 0-1 0 0,1 0 0 0 0,0 1 1 0 0,-1-1-1 0 0,1 1 1 0 0,0-1-1 0 0,0 1 0 0 0,0-1 1 0 0,0 1-1 0 0,0-1 1 0 0,1 1-1 0 0,-1 0 0 0 0,0 0 1 0 0,1-1-1 0 0,-1 1 0 0 0,1 0 1 0 0,0 0-1 0 0,-1 0 1 0 0,1 3-1 0 0,1 39 167 0 0,-1-39-142 0 0,3 15 46 0 0,1 0 0 0 0,0-1 1 0 0,2 1-1 0 0,0-1 1 0 0,1 0-1 0 0,1-1 0 0 0,0 0 1 0 0,13 19-1 0 0,-15-29-35 0 0,1 1-1 0 0,-1-1 1 0 0,2 0-1 0 0,-1 0 1 0 0,1-1-1 0 0,0 0 1 0 0,1-1-1 0 0,0 1 1 0 0,12 6 0 0 0,21 15 213 0 0,-35-23-214 0 0,0 1-1 0 0,1-1 0 0 0,0-1 0 0 0,0 1 1 0 0,0-2-1 0 0,0 1 0 0 0,1-1 0 0 0,-1 0 0 0 0,1-1 1 0 0,0 1-1 0 0,0-2 0 0 0,15 2 0 0 0,-17-3-14 0 0,-1-1-1 0 0,1 0 0 0 0,0 0 0 0 0,0 0 1 0 0,-1-1-1 0 0,1 0 0 0 0,-1 0 0 0 0,0 0 1 0 0,1-1-1 0 0,-1 0 0 0 0,0 0 0 0 0,-1-1 1 0 0,1 0-1 0 0,0 0 0 0 0,-1 0 0 0 0,0 0 1 0 0,0-1-1 0 0,5-7 0 0 0,13-16 106 0 0,-2-2 0 0 0,18-34 0 0 0,20-29 57 0 0,-54 87-181 0 0,9-15 80 0 0,1-1-1 0 0,12-28 0 0 0,-26 49-54 0 0,-15 23 105 0 0,-3 17-101 0 0,2 1 0 0 0,2 1 0 0 0,1 0 0 0 0,3 0 1 0 0,1 1-1 0 0,-4 76 0 0 0,12-109-29 0 0,0 1 0 0 0,1 0-1 0 0,0-1 1 0 0,1 1 0 0 0,0-1 0 0 0,0 0 0 0 0,1 0 0 0 0,6 14 0 0 0,-9-22-11 0 0,0-1-1 0 0,0 1 1 0 0,0 0 0 0 0,1 0 0 0 0,-1 0 0 0 0,0 0 0 0 0,0-1 0 0 0,1 1-1 0 0,-1 0 1 0 0,1 0 0 0 0,-1 0 0 0 0,1-1 0 0 0,-1 1 0 0 0,1 0 0 0 0,-1-1-1 0 0,1 1 1 0 0,-1-1 0 0 0,1 1 0 0 0,0 0 0 0 0,-1-1 0 0 0,1 1 0 0 0,0-1-1 0 0,0 0 1 0 0,0 1 0 0 0,-1-1 0 0 0,1 0 0 0 0,0 1 0 0 0,0-1 0 0 0,0 0-1 0 0,0 0 1 0 0,-1 0 0 0 0,1 1 0 0 0,0-1 0 0 0,0 0 0 0 0,0 0 0 0 0,0 0-1 0 0,0-1 1 0 0,-1 1 0 0 0,1 0 0 0 0,0 0 0 0 0,0 0 0 0 0,0-1 0 0 0,0 1-1 0 0,-1 0 1 0 0,1-1 0 0 0,0 1 0 0 0,0-1 0 0 0,-1 1 0 0 0,1-1 0 0 0,0 1-1 0 0,0-1 1 0 0,-1 1 0 0 0,1-1 0 0 0,-1 0 0 0 0,2-1 0 0 0,4-5 13 0 0,0-1 0 0 0,0 0 0 0 0,0-1 0 0 0,3-8 0 0 0,-2 5-5 0 0,102-166 145 0 0,3-21 104 0 0,-95 167-162 0 0,8-26 147 0 0,-25 56 116 0 0,-1 2-349 0 0,1 0 1 0 0,-1 0-1 0 0,0 0 0 0 0,0 0 1 0 0,0 0-1 0 0,0 0 1 0 0,0 0-1 0 0,0 0 0 0 0,0 0 1 0 0,0 1-1 0 0,1-1 1 0 0,-1 0-1 0 0,0 0 1 0 0,0 1-1 0 0,0-1 0 0 0,0 1 1 0 0,0 0-1 0 0,0-1-8 0 0,0 1 59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43.2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1 225 13056 0 0,'0'0'3727'0'0,"9"10"-3589"0"0,27 32-39 0 0,32 38 199 0 0,127 116 1 0 0,-192-193-288 0 0,0 0 1 0 0,1-1-1 0 0,-1 1 0 0 0,1-1 1 0 0,0 0-1 0 0,0 0 0 0 0,0 0 1 0 0,0 0-1 0 0,0-1 0 0 0,0 0 1 0 0,0 0-1 0 0,8 1 1 0 0,-10-2-9 0 0,1 0 0 0 0,-1 0 0 0 0,1 0 1 0 0,-1-1-1 0 0,1 1 0 0 0,-1-1 0 0 0,0 0 1 0 0,1 0-1 0 0,-1 1 0 0 0,0-2 0 0 0,1 1 1 0 0,-1 0-1 0 0,0 0 0 0 0,0-1 0 0 0,0 1 1 0 0,0-1-1 0 0,0 0 0 0 0,0 0 0 0 0,-1 1 1 0 0,1-1-1 0 0,0 0 0 0 0,0-3 0 0 0,21-31 8 0 0,-1-1-1 0 0,-3-1 0 0 0,-1 0 1 0 0,-2-2-1 0 0,-1 0 0 0 0,10-47 0 0 0,-19 57-10 0 0,-1 0 0 0 0,2-57 0 0 0,-7 82 0 0 0,-1-1 0 0 0,1 1 0 0 0,-1-1 0 0 0,0 0 0 0 0,-1 1 0 0 0,-2-9 0 0 0,3 12 0 0 0,0-1 0 0 0,0 1 0 0 0,0-1 0 0 0,0 1 0 0 0,-1-1 0 0 0,1 1 0 0 0,-1 0 0 0 0,1-1 0 0 0,-1 1 0 0 0,0 0 0 0 0,0 0 0 0 0,0 0 0 0 0,0 1 0 0 0,0-1 0 0 0,-4-2 0 0 0,-9 1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44.7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1 190 10848 0 0,'45'-12'127'0'0,"20"-13"813"0"0,-30 8-101 0 0,-2-1 0 0 0,50-36 0 0 0,-78 51-726 0 0,-1 0-1 0 0,0 0 1 0 0,0-1 0 0 0,-1 1 0 0 0,1-1 0 0 0,4-6 0 0 0,-7 9-43 0 0,-5 1-66 0 0,0 0 0 0 0,1 1 1 0 0,-1-1-1 0 0,0 1 0 0 0,1 0 1 0 0,-1 0-1 0 0,1 0 0 0 0,-1 1 1 0 0,1-1-1 0 0,0 1 0 0 0,-1 0 1 0 0,1 0-1 0 0,0 0 0 0 0,0 0 1 0 0,0 1-1 0 0,-4 3 0 0 0,-1 4 18 0 0,0 0 0 0 0,0 1 0 0 0,-9 14 0 0 0,5-5-11 0 0,11-17-11 0 0,-1 0 0 0 0,1 0 0 0 0,0-1 0 0 0,0 1 0 0 0,0 0 0 0 0,1 0 0 0 0,-1 0 0 0 0,1 0 0 0 0,0 0 0 0 0,0 0 0 0 0,0 1 0 0 0,0-1 0 0 0,1 4 0 0 0,10 39 0 0 0,-10-42 0 0 0,4 3 0 0 0,22 9 0 0 0,-24-15 1 0 0,0 0 0 0 0,0 0 0 0 0,0 0 0 0 0,0 0 1 0 0,0-1-1 0 0,0 1 0 0 0,0-1 0 0 0,0 0 0 0 0,0 0 1 0 0,0 0-1 0 0,1 0 0 0 0,-1 0 0 0 0,0-1 1 0 0,0 1-1 0 0,0-1 0 0 0,0 0 0 0 0,0 0 0 0 0,0 0 1 0 0,-1 0-1 0 0,1-1 0 0 0,0 1 0 0 0,0-1 0 0 0,-1 0 1 0 0,1 0-1 0 0,-1 0 0 0 0,0 0 0 0 0,1 0 1 0 0,-1 0-1 0 0,0 0 0 0 0,2-4 0 0 0,6-7 8 0 0,0-1 0 0 0,0 0-1 0 0,-2 0 1 0 0,9-18 0 0 0,-14 25-6 0 0,26-56 53 0 0,-27 58-44 0 0,0 0 1 0 0,0-1-1 0 0,-1 1 0 0 0,0-1 0 0 0,0 1 0 0 0,0-1 0 0 0,0 1 0 0 0,-1-1 0 0 0,0 1 0 0 0,-1-7 0 0 0,1 12-9 0 0,0 0 1 0 0,0-1-1 0 0,0 1 1 0 0,-1-1-1 0 0,1 1 1 0 0,0 0-1 0 0,0-1 1 0 0,0 1-1 0 0,-1 0 1 0 0,1 0-1 0 0,0-1 1 0 0,0 1-1 0 0,-1 0 1 0 0,1 0-1 0 0,0-1 1 0 0,-1 1-1 0 0,1 0 1 0 0,0 0-1 0 0,-1 0 0 0 0,1-1 1 0 0,0 1-1 0 0,-1 0 1 0 0,1 0-1 0 0,0 0 1 0 0,-1 0-1 0 0,1 0 1 0 0,0 0-1 0 0,-1 0 1 0 0,1 0-1 0 0,-1 0 1 0 0,1 0-1 0 0,0 0 1 0 0,-1 0-1 0 0,1 0 1 0 0,0 0-1 0 0,-1 0 1 0 0,1 0-1 0 0,-1 0 1 0 0,1 0-1 0 0,0 1 1 0 0,-1-1-1 0 0,1 0 1 0 0,0 0-1 0 0,-1 0 0 0 0,1 1 1 0 0,0-1-1 0 0,-1 0 1 0 0,-13 11 80 0 0,9-2-47 0 0,0-1 0 0 0,1 1 1 0 0,0-1-1 0 0,0 1 1 0 0,1 0-1 0 0,0 1 1 0 0,1-1-1 0 0,0 0 1 0 0,0 1-1 0 0,1-1 1 0 0,0 1-1 0 0,1-1 1 0 0,0 1-1 0 0,1 0 1 0 0,0-1-1 0 0,0 1 1 0 0,1-1-1 0 0,5 17 0 0 0,-6-24-23 0 0,1 1-1 0 0,-1-1 1 0 0,0 0-1 0 0,1 1 1 0 0,0-1-1 0 0,0 0 1 0 0,0 0-1 0 0,0 0 1 0 0,0 0-1 0 0,0-1 1 0 0,0 1-1 0 0,0-1 1 0 0,1 1-1 0 0,-1-1 1 0 0,0 0-1 0 0,1 1 1 0 0,0-1-1 0 0,-1-1 1 0 0,1 1-1 0 0,-1 0 1 0 0,1 0-1 0 0,0-1 1 0 0,0 0-1 0 0,-1 0 1 0 0,1 1-1 0 0,0-2 1 0 0,0 1-1 0 0,4-1 1 0 0,2 0 22 0 0,0-1 1 0 0,0 0 0 0 0,0 0-1 0 0,-1-1 1 0 0,1 0-1 0 0,-1-1 1 0 0,11-5-1 0 0,-5 0 28 0 0,0 1-1 0 0,-1-2 0 0 0,0 1 0 0 0,-1-2 1 0 0,0 0-1 0 0,0 0 0 0 0,-1-1 1 0 0,11-16-1 0 0,1 1 134 0 0,-22 25-4 0 0,-3 2-175 0 0,-1 1 0 0 0,1-1 0 0 0,0 1 0 0 0,-1 0 0 0 0,1-1 0 0 0,0 1 0 0 0,0 0 0 0 0,-1 0 0 0 0,1 0 0 0 0,0 1 0 0 0,0-1 0 0 0,0 0 0 0 0,0 1 0 0 0,1 0 0 0 0,-1-1 0 0 0,0 1 0 0 0,1 0 0 0 0,-3 3 0 0 0,-26 44 178 0 0,18-26-75 0 0,11-22-113 0 0,-1 2 9 0 0,0-1 1 0 0,0 1-1 0 0,1 0 1 0 0,-1 0-1 0 0,0-1 1 0 0,1 1-1 0 0,0 0 1 0 0,0 0-1 0 0,0 1 1 0 0,0-1-1 0 0,0 0 1 0 0,1 0-1 0 0,-1 0 1 0 0,1 1-1 0 0,0-1 0 0 0,0 0 1 0 0,0 0-1 0 0,0 1 1 0 0,1 2-1 0 0,0-4 130 0 0,2 1-32 0 0,-3-3-111 0 0,0 0 0 0 0,0 1 0 0 0,0-1 1 0 0,0 0-1 0 0,0 1 0 0 0,0-1 0 0 0,1 0 1 0 0,-1 0-1 0 0,0 1 0 0 0,0-1 0 0 0,0 0 1 0 0,1 0-1 0 0,-1 1 0 0 0,0-1 0 0 0,0 0 1 0 0,1 0-1 0 0,-1 0 0 0 0,0 1 0 0 0,0-1 1 0 0,1 0-1 0 0,-1 0 0 0 0,0 0 0 0 0,1 0 1 0 0,-1 0-1 0 0,0 0 0 0 0,1 0 0 0 0,-1 1 1 0 0,0-1-1 0 0,1 0 0 0 0,-1 0 0 0 0,0 0 1 0 0,1 0-1 0 0,-1-1 0 0 0,0 1 0 0 0,1 0 1 0 0,-1 0-1 0 0,0 0 0 0 0,0 0 0 0 0,1 0 1 0 0,-1 0-1 0 0,0 0 0 0 0,1 0 0 0 0,-1-1 1 0 0,0 1-1 0 0,0 0 0 0 0,1 0 0 0 0,-1-1 1 0 0,8-3 26 0 0,-1-1 0 0 0,0 0 0 0 0,-1 0 0 0 0,1 0 1 0 0,-1-1-1 0 0,0 0 0 0 0,0 0 0 0 0,-1-1 0 0 0,0 0 1 0 0,6-10-1 0 0,14-16 104 0 0,3-6-23 0 0,-23 31-58 0 0,0-1 1 0 0,1 1-1 0 0,0 0 0 0 0,1 1 1 0 0,0-1-1 0 0,0 1 1 0 0,12-8-1 0 0,-19 14-47 0 0,0 1 1 0 0,1 0-1 0 0,-1 0 0 0 0,0 0 1 0 0,1-1-1 0 0,-1 1 0 0 0,1 0 1 0 0,-1 0-1 0 0,0 0 0 0 0,1 0 1 0 0,-1 0-1 0 0,1 0 0 0 0,-1 0 1 0 0,1 0-1 0 0,-1 0 0 0 0,0 0 1 0 0,1 0-1 0 0,-1 0 0 0 0,1 0 0 0 0,-1 0 1 0 0,1 0-1 0 0,-1 0 0 0 0,0 1 1 0 0,1-1-1 0 0,-1 0 0 0 0,0 0 1 0 0,1 0-1 0 0,-1 1 0 0 0,1-1 1 0 0,-1 0-1 0 0,0 1 0 0 0,0-1 1 0 0,1 0-1 0 0,-1 0 0 0 0,0 1 1 0 0,1-1-1 0 0,-1 1 0 0 0,0-1 1 0 0,0 0-1 0 0,0 1 0 0 0,0-1 1 0 0,1 0-1 0 0,-1 1 0 0 0,0-1 1 0 0,0 1-1 0 0,0-1 0 0 0,0 1 0 0 0,0-1 1 0 0,0 0-1 0 0,0 1 0 0 0,0-1 1 0 0,0 1-1 0 0,0-1 0 0 0,0 1 1 0 0,0-1-1 0 0,0 0 0 0 0,-1 1 1 0 0,1 40 129 0 0,-1-23-95 0 0,2 19 37 0 0,-1 0 1 0 0,-2 0-1 0 0,-1-1 0 0 0,-2 1 1 0 0,-19 70-1 0 0,17-89-46 0 0,-1 0-1 0 0,0-1 1 0 0,-1 0-1 0 0,-1-1 1 0 0,-1 0-1 0 0,-23 27 1 0 0,8-9 34 0 0,23-30-51 0 0,0 0 0 0 0,-1 0 1 0 0,1-1-1 0 0,-1 1 0 0 0,0-1 1 0 0,0 0-1 0 0,0 0 0 0 0,0 0 1 0 0,0 0-1 0 0,-1-1 0 0 0,0 0 1 0 0,1 0-1 0 0,-1 0 1 0 0,0 0-1 0 0,0-1 0 0 0,0 0 1 0 0,0 0-1 0 0,0 0 0 0 0,0 0 1 0 0,0-1-1 0 0,0 0 0 0 0,-9-1 1 0 0,12 0 41 0 0,-1-2-7 0 0,1-4-24 0 0,-1 1 1 0 0,1 0-1 0 0,0-1 1 0 0,0 1-1 0 0,1-1 1 0 0,0 0-1 0 0,0 1 1 0 0,1-1-1 0 0,0 0 1 0 0,0 1-1 0 0,0-1 1 0 0,1 0-1 0 0,0 0 1 0 0,0 1-1 0 0,1-1 1 0 0,-1 1-1 0 0,2-1 1 0 0,-1 1-1 0 0,1 0 1 0 0,0 0-1 0 0,0 0 1 0 0,0 0-1 0 0,9-10 1 0 0,-8 12-20 0 0,1 1 0 0 0,-1 0 0 0 0,1 0 1 0 0,0 0-1 0 0,0 0 0 0 0,0 1 0 0 0,1 0 0 0 0,-1 0 0 0 0,0 0 0 0 0,11-1 1 0 0,20-9 5 0 0,21-10-3 0 0,-1-4 1 0 0,-2-1-1 0 0,55-37 0 0 0,-62 36-11 0 0,-29 17 0 0 0,1 0 0 0 0,19-17 0 0 0,-20 17 0 0 0,-10 9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45.8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0 118 6424 0 0,'0'0'4424'0'0,"4"-3"-4152"0"0,9-8-175 0 0,-10 8 4 0 0,-1 1 239 0 0,1 0 1 0 0,-1 0-1 0 0,0 1 0 0 0,0-2 0 0 0,-1 1 0 0 0,1 0 0 0 0,0 0 0 0 0,-1-1 1 0 0,1 1-1 0 0,1-5 0 0 0,3-2-358 0 0,-5 7 82 0 0,0 2-33 0 0,5-2-24 0 0,-2 2-24 0 0,0-1 1 0 0,0 0 0 0 0,-1 0 0 0 0,1-1 0 0 0,0 1 0 0 0,-1-1 0 0 0,1 0 0 0 0,-1 0 0 0 0,0 0-1 0 0,6-5 1 0 0,8-4-68 0 0,-10 8 36 0 0,0 0 0 0 0,1 0 0 0 0,0 0 0 0 0,0 1 0 0 0,-1 1 0 0 0,1-1 0 0 0,0 1 0 0 0,0 0 0 0 0,1 1 0 0 0,-1 0 0 0 0,0 0 0 0 0,0 1 0 0 0,0 0-1 0 0,0 1 1 0 0,0-1 0 0 0,-1 1 0 0 0,1 1 0 0 0,0 0 0 0 0,-1 0 0 0 0,1 0 0 0 0,-1 1 0 0 0,0 0 0 0 0,8 6 0 0 0,-15-7 30 0 0,0 0-1 0 0,-1 1 1 0 0,1-1 0 0 0,-1 0 0 0 0,1 0-1 0 0,-1 0 1 0 0,-2 5 0 0 0,2-5-4 0 0,-1 2 8 0 0,0 0 0 0 0,0 0 1 0 0,-1 0-1 0 0,1 0 0 0 0,-1 0 0 0 0,0-1 0 0 0,-1 1 1 0 0,1-1-1 0 0,-1 0 0 0 0,0 0 0 0 0,0 0 1 0 0,0 0-1 0 0,0-1 0 0 0,-1 0 0 0 0,0 0 0 0 0,1 0 1 0 0,-9 3-1 0 0,12-6 12 0 0,0 0 0 0 0,0 0 0 0 0,0 0 0 0 0,0 0 0 0 0,0 0 0 0 0,0 0 0 0 0,0-1 0 0 0,0 1 0 0 0,0 0 0 0 0,0-1 0 0 0,1 1 0 0 0,-1 0 0 0 0,0-1 0 0 0,0 1 1 0 0,0-1-1 0 0,0 0 0 0 0,0 1 0 0 0,1-1 0 0 0,-1 0 0 0 0,0 1 0 0 0,1-1 0 0 0,-1 0 0 0 0,0 0 0 0 0,1 0 0 0 0,-1 0 0 0 0,1 1 0 0 0,-1-1 0 0 0,1 0 0 0 0,-1 0 0 0 0,1 0 0 0 0,0 0 0 0 0,0 0 0 0 0,-1-2 0 0 0,-7-34 2 0 0,7 31 0 0 0,1-1-1 0 0,0 1 1 0 0,0-1-1 0 0,1 1 1 0 0,-1-1-1 0 0,1 1 1 0 0,1-1-1 0 0,-1 1 1 0 0,1 0-1 0 0,0 0 1 0 0,0 0-1 0 0,5-8 1 0 0,-2 7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47.5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0 600 6128 0 0,'5'-4'528'0'0,"57"-65"1936"0"0,-7 19-1110 0 0,34-59-358 0 0,-88 108-983 0 0,-1 0-1 0 0,1 0 1 0 0,0 0 0 0 0,0 0-1 0 0,-1 0 1 0 0,1 0-1 0 0,0 0 1 0 0,-1 0-1 0 0,1 0 1 0 0,-1 0 0 0 0,0 0-1 0 0,1 0 1 0 0,-1 0-1 0 0,0 0 1 0 0,1-3 0 0 0,-1 4-11 0 0,0 0 0 0 0,0-1 1 0 0,0 1-1 0 0,-1 0 0 0 0,1-1 1 0 0,0 1-1 0 0,0 0 1 0 0,0 0-1 0 0,0-1 0 0 0,0 1 1 0 0,0 0-1 0 0,-1 0 0 0 0,1-1 1 0 0,0 1-1 0 0,0 0 1 0 0,0 0-1 0 0,-1 0 0 0 0,1-1 1 0 0,0 1-1 0 0,0 0 0 0 0,-1 0 1 0 0,1 0-1 0 0,0 0 1 0 0,-1-1-1 0 0,1 1 0 0 0,0 0 1 0 0,0 0-1 0 0,-1 0 0 0 0,1 0 1 0 0,0 0-1 0 0,-1 0 1 0 0,1 0-1 0 0,0 0 0 0 0,-1 0 1 0 0,1 0-1 0 0,0 0 0 0 0,0 0 1 0 0,-1 0-1 0 0,1 0 1 0 0,0 0-1 0 0,-1 0 0 0 0,1 0 1 0 0,0 1-1 0 0,0-1 0 0 0,-1 0 1 0 0,1 0-1 0 0,0 0 1 0 0,0 0-1 0 0,-1 1 0 0 0,-3 1-1 0 0,0 0-1 0 0,0 1 1 0 0,0-1-1 0 0,0 1 1 0 0,0 0-1 0 0,1 0 1 0 0,-1 1-1 0 0,1-1 1 0 0,0 1-1 0 0,-4 5 0 0 0,-26 46 7 0 0,19-31-3 0 0,9-12-4 0 0,0-1 0 0 0,0 1 1 0 0,1 0-1 0 0,1 0 0 0 0,0 0 0 0 0,0 0 0 0 0,1 1 0 0 0,1-1 0 0 0,0 1 0 0 0,1 0 0 0 0,0-1 0 0 0,1 1 0 0 0,1-1 0 0 0,0 1 0 0 0,0-1 0 0 0,1 0 1 0 0,1 0-1 0 0,9 21 0 0 0,-12-31 0 0 0,-1 0 1 0 0,1 0 0 0 0,1 0 0 0 0,-1-1-1 0 0,0 1 1 0 0,0 0 0 0 0,1 0 0 0 0,-1-1-1 0 0,1 1 1 0 0,0-1 0 0 0,-1 1-1 0 0,1-1 1 0 0,0 0 0 0 0,3 2 0 0 0,-4-3 0 0 0,0 1 0 0 0,1-1 1 0 0,-1 0-1 0 0,0 1 1 0 0,1-1-1 0 0,-1 0 0 0 0,0 0 1 0 0,1 0-1 0 0,-1 0 1 0 0,1 0-1 0 0,-1 0 0 0 0,0-1 1 0 0,1 1-1 0 0,-1 0 0 0 0,0-1 1 0 0,0 1-1 0 0,2-2 1 0 0,0 1 1 0 0,0-1 0 0 0,0 0 0 0 0,0 0 0 0 0,0-1 0 0 0,-1 1 0 0 0,1 0 1 0 0,-1-1-1 0 0,0 0 0 0 0,0 1 0 0 0,0-1 0 0 0,0 0 0 0 0,0 0 0 0 0,1-4 1 0 0,7-20 27 0 0,-2-1 1 0 0,-1 0 0 0 0,6-54-1 0 0,-12 75 1 0 0,-1 0 0 0 0,0-1-1 0 0,0 1 1 0 0,-1 0-1 0 0,1 0 1 0 0,-4-12 0 0 0,3 18 301 0 0,0 27-14 0 0,8 54 267 0 0,-7-79-575 0 0,1 0 10 0 0,-1 0 1 0 0,1 1-1 0 0,-1-1 0 0 0,0 0 1 0 0,1 0-1 0 0,0 0 1 0 0,-1 0-1 0 0,1 0 0 0 0,0 0 1 0 0,-1 0-1 0 0,1-1 1 0 0,0 1-1 0 0,0 0 0 0 0,0 0 1 0 0,0 0-1 0 0,0-1 1 0 0,0 1-1 0 0,0 0 0 0 0,0-1 1 0 0,0 1-1 0 0,0-1 1 0 0,0 0-1 0 0,0 1 0 0 0,0-1 1 0 0,0 0-1 0 0,1 1 0 0 0,-1-1 1 0 0,0 0-1 0 0,2 0 1 0 0,0 0 5 0 0,-1 0 1 0 0,1 0-1 0 0,-1 0 1 0 0,0 0-1 0 0,1-1 0 0 0,-1 1 1 0 0,1-1-1 0 0,-1 1 1 0 0,0-1-1 0 0,1 0 1 0 0,-1 0-1 0 0,0 0 1 0 0,0 0-1 0 0,0 0 1 0 0,2-2-1 0 0,12-12 123 0 0,0 0 0 0 0,-2-1 0 0 0,19-25 0 0 0,-26 29-87 0 0,0-1-1 0 0,-1 0 1 0 0,0 0-1 0 0,-1-1 0 0 0,0 0 1 0 0,-1 0-1 0 0,-1 0 1 0 0,0 0-1 0 0,-1 0 1 0 0,0-25-1 0 0,-1 6 59 0 0,-2-1-1 0 0,-2 1 1 0 0,-10-53-1 0 0,10 75-71 0 0,-1 0-1 0 0,0 0 0 0 0,0 0 0 0 0,-1 0 1 0 0,-8-11-1 0 0,-7-18 122 0 0,19 39-150 0 0,0-1 1 0 0,0 1-1 0 0,0-1 0 0 0,0 1 0 0 0,-1-1 0 0 0,1 1 0 0 0,0 0 0 0 0,0-1 0 0 0,-1 1 0 0 0,1 0 0 0 0,-4-2 0 0 0,5 3-22 0 0,-3-2 87 0 0,2-4 115 0 0,-1 9 15 0 0,3 16-59 0 0,20 32 42 0 0,2-1 1 0 0,34 54-1 0 0,-32-62-79 0 0,-2 1-1 0 0,-2 1 1 0 0,16 48-1 0 0,-37-92-117 0 0,23 66 214 0 0,-21-60-167 0 0,1-1 0 0 0,-1 1-1 0 0,1-1 1 0 0,0 0 0 0 0,1 0 0 0 0,-1 0-1 0 0,1 0 1 0 0,5 5 0 0 0,-8-10-38 0 0,-1 1 0 0 0,1-1 0 0 0,-1 0 0 0 0,1 1 0 0 0,-1-1 0 0 0,1 0 0 0 0,-1 0 0 0 0,1 1 0 0 0,0-1 0 0 0,-1 0 0 0 0,1 0 0 0 0,-1 0 0 0 0,1 0 0 0 0,-1 0 0 0 0,1 0 0 0 0,0 1 0 0 0,-1-1 1 0 0,1-1-1 0 0,-1 1 0 0 0,1 0 0 0 0,0 0 0 0 0,-1 0 0 0 0,2 0 0 0 0,-2-1-10 0 0,2 1 81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5:47.9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12760 0 0,'29'0'419'0'0,"-9"0"484"0"0,-19 0-323 0 0,11 0 652 0 0,3 3-1078 0 0,0-1-1 0 0,1 0 1 0 0,-1-1 0 0 0,1-1-1 0 0,20-2 1 0 0,-20 0-65 0 0,0 1 0 0 0,0 1 0 0 0,0 1 0 0 0,0 0 0 0 0,21 5 0 0 0,-7 1-38 0 0,0 2 0 0 0,40 17 0 0 0,-55-20-43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6:23.4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1 441 11656 0 0,'2'-1'3'0'0,"18"-7"21"0"0,-7 0 62 0 0,-12 7 61 0 0,0 0-140 0 0,0-1 1 0 0,0 0 0 0 0,0 0 0 0 0,0 0-1 0 0,0 0 1 0 0,0 0 0 0 0,-1 0 0 0 0,1 0-1 0 0,-1 0 1 0 0,1-4 0 0 0,1-2 8 0 0,2-1-10 0 0,0 1 0 0 0,0-1-1 0 0,1 1 1 0 0,0 1 0 0 0,0-1 0 0 0,1 1 0 0 0,0-1-1 0 0,1 2 1 0 0,-1-1 0 0 0,1 1 0 0 0,0 0 0 0 0,1 0-1 0 0,-1 1 1 0 0,1 0 0 0 0,0 0 0 0 0,1 1-1 0 0,12-5 1 0 0,-14 6-2 0 0,-1 1 0 0 0,1 0 0 0 0,0 0 0 0 0,0 1 0 0 0,1-1 0 0 0,-1 2 0 0 0,0-1 0 0 0,0 1 0 0 0,0 0 0 0 0,0 0 0 0 0,1 1-1 0 0,-1 0 1 0 0,0 0 0 0 0,0 1 0 0 0,0 0 0 0 0,0 0 0 0 0,-1 1 0 0 0,1 0 0 0 0,-1 0 0 0 0,1 0 0 0 0,-1 1 0 0 0,0 0 0 0 0,6 5 0 0 0,-6-4-3 0 0,-1 0 1 0 0,0 1-1 0 0,0 0 1 0 0,0 0 0 0 0,0 0-1 0 0,-1 0 1 0 0,0 1-1 0 0,-1 0 1 0 0,1 0 0 0 0,-1 0-1 0 0,-1 0 1 0 0,1 0-1 0 0,-1 0 1 0 0,2 13 0 0 0,-4-19-3 0 0,0 13 21 0 0,0 0 0 0 0,-1 0-1 0 0,-1 0 1 0 0,-3 16 0 0 0,4-27-8 0 0,0 0-1 0 0,0 0 1 0 0,0 0-1 0 0,0 0 0 0 0,0 0 1 0 0,-1 0-1 0 0,1 0 1 0 0,-1 0-1 0 0,0 0 0 0 0,0-1 1 0 0,0 1-1 0 0,0-1 1 0 0,-1 0-1 0 0,1 1 0 0 0,0-1 1 0 0,-1 0-1 0 0,0 0 1 0 0,1-1-1 0 0,-1 1 1 0 0,0 0-1 0 0,0-1 0 0 0,0 0 1 0 0,0 1-1 0 0,-6 0 1 0 0,1 0 45 0 0,0 0 0 0 0,0-1 0 0 0,0 0-1 0 0,-1 0 1 0 0,1 0 0 0 0,0-1 0 0 0,-1-1 0 0 0,1 0 0 0 0,0 0 0 0 0,0 0 0 0 0,0-1 0 0 0,-1 0 0 0 0,2-1 0 0 0,-1 1 0 0 0,0-2 0 0 0,0 1 0 0 0,-13-10 0 0 0,18 11-41 0 0,2 2-3 0 0,0 0 0 0 0,0 0 0 0 0,0-1 1 0 0,1 1-1 0 0,-1-1 0 0 0,0 1 0 0 0,0-1 1 0 0,0 1-1 0 0,1-1 0 0 0,-1 1 0 0 0,0-1 1 0 0,1 0-1 0 0,-1 1 0 0 0,0-1 0 0 0,1 0 1 0 0,-1 0-1 0 0,1 1 0 0 0,-1-1 0 0 0,1 0 1 0 0,-1 0-1 0 0,1 0 0 0 0,0 0 0 0 0,-1 1 1 0 0,1-1-1 0 0,0 0 0 0 0,0 0 0 0 0,0 0 1 0 0,0 0-1 0 0,0 0 0 0 0,0 0 0 0 0,0 0 1 0 0,0 0-1 0 0,0 0 0 0 0,0 0 0 0 0,0 0 1 0 0,0 0-1 0 0,1 1 0 0 0,-1-1 0 0 0,0 0 1 0 0,1 0-1 0 0,-1 0 0 0 0,1 0 0 0 0,0 0 1 0 0,0-1 72 0 0,26-15 246 0 0,-18 12-278 0 0,-1 1 0 0 0,1 0 1 0 0,0 1-1 0 0,1 0 0 0 0,-1 0 0 0 0,0 1 0 0 0,12-1 0 0 0,68-1 528 0 0,-63 4-406 0 0,0-1-1 0 0,35-6 1 0 0,-31 2-109 0 0,1-2 1 0 0,-1-2 0 0 0,0 0-1 0 0,52-25 1 0 0,42-31 204 0 0,-76 42-147 0 0,0-2 118 0 0,-46 24-158 0 0,1-6 230 0 0,-11 15-131 0 0,-35 27-33 0 0,33-28-125 0 0,0 1 0 0 0,0 0 1 0 0,1 0-1 0 0,0 1 0 0 0,0 1 0 0 0,1-1 0 0 0,-13 22 0 0 0,13-17 24 0 0,-8 13 47 0 0,-12 30 0 0 0,25-49-61 0 0,0 1 0 0 0,0 0 0 0 0,1 0 0 0 0,0 0 1 0 0,0 0-1 0 0,1 0 0 0 0,0 0 0 0 0,1 10 0 0 0,0-16-22 0 0,0 0 0 0 0,0-1-1 0 0,1 1 1 0 0,-1 0 0 0 0,1 0 0 0 0,0-1-1 0 0,0 1 1 0 0,0 0 0 0 0,0-1-1 0 0,0 1 1 0 0,1-1 0 0 0,-1 0-1 0 0,1 1 1 0 0,-1-1 0 0 0,1 0-1 0 0,0 0 1 0 0,0 0 0 0 0,0 0 0 0 0,0 0-1 0 0,0-1 1 0 0,1 1 0 0 0,-1 0-1 0 0,1-1 1 0 0,-1 0 0 0 0,1 0-1 0 0,-1 1 1 0 0,1-1 0 0 0,-1-1-1 0 0,1 1 1 0 0,3 0 0 0 0,8 2 54 0 0,0-2 0 0 0,0 1 0 0 0,0-2 0 0 0,24-1 0 0 0,-20 0-19 0 0,5-2 42 0 0,0 0 0 0 0,0-1 1 0 0,41-15-1 0 0,-52 15-54 0 0,-1-1 0 0 0,0-1 1 0 0,0 0-1 0 0,0 0 0 0 0,-1-1 0 0 0,1-1 0 0 0,-2 0 1 0 0,13-11-1 0 0,-5 1 62 0 0,-1-1 1 0 0,29-40-1 0 0,-39 47-61 0 0,0 1 1 0 0,-1-1-1 0 0,0 0 0 0 0,-1 0 0 0 0,4-18 0 0 0,2-2 49 0 0,-4 12-33 0 0,-1 0-1 0 0,-1-1 0 0 0,-1 0 0 0 0,-1 1 0 0 0,0-31 0 0 0,-2 40 0 0 0,0 0-1 0 0,-1-1 0 0 0,-1 1 0 0 0,0 0 0 0 0,-1 0 1 0 0,0 0-1 0 0,0 0 0 0 0,-1 1 0 0 0,-1-1 0 0 0,1 1 0 0 0,-11-16 1 0 0,14 25-44 0 0,0 0 0 0 0,0-1-1 0 0,0 1 1 0 0,0 0 0 0 0,-1 0 0 0 0,1 0 0 0 0,0 0 0 0 0,0 0 0 0 0,-1 0 0 0 0,1 0 0 0 0,-1 0 0 0 0,1 1 0 0 0,-1-1-1 0 0,1 0 1 0 0,-1 1 0 0 0,1-1 0 0 0,-1 1 0 0 0,0 0 0 0 0,1-1 0 0 0,-1 1 0 0 0,1 0 0 0 0,-1 0 0 0 0,0 0 0 0 0,1 0 0 0 0,-1 0-1 0 0,0 1 1 0 0,1-1 0 0 0,-1 0 0 0 0,1 1 0 0 0,-1-1 0 0 0,1 1 0 0 0,-1 0 0 0 0,1-1 0 0 0,-1 1 0 0 0,1 0 0 0 0,-1 0-1 0 0,1 0 1 0 0,0 0 0 0 0,-2 1 0 0 0,-1 2 8 0 0,-1-1 0 0 0,1 1-1 0 0,0 0 1 0 0,1 0 0 0 0,-1 1 0 0 0,1-1-1 0 0,0 1 1 0 0,0 0 0 0 0,-4 9 0 0 0,-63 169 211 0 0,66-169-204 0 0,0 1 0 0 0,1-1 1 0 0,-1 28-1 0 0,4-32-6 0 0,-1 0 0 0 0,0-1 0 0 0,-1 1 0 0 0,0-1 0 0 0,-1 1 1 0 0,-4 11-1 0 0,5-16 14 0 0,3 2 31 0 0,0 1 34 0 0,6-16-72 0 0,1-6-16 0 0,1 1 1 0 0,-1 0-1 0 0,21-21 1 0 0,-25 30-9 0 0,-1 0 1 0 0,1 1-1 0 0,0 0 1 0 0,0-1 0 0 0,0 1-1 0 0,1 1 1 0 0,-1-1 0 0 0,1 1-1 0 0,-1 0 1 0 0,1 0-1 0 0,0 0 1 0 0,0 0 0 0 0,0 1-1 0 0,0 0 1 0 0,0 0 0 0 0,6 0-1 0 0,-9 1 1 0 0,1 0 0 0 0,0 1 0 0 0,-1 0 0 0 0,1-1 0 0 0,-1 1 0 0 0,1 0 1 0 0,-1 0-1 0 0,0 0 0 0 0,1 1 0 0 0,-1-1 0 0 0,0 0 0 0 0,0 1 0 0 0,0 0 0 0 0,0-1 0 0 0,0 1 0 0 0,0 0 0 0 0,0 0 0 0 0,-1 0 0 0 0,1 0 0 0 0,-1 0 0 0 0,1 1 0 0 0,-1-1 0 0 0,0 0 0 0 0,0 1 0 0 0,1 2 0 0 0,4 10 26 0 0,0 1 0 0 0,5 32 0 0 0,-3-17 13 0 0,-5-20-7 0 0,2-1 0 0 0,-1 1 0 0 0,1-1 0 0 0,1 0 0 0 0,0-1 0 0 0,0 1 1 0 0,1-1-1 0 0,0-1 0 0 0,0 1 0 0 0,17 14 0 0 0,-21-21-15 0 0,0 1 1 0 0,1 0-1 0 0,-1-1 0 0 0,0 0 1 0 0,1 0-1 0 0,0 0 0 0 0,-1 0 1 0 0,1-1-1 0 0,0 1 0 0 0,0-1 1 0 0,0 0-1 0 0,0 0 0 0 0,0 0 1 0 0,0-1-1 0 0,0 1 0 0 0,0-1 1 0 0,1 0-1 0 0,-1 0 0 0 0,0-1 1 0 0,0 1-1 0 0,0-1 0 0 0,0 0 1 0 0,0 0-1 0 0,0 0 0 0 0,0 0 1 0 0,0-1-1 0 0,-1 0 0 0 0,1 0 1 0 0,0 0-1 0 0,-1 0 0 0 0,1 0 1 0 0,5-6-1 0 0,-2 0 20 0 0,0 0-1 0 0,0-1 1 0 0,-1 0 0 0 0,0 0 0 0 0,0-1 0 0 0,-1 0-1 0 0,0 0 1 0 0,-1 0 0 0 0,0 0 0 0 0,0-1-1 0 0,3-20 1 0 0,-7 26-21 0 0,1-1-1 0 0,-1 0 0 0 0,0 1 1 0 0,0-1-1 0 0,-1 1 1 0 0,0-1-1 0 0,0 0 0 0 0,0 1 1 0 0,-1 0-1 0 0,0-1 1 0 0,-4-8-1 0 0,5 10-8 0 0,0 1-1 0 0,-1 0 1 0 0,0-1 0 0 0,1 1 0 0 0,-1 0-1 0 0,0 0 1 0 0,-1 1 0 0 0,1-1 0 0 0,0 0-1 0 0,-1 1 1 0 0,1-1 0 0 0,-1 1 0 0 0,0 0-1 0 0,0 0 1 0 0,0 0 0 0 0,0 0-1 0 0,0 0 1 0 0,-7-2 0 0 0,7 4-3 0 0,0 0 1 0 0,0 1 0 0 0,0-1-1 0 0,0 0 1 0 0,0 1-1 0 0,1 0 1 0 0,-1 0-1 0 0,0 0 1 0 0,0 0-1 0 0,0 0 1 0 0,1 0 0 0 0,-1 1-1 0 0,1-1 1 0 0,-1 1-1 0 0,1 0 1 0 0,0-1-1 0 0,0 1 1 0 0,-1 0 0 0 0,1 1-1 0 0,0-1 1 0 0,1 0-1 0 0,-3 4 1 0 0,-1 0 5 0 0,1-1 0 0 0,1 2 0 0 0,-1-1 0 0 0,1 0 0 0 0,0 1 1 0 0,0 0-1 0 0,-3 10 0 0 0,2 0 16 0 0,3-14-22 0 0,0 0 1 0 0,0 1 0 0 0,1-1-1 0 0,-1 1 1 0 0,1 0 0 0 0,0-1-1 0 0,0 1 1 0 0,0 5 0 0 0,1-7 17 0 0,12 6 11 0 0,-3-8-21 0 0,-1-1 0 0 0,0-1 0 0 0,0 0 0 0 0,16-5 0 0 0,-20 5-9 0 0,0 0-1 0 0,0 0 1 0 0,0 1-1 0 0,0 0 0 0 0,1-1 1 0 0,-1 2-1 0 0,0-1 1 0 0,1 1-1 0 0,-1 0 1 0 0,1 0-1 0 0,-1 0 1 0 0,0 1-1 0 0,1 0 0 0 0,-1 0 1 0 0,0 0-1 0 0,0 0 1 0 0,7 4-1 0 0,-8-3 1 0 0,0 1-1 0 0,0 0 1 0 0,0 0-1 0 0,-1 0 1 0 0,1 1-1 0 0,-1-1 1 0 0,0 1-1 0 0,0 0 1 0 0,0 0-1 0 0,0 0 1 0 0,-1 0 0 0 0,0 0-1 0 0,4 9 1 0 0,-4-6 4 0 0,1 0 0 0 0,-2 0 0 0 0,1 0 0 0 0,-1 0 0 0 0,0 0 0 0 0,0 0 0 0 0,0 1 0 0 0,-2 8 1 0 0,1-15-6 0 0,0 0 1 0 0,0-1 0 0 0,0 1 0 0 0,0 0-1 0 0,0-1 1 0 0,0 1 0 0 0,0 0 0 0 0,0-1-1 0 0,0 1 1 0 0,0 0 0 0 0,-1-1 0 0 0,1 1-1 0 0,0 0 1 0 0,0-1 0 0 0,-1 1 0 0 0,1 0-1 0 0,-1-1 1 0 0,1 1 0 0 0,0-1 0 0 0,-1 1-1 0 0,1-1 1 0 0,-1 1 0 0 0,1-1 0 0 0,-1 1-1 0 0,0-1 1 0 0,0 1 0 0 0,0-2-3 0 0,1 1 1 0 0,0-1-1 0 0,0 1 1 0 0,0-1-1 0 0,-1 0 1 0 0,1 1-1 0 0,0-1 1 0 0,0 0-1 0 0,0 1 1 0 0,0-1-1 0 0,0 0 1 0 0,0 1-1 0 0,0-1 1 0 0,0 0-1 0 0,1 1 1 0 0,-1-1-1 0 0,0 0 1 0 0,0 1-1 0 0,0-1 1 0 0,1 0-1 0 0,-1 1 1 0 0,0-1-1 0 0,1 1 0 0 0,-1-1 1 0 0,1 1-1 0 0,-1-1 1 0 0,0 1-1 0 0,1-1 1 0 0,-1 1-1 0 0,2-1 1 0 0,1-4 6 0 0,0 1 1 0 0,1 0-1 0 0,-1 0 1 0 0,1 0-1 0 0,0 0 1 0 0,0 1-1 0 0,1-1 1 0 0,-1 1-1 0 0,1 0 0 0 0,7-3 1 0 0,-11 5-6 0 0,1 0 1 0 0,-1 1-1 0 0,1-1 1 0 0,0 0-1 0 0,-1 1 1 0 0,1-1-1 0 0,0 1 1 0 0,0 0-1 0 0,-1 0 0 0 0,1 0 1 0 0,0 0-1 0 0,0 0 1 0 0,-1 0-1 0 0,1 0 1 0 0,0 0-1 0 0,0 1 1 0 0,-1-1-1 0 0,1 1 1 0 0,0-1-1 0 0,-1 1 0 0 0,1-1 1 0 0,0 1-1 0 0,-1 0 1 0 0,1 0-1 0 0,-1 0 1 0 0,0 0-1 0 0,1 0 1 0 0,-1 0-1 0 0,0 1 1 0 0,1-1-1 0 0,-1 0 0 0 0,0 1 1 0 0,0-1-1 0 0,0 1 1 0 0,0-1-1 0 0,0 1 1 0 0,0 1-1 0 0,2 5 20 0 0,0-1-1 0 0,0 1 0 0 0,-1 0 0 0 0,2 14 1 0 0,8 23 106 0 0,-11-44-54 0 0,6-30 9 0 0,-6 25-75 0 0,0-1 0 0 0,1 1-1 0 0,-1 0 1 0 0,1-1 0 0 0,0 1 0 0 0,0 0-1 0 0,0 0 1 0 0,0 0 0 0 0,1 1-1 0 0,-1-1 1 0 0,1 0 0 0 0,0 1 0 0 0,0 0-1 0 0,0 0 1 0 0,1 0 0 0 0,-1 0-1 0 0,1 0 1 0 0,0 1 0 0 0,0-1 0 0 0,0 1-1 0 0,0 0 1 0 0,0 0 0 0 0,8-2 0 0 0,-10 4 11 0 0,2 6 0 0 0,0-1 1 0 0,1 1 0 0 0,-1-1-1 0 0,11 10 1 0 0,-13-14-23 0 0,-1 1 5 0 0,1 0 0 0 0,-1 0 0 0 0,0-1 0 0 0,1 1 0 0 0,-1 0 0 0 0,1-1 1 0 0,-1 1-1 0 0,1-1 0 0 0,0 0 0 0 0,0 1 0 0 0,0-1 0 0 0,0 0 1 0 0,0 0-1 0 0,0 0 0 0 0,0 0 0 0 0,0-1 0 0 0,0 1 0 0 0,0-1 1 0 0,0 1-1 0 0,0-1 0 0 0,1 0 0 0 0,-1 1 0 0 0,3-2 0 0 0,0 0 4 0 0,-1-1-1 0 0,0 1 1 0 0,0-1-1 0 0,0 0 1 0 0,0-1-1 0 0,0 1 1 0 0,0-1-1 0 0,-1 0 1 0 0,7-5-1 0 0,5-5 19 0 0,-1 0-1 0 0,0-1 1 0 0,0 0-1 0 0,-1-1 1 0 0,-1-1-1 0 0,-1 0 1 0 0,0 0-1 0 0,16-36 1 0 0,-26 52-25 0 0,-1-1 0 0 0,0 1 0 0 0,0 0 0 0 0,0 0 0 0 0,0-1 0 0 0,0 1 0 0 0,0 0 0 0 0,0 0 0 0 0,0-1 0 0 0,0 1 0 0 0,1 0 0 0 0,-1-1 0 0 0,0 1 0 0 0,-1 0 0 0 0,1-1 0 0 0,0 1 0 0 0,0 0 0 0 0,0 0 1 0 0,0-1-1 0 0,0 1 0 0 0,0 0 0 0 0,0-1 0 0 0,0 1 0 0 0,0 0 0 0 0,-1 0 0 0 0,1-1 0 0 0,0 1 0 0 0,0 0 0 0 0,0 0 0 0 0,0-1 0 0 0,-1 1 0 0 0,1 0 0 0 0,0 0 0 0 0,0 0 0 0 0,-1 0 0 0 0,1-1 0 0 0,0 1 1 0 0,0 0-1 0 0,-1 0 0 0 0,1 0 0 0 0,-1 0 0 0 0,1 0 1 0 0,-1 0-1 0 0,1 0 1 0 0,-1 0-1 0 0,1 0 1 0 0,-1 0-1 0 0,1 1 1 0 0,-1-1-1 0 0,1 0 1 0 0,0 0-1 0 0,-1 0 1 0 0,1 1 0 0 0,-1-1-1 0 0,1 0 1 0 0,0 1-1 0 0,-1-1 1 0 0,1 0-1 0 0,0 1 1 0 0,-1-1-1 0 0,1 0 1 0 0,0 1-1 0 0,0-1 1 0 0,-1 1-1 0 0,1-1 1 0 0,0 0-1 0 0,0 1 1 0 0,0-1-1 0 0,0 1 1 0 0,0-1-1 0 0,-1 1 1 0 0,1 0 0 0 0,-5 18 9 0 0,0 0 0 0 0,1 0 0 0 0,1 1 0 0 0,1-1 0 0 0,0 1 0 0 0,2 0 0 0 0,0 0 0 0 0,1-1 0 0 0,5 24 0 0 0,-6-41-9 0 0,0 0 0 0 0,1 0 0 0 0,-1 0 0 0 0,1 0 0 0 0,0 0 0 0 0,0 1 0 0 0,0-1 0 0 0,0-1 0 0 0,0 1 0 0 0,0 0 0 0 0,0 0 0 0 0,1 0 0 0 0,-1 0 0 0 0,1-1 0 0 0,-1 1 0 0 0,1-1 0 0 0,-1 1-1 0 0,3 0 1 0 0,-2-1 0 0 0,-1-1-1 0 0,1 0 0 0 0,-1 0 0 0 0,1 0 1 0 0,-1 0-1 0 0,1 0 0 0 0,-1 0 0 0 0,1 0 1 0 0,-1-1-1 0 0,1 1 0 0 0,-1 0 0 0 0,1-1 1 0 0,-1 0-1 0 0,0 1 0 0 0,1-1 0 0 0,-1 0 0 0 0,0 1 1 0 0,1-1-1 0 0,-1 0 0 0 0,0 0 0 0 0,0 0 1 0 0,0 0-1 0 0,0 0 0 0 0,0 0 0 0 0,0 0 1 0 0,1-2-1 0 0,9-10 7 0 0,-1 0 0 0 0,-1 0 1 0 0,0-1-1 0 0,-1-1 0 0 0,0 1 1 0 0,-1-1-1 0 0,-1 0 0 0 0,8-32 0 0 0,-11 32 5 0 0,-7 12 8 0 0,3 4-20 0 0,0-1-1 0 0,0 1 1 0 0,0 0 0 0 0,0 0-1 0 0,1-1 1 0 0,-1 1 0 0 0,0 0-1 0 0,1 0 1 0 0,-1 0 0 0 0,1 0 0 0 0,-1 0-1 0 0,1 0 1 0 0,-1 0 0 0 0,1 0-1 0 0,0 0 1 0 0,0 0 0 0 0,-1 0-1 0 0,1 2 1 0 0,-1 11 1 0 0,1-1 0 0 0,0 1 0 0 0,1-1 0 0 0,1 0 0 0 0,0 1 1 0 0,1-1-1 0 0,0 0 0 0 0,1 0 0 0 0,1 0 0 0 0,6 13 0 0 0,5-6-1 0 0,-8-14-1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6:24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15376 0 0,'69'2'411'0'0,"-41"1"383"0"0,46 9 0 0 0,-56-7-524 0 0,-1 0 1 0 0,1 1-1 0 0,-1 0 0 0 0,0 2 1 0 0,-1 0-1 0 0,0 1 1 0 0,19 14-1 0 0,-27-17-193 0 0,1 1-1 0 0,0-1 1 0 0,0 0 0 0 0,0-1 0 0 0,0 0-1 0 0,1-1 1 0 0,0 0 0 0 0,0 0 0 0 0,0-1-1 0 0,0 0 1 0 0,1-1 0 0 0,15 2-1 0 0,-25-4-72 0 0,1-1-1 0 0,-1 1 0 0 0,1 0 0 0 0,-1-1 0 0 0,1 1 0 0 0,-1-1 1 0 0,0 0-1 0 0,1 1 0 0 0,-1-1 0 0 0,0 0 0 0 0,1 0 1 0 0,-1 0-1 0 0,0 0 0 0 0,0 0 0 0 0,0 0 0 0 0,0 0 1 0 0,0 0-1 0 0,0-1 0 0 0,0 1 0 0 0,0 0 0 0 0,-1 0 0 0 0,2-3 1 0 0,-2-7-6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6:24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13264 0 0,'0'0'0'0'0,"27"3"0"0"0,-3-3 80 0 0,0 2 0 0 0,-2-1 0 0 0,-4 7 0 0 0,1-2-24 0 0,10 8 56 0 0,-16-6-64 0 0,1-2 96 0 0,-1-1 8 0 0,0-2 8 0 0,-4 1-8 0 0,1 1-72 0 0,-1-1 80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6:24.7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10848 0 0,'0'0'0'0'0,"23"5"144"0"0,-5-1 144 0 0,-10-2-136 0 0,0 3-72 0 0,0-1 80 0 0,2-2 272 0 0,-2 1 264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6:26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1 436 9536 0 0,'17'-10'57'0'0,"9"-6"186"0"0,-17 9-82 0 0,0 0 0 0 0,-1 0 0 0 0,0-1 0 0 0,12-14 0 0 0,10-20 1384 0 0,-28 41-1427 0 0,4-5 310 0 0,-14 14-398 0 0,0 0 0 0 0,1 1 1 0 0,0 1-1 0 0,1-1 1 0 0,0 1-1 0 0,0 0 1 0 0,1 1-1 0 0,0-1 0 0 0,1 1 1 0 0,-5 19-1 0 0,1-6-24 0 0,-15 64 18 0 0,24-62-24 0 0,8-2 0 0 0,-3-21 0 0 0,-4-3 0 0 0,1 2 0 0 0,-1-1 1 0 0,1 1-1 0 0,0-1 1 0 0,0 1-1 0 0,0-1 1 0 0,0 0 0 0 0,0 0-1 0 0,0-1 1 0 0,0 1-1 0 0,0 0 1 0 0,0-1-1 0 0,0 0 1 0 0,0 0 0 0 0,0 0-1 0 0,0 0 1 0 0,0 0-1 0 0,0-1 1 0 0,0 1-1 0 0,1-1 1 0 0,-1 0 0 0 0,-1 0-1 0 0,1 0 1 0 0,0 0-1 0 0,0 0 1 0 0,0-1-1 0 0,0 1 1 0 0,3-4 0 0 0,-3 1 7 0 0,1-1 1 0 0,-1 0-1 0 0,-1 0 1 0 0,1 0-1 0 0,-1 0 1 0 0,3-7 0 0 0,-2 1 30 0 0,0-1 1 0 0,-1 1 0 0 0,0 0 0 0 0,0-1-1 0 0,-1 0 1 0 0,-1 1 0 0 0,0-1 0 0 0,-1 1 0 0 0,0-1-1 0 0,-1 1 1 0 0,-4-19 0 0 0,4 17-2 0 0,0 1 1 0 0,1 0-1 0 0,1-17 0 0 0,0 3 9 0 0,-3 2 60 0 0,0 0-1 0 0,-8-30 1 0 0,2-21 157 0 0,9 54-151 0 0,1 20-102 0 0,-1 0-1 0 0,0 0 1 0 0,0 0-1 0 0,0 0 1 0 0,1 0-1 0 0,-1 0 1 0 0,0 0 0 0 0,0 0-1 0 0,-1 0 1 0 0,1 0-1 0 0,0-1 1 0 0,0 1-1 0 0,0 0 1 0 0,-1 0-1 0 0,1 0 1 0 0,0 0-1 0 0,-1 1 1 0 0,1-1-1 0 0,-1 0 1 0 0,0-1 0 0 0,4-13 427 0 0,2 11-120 0 0,1 14-218 0 0,7 35 165 0 0,11 68 1 0 0,-4-13-60 0 0,-13-65-103 0 0,-3-15-10 0 0,12 36 0 0 0,-12-44-26 0 0,0 0 1 0 0,1 0-1 0 0,0 0 0 0 0,1-1 1 0 0,0 0-1 0 0,1-1 0 0 0,0 1 0 0 0,1-1 1 0 0,0 0-1 0 0,15 13 0 0 0,-21-22-40 0 0,1-1 0 0 0,-1 1 0 0 0,0-1 0 0 0,1 0-1 0 0,-1 0 1 0 0,0 0 0 0 0,0-1 0 0 0,1 1 0 0 0,-1 0 0 0 0,0-1 0 0 0,0 1 0 0 0,1-1-1 0 0,-1 0 1 0 0,0 0 0 0 0,0 0 0 0 0,0 0 0 0 0,0 0 0 0 0,0 0 0 0 0,3-3-1 0 0,12-11 163 0 0,-1 0-1 0 0,0-1 0 0 0,-1-1 0 0 0,19-27 1 0 0,-19 21-65 0 0,3-1 202 0 0,14-31 0 0 0,-22 37-193 0 0,-7 15-71 0 0,-1 0 0 0 0,0-1 1 0 0,-1 1-1 0 0,1-1 0 0 0,0 1 0 0 0,-1-1 1 0 0,0 0-1 0 0,0 0 0 0 0,0 1 0 0 0,0-1 0 0 0,0-6 1 0 0,-1 10-53 0 0,-1 0-1 0 0,1-1 1 0 0,0 1 0 0 0,0 0 0 0 0,0-1 0 0 0,0 1-1 0 0,0 0 1 0 0,0 0 0 0 0,0-1 0 0 0,0 1-1 0 0,-1 0 1 0 0,1 0 0 0 0,0-1 0 0 0,0 1 0 0 0,0 0-1 0 0,0 0 1 0 0,-1 0 0 0 0,1-1 0 0 0,0 1 0 0 0,0 0-1 0 0,-1 0 1 0 0,1 0 0 0 0,0 0 0 0 0,0-1 0 0 0,-1 1-1 0 0,1 0 1 0 0,0 0 0 0 0,0 0 0 0 0,-1 0 0 0 0,1 0-1 0 0,0 0 1 0 0,-1 0 0 0 0,1 0 0 0 0,0 0 0 0 0,0 0-1 0 0,-1 0 1 0 0,1 0 0 0 0,0 0 0 0 0,-1 0 0 0 0,1 0-1 0 0,0 0 1 0 0,0 0 0 0 0,-1 0 0 0 0,1 0 0 0 0,0 1-1 0 0,0-1 1 0 0,-1 0 0 0 0,1 0 0 0 0,0 0 0 0 0,0 0-1 0 0,-1 1 1 0 0,1-1 0 0 0,0 0 0 0 0,-14 9 287 0 0,5 4-210 0 0,0 1 0 0 0,1-1-1 0 0,0 1 1 0 0,1 1 0 0 0,1-1-1 0 0,0 1 1 0 0,1 0 0 0 0,1 1-1 0 0,0-1 1 0 0,1 1 0 0 0,1-1-1 0 0,0 1 1 0 0,1 0 0 0 0,1 0-1 0 0,1 0 1 0 0,4 30 0 0 0,-5-42-53 0 0,1 0 1 0 0,0 0 0 0 0,0 0 0 0 0,0 0-1 0 0,1-1 1 0 0,0 1 0 0 0,-1 0 0 0 0,1 0-1 0 0,0-1 1 0 0,1 1 0 0 0,-1-1 0 0 0,1 0-1 0 0,-1 0 1 0 0,5 4 0 0 0,-6-7-26 0 0,-1 0 1 0 0,1 0-1 0 0,0 0 0 0 0,0 0 1 0 0,-1 0-1 0 0,1 0 0 0 0,0 0 1 0 0,-1 0-1 0 0,1 0 0 0 0,0 0 1 0 0,0 0-1 0 0,-1 0 0 0 0,1 0 1 0 0,0-1-1 0 0,0 1 1 0 0,-1 0-1 0 0,1-1 0 0 0,0 1 1 0 0,-1 0-1 0 0,1-1 0 0 0,-1 1 1 0 0,1-1-1 0 0,0 0 0 0 0,13-10 86 0 0,-1-6 3 0 0,-1-1 0 0 0,-1 0 0 0 0,0-1 0 0 0,-1 0 0 0 0,-1-1 1 0 0,-1 0-1 0 0,7-27 0 0 0,-13 37-29 0 0,0 0 1 0 0,-1 0-1 0 0,0 0 0 0 0,0-12 1 0 0,-1 22-68 0 0,0 0 0 0 0,0 0 0 0 0,0 0 0 0 0,0 0 0 0 0,0 1 1 0 0,0-1-1 0 0,0 0 0 0 0,0 0 0 0 0,0 0 0 0 0,0 0 1 0 0,0 0-1 0 0,0 0 0 0 0,0 1 0 0 0,0-1 0 0 0,0 0 1 0 0,-1 0-1 0 0,1 0 0 0 0,0 0 0 0 0,0 0 0 0 0,0 0 0 0 0,0 0 1 0 0,0 1-1 0 0,0-1 0 0 0,0 0 0 0 0,0 0 0 0 0,0 0 1 0 0,-1 0-1 0 0,1 0 0 0 0,0 0 0 0 0,0 0 0 0 0,0 0 0 0 0,0 0 1 0 0,0 0-1 0 0,0 0 0 0 0,-1 0 0 0 0,1 0 0 0 0,0 0 1 0 0,0 0-1 0 0,0 0 0 0 0,0 0 0 0 0,0 0 0 0 0,0 0 0 0 0,-1 0 1 0 0,1 0-1 0 0,0 0 0 0 0,0 0 0 0 0,0 0 0 0 0,0 0 1 0 0,0 0-1 0 0,0 0 0 0 0,-1 0 0 0 0,1 0 0 0 0,0 0 0 0 0,0 0 1 0 0,0 0-1 0 0,0 0 0 0 0,0 0 0 0 0,0 0 0 0 0,0-1 1 0 0,-1 1-1 0 0,1 0 0 0 0,0 0 0 0 0,0 0 0 0 0,0 0 1 0 0,0 0-1 0 0,0 0 0 0 0,0 0 0 0 0,0-1 0 0 0,0 1 0 0 0,-6 9 40 0 0,1 15 13 0 0,1 0-1 0 0,2 0 0 0 0,0 0 0 0 0,2 1 1 0 0,0-1-1 0 0,7 41 0 0 0,-7-63-49 0 0,0-1-1 0 0,0 1 0 0 0,0 0 1 0 0,1-1-1 0 0,-1 1 0 0 0,0 0 0 0 0,1-1 1 0 0,0 1-1 0 0,-1 0 0 0 0,1-1 1 0 0,0 1-1 0 0,0-1 0 0 0,0 1 1 0 0,0-1-1 0 0,0 0 0 0 0,0 1 1 0 0,0-1-1 0 0,0 0 0 0 0,1 0 1 0 0,-1 0-1 0 0,0 0 0 0 0,1 0 1 0 0,-1 0-1 0 0,1 0 0 0 0,-1 0 1 0 0,1 0-1 0 0,-1-1 0 0 0,1 1 1 0 0,0-1-1 0 0,-1 1 0 0 0,1-1 1 0 0,0 0-1 0 0,-1 1 0 0 0,1-1 1 0 0,0 0-1 0 0,0 0 0 0 0,-1 0 1 0 0,1 0-1 0 0,0-1 0 0 0,2 0 1 0 0,1 0 0 0 0,-1 0 1 0 0,0-1-1 0 0,1 1 1 0 0,-1-1-1 0 0,0 0 1 0 0,0 0-1 0 0,0-1 1 0 0,0 1-1 0 0,-1-1 1 0 0,1 0-1 0 0,-1 0 1 0 0,1 0-1 0 0,-1-1 1 0 0,4-5-1 0 0,10-19 17 0 0,-2-1-1 0 0,-1-1 1 0 0,-2 0-1 0 0,-1-1 1 0 0,8-34 0 0 0,-10 29 4 0 0,-2-1 1 0 0,-2 0 0 0 0,1-53-1 0 0,-6 74-21 0 0,-1-1 0 0 0,0 0-1 0 0,-1 1 1 0 0,-1 0 0 0 0,-1-1 0 0 0,0 1-1 0 0,-1 0 1 0 0,-7-16 0 0 0,7 20-4 0 0,0 3-1 0 0,-3 4 0 0 0,-1 2 0 0 0,9 3 0 0 0,0 0 0 0 0,-1-1 0 0 0,1 1 0 0 0,-1 0 0 0 0,1 0 0 0 0,-1 0 0 0 0,1 0 0 0 0,-1 0 0 0 0,1 0 0 0 0,-1 0 0 0 0,1 0 0 0 0,-1 0 0 0 0,1 0 0 0 0,-1 0 0 0 0,1 1 0 0 0,0-1 0 0 0,-1 0 0 0 0,1 0 0 0 0,-1 0 0 0 0,1 1 0 0 0,-1-1 0 0 0,1 0 0 0 0,0 0 0 0 0,-1 1 0 0 0,1-1 0 0 0,0 0 0 0 0,-1 1 0 0 0,1-1 0 0 0,0 0 0 0 0,-1 1 0 0 0,1-1 0 0 0,0 1 0 0 0,0-1 0 0 0,-1 0 0 0 0,1 1 0 0 0,0-1 0 0 0,0 1 0 0 0,0-1 0 0 0,0 1 0 0 0,0-1 0 0 0,0 1 0 0 0,0-1 0 0 0,0 1 0 0 0,0 0 0 0 0,-4 6 2 0 0,2 1-1 0 0,-1 0 0 0 0,1 0 1 0 0,1 1-1 0 0,-1-1 0 0 0,1 0 1 0 0,1 0-1 0 0,-1 1 1 0 0,2-1-1 0 0,-1 1 0 0 0,1-1 1 0 0,3 13-1 0 0,4 14 14 0 0,20 55-1 0 0,-15-53-6 0 0,12 27 15 0 0,-22-58-18 0 0,-1-1-1 0 0,1 0 0 0 0,0 0 1 0 0,1-1-1 0 0,-1 1 0 0 0,1-1 1 0 0,0 0-1 0 0,0 1 0 0 0,9 5 1 0 0,-10-8-1 0 0,0-1 1 0 0,1 1-1 0 0,-1-1 1 0 0,1 0 0 0 0,-1 0-1 0 0,1-1 1 0 0,-1 1-1 0 0,1-1 1 0 0,-1 1 0 0 0,1-1-1 0 0,0 0 1 0 0,-1-1-1 0 0,1 1 1 0 0,-1-1 0 0 0,1 1-1 0 0,-1-1 1 0 0,1 0-1 0 0,-1 0 1 0 0,1-1 0 0 0,-1 1-1 0 0,0-1 1 0 0,0 1-1 0 0,0-1 1 0 0,0 0 0 0 0,6-5-1 0 0,6-5 27 0 0,0-1 0 0 0,-1 0-1 0 0,18-22 1 0 0,-25 27-16 0 0,41-54 115 0 0,-43 55-104 0 0,0 0 0 0 0,-1-1 1 0 0,0 1-1 0 0,0-1 0 0 0,-1 0 0 0 0,4-14 0 0 0,-6 20 5 0 0,-1 0 28 0 0,1-3 70 0 0,-9 9-90 0 0,1 5-11 0 0,0-1 0 0 0,1 1 0 0 0,0 0 0 0 0,0 0 0 0 0,0 0 0 0 0,2 1 0 0 0,-1 0 1 0 0,-5 17-1 0 0,2 0 52 0 0,0 1 1 0 0,-3 31-1 0 0,10-52-60 0 0,0-1-1 0 0,0 1 1 0 0,0 0-1 0 0,1-1 1 0 0,0 1-1 0 0,0 0 1 0 0,1 0-1 0 0,0-1 1 0 0,0 1-1 0 0,0-1 1 0 0,1 1 0 0 0,0-1-1 0 0,0 1 1 0 0,1-1-1 0 0,0 0 1 0 0,6 10-1 0 0,-8-16-16 0 0,-1 1-1 0 0,1-1 1 0 0,-1 0 0 0 0,1 1-1 0 0,-1-1 1 0 0,1 0-1 0 0,-1 0 1 0 0,1 1 0 0 0,-1-1-1 0 0,1 0 1 0 0,0 0 0 0 0,-1 0-1 0 0,1 0 1 0 0,-1 0-1 0 0,1 0 1 0 0,0 0 0 0 0,-1 0-1 0 0,1 0 1 0 0,-1 0 0 0 0,1 0-1 0 0,-1 0 1 0 0,1-1-1 0 0,0 1 1 0 0,-1 0 0 0 0,1 0-1 0 0,-1-1 1 0 0,1 1-1 0 0,-1 0 1 0 0,1 0 0 0 0,0-2-1 0 0,15-11 41 0 0,-10 6-27 0 0,0-2 0 0 0,-1 1-1 0 0,0 0 1 0 0,0-1 0 0 0,-1 0 0 0 0,0 0-1 0 0,-1-1 1 0 0,0 1 0 0 0,0-1 0 0 0,2-17-1 0 0,17-63 153 0 0,-21 88-130 0 0,-3 4-35 0 0,1-1 1 0 0,0 1-1 0 0,0 0 1 0 0,1 0-1 0 0,-1-1 0 0 0,0 1 1 0 0,1 0-1 0 0,-1 0 1 0 0,1 0-1 0 0,-1 0 1 0 0,1 0-1 0 0,0 0 0 0 0,0 3 1 0 0,-1 6 9 0 0,2 0 0 0 0,-1 0 1 0 0,2 1-1 0 0,-1-1 0 0 0,2 0 1 0 0,-1 0-1 0 0,2 0 0 0 0,7 18 1 0 0,-6-16 2 0 0,-5-12-13 0 0,0 1 0 0 0,1 0 0 0 0,-1-1 0 0 0,1 1 0 0 0,0 0 0 0 0,-1-1 0 0 0,1 1 0 0 0,0-1 0 0 0,0 1 0 0 0,0-1 0 0 0,0 0 0 0 0,0 1 0 0 0,0-1 0 0 0,1 0 0 0 0,-1 0 1 0 0,0 0-1 0 0,1 0 0 0 0,-1 0 0 0 0,0 0 0 0 0,3 1 0 0 0,-3-1 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6:27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17183 0 0,'0'0'4819'0'0,"4"0"-4582"0"0,230-1 482 0 0,-175-1-566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16:28.5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1 601 14272 0 0,'31'-12'49'0'0,"-13"3"20"0"0,6-5 71 0 0,-17 9-83 0 0,0 0-1 0 0,-1-1 1 0 0,1 0-1 0 0,-1 0 1 0 0,0 0-1 0 0,0-1 1 0 0,-1 0-1 0 0,9-15 1 0 0,-1-3 10 0 0,4-12 162 0 0,-2 0-1 0 0,-2 0 1 0 0,13-59-1 0 0,-23 80-201 0 0,0 0 1 0 0,-1-1-1 0 0,-1 1 1 0 0,-1 0-1 0 0,0 0 0 0 0,-1-1 1 0 0,0 1-1 0 0,-2 0 1 0 0,0 0-1 0 0,0 0 0 0 0,-9-20 1 0 0,11 33-25 0 0,0-1 0 0 0,-1 1 1 0 0,1 0-1 0 0,-1-1 0 0 0,0 1 0 0 0,0 0 1 0 0,0 0-1 0 0,0 1 0 0 0,0-1 0 0 0,-1 0 1 0 0,1 1-1 0 0,-1-1 0 0 0,0 1 0 0 0,0 0 1 0 0,-5-3-1 0 0,6 4-2 0 0,0 1 0 0 0,1 0 0 0 0,-1 0 0 0 0,0 0 0 0 0,1 0 0 0 0,-1 0 0 0 0,0 0 0 0 0,1 0 0 0 0,-1 0 0 0 0,0 1 0 0 0,1-1 0 0 0,-1 1 0 0 0,0-1-1 0 0,1 1 1 0 0,-1 0 0 0 0,1 0 0 0 0,-1-1 0 0 0,1 1 0 0 0,-1 0 0 0 0,1 0 0 0 0,0 0 0 0 0,0 1 0 0 0,-1-1 0 0 0,1 0 0 0 0,0 0 0 0 0,0 1 0 0 0,0-1 0 0 0,0 1 0 0 0,0-1 0 0 0,1 1 0 0 0,-1-1 0 0 0,-1 3 0 0 0,-16 25 5 0 0,8-14-1 0 0,1 0 0 0 0,1 1-1 0 0,0 0 1 0 0,-9 25-1 0 0,7-9 1 0 0,2 1 0 0 0,1 0-1 0 0,-3 49 1 0 0,8-53-1 0 0,0 10 15 0 0,5 78-1 0 0,1-62 30 0 0,-3-38-27 0 0,0 0 1 0 0,1 0 0 0 0,8 30 0 0 0,-4-26-17 0 0,-4-12 23 0 0,0 1 1 0 0,1-1 0 0 0,0 0-1 0 0,1-1 1 0 0,8 16 0 0 0,-11-22-21 0 0,1 0 1 0 0,-1-1-1 0 0,1 1 1 0 0,-1 0-1 0 0,1-1 1 0 0,0 1-1 0 0,0-1 1 0 0,-1 0-1 0 0,1 1 1 0 0,0-1-1 0 0,0 0 1 0 0,0 0-1 0 0,0 0 1 0 0,1-1-1 0 0,-1 1 1 0 0,0 0-1 0 0,0-1 1 0 0,0 1-1 0 0,1-1 1 0 0,-1 0-1 0 0,0 0 1 0 0,0 0-1 0 0,1 0 1 0 0,-1 0-1 0 0,0 0 1 0 0,0-1-1 0 0,1 1 1 0 0,-1-1-1 0 0,3-1 1 0 0,1 0 13 0 0,0-2-1 0 0,-1 1 1 0 0,1-1 0 0 0,-1 0-1 0 0,0 0 1 0 0,0 0 0 0 0,-1-1-1 0 0,1 1 1 0 0,-1-1 0 0 0,5-7-1 0 0,-3 4 19 0 0,4-4 1 0 0,-1-1 0 0 0,-1-1-1 0 0,0 0 1 0 0,0 0-1 0 0,-1 0 1 0 0,-1-1-1 0 0,-1 0 1 0 0,0 0-1 0 0,-1 0 1 0 0,0-1 0 0 0,1-18-1 0 0,-4 30-21 0 0,0 0-1 0 0,-1 0 1 0 0,0 0 0 0 0,0 0-1 0 0,0-1 1 0 0,0 1 0 0 0,0 0-1 0 0,-1 0 1 0 0,0 0-1 0 0,-1-5 1 0 0,2 8-13 0 0,-1 0 0 0 0,1 1 0 0 0,-1-1-1 0 0,1 0 1 0 0,0 1 0 0 0,-1-1 0 0 0,1 1 0 0 0,-1-1-1 0 0,1 0 1 0 0,-1 1 0 0 0,0-1 0 0 0,1 1 0 0 0,-1-1-1 0 0,1 1 1 0 0,-1 0 0 0 0,0-1 0 0 0,0 1 0 0 0,1 0 0 0 0,-1-1-1 0 0,0 1 1 0 0,-1 0 0 0 0,0 0 1 0 0,1 0 0 0 0,-1 0-1 0 0,0 0 1 0 0,0 0 0 0 0,1 1 0 0 0,-1-1 0 0 0,0 0-1 0 0,1 1 1 0 0,-1 0 0 0 0,0-1 0 0 0,1 1 0 0 0,-1 0-1 0 0,-2 2 1 0 0,1-1 15 0 0,-1 0 1 0 0,0 1-1 0 0,1 0 0 0 0,0 0 0 0 0,0 0 1 0 0,0 0-1 0 0,0 0 0 0 0,0 1 0 0 0,1 0 1 0 0,-1-1-1 0 0,1 1 0 0 0,0 0 0 0 0,0 0 1 0 0,0 0-1 0 0,1 0 0 0 0,-1 0 0 0 0,1 0 1 0 0,-1 6-1 0 0,2-8-8 0 0,0-1 1 0 0,0 1 0 0 0,0 0-1 0 0,0-1 1 0 0,0 1 0 0 0,0 0-1 0 0,0-1 1 0 0,0 1 0 0 0,1 0-1 0 0,-1-1 1 0 0,1 1-1 0 0,-1-1 1 0 0,1 1 0 0 0,0 0-1 0 0,-1-1 1 0 0,1 0 0 0 0,0 1-1 0 0,0-1 1 0 0,0 1 0 0 0,0-1-1 0 0,0 0 1 0 0,0 0-1 0 0,1 0 1 0 0,-1 0 0 0 0,0 0-1 0 0,0 0 1 0 0,1 0 0 0 0,-1 0-1 0 0,1 0 1 0 0,-1 0 0 0 0,1-1-1 0 0,-1 1 1 0 0,1-1 0 0 0,0 1-1 0 0,-1-1 1 0 0,1 0-1 0 0,0 1 1 0 0,-1-1 0 0 0,1 0-1 0 0,0 0 1 0 0,1 0 0 0 0,7 0 48 0 0,0 0 0 0 0,0-1 0 0 0,-1 0 0 0 0,1 0 0 0 0,14-4 0 0 0,3-4 77 0 0,-1 0 1 0 0,0-2-1 0 0,0-1 0 0 0,37-23 0 0 0,7-14 126 0 0,-64 44-216 0 0,-1 0 1 0 0,1-1-1 0 0,-1 1 0 0 0,0-1 1 0 0,8-12-1 0 0,-12 17-31 0 0,0 0-1 0 0,-1 0 0 0 0,1 0 1 0 0,-1 0-1 0 0,1 0 0 0 0,-1 0 1 0 0,0 0-1 0 0,1 0 0 0 0,-1 0 1 0 0,0 0-1 0 0,0 0 0 0 0,0 0 1 0 0,0 0-1 0 0,0-1 0 0 0,0 1 1 0 0,0 0-1 0 0,0 0 0 0 0,0 0 1 0 0,0 0-1 0 0,-1 0 0 0 0,1 0 1 0 0,0 0-1 0 0,-1 0 0 0 0,1 0 1 0 0,-1 0-1 0 0,1 0 0 0 0,-2-1 1 0 0,1 1 115 0 0,0 1-109 0 0,0 0-1 0 0,0 0 1 0 0,0 0-1 0 0,0 0 1 0 0,0 0-1 0 0,1 0 1 0 0,-1 0-1 0 0,0 0 1 0 0,0 0-1 0 0,0 0 1 0 0,0 1-1 0 0,0-1 1 0 0,0 0-1 0 0,0 1 1 0 0,-1 0-1 0 0,-5 6 20 0 0,0 1 0 0 0,0 1-1 0 0,1-1 1 0 0,0 1 0 0 0,0 0-1 0 0,-7 17 1 0 0,2 0 116 0 0,-10 36 0 0 0,17-48-79 0 0,0 0 1 0 0,0 1 0 0 0,1 0 0 0 0,1 0 0 0 0,0 24-1 0 0,2-37-60 0 0,1 0 0 0 0,-1 0-1 0 0,1 0 1 0 0,0 0-1 0 0,0 0 1 0 0,-1-1 0 0 0,1 1-1 0 0,1 0 1 0 0,-1 0 0 0 0,1 1-1 0 0,-1-2-10 0 0,-1-1 0 0 0,0 1-1 0 0,1-1 1 0 0,-1 1-1 0 0,1-1 1 0 0,-1 0 0 0 0,0 1-1 0 0,1-1 1 0 0,-1 1 0 0 0,1-1-1 0 0,-1 0 1 0 0,1 1-1 0 0,-1-1 1 0 0,1 0 0 0 0,0 0-1 0 0,-1 1 1 0 0,1-1 0 0 0,-1 0-1 0 0,1 0 1 0 0,-1 0-1 0 0,1 0 1 0 0,0 0 0 0 0,-1 0-1 0 0,1 1 1 0 0,-1-2 0 0 0,1 1-1 0 0,0 0 1 0 0,-1 0-1 0 0,1 0 1 0 0,0 0 0 0 0,0-1 36 0 0,25-34 277 0 0,15-70 57 0 0,-19 57-220 0 0,-17 14 56 0 0,-5 33-207 0 0,-1 0-1 0 0,1 1 1 0 0,0-1 0 0 0,0 1-1 0 0,0-1 1 0 0,0 0-1 0 0,0 1 1 0 0,0-1 0 0 0,1 0-1 0 0,-1 1 1 0 0,0-1 0 0 0,0 0-1 0 0,0 1 1 0 0,1-1 0 0 0,-1 1-1 0 0,0-1 1 0 0,0 0 0 0 0,1 1-1 0 0,-1-1 1 0 0,1 1-1 0 0,-1-1 1 0 0,1 1 0 0 0,-1-1-1 0 0,0 1 1 0 0,1-1 0 0 0,-1 1-1 0 0,1 0 1 0 0,0-1 0 0 0,0 1-1 0 0,21 10 155 0 0,-19-8-152 0 0,64 32 204 0 0,-49-26-162 0 0,-1 1 0 0 0,0 0 0 0 0,28 21 0 0 0,-24-17 17 0 0,-15-9-47 0 0,0-1-1 0 0,0 1 1 0 0,0 1 0 0 0,-1-1-1 0 0,8 8 1 0 0,-12-11-16 0 0,0 1 1 0 0,0-1-1 0 0,0 0 1 0 0,0 1-1 0 0,0-1 1 0 0,-1 0-1 0 0,1 1 1 0 0,0-1-1 0 0,-1 1 1 0 0,1-1-1 0 0,-1 1 1 0 0,0-1-1 0 0,0 1 1 0 0,1 0-1 0 0,-1-1 1 0 0,0 1-1 0 0,0-1 1 0 0,0 1-1 0 0,-1 0 1 0 0,1-1-1 0 0,0 1 1 0 0,0-1-1 0 0,-1 1 1 0 0,1-1-1 0 0,-1 1 1 0 0,0-1-1 0 0,1 1 1 0 0,-1-1 0 0 0,0 0-1 0 0,-1 2 1 0 0,0 0 4 0 0,0 1 1 0 0,0-1-1 0 0,0 0 1 0 0,-1 0 0 0 0,1 0-1 0 0,-1-1 1 0 0,0 1-1 0 0,0-1 1 0 0,0 1-1 0 0,0-1 1 0 0,0 0 0 0 0,0 0-1 0 0,-1-1 1 0 0,1 1-1 0 0,-1-1 1 0 0,1 1 0 0 0,-1-1-1 0 0,0 0 1 0 0,1 0-1 0 0,-1-1 1 0 0,0 1 0 0 0,0-1-1 0 0,0 0 1 0 0,1 0-1 0 0,-1 0 1 0 0,0 0 0 0 0,0-1-1 0 0,1 1 1 0 0,-1-1-1 0 0,0 0 1 0 0,0 0 0 0 0,1-1-1 0 0,-1 1 1 0 0,1-1-1 0 0,-5-2 1 0 0,5 2 1 0 0,1 0 1 0 0,-1-1-1 0 0,1 1 1 0 0,0 0-1 0 0,0 0 0 0 0,0-1 1 0 0,0 0-1 0 0,-2-3 1 0 0,-8-10 71 0 0,11 14-53 0 0,-1-2 161 0 0,11 20-69 0 0,-6-12-119 0 0,0-1 1 0 0,1 1-1 0 0,-1-1 0 0 0,1 0 1 0 0,-1 0-1 0 0,1 0 0 0 0,0-1 1 0 0,0 1-1 0 0,0-1 0 0 0,0 0 1 0 0,0 0-1 0 0,1 0 0 0 0,-1-1 1 0 0,1 1-1 0 0,-1-1 0 0 0,1 0 1 0 0,-1 0-1 0 0,1-1 0 0 0,0 0 1 0 0,-1 1-1 0 0,1-2 0 0 0,0 1 1 0 0,-1 0-1 0 0,1-1 0 0 0,0 0 1 0 0,-1 0-1 0 0,1 0 0 0 0,-1-1 1 0 0,1 1-1 0 0,-1-1 0 0 0,0 0 1 0 0,0-1-1 0 0,0 1 0 0 0,0-1 1 0 0,7-5-1 0 0,0-3 9 0 0,-1 0 0 0 0,0-1 0 0 0,-1 0 0 0 0,-1-1 0 0 0,1 0 0 0 0,-2 0 0 0 0,0-1 0 0 0,0 0 0 0 0,4-16 0 0 0,20-39 24 0 0,-22 51-25 0 0,-1-1 0 0 0,8-30 0 0 0,-13 41-8 0 0,-1 0-1 0 0,0-1 0 0 0,-1 1 0 0 0,0 0 1 0 0,0-1-1 0 0,-1 0 0 0 0,0 1 0 0 0,0-1 1 0 0,-3-10-1 0 0,3 18-4 0 0,0 0-1 0 0,0 1 1 0 0,0-1 0 0 0,0 0 0 0 0,-1 0 0 0 0,1 0-1 0 0,0 0 1 0 0,0 1 0 0 0,-1-1 0 0 0,1 0 0 0 0,-1 0-1 0 0,1 0 1 0 0,-1 1 0 0 0,1-1 0 0 0,-1 0 0 0 0,1 1-1 0 0,-1-1 1 0 0,1 1 0 0 0,-1-1 0 0 0,0 0 0 0 0,1 1-1 0 0,-1-1 1 0 0,0 1 0 0 0,0 0 0 0 0,1-1-1 0 0,-1 1 1 0 0,0 0 0 0 0,0-1 0 0 0,0 1 0 0 0,0 0-1 0 0,1 0 1 0 0,-1 0 0 0 0,0-1 0 0 0,0 1 0 0 0,0 0-1 0 0,0 0 1 0 0,0 0 0 0 0,1 1 0 0 0,-1-1 0 0 0,0 0-1 0 0,0 0 1 0 0,0 0 0 0 0,0 1 0 0 0,1-1 0 0 0,-1 0-1 0 0,0 1 1 0 0,0-1 0 0 0,1 1 0 0 0,-1-1 0 0 0,0 1-1 0 0,0-1 1 0 0,1 1 0 0 0,-2 0 0 0 0,-4 4 3 0 0,1 0 0 0 0,-1 0 0 0 0,1 0 0 0 0,-5 7 0 0 0,9-11-3 0 0,-16 24 15 0 0,0 1 0 0 0,1 1 1 0 0,-21 50-1 0 0,15-28 0 0 0,-7 17 7 0 0,22-45-14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20:28.6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108 0 6928 0 0,'35'15'56'0'0,"-35"-15"-54"0"0,0 0 0 0 0,0 0 0 0 0,1 0 0 0 0,-1 0 0 0 0,0 0 0 0 0,1 0 0 0 0,-1 0 0 0 0,0 0 0 0 0,0 0 1 0 0,1 1-1 0 0,-1-1 0 0 0,0 0 0 0 0,0 0 0 0 0,1 0 0 0 0,-1 1 0 0 0,0-1 0 0 0,0 0 0 0 0,0 0 0 0 0,1 0 0 0 0,-1 1 0 0 0,0-1 0 0 0,0 0 1 0 0,0 0-1 0 0,0 1 0 0 0,1-1 0 0 0,-1 0 0 0 0,0 1 0 0 0,0-1 0 0 0,0 0 0 0 0,0 1 0 0 0,0-1 0 0 0,0 0 0 0 0,0 0 0 0 0,0 1 0 0 0,0-1 1 0 0,0 0-1 0 0,0 1 0 0 0,0-1 0 0 0,0 0 0 0 0,0 1 0 0 0,0-1 0 0 0,0 0 0 0 0,-1 0 0 0 0,1 1 0 0 0,0-1 0 0 0,0 0 0 0 0,0 0 0 0 0,0 1 0 0 0,0-1 1 0 0,-1 0-1 0 0,1 0 0 0 0,0 1 0 0 0,0-1 0 0 0,-1 0 0 0 0,1 0 0 0 0,0 0 0 0 0,0 1 0 0 0,-1-1 0 0 0,1 0 0 0 0,-1 0 0 0 0,-12 8 48 0 0,13-8-46 0 0,-66 12 585 0 0,64-12-286 0 0,1 1-226 0 0,-1 1-29 0 0,0-1 0 0 0,0 1 0 0 0,1-1 0 0 0,-1 1 1 0 0,1 0-1 0 0,-1-1 0 0 0,1 1 0 0 0,0 0 0 0 0,0 0 0 0 0,-1 0 1 0 0,1 0-1 0 0,1 0 0 0 0,-1 0 0 0 0,0 0 0 0 0,0 1 0 0 0,1-1 1 0 0,-1 4-1 0 0,-6 25 232 0 0,8 69 312 0 0,0-95-573 0 0,8 189 466 0 0,-6-144-418 0 0,-1-40-47 0 0,-1 1 0 0 0,0-1 0 0 0,-1 1 0 0 0,-1 11 1 0 0,-2 3 33 0 0,0-1 0 0 0,2 31 0 0 0,1-49-44 0 0,0 1 0 0 0,-1-1-1 0 0,0 0 1 0 0,0 0 0 0 0,-3 9 0 0 0,2-9 1 0 0,0-1 0 0 0,1 1 0 0 0,0 0 0 0 0,0-1 0 0 0,1 1 0 0 0,0 11 0 0 0,1 11 62 0 0,-2 0 0 0 0,-3 31 0 0 0,-1 12 11 0 0,-6 118 55 0 0,2 18 74 0 0,13-105-109 0 0,-1 3-33 0 0,-4-39 21 0 0,11 93 0 0 0,-7-43 37 0 0,1 2-24 0 0,2 79 10 0 0,-2-18-15 0 0,8 161 112 0 0,-9-154-120 0 0,-6-38-25 0 0,2 15 6 0 0,4-110-40 0 0,3 111 89 0 0,-10-106-79 0 0,0 105 82 0 0,7-112-97 0 0,-1 119 56 0 0,-5-124-61 0 0,-3 135 67 0 0,9-123-45 0 0,1 109 110 0 0,7 196 124 0 0,-8-148-169 0 0,1 13 68 0 0,11 126 86 0 0,23 315-23 0 0,11 620 222 0 0,-45-1150-410 0 0,-2 164 127 0 0,-6-185-96 0 0,-20 320 193 0 0,-3-106 107 0 0,26-214-229 0 0,1-10-58 0 0,-5-37 1 0 0,3 0 0 0 0,4-1 0 0 0,3 1 0 0 0,14 74-1 0 0,0-19 22 0 0,-12-53-62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28:32.5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2176 0 4008 0 0,'-6'28'0'0'0,"-1"-2"0"0"0,6-22 0 0 0,0 0 0 0 0,0-1 0 0 0,-1 1 0 0 0,0 0 0 0 0,1-1 0 0 0,-1 1 0 0 0,-5 5 0 0 0,-23 30 0 0 0,20-25 0 0 0,0-1 0 0 0,-16 16 0 0 0,-21 33 16 0 0,28-42-7 0 0,1 2 0 0 0,2 0 0 0 0,-17 29 1 0 0,5-9 2 0 0,-1-1 10 0 0,-61 97 28 0 0,69-98-7 0 0,-20 56 1 0 0,-3 8 12 0 0,-9 8-24 0 0,-85 159 51 0 0,63-146-20 0 0,6 3 0 0 0,-57 148 0 0 0,52-76 116 0 0,-49 218 1 0 0,18-109 66 0 0,25-89-67 0 0,51-130-35 0 0,-25 91 176 0 0,29-64-154 0 0,14-56 56 0 0,-39 118-1 0 0,41-153-172 0 0,1 1-1 0 0,-5 33 1 0 0,8-32 36 0 0,-18 51 0 0 0,-25 67 159 0 0,41-127-194 0 0,0 0 0 0 0,-14 28 0 0 0,-10 23 151 0 0,20-38-123 0 0,-95 310 524 0 0,69-214-436 0 0,-9 40 62 0 0,41-146-193 0 0,-2-1-1 0 0,0 0 1 0 0,-11 21-1 0 0,-7 20 50 0 0,-55 120 112 0 0,73-167-183 0 0,-10 33 31 0 0,13-35-22 0 0,-1 0-1 0 0,-10 21 1 0 0,3-7 10 0 0,1 0 0 0 0,1 0-1 0 0,1 1 1 0 0,-7 46 0 0 0,14-67-28 0 0,0 9 15 0 0,0 0 1 0 0,0 24-1 0 0,-1 19 27 0 0,0-29-10 0 0,1 0 1 0 0,1 36-1 0 0,-4-9 10 0 0,3-45-16 0 0,0 0 0 0 0,1 25 0 0 0,-2 88 132 0 0,0 10-65 0 0,-1-50-41 0 0,-4 17 35 0 0,4-59-38 0 0,2 44 0 0 0,2-79-48 0 0,1 30 29 0 0,1 0 1 0 0,9 42-1 0 0,-3-44 13 0 0,4 59 0 0 0,-11-23 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28:32.9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260 0 7528 0 0,'-26'224'78'0'0,"1"-6"166"0"0,-33 268 215 0 0,32-230 8 0 0,-45 904 510 0 0,32-306-601 0 0,36-815-360 0 0,-5 66 36 0 0,4 1 1 0 0,11 107-1 0 0,-6-202-47 0 0,1 0 0 0 0,1 0 0 0 0,0-1-1 0 0,0 1 1 0 0,1-1 0 0 0,0 0 0 0 0,1 0-1 0 0,7 12 1 0 0,-3-6 10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28:33.2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57 149 4616 0 0,'0'0'0'0'0,"-14"-35"0"0"0,9 6 0 0 0,1-2 160 0 0,-6 5-8 0 0,-13-2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28:33.7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0 4312 0 0,'0'0'112'0'0,"2"5"0"0"0,1 1-83 0 0,0 0 1 0 0,-1 0-1 0 0,1 0 1 0 0,-1 1-1 0 0,-1-1 1 0 0,0 1-1 0 0,1-1 1 0 0,-2 1-1 0 0,1 7 1 0 0,-3 73 130 0 0,-1-32-38 0 0,-3 1 2 0 0,4-44-91 0 0,1 1 0 0 0,0-1-1 0 0,0 14 1 0 0,2-9 1 0 0,0 0 0 0 0,-1 0-1 0 0,-1 0 1 0 0,-4 21 0 0 0,-9 89 105 0 0,9-61-81 0 0,2 24 1 0 0,0 7-11 0 0,-3-46-20 0 0,-7 76 23 0 0,6 18-26 0 0,0-34-2 0 0,11 162-1 0 0,23 17-4 0 0,13-88-3 0 0,-9-68 2 0 0,25 121-1 0 0,-19-78-3 0 0,19 126 7 0 0,-43-139 2 0 0,-9 209 1 0 0,-10-275 13 0 0,-4-1 1 0 0,-5 0-1 0 0,-39 142 1 0 0,7-87 60 0 0,33-111-51 0 0,11-33-35 0 0,0 0 1 0 0,0 0-1 0 0,1 0 1 0 0,0 0-1 0 0,0 10 1 0 0,1-9-3 0 0,1-2-1 0 0,0 0 0 0 0,-1 0 1 0 0,0-1-1 0 0,-1 1 0 0 0,-2 9 0 0 0,-10 17 18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3:14.9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623 1 14272 0 0,'62'757'4630'0'0,"-32"-389"-2399"0"0,-14-177-1115 0 0,-11-107-726 0 0,-12 394 298 0 0,-55 26-176 0 0,-1-233-277 0 0,30-121-147 0 0,-9 51 5 0 0,26-127-63 0 0,9-47-10 0 0,-5 44 1 0 0,-7 57 31 0 0,0 7 7 0 0,17-119-55 0 0,1 6 11 0 0,-1-1-1 0 0,-9 40 1 0 0,3-29 1 0 0,2-1 0 0 0,1 1 1 0 0,0 52-1 0 0,-10 40 18 0 0,1-8 7 0 0,-11 122 21 0 0,-3 14 3 0 0,-71 292 0 0 0,70-412-38 0 0,-56 324 50 0 0,37 333 1 0 0,30-359-46 0 0,3-142-22 0 0,-13 200 4 0 0,19-327-17 0 0,6 1 0 0 0,8-1 0 0 0,7 0 1 0 0,39 196-1 0 0,0-31-15 0 0,-3-17-6 0 0,34 402-82 0 0,-77-642 92 0 0,6 363-74 0 0,-13-290 57 0 0,4 145-42 0 0,0-251 57 0 0,-4-6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3:16.5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61 0 8744 0 0,'23'2'4'0'0,"18"2"16"0"0,-36-4-2 0 0,-1 1 0 0 0,1 0 1 0 0,0 0-1 0 0,-1 1 0 0 0,0-1 1 0 0,1 1-1 0 0,-1 0 0 0 0,0 0 0 0 0,0 0 1 0 0,6 4-1 0 0,-10-4-8 0 0,0 0 0 0 0,1 0 1 0 0,-1 0-1 0 0,0-1 0 0 0,-1 1 0 0 0,1 0 0 0 0,0 0 1 0 0,-1 0-1 0 0,1 0 0 0 0,-1-1 0 0 0,1 1 0 0 0,-1 0 1 0 0,0-1-1 0 0,1 1 0 0 0,-1 0 0 0 0,-2 1 0 0 0,-35 76 603 0 0,17-33-399 0 0,15-26-121 0 0,5-17-59 0 0,0 1 1 0 0,0-1-1 0 0,0 0 0 0 0,0 1 0 0 0,-1-1 0 0 0,1 0 0 0 0,-5 5 1 0 0,2-1 27 0 0,0 0 0 0 0,0 0-1 0 0,1 0 1 0 0,0 0 0 0 0,-3 12 0 0 0,-10 19 111 0 0,14-32-146 0 0,0-1 1 0 0,0 1 0 0 0,1-1 0 0 0,0 1 0 0 0,-1 7-1 0 0,-9 30 191 0 0,7-34-176 0 0,0 1 1 0 0,1 0 0 0 0,0 1-1 0 0,1-1 1 0 0,0 0 0 0 0,1 1-1 0 0,0-1 1 0 0,0 20 0 0 0,-9 123 205 0 0,12-25-116 0 0,2 60 10 0 0,-4-52-75 0 0,-1-6-11 0 0,5 78 33 0 0,-4-161-69 0 0,10 66 31 0 0,-5-73-27 0 0,0 44 1 0 0,-6-65-11 0 0,1 0 0 0 0,1 0 0 0 0,1 0-1 0 0,1-1 1 0 0,9 37 0 0 0,-4-26 10 0 0,-7-5 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04.1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323 0 5520 0 0,'-2'17'10'0'0,"2"9"34"0"0,0-12-8 0 0,-1 0 0 0 0,0 1 0 0 0,-4 15 0 0 0,0-3 77 0 0,2 0-1 0 0,0 1 1 0 0,2 30-1 0 0,1-29 48 0 0,-1-1 0 0 0,-9 54 0 0 0,-5-13 0 0 0,-18 73 512 0 0,-47 103-12 0 0,6-14 8 0 0,53-165-492 0 0,2 1-1 0 0,4 1 1 0 0,2 0 0 0 0,4 1 0 0 0,-2 110-1 0 0,10-134-101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04.5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398 1 8240 0 0,'-45'96'96'0'0,"-6"53"145"0"0,-23 93 92 0 0,-16 58 223 0 0,68-180-357 0 0,-2 9-56 0 0,10-71 5 0 0,-11 112 0 0 0,10-50 52 0 0,-3 40 17 0 0,13-82-113 0 0,-2 40 41 0 0,5-81-102 0 0,-3-1-8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04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7832 0 0,'0'0'0'0'0,"5"44"0"0"0,-10 6 0 0 0,8 6 56 0 0,3 6 8 0 0,0 11 0 0 0,0 7-8 0 0,1-2-16 0 0,-4-1 8 0 0,-3 6-8 0 0,4 1 8 0 0,2-2 56 0 0,-2-2 16 0 0,-4 12-8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05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6632 0 0,'0'0'0'0'0,"0"47"0"0"0,13-1 0 0 0,1 6 56 0 0,-4 1-8 0 0,-6 4 8 0 0,4 4 0 0 0,3-4-24 0 0,-4 6 8 0 0,-4 7-8 0 0,3-20 16 0 0,1-6 56 0 0,-1 0 8 0 0,2 8-8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05.5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0 6824 0 0,'0'0'0'0'0,"-1"59"0"0"0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7:19.4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0 0 11656 0 0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7:22.3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1527 1 5520 0 0,'4'15'7'0'0,"-2"5"4"0"0,-7-3 1 0 0,-8 7 11 0 0,-4 9 20 0 0,6 8 1 0 0,-5 9 30 0 0,-31 74 158 0 0,20-59-54 0 0,16-37-25 0 0,-18 35 0 0 0,12-11-45 0 0,13-45-94 0 0,0 1 0 0 0,0-1 0 0 0,1 0 0 0 0,0 1-1 0 0,-4 12 1 0 0,-20 31 70 0 0,6-6 33 0 0,18-38-96 0 0,-1 0 1 0 0,0 0-1 0 0,1 0 0 0 0,1 1 0 0 0,-4 11 0 0 0,1 5 85 0 0,-15 39 0 0 0,13-42 23 0 0,0-1-1 0 0,-7 42 0 0 0,-2 25 400 0 0,11-56-200 0 0,-1-1 0 0 0,-2-1 0 0 0,-19 49 0 0 0,19-57-80 0 0,1 0-1 0 0,-7 38 0 0 0,-3 13 402 0 0,-34 130 221 0 0,34-123-372 0 0,-31 88-1 0 0,42-150-445 0 0,-25 58 194 0 0,21-55-164 0 0,2 1 1 0 0,0 0 0 0 0,-5 27 0 0 0,-4 10 27 0 0,11-23-48 0 0,5-28-47 0 0,1-1 0 0 0,-1 0 0 0 0,-1 1-1 0 0,1-1 1 0 0,-4 7 0 0 0,1-5 2 0 0,1 0 1 0 0,0 0 0 0 0,0 0 0 0 0,1 0 0 0 0,0 0 0 0 0,0 1-1 0 0,0 11 1 0 0,-13 69 137 0 0,14-86-150 0 0,1-1 0 0 0,-1 0 0 0 0,0 1-1 0 0,1-1 1 0 0,-1 0 0 0 0,0 0 0 0 0,0 0 0 0 0,-1 0 0 0 0,1 0 0 0 0,0 0-1 0 0,-2 2 1 0 0,1-2 0 0 0,1 0-1 0 0,0 0 0 0 0,-1-1 1 0 0,1 1-1 0 0,0 0 0 0 0,0 0 1 0 0,0 0-1 0 0,0 0 0 0 0,1 1 1 0 0,-1-1-1 0 0,1 0 0 0 0,-1 3 1 0 0,1-1 1 0 0,-1 1 1 0 0,0 0-1 0 0,0-1 0 0 0,0 0 1 0 0,0 1-1 0 0,0-1 1 0 0,-1 0-1 0 0,0 1 1 0 0,0-1-1 0 0,0 0 1 0 0,0 0-1 0 0,-6 7 1 0 0,5-7 13 0 0,1 0 1 0 0,-1 0-1 0 0,1 0 1 0 0,1 0 0 0 0,-1 0-1 0 0,0 1 1 0 0,0 5 0 0 0,-6 14 71 0 0,-30 80 133 0 0,-16 39 127 0 0,39-106-238 0 0,11-24-69 0 0,0-1 0 0 0,-2-1 0 0 0,-6 14 0 0 0,0-3 79 0 0,0 0 1 0 0,2 0 0 0 0,1 1 0 0 0,-8 31 0 0 0,-18 100 449 0 0,31-131-507 0 0,-15 58 266 0 0,-53 143 0 0 0,-1-48 1 0 0,51-136-266 0 0,17-32-48 0 0,0 0 1 0 0,1 0 0 0 0,-6 15-1 0 0,4-7 23 0 0,-1-1 0 0 0,0 0-1 0 0,-16 23 1 0 0,9-2 31 0 0,12-31-63 0 0,1 1 1 0 0,-1-1-1 0 0,0 0 1 0 0,-1 0-1 0 0,-3 7 1 0 0,1-4 7 0 0,0-1 1 0 0,1 1-1 0 0,1 0 0 0 0,-1 0 1 0 0,1 0-1 0 0,-4 17 1 0 0,-8 8 73 0 0,13-29-84 0 0,-1-1 0 0 0,1 1 0 0 0,1-1 1 0 0,-1 1-1 0 0,1 0 0 0 0,-2 6 0 0 0,-39 144 210 0 0,-30 184 113 0 0,63-296-303 0 0,-20 120 104 0 0,21-95-93 0 0,2-25-14 0 0,2 1 1 0 0,2-1-1 0 0,4 54 1 0 0,13 46 67 0 0,30 146 52 0 0,-7-73-45 0 0,-12-76-20 0 0,0-8 15 0 0,0 28-16 0 0,-9-46-18 0 0,19 50 14 0 0,-10-31-12 0 0,-16-41-39 0 0,-4-32-12 0 0,4 100 21 0 0,-6-62-12 0 0,-4-91-20 0 0,0 1 0 0 0,0-1-1 0 0,-1 0 1 0 0,0 0-1 0 0,-2 9 1 0 0,2-10-1 0 0,0-1 1 0 0,0 1 0 0 0,0 0 0 0 0,1-1-1 0 0,-1 1 1 0 0,1 0 0 0 0,0-1 0 0 0,1 1-1 0 0,0 7 1 0 0,1-1 3 0 0,-1 1 0 0 0,0 0 1 0 0,-1 0-1 0 0,-1 18 0 0 0,-1 2 0 0 0,3 37 4 0 0,10 71 1 0 0,-1-20 3 0 0,-6-87-7 0 0,1 0 0 0 0,15 48 0 0 0,1 7 5 0 0,38 180 8 0 0,-46-198-3 0 0,8 61 24 0 0,-4 51 90 0 0,6 148 133 0 0,-13 236 192 0 0,-4-419-324 0 0,12 169 114 0 0,-14-273-207 0 0,24 177 242 0 0,19 70 160 0 0,-8-89-216 0 0,-25-131-67 0 0,5 89 0 0 0,-5-25-41 0 0,1 31-34 0 0,-8-83-34 0 0,-3-52-23 0 0,-1 35 0 0 0,0 140 31 0 0,2-37-50 0 0,-4-140-6 0 0,19 118 0 0 0,1-11 0 0 0,-15-100 0 0 0,9 29-19 0 0,25 67 0 0 0,7 30-16 0 0,-7 3-22 0 0,29 139-29 0 0,-60-258 39 0 0,1-1-1 0 0,29 73 1 0 0,-22-73 5 0 0,0 1-10 0 0,2-1 0 0 0,2 0-1 0 0,34 52 1 0 0,39 57-67 0 0,-89-144 111 0 0,0 0 0 0 0,0-4 0 0 0,-3-4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3:48.5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1 110 4512 0 0,'0'0'3672'0'0,"3"1"-3534"0"0,7 1 15 0 0,-1 2 0 0 0,0-1 0 0 0,1 1 0 0 0,-2 1 0 0 0,1-1 0 0 0,0 2 0 0 0,8 5 0 0 0,6 4-43 0 0,-15-10-103 0 0,1-1-1 0 0,-1-1 1 0 0,1 0 0 0 0,0 0 0 0 0,0 0 0 0 0,0-1 0 0 0,1 0 0 0 0,9 0 0 0 0,80 0 52 0 0,-63-3-52 0 0,68-5-15 0 0,-10 3-32 0 0,-75 2 21 0 0,0 0 1 0 0,31 3 0 0 0,-3 0 1 0 0,79 5-13 0 0,-78-3 16 0 0,75-2 0 0 0,-64-6 11 0 0,148-14-8 0 0,-158 11 11 0 0,0 3 0 0 0,0 2 0 0 0,58 4 0 0 0,250 31 17 0 0,-141-31 60 0 0,-113-4-9 0 0,155-9 176 0 0,-193 9-192 0 0,-37 0 43 0 0,48 4 0 0 0,38 3 156 0 0,10 1-53 0 0,-114-5-175 0 0,30 5 59 0 0,0-3 1 0 0,1-1-1 0 0,55-4 0 0 0,-27-3 102 0 0,80 6-1 0 0,15 0 50 0 0,164-9 28 0 0,-92-6-70 0 0,-141 6-132 0 0,338-22 157 0 0,-90 21-84 0 0,-53 17-55 0 0,-51-5 0 0 0,-48-5-34 0 0,-130 2-20 0 0,71-8 0 0 0,-31 0 2 0 0,-62 6-10 0 0,323-4 71 0 0,-227 13-64 0 0,287 3 55 0 0,-28-56 60 0 0,-202 18-42 0 0,-54 7-18 0 0,94-9 63 0 0,-188 27-121 0 0,26-3 60 0 0,1 4-1 0 0,80 7 1 0 0,-57 0-26 0 0,-60-5-18 0 0,53 9-1 0 0,208 28 160 0 0,-186-26-128 0 0,447 25 194 0 0,-128-41-33 0 0,-293 1-159 0 0,-9-1-3 0 0,127 1 62 0 0,-101 6-45 0 0,113 7 148 0 0,20 11 87 0 0,-259-18-283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3:52.2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686 1 4416 0 0,'22'24'4'0'0,"-7"-13"6"0"0,-12-8-7 0 0,-2-3-1 0 0,-1 1-1 0 0,1-1 1 0 0,-1 0-1 0 0,0 1 0 0 0,1-1 1 0 0,-1 1-1 0 0,0-1 1 0 0,1 1-1 0 0,-1-1 1 0 0,0 1-1 0 0,0-1 1 0 0,1 1-1 0 0,-1-1 0 0 0,0 1 1 0 0,0-1-1 0 0,0 1 1 0 0,0-1-1 0 0,0 1 1 0 0,0-1-1 0 0,0 1 1 0 0,0-1-1 0 0,0 1 0 0 0,0 0 1 0 0,0-1-1 0 0,0 1 1 0 0,0-1-1 0 0,-1 2 1 0 0,-10 16 28 0 0,-21 12 11 0 0,27-26-25 0 0,1 1 0 0 0,1 0-1 0 0,-1 0 1 0 0,1 0 0 0 0,0 0-1 0 0,0 0 1 0 0,0 0 0 0 0,1 1 0 0 0,-3 7-1 0 0,-13 26 138 0 0,11-25-92 0 0,0 0 1 0 0,-10 29 0 0 0,2-2 11 0 0,-44 103 288 0 0,3 12-49 0 0,40-107-177 0 0,-2 17 4 0 0,4 1-1 0 0,2 0 1 0 0,-4 92-1 0 0,5-43-29 0 0,-29 300 207 0 0,32-333-245 0 0,-15 103 106 0 0,0-25-78 0 0,11-70 10 0 0,-27 105-1 0 0,29-149-35 0 0,-6 52 0 0 0,-5 27 14 0 0,11-73-28 0 0,2 1-1 0 0,-1 63 1 0 0,-3-16 55 0 0,6-67-59 0 0,-1 39 0 0 0,-4 79 47 0 0,-1 19 16 0 0,4-9 54 0 0,0 16 9 0 0,6 56-40 0 0,2 37 48 0 0,-4-101-39 0 0,0-21-35 0 0,-8 127 61 0 0,-7 1 157 0 0,-8 122-54 0 0,21-292-227 0 0,-22 1064 836 0 0,36-756-416 0 0,-6-283-369 0 0,4 55 159 0 0,12 122 213 0 0,-11-189-371 0 0,3 40 36 0 0,21 245 454 0 0,-22-270-464 0 0,10 277 142 0 0,-17-392-261 0 0,8 250 182 0 0,-7-14 8 0 0,1-218-176 0 0,6 131 80 0 0,6 77 79 0 0,-13-219-159 0 0,3 97 98 0 0,-5-77-53 0 0,7 48 0 0 0,16 137 114 0 0,-13-92-64 0 0,14 167 146 0 0,-19-260-234 0 0,37 429 362 0 0,-43-458-371 0 0,0-1 0 0 0,-1 1 1 0 0,-5 23-1 0 0,-3-7 24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14.4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0 380 7432 0 0,'20'4'74'0'0,"8"2"256"0"0,0-2 146 0 0,14 1 226 0 0,-42-5-668 0 0,0 0-1 0 0,1 1 68 0 0,-1-1-68 0 0,0 0 1 0 0,1 1-1 0 0,-1-1 1 0 0,0 0-1 0 0,0 0 1 0 0,0 1-1 0 0,0-1 1 0 0,1 0-1 0 0,-1 1 1 0 0,0-1-1 0 0,0 0 1 0 0,0 0-1 0 0,0 1 1 0 0,0-1-1 0 0,0 0 1 0 0,0 1-1 0 0,0-1 1 0 0,0 0-1 0 0,0 1 1 0 0,0-1-1 0 0,0 0 1 0 0,0 1-1 0 0,0-1 1 0 0,0 0-1 0 0,0 0 1 0 0,0 1-1 0 0,-1-1 1 0 0,1 0-1 0 0,0 1 1 0 0,0-1-1 0 0,0 0 1 0 0,0 0-1 0 0,-1 1 68 0 0,1-1-68 0 0,-1 1 1 0 0,1-1-1 0 0,0 0 1 0 0,0 0-1 0 0,-1 0 1 0 0,-15 18 1198 0 0,16-17-1147 0 0,-1 0 1 0 0,1-1 0 0 0,-1 1-1 0 0,1-1 1 0 0,0 1 0 0 0,0 0-1 0 0,-1-1 1 0 0,1 1 0 0 0,0 0-1 0 0,0 0 1 0 0,0-1 0 0 0,0 1-1 0 0,0 0 1 0 0,0 1 0 0 0,0-2-38 0 0,1 1 1 0 0,-1 0 0 0 0,1 0-1 0 0,-1 0 1 0 0,1-1 0 0 0,0 1-1 0 0,-1 0 1 0 0,1-1 0 0 0,0 1-1 0 0,0-1 1 0 0,-1 1 0 0 0,1-1-1 0 0,0 1 1 0 0,0-1 0 0 0,0 1-1 0 0,0-1 1 0 0,-1 0 0 0 0,1 1-1 0 0,0-1 1 0 0,1 0 0 0 0,0 1 95 0 0,1 0-113 0 0,0 0 0 0 0,0 1 1 0 0,0-1-1 0 0,0-1 0 0 0,0 1 1 0 0,1 0-1 0 0,5 0 0 0 0,75-6 43 0 0,-58 5-46 0 0,0-2 0 0 0,36-5 0 0 0,-43 4-51 0 0,1 0 0 0 0,-1 2 1 0 0,1 0-1 0 0,0 2 0 0 0,22 2 1 0 0,44-1-170 0 0,97 19-200 0 0,-4 7 190 0 0,19-8 68 0 0,-85-15 126 0 0,47 8 45 0 0,9 1 22 0 0,-36-3 80 0 0,-40-4-17 0 0,-68-6-63 0 0,38-2 0 0 0,-17 0-5 0 0,48 0 172 0 0,158 7 281 0 0,-22 13 24 0 0,-208-17-426 0 0,1-1-1 0 0,41-5 1 0 0,-39 2 25 0 0,40 1 1 0 0,-21-1 35 0 0,-16-1-116 0 0,6 3 54 0 0,-1-1 1 0 0,0-1-1 0 0,41-8 1 0 0,-50 6-2 0 0,0 1 0 0 0,29 0 0 0 0,-30-5 37 0 0,-3 0-22 0 0,-17 7-88 0 0,-1 0-1 0 0,0 0 1 0 0,0 0 0 0 0,0-1 0 0 0,0 1-1 0 0,0 0 1 0 0,0-1 0 0 0,0 0 0 0 0,2-2 0 0 0,4-3 8 0 0,-5-5 117 0 0,-3 11-144 0 0,0 0 1 0 0,0 0 0 0 0,0 0 0 0 0,0 0-1 0 0,0 0 1 0 0,0 0 0 0 0,1 0 0 0 0,-1 0-1 0 0,0 0 1 0 0,1 0 0 0 0,-1 0-1 0 0,0 0 1 0 0,1 0 0 0 0,-1 0 0 0 0,2-1-1 0 0,0-2 10 0 0,1 1 1 0 0,-1 0-1 0 0,0-1 0 0 0,0 1 0 0 0,-1-1 0 0 0,1 0 0 0 0,-1 1 0 0 0,1-1 0 0 0,-1 0 0 0 0,0 0 0 0 0,0 0 0 0 0,-1 0 0 0 0,1 0 0 0 0,-1 0 0 0 0,0 0 0 0 0,0 0 0 0 0,-1 0 0 0 0,0-7 0 0 0,-1 1 31 0 0,-1 1 0 0 0,1 0 0 0 0,-2 0 0 0 0,1 0 0 0 0,-1 0 0 0 0,-10-16 0 0 0,-2-1 75 0 0,7 8-47 0 0,-1 1 1 0 0,-1 1-1 0 0,-1 0 1 0 0,0 1-1 0 0,-1 0 1 0 0,0 1-1 0 0,-1 0 1 0 0,-27-20-1 0 0,7 14 18 0 0,-2 2 1 0 0,0 1-1 0 0,0 1 1 0 0,-40-10-1 0 0,-17 5 6 0 0,20 5-20 0 0,63 14-70 0 0,0 1 1 0 0,-1 0-1 0 0,1 0 0 0 0,-13 1 1 0 0,-11 0 13 0 0,-107-3 35 0 0,-1 6 0 0 0,-152 23 0 0 0,141-22-38 0 0,119-4-18 0 0,-331-14 56 0 0,266 15-61 0 0,28 0 4 0 0,-87 5-4 0 0,108-3-3 0 0,42-2 1 0 0,-532 44-6 0 0,476-39-18 0 0,1-2 0 0 0,-109-8 0 0 0,97-7 0 0 0,67 9 22 0 0,-1-2 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34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6632 0 0,'0'0'136'0'0,"0"3"-91"0"0,0-2-11 0 0,0 0 0 0 0,0 0 0 0 0,0 0 1 0 0,0-1-1 0 0,0 1 0 0 0,0 0 0 0 0,0 0 0 0 0,1 0 0 0 0,-1 0 0 0 0,0-1 0 0 0,0 1 0 0 0,1 0 0 0 0,-1 0 0 0 0,0-1 1 0 0,1 1-1 0 0,-1 0 0 0 0,1 0 0 0 0,-1-1 0 0 0,1 1 0 0 0,-1 0 0 0 0,1-1 0 0 0,-1 1 0 0 0,1-1 0 0 0,0 1 0 0 0,-1-1 1 0 0,1 1-1 0 0,0-1 0 0 0,0 1 0 0 0,30 2 778 0 0,-28-3-898 0 0,44-3 245 0 0,-37 2-131 0 0,0 0-1 0 0,0 0 1 0 0,0 1-1 0 0,-1 1 1 0 0,1 0 0 0 0,0 0-1 0 0,15 4 1 0 0,0 4 36 0 0,-1 1-1 0 0,27 16 1 0 0,34 13 158 0 0,-21-19-37 0 0,0-3 1 0 0,93 11-1 0 0,-53-10-4 0 0,-95-16-156 0 0,0 0 0 0 0,0 0 0 0 0,-1 1-1 0 0,1 1 1 0 0,-1-1 0 0 0,0 1 0 0 0,0 1 0 0 0,0-1-1 0 0,-1 1 1 0 0,0 1 0 0 0,0-1 0 0 0,0 1-1 0 0,0 1 1 0 0,-1-1 0 0 0,0 1 0 0 0,0 0 0 0 0,-1 0-1 0 0,8 15 1 0 0,0 3 82 0 0,-2 2 0 0 0,-1-1 0 0 0,-1 1 0 0 0,9 44 0 0 0,-7-33-12 0 0,-8-29-65 0 0,0 1-1 0 0,0 1 1 0 0,-1-1 0 0 0,-1 0-1 0 0,2 15 1 0 0,-2 14 51 0 0,0-27-56 0 0,0 0-1 0 0,-1 0 1 0 0,-1 0-1 0 0,0 0 1 0 0,-5 23-1 0 0,-5 3 97 0 0,1 1 1 0 0,2 0-1 0 0,2 0 1 0 0,2 1-1 0 0,1 0 1 0 0,2 0-1 0 0,4 39 1 0 0,12 117 347 0 0,-10-146-329 0 0,-1-7-7 0 0,13 53 0 0 0,-14-84-78 0 0,0 1 0 0 0,1-1 0 0 0,1 0-1 0 0,0-1 1 0 0,1 1 0 0 0,0-1-1 0 0,0 0 1 0 0,16 18 0 0 0,-21-27-40 0 0,1 0 0 0 0,0 0 0 0 0,0 0 0 0 0,0-1 0 0 0,0 1 0 0 0,0 0 0 0 0,0-1 0 0 0,1 0 0 0 0,-1 1 0 0 0,0-1 0 0 0,1 0 0 0 0,-1 0 0 0 0,1-1 0 0 0,-1 1 0 0 0,1 0 0 0 0,0-1 0 0 0,-1 1 0 0 0,1-1 0 0 0,-1 0 0 0 0,1 0 0 0 0,0 0 0 0 0,-1 0 0 0 0,1-1 0 0 0,5 0 0 0 0,2-3 67 0 0,0 1 0 0 0,-1-1 0 0 0,1-1-1 0 0,17-10 1 0 0,-3 1 29 0 0,27-23 169 0 0,-4 6 72 0 0,-46 30-270 0 0,12-11 312 0 0,-3 4 211 0 0,-20 12-460 0 0,3 2-114 0 0,0-1 0 0 0,0 1 0 0 0,1 1 0 0 0,0-1 0 0 0,0 1 0 0 0,0 0 0 0 0,1 0 0 0 0,0 1 0 0 0,1 0 0 0 0,-1-1 0 0 0,1 2 0 0 0,1-1 0 0 0,-5 15 0 0 0,-16 31 75 0 0,-25 51 78 0 0,-5 11-37 0 0,-85 185 149 0 0,101-203-185 0 0,5 2 1 0 0,-32 155-1 0 0,51-183-55 0 0,-12 64 64 0 0,-13 201 0 0 0,21-79 192 0 0,15-228-257 0 0,-4-4-6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37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7328 0 0,'13'3'25'0'0,"5"1"12"0"0,-3-3 35 0 0,-13 0-5 0 0,-1 35 208 0 0,-5-15 209 0 0,-1 7-43 0 0,7 356 1276 0 0,-2-217-957 0 0,0-156-714 0 0,1 6 32 0 0,0-14-50 0 0,-1 1 1 0 0,0 0-1 0 0,0 0 1 0 0,0 0-1 0 0,0 0 0 0 0,0 0 1 0 0,-1 0-1 0 0,0 0 1 0 0,-1 4-1 0 0,3 1 86 0 0,0-6 158 0 0,3-11-200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38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9648 0 0,'0'0'222'0'0,"3"-3"-107"0"0,1 2-44 0 0,-1-1 0 0 0,0 0 0 0 0,0 1 0 0 0,1 0 0 0 0,-1 0 0 0 0,0 0 0 0 0,1 0 0 0 0,-1 1 0 0 0,1-1 0 0 0,0 1 0 0 0,-1 0 0 0 0,1 0 0 0 0,-1 0 0 0 0,1 0 0 0 0,-1 1 0 0 0,1-1 0 0 0,-1 1 0 0 0,1 0 0 0 0,-1 0 0 0 0,4 2 0 0 0,14 3 181 0 0,0-1 1 0 0,0 0-1 0 0,0-2 0 0 0,0-1 1 0 0,33 0-1 0 0,-48-3-186 0 0,0-1 0 0 0,0 0-1 0 0,-1 0 1 0 0,1 0 0 0 0,10-6-1 0 0,-5 2 24 0 0,-3 2 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38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0 398 10152 0 0,'17'-6'41'0'0,"9"-1"140"0"0,-10 2-17 0 0,-11 4-121 0 0,0 0 0 0 0,0-1 0 0 0,-1 0 0 0 0,1 0 0 0 0,-1 0 0 0 0,1 0 0 0 0,-1-1 0 0 0,0 0 0 0 0,0 0 0 0 0,0 0 0 0 0,7-7 0 0 0,8-7 217 0 0,-17 16-196 0 0,0-1-1 0 0,0 1 0 0 0,0-1 0 0 0,0 0 1 0 0,0 0-1 0 0,0 0 0 0 0,0 0 1 0 0,-1 0-1 0 0,1 0 0 0 0,-1 0 0 0 0,1-1 1 0 0,0-2-1 0 0,3-3 52 0 0,1 0 1 0 0,-1 0-1 0 0,1 1 0 0 0,1 0 1 0 0,-1 0-1 0 0,16-11 1 0 0,-20 16-92 0 0,169-139 1144 0 0,-165 137-1108 0 0,0-2 1 0 0,-1 1-1 0 0,1-1 1 0 0,6-8-1 0 0,14-13 285 0 0,-25 26 47 0 0,-4 3-322 0 0,-18 18 4 0 0,0 2 0 0 0,1 0 0 0 0,1 1 0 0 0,1 1 1 0 0,1 0-1 0 0,1 2 0 0 0,2-1 0 0 0,-17 41 0 0 0,18-40-22 0 0,10-21-38 0 0,0 0 1 0 0,0 0-1 0 0,1 0 1 0 0,0 1-1 0 0,0-1 1 0 0,-1 6-1 0 0,1 1 54 0 0,0 0 0 0 0,1 0 0 0 0,1-1 0 0 0,0 1 0 0 0,0 0 0 0 0,3 16 0 0 0,-2-27-59 0 0,-1 0-1 0 0,0 0 1 0 0,0 0 0 0 0,1 0-1 0 0,-1 0 1 0 0,1 0 0 0 0,-1 0-1 0 0,1 0 1 0 0,-1 0 0 0 0,1 0-1 0 0,0 0 1 0 0,-1 0 0 0 0,1-1-1 0 0,0 1 1 0 0,0 0 0 0 0,-1 0-1 0 0,1-1 1 0 0,0 1 0 0 0,0-1-1 0 0,0 1 1 0 0,0-1 0 0 0,0 1-1 0 0,0-1 1 0 0,0 1 0 0 0,0-1-1 0 0,0 0 1 0 0,0 1 0 0 0,0-1-1 0 0,0 0 1 0 0,0 0 0 0 0,0 0-1 0 0,0 0 1 0 0,0 0 0 0 0,0 0-1 0 0,0 0 1 0 0,1-1 0 0 0,-1 1-1 0 0,0 0 1 0 0,0 0 0 0 0,0-1-1 0 0,0 1 1 0 0,0-1 0 0 0,0 1-1 0 0,-1-1 1 0 0,2 0 0 0 0,5-2 24 0 0,0 0 1 0 0,-1-1 0 0 0,0 0 0 0 0,0 0-1 0 0,0 0 1 0 0,5-6 0 0 0,0 0 25 0 0,-1-1 0 0 0,0 0 1 0 0,-1-1-1 0 0,0 0 0 0 0,-1-1 1 0 0,0 1-1 0 0,-1-2 0 0 0,0 1 1 0 0,7-23-1 0 0,-8 12 25 0 0,23-96 290 0 0,-27 108-325 0 0,-1 1 1 0 0,0 0-1 0 0,-1-1 0 0 0,0 1 0 0 0,-1-1 1 0 0,0 1-1 0 0,0 0 0 0 0,-6-17 0 0 0,7 27-40 0 0,0-1 0 0 0,0 1 0 0 0,-1 0 0 0 0,1-1 0 0 0,0 1 0 0 0,-1 0 0 0 0,1-1 0 0 0,-1 1 0 0 0,0 0 0 0 0,1 0 0 0 0,-1 0 0 0 0,0-1 0 0 0,0 1 0 0 0,0 0 0 0 0,0 0 0 0 0,0 0 0 0 0,0 0 0 0 0,0 0 0 0 0,0 1 0 0 0,0-1 0 0 0,0 0 0 0 0,0 0 0 0 0,0 1 0 0 0,-1-1 0 0 0,1 1 0 0 0,0-1 0 0 0,-1 1 0 0 0,1 0 0 0 0,0-1 0 0 0,-1 1 0 0 0,1 0 0 0 0,0 0 0 0 0,-1 0 0 0 0,1 0 0 0 0,-1 0 0 0 0,1 0 0 0 0,0 0 0 0 0,-1 0 0 0 0,-2 1 0 0 0,1 1 15 0 0,-1 0 0 0 0,1 0 1 0 0,0 0-1 0 0,-1 0 1 0 0,1 0-1 0 0,0 1 1 0 0,0-1-1 0 0,0 1 1 0 0,1 0-1 0 0,-1 0 1 0 0,1 0-1 0 0,-3 4 1 0 0,-5 13 44 0 0,0 0 0 0 0,2 1 0 0 0,1 0 0 0 0,0 0 0 0 0,2 0 0 0 0,0 1 0 0 0,2 0 0 0 0,0 0 0 0 0,1 0-1 0 0,2 0 1 0 0,0 0 0 0 0,1 0 0 0 0,1 0 0 0 0,7 28 0 0 0,-9-46-52 0 0,2 0 0 0 0,-1-1-1 0 0,0 1 1 0 0,1 0-1 0 0,0 0 1 0 0,0-1 0 0 0,0 1-1 0 0,0-1 1 0 0,1 0-1 0 0,-1 1 1 0 0,1-1 0 0 0,0 0-1 0 0,0-1 1 0 0,0 1-1 0 0,0 0 1 0 0,4 2 0 0 0,-5-4-6 0 0,0 0 1 0 0,1 0 0 0 0,-1 0 0 0 0,1 0-1 0 0,-1 0 1 0 0,1-1 0 0 0,0 1 0 0 0,-1-1-1 0 0,1 1 1 0 0,-1-1 0 0 0,1 0 0 0 0,0 0-1 0 0,-1 0 1 0 0,1-1 0 0 0,0 1 0 0 0,-1 0-1 0 0,1-1 1 0 0,-1 0 0 0 0,1 0 0 0 0,-1 0-1 0 0,1 0 1 0 0,-1 0 0 0 0,1 0 0 0 0,3-3-1 0 0,8-8 45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40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0 724 12160 0 0,'14'0'91'0'0,"6"-2"527"0"0,-19 2-576 0 0,1 0 1 0 0,-1 0 0 0 0,0-1 0 0 0,0 1 0 0 0,1-1-1 0 0,-1 1 1 0 0,0-1 0 0 0,0 1 0 0 0,0-1 0 0 0,0 0-1 0 0,1 1 1 0 0,-1-1 0 0 0,0 0 0 0 0,-1 0 0 0 0,1 0-1 0 0,0 0 1 0 0,0 0 0 0 0,0 0 0 0 0,0 0 0 0 0,-1 0-1 0 0,1 0 1 0 0,0-2 0 0 0,6-3 482 0 0,-7 5-471 0 0,1 1 0 0 0,0-1 1 0 0,-1 1-1 0 0,1 0 0 0 0,-1-1 0 0 0,1 1 1 0 0,0-1-1 0 0,-1 1 0 0 0,0-1 0 0 0,1 1 1 0 0,-1-1-1 0 0,1 0 0 0 0,-1 1 0 0 0,1-1 0 0 0,-1 1 1 0 0,0-1-1 0 0,0 0 0 0 0,1 1 0 0 0,-1-1 1 0 0,0-1-1 0 0,8-18 106 0 0,0 0 1 0 0,1 1-1 0 0,1 0 1 0 0,1 0-1 0 0,25-32 0 0 0,4-7-152 0 0,-39 57-9 0 0,-1-1-1 0 0,1 1 0 0 0,0-1 0 0 0,0 1 0 0 0,0-1 0 0 0,-1 1 1 0 0,1-1-1 0 0,-1 1 0 0 0,1-1 0 0 0,-1 0 0 0 0,0 1 0 0 0,0-1 0 0 0,1-2 1 0 0,0-4-22 0 0,0 6 1 0 0,2-3-14 0 0,-3 3-2 0 0,-1 3-179 0 0,-8 14 199 0 0,1 0 1 0 0,1 1-1 0 0,1 0 0 0 0,0 0 1 0 0,-5 23-1 0 0,1-6-6 0 0,6-21 21 0 0,2-1 0 0 0,-1 1 0 0 0,1-1 1 0 0,0 23-1 0 0,2-29 4 0 0,0 1-1 0 0,0-1 1 0 0,1 1 0 0 0,-1-1 0 0 0,1 1 0 0 0,0-1-1 0 0,1 0 1 0 0,-1 0 0 0 0,1 1 0 0 0,0-1 0 0 0,4 7 0 0 0,-5-11 2 0 0,-1-1 0 0 0,1 1 1 0 0,-1 0-1 0 0,0 0 0 0 0,1 0 1 0 0,0 0-1 0 0,-1-1 0 0 0,1 1 1 0 0,0 0-1 0 0,-1 0 0 0 0,1-1 1 0 0,0 1-1 0 0,0-1 0 0 0,-1 1 1 0 0,1 0-1 0 0,0-1 0 0 0,0 0 1 0 0,0 1-1 0 0,0-1 0 0 0,0 1 1 0 0,0-1-1 0 0,0 0 0 0 0,-1 0 1 0 0,1 0-1 0 0,0 1 0 0 0,0-1 1 0 0,0 0-1 0 0,0 0 0 0 0,0 0 1 0 0,0 0-1 0 0,0-1 1 0 0,0 1-1 0 0,0 0 0 0 0,0 0 1 0 0,0-1-1 0 0,0 1 0 0 0,0 0 1 0 0,0-1-1 0 0,0 1 0 0 0,0-1 1 0 0,-1 1-1 0 0,1-1 0 0 0,0 1 1 0 0,0-1-1 0 0,-1 0 0 0 0,1 1 1 0 0,0-1-1 0 0,-1 0 0 0 0,1 0 1 0 0,0 1-1 0 0,0-2 0 0 0,2-3 23 0 0,0 0 0 0 0,0-1-1 0 0,0 1 1 0 0,-1 0 0 0 0,0-1-1 0 0,3-11 1 0 0,0 0 131 0 0,15-34 0 0 0,-1 2 47 0 0,-14 35-130 0 0,-4 11-37 0 0,0-1 0 0 0,1 1 0 0 0,-1-1 0 0 0,0 1 0 0 0,-1-1 0 0 0,1 1 0 0 0,-1-1 0 0 0,1 1 0 0 0,-1-1 0 0 0,0 0 0 0 0,-1 1 0 0 0,1-1 0 0 0,0 0 0 0 0,-1 1 0 0 0,-2-7 0 0 0,2 8 33 0 0,1 1-44 0 0,0 0 0 0 0,0 0 0 0 0,0 0 0 0 0,0 0 0 0 0,0 0-1 0 0,0 0 1 0 0,0 0 0 0 0,-1 0 0 0 0,1 0 0 0 0,0 0-1 0 0,-1 0 1 0 0,1 0 0 0 0,-2-1 0 0 0,2 1-19 0 0,0 1-1 0 0,-1-1 1 0 0,1 1 0 0 0,0 0 0 0 0,-1-1-1 0 0,1 1 1 0 0,-1 0 0 0 0,1 0 0 0 0,0-1 0 0 0,-1 1-1 0 0,1 0 1 0 0,-1 0 0 0 0,1 0 0 0 0,-1-1-1 0 0,1 1 1 0 0,-1 0 0 0 0,1 0 0 0 0,-1 0 0 0 0,1 0-1 0 0,-1 0 1 0 0,1 0 0 0 0,-1 0 0 0 0,1 0-1 0 0,-1 0 1 0 0,1 0 0 0 0,-1 0 0 0 0,1 1 0 0 0,-1-1-1 0 0,1 0 1 0 0,-1 0 0 0 0,1 0 0 0 0,0 1-1 0 0,-1-1 1 0 0,1 0 0 0 0,-1 0 0 0 0,1 1 0 0 0,0-1-1 0 0,-1 0 1 0 0,1 1 0 0 0,0-1 0 0 0,-1 0-1 0 0,1 1 1 0 0,0-1 0 0 0,-1 1 0 0 0,1-1 0 0 0,0 1-1 0 0,0-1 1 0 0,0 1 0 0 0,-1-1 0 0 0,1 0-1 0 0,0 1 1 0 0,0-1 0 0 0,0 1 0 0 0,0-1 0 0 0,0 1-1 0 0,0-1 1 0 0,0 1 0 0 0,0-1 0 0 0,0 1-1 0 0,3 36 184 0 0,-2-29-158 0 0,-2-2-10 0 0,1 0-1 0 0,0 0 1 0 0,0-1 0 0 0,1 1 0 0 0,-1 0 0 0 0,1-1 0 0 0,1 1 0 0 0,-1 0-1 0 0,1-1 1 0 0,0 1 0 0 0,0-1 0 0 0,5 8 0 0 0,-5-11 1 0 0,1 1 0 0 0,1-1 1 0 0,-1-1-1 0 0,0 1 1 0 0,0 0-1 0 0,1-1 0 0 0,-1 1 1 0 0,1-1-1 0 0,-1 0 0 0 0,1 0 1 0 0,-1-1-1 0 0,1 1 0 0 0,0-1 1 0 0,-1 0-1 0 0,1 0 1 0 0,0 0-1 0 0,-1 0 0 0 0,1 0 1 0 0,0-1-1 0 0,5-1 0 0 0,13-19 122 0 0,-16 13-84 0 0,72-84 302 0 0,-19 19-86 0 0,2 14 151 0 0,-59 57-362 0 0,4-8 328 0 0,-2 9-111 0 0,-3 8-213 0 0,-2-3-52 0 0,0 0-1 0 0,1-1 1 0 0,-1 1 0 0 0,-1-1-1 0 0,1 1 1 0 0,-1-1 0 0 0,-3 6-1 0 0,-5 16 50 0 0,2 2 14 0 0,2 0 1 0 0,-6 51-1 0 0,12-66-46 0 0,-1 0-1 0 0,1 1 1 0 0,1-1 0 0 0,0 0-1 0 0,1 0 1 0 0,0 1 0 0 0,1-1-1 0 0,8 20 1 0 0,-11-31-28 0 0,0 0 0 0 0,1 0 0 0 0,-1 0 0 0 0,1 0 0 0 0,-1 0 0 0 0,1 0 0 0 0,0 0 0 0 0,-1-1 0 0 0,1 1 0 0 0,0 0 0 0 0,-1 0 0 0 0,1-1 0 0 0,0 1 0 0 0,0 0 0 0 0,0-1-1 0 0,0 1 1 0 0,0-1 0 0 0,0 1 0 0 0,0-1 0 0 0,0 1 0 0 0,0-1 0 0 0,0 0 0 0 0,0 0 0 0 0,0 1 0 0 0,1-1 0 0 0,1 0 0 0 0,-1 0 0 0 0,0-1 1 0 0,0 1-1 0 0,1-1 0 0 0,-1 1 0 0 0,0-1 0 0 0,0 0 0 0 0,1 0 0 0 0,-1 1 0 0 0,0-2 1 0 0,2 0-1 0 0,1-1 2 0 0,-1 0 0 0 0,1 0 1 0 0,-1-1-1 0 0,0 0 0 0 0,0 1 1 0 0,-1-1-1 0 0,1 0 0 0 0,-1-1 1 0 0,4-5-1 0 0,-1-3-2 0 0,0 0 0 0 0,-1 0 0 0 0,0 0 1 0 0,-1-1-1 0 0,0 0 0 0 0,-1 0 0 0 0,-1 0 0 0 0,-1 0 0 0 0,1 0 0 0 0,-2 0 1 0 0,0 0-1 0 0,-1-1 0 0 0,-3-16 0 0 0,-6-10 11 0 0,-1 1 0 0 0,-3 0 1 0 0,-1 1-1 0 0,-1 1 0 0 0,-26-41 0 0 0,12 35 13 0 0,30 44-30 0 0,0-1 0 0 0,0 1-1 0 0,0 0 1 0 0,0-1 0 0 0,0 1 0 0 0,-1 0 0 0 0,1 0-1 0 0,0-1 1 0 0,0 1 0 0 0,0 0 0 0 0,-1-1 0 0 0,1 1-1 0 0,0 0 1 0 0,0 0 0 0 0,-1-1 0 0 0,1 1 0 0 0,0 0-1 0 0,-1 0 1 0 0,1 0 0 0 0,0 0 0 0 0,-1-1 0 0 0,1 1-1 0 0,0 0 1 0 0,-1 0 0 0 0,1 0 0 0 0,0 0 0 0 0,-1 0-1 0 0,1 0 1 0 0,0 0 0 0 0,-1 0 0 0 0,1 0 0 0 0,-1 0-1 0 0,1 0 1 0 0,0 0 0 0 0,-1 0 0 0 0,1 0 0 0 0,0 0-1 0 0,-1 0 1 0 0,1 1 0 0 0,0-1 0 0 0,-1 0 0 0 0,1 0-1 0 0,0 0 1 0 0,-1 0 0 0 0,1 1 0 0 0,0-1 0 0 0,0 0 0 0 0,-1 0-1 0 0,1 1 1 0 0,0-1 0 0 0,0 0 0 0 0,-1 1 0 0 0,1-1-1 0 0,0 1 1 0 0,-9 15 20 0 0,9-6-11 0 0,-1 0-1 0 0,1 0 1 0 0,0 0 0 0 0,1 0-1 0 0,1 0 1 0 0,-1 0-1 0 0,1 0 1 0 0,1 0-1 0 0,0-1 1 0 0,0 1 0 0 0,1-1-1 0 0,1 0 1 0 0,-1 0-1 0 0,1 0 1 0 0,1 0-1 0 0,11 14 1 0 0,-12-19 4 0 0,0-1 1 0 0,1 1-1 0 0,-1-1 1 0 0,1 0-1 0 0,-1 0 0 0 0,1 0 1 0 0,0-1-1 0 0,0 0 1 0 0,1 0-1 0 0,-1-1 1 0 0,7 2-1 0 0,-1-1 30 0 0,-8-1-29 0 0,1-1-1 0 0,-1 1 1 0 0,1-1-1 0 0,-1 0 1 0 0,1-1 0 0 0,-1 1-1 0 0,1-1 1 0 0,-1 0-1 0 0,1 0 1 0 0,-1 0-1 0 0,0-1 1 0 0,0 0-1 0 0,0 1 1 0 0,0-1-1 0 0,7-5 1 0 0,6-4 56 0 0,0-2 0 0 0,18-17-1 0 0,5-2 56 0 0,-18 14 66 0 0,30-30 0 0 0,-40 38-40 0 0,-9 14-28 0 0,-11 24 27 0 0,3-15-134 0 0,-7 32 84 0 0,-9 64 0 0 0,18-88-77 0 0,1 0 1 0 0,1 0-1 0 0,1 1 0 0 0,1-1 1 0 0,6 31-1 0 0,-7-50-19 0 0,0 1-1 0 0,1-1 1 0 0,0 1-1 0 0,0-1 1 0 0,-1 1 0 0 0,1-1-1 0 0,1 0 1 0 0,-1 1-1 0 0,0-1 1 0 0,0 0 0 0 0,1 0-1 0 0,-1 0 1 0 0,1 0-1 0 0,4 3 1 0 0,-5-4-2 0 0,0 0 0 0 0,1 0 1 0 0,-1-1-1 0 0,0 1 0 0 0,1 0 0 0 0,-1-1 0 0 0,1 1 1 0 0,-1-1-1 0 0,1 0 0 0 0,-1 1 0 0 0,1-1 0 0 0,-1 0 1 0 0,1 0-1 0 0,0 0 0 0 0,-1 0 0 0 0,1 0 0 0 0,-1-1 1 0 0,3 0-1 0 0,0 0 2 0 0,-1 0-1 0 0,1-1 1 0 0,-1 0 0 0 0,1 0 0 0 0,-1 0 0 0 0,0 0-1 0 0,0 0 1 0 0,0 0 0 0 0,0-1 0 0 0,0 0-1 0 0,-1 1 1 0 0,1-1 0 0 0,-1 0 0 0 0,0 0 0 0 0,0-1-1 0 0,0 1 1 0 0,3-7 0 0 0,5-13 8 0 0,-3 8-2 0 0,-1-1 1 0 0,0 0 0 0 0,-1 0-1 0 0,-1-1 1 0 0,3-17 0 0 0,-4 1-6 0 0,-1 1 0 0 0,-2-1 0 0 0,-1 1 0 0 0,-1-1 1 0 0,-2 1-1 0 0,-1 0 0 0 0,-2 0 0 0 0,-16-48 1 0 0,21 75-6 0 0,-7-12 5 0 0,0 5-5 0 0,-6-4 5 0 0,15 16-6 0 0,-1 0 1 0 0,1 0-1 0 0,-1 1 0 0 0,1-1 0 0 0,-1 0 1 0 0,1 0-1 0 0,-1 0 0 0 0,1 0 0 0 0,-1 1 1 0 0,1-1-1 0 0,0 0 0 0 0,-1 0 0 0 0,1 1 1 0 0,-1-1-1 0 0,1 0 0 0 0,0 1 0 0 0,-1-1 1 0 0,1 0-1 0 0,0 1 0 0 0,-1-1 0 0 0,1 1 0 0 0,0-1 1 0 0,0 0-1 0 0,-1 1 0 0 0,1-1 0 0 0,0 1 1 0 0,0 0-1 0 0,-1 0 0 0 0,0 0 0 0 0,0-1 0 0 0,1 1 0 0 0,-1 0 0 0 0,0 0 0 0 0,1 0 0 0 0,-1 0 0 0 0,1 0 0 0 0,-1 0 0 0 0,1 0 0 0 0,0 0 0 0 0,-1 0 1 0 0,1 0-1 0 0,0 0 0 0 0,0 0 0 0 0,-1 0 0 0 0,1 0 0 0 0,0 1 0 0 0,0-1 0 0 0,0 0 0 0 0,1 0 0 0 0,-1 0 0 0 0,0 0 0 0 0,1 1 0 0 0,-1 1 0 0 0,3 27 2 0 0,0 0-1 0 0,2 0 1 0 0,2-1 0 0 0,12 40-1 0 0,-6-27 7 0 0,19 44-1 0 0,-20-62-6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44.5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0 814 11048 0 0,'8'0'22'0'0,"15"-1"256"0"0,-22 0-215 0 0,1 0 0 0 0,0 0 0 0 0,-1 1 0 0 0,1-1 0 0 0,-1 0 1 0 0,1 0-1 0 0,-1-1 0 0 0,0 1 0 0 0,1 0 0 0 0,-1 0 0 0 0,0-1 0 0 0,0 1 0 0 0,0 0 0 0 0,0-1 0 0 0,0 1 0 0 0,0-1 0 0 0,0 1 0 0 0,-1-1 0 0 0,2-2 0 0 0,8-27 185 0 0,-1 0-1 0 0,-1-1 1 0 0,-2 1 0 0 0,4-54 0 0 0,18-407-544 0 0,-28 479 262 0 0,-1 0 0 0 0,0 0 0 0 0,-5-18 0 0 0,5 30 24 0 0,-5-2-2 0 0,4 12 10 0 0,-8 71 36 0 0,6-64-20 0 0,1 1-1 0 0,1 0 1 0 0,1 0 0 0 0,1 0-1 0 0,1 23 1 0 0,6-4 152 0 0,1 0 0 0 0,18 51 1 0 0,4 14 283 0 0,-28-92-387 0 0,0 0-1 0 0,1 0 1 0 0,1-1 0 0 0,-1 1 0 0 0,1-1-1 0 0,1 0 1 0 0,-1 0 0 0 0,1 0 0 0 0,1-1-1 0 0,-1 0 1 0 0,1 0 0 0 0,1 0 0 0 0,11 10 0 0 0,-13-14-24 0 0,0-1 0 0 0,0 0 0 0 0,1 0 0 0 0,-1 0 0 0 0,0 0 0 0 0,1-1 1 0 0,-1 0-1 0 0,1 0 0 0 0,0 0 0 0 0,-1-1 0 0 0,1 0 0 0 0,0 0 0 0 0,-1 0 1 0 0,1-1-1 0 0,0 1 0 0 0,-1-1 0 0 0,1-1 0 0 0,-1 1 0 0 0,1-1 0 0 0,-1 0 1 0 0,0 0-1 0 0,0-1 0 0 0,0 0 0 0 0,0 0 0 0 0,0 0 0 0 0,5-4 0 0 0,-1-1 28 0 0,0 1 0 0 0,0-1-1 0 0,-1-1 1 0 0,0 1 0 0 0,0-1 0 0 0,-1-1-1 0 0,-1 1 1 0 0,1-1 0 0 0,-1 0-1 0 0,-1-1 1 0 0,0 0 0 0 0,4-12-1 0 0,-3 4 14 0 0,0-1 0 0 0,-2 0-1 0 0,0 0 1 0 0,-1 0 0 0 0,-1-1-1 0 0,-1 1 1 0 0,-1-1 0 0 0,0 1-1 0 0,-2-1 1 0 0,0 1 0 0 0,-8-29-1 0 0,-5 2 226 0 0,-31-63 0 0 0,45 108-282 0 0,0 0 0 0 0,0 0 0 0 0,0 1 0 0 0,0-1 0 0 0,-1 0 0 0 0,1 0 0 0 0,-1 1 0 0 0,1-1 0 0 0,-1 1 0 0 0,1 0 0 0 0,-1-1 0 0 0,0 1 0 0 0,0 0 1 0 0,0 0-1 0 0,0 0 0 0 0,1 0 0 0 0,-1 0 0 0 0,-1 0 0 0 0,1 1 0 0 0,0-1 0 0 0,0 1 0 0 0,0-1 0 0 0,-4 1 0 0 0,-11 22 262 0 0,15-18-259 0 0,0 1-1 0 0,0-1 1 0 0,1 0-1 0 0,-1 0 0 0 0,1 1 1 0 0,0-1-1 0 0,0 5 1 0 0,-5 17 96 0 0,0-3-20 0 0,1 0 1 0 0,2 1-1 0 0,-2 45 1 0 0,4-50-67 0 0,0 16 151 0 0,2 0-1 0 0,11 66 0 0 0,-7-61-62 0 0,11 7 253 0 0,-15-46-361 0 0,-1 0-1 0 0,1 0 0 0 0,0-1 0 0 0,-1 1 1 0 0,1 0-1 0 0,0-1 0 0 0,-1 1 1 0 0,1 0-1 0 0,0-1 0 0 0,0 1 0 0 0,0-1 1 0 0,-1 1-1 0 0,1-1 0 0 0,0 1 0 0 0,0-1 1 0 0,0 0-1 0 0,0 1 0 0 0,0-1 1 0 0,0 0-1 0 0,0 0 0 0 0,0 0 0 0 0,0 0 1 0 0,0 0-1 0 0,0 0 0 0 0,0 0 0 0 0,0 0 1 0 0,0 0-1 0 0,0 0 0 0 0,0-1 1 0 0,0 1-1 0 0,0 0 0 0 0,1-1 0 0 0,6-6 28 0 0,0-1 0 0 0,0 0-1 0 0,-1-1 1 0 0,0 1-1 0 0,-1-1 1 0 0,1-1 0 0 0,-2 1-1 0 0,1-1 1 0 0,-2 0-1 0 0,6-13 1 0 0,-3 6 77 0 0,2 0 0 0 0,19-30-1 0 0,-22 38-80 0 0,11-13 120 0 0,-17 21-148 0 0,1 0-1 0 0,-1 1 0 0 0,1-1 0 0 0,0 1 0 0 0,-1-1 1 0 0,1 1-1 0 0,0-1 0 0 0,-1 1 0 0 0,1-1 0 0 0,0 1 0 0 0,0-1 1 0 0,-1 1-1 0 0,1 0 0 0 0,0 0 0 0 0,0-1 0 0 0,0 1 0 0 0,-1 0 1 0 0,1 0-1 0 0,0 0 0 0 0,0 0 0 0 0,0 0 0 0 0,0 0 0 0 0,0 0 1 0 0,-1 0-1 0 0,2 0 0 0 0,-1 1-3 0 0,0 0 0 0 0,0 0 0 0 0,0 0 0 0 0,-1 0-1 0 0,1 0 1 0 0,0 0 0 0 0,-1 0 0 0 0,1 0 0 0 0,-1 1 0 0 0,1-1 0 0 0,-1 0 0 0 0,1 0 0 0 0,-1 0 0 0 0,0 1-1 0 0,1 1 1 0 0,-1-1 11 0 0,10 31 116 0 0,5 37 0 0 0,-12-50-83 0 0,2 0 1 0 0,-1-1 0 0 0,2 1-1 0 0,1-1 1 0 0,0 0 0 0 0,13 22-1 0 0,-17-38-35 0 0,0 1-1 0 0,0 0 1 0 0,0-1-1 0 0,0 1 1 0 0,1-1-1 0 0,-1 0 1 0 0,1 0 0 0 0,0-1-1 0 0,8 5 1 0 0,-9-6-6 0 0,-1 1 0 0 0,1-1 0 0 0,0 0 0 0 0,0 0 0 0 0,0 0 1 0 0,0 0-1 0 0,0-1 0 0 0,-1 1 0 0 0,1-1 0 0 0,0 0 0 0 0,0 0 0 0 0,0 0 1 0 0,1 0-1 0 0,-1 0 0 0 0,-1-1 0 0 0,6 0 0 0 0,2-4 6 0 0,0-1-1 0 0,0 1 1 0 0,-1-1 0 0 0,0-1-1 0 0,0 0 1 0 0,0 0-1 0 0,-1 0 1 0 0,0-1 0 0 0,-1-1-1 0 0,0 1 1 0 0,0-1-1 0 0,-1 0 1 0 0,9-17 0 0 0,-9 15-7 0 0,-1 0-1 0 0,0 0 1 0 0,0-1 0 0 0,-1 1 0 0 0,-1-1 0 0 0,0 0 0 0 0,-1 0 0 0 0,0-1 0 0 0,-1 1 0 0 0,0 0 0 0 0,-1 0 0 0 0,-1-16 0 0 0,1 28-8 0 0,0-1-1 0 0,0 1 1 0 0,0-1 0 0 0,0 1-1 0 0,0-1 1 0 0,0 1 0 0 0,0-1-1 0 0,0 1 1 0 0,0-1 0 0 0,-1 1-1 0 0,1-1 1 0 0,0 1 0 0 0,0-1-1 0 0,-1 1 1 0 0,1-1 0 0 0,0 1 0 0 0,0 0-1 0 0,-1-1 1 0 0,1 1 0 0 0,0 0-1 0 0,-1-1 1 0 0,1 1 0 0 0,-1 0-1 0 0,1-1 1 0 0,-1 1 0 0 0,1 0-1 0 0,0-1 1 0 0,-1 1 0 0 0,1 0-1 0 0,-1 0 1 0 0,1 0 0 0 0,-2-1-1 0 0,-15 9 20 0 0,-10 21 3 0 0,10 3-8 0 0,2 0-1 0 0,2 1 0 0 0,1 0 1 0 0,-14 63-1 0 0,17-45 2 0 0,4-29-8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44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15776 0 0,'61'7'771'0'0,"65"4"1450"0"0,-111-11-1980 0 0,0 0 0 0 0,0-1 0 0 0,0-1 0 0 0,1-1 0 0 0,-2 0 0 0 0,19-6 0 0 0,-11 0-71 0 0,0 2 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58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73 392 13560 0 0,'0'0'1368'0'0,"-4"1"-1264"0"0,-2 0-95 0 0,1 0 22 0 0,1 0 0 0 0,-1 1-1 0 0,1-1 1 0 0,-1 1 0 0 0,1 0 0 0 0,-1 0 0 0 0,1 0-1 0 0,-7 6 1 0 0,10-8-50 0 0,0 1-1 0 0,0-1 0 0 0,0 1 1 0 0,0 0-1 0 0,0 0 0 0 0,0 0 1 0 0,0 0-1 0 0,0-1 0 0 0,0 1 1 0 0,1 0-1 0 0,-1 0 0 0 0,0 1 1 0 0,1-1-1 0 0,-1 0 0 0 0,1 0 1 0 0,-1 0-1 0 0,1 0 0 0 0,-1 0 1 0 0,1 1-1 0 0,0-1 0 0 0,-1 0 1 0 0,1 0-1 0 0,0 1 1 0 0,0-1-1 0 0,0 0 0 0 0,0 0 1 0 0,0 1-1 0 0,1-1 0 0 0,-1 0 1 0 0,0 0-1 0 0,0 1 0 0 0,1-1 1 0 0,-1 0-1 0 0,1 0 0 0 0,-1 0 1 0 0,1 0-1 0 0,-1 0 0 0 0,1 1 1 0 0,0-1-1 0 0,0 0 0 0 0,-1 0 1 0 0,1-1-1 0 0,0 1 0 0 0,0 0 1 0 0,1 1-1 0 0,5 5-127 0 0,1 0 0 0 0,0 0 0 0 0,16 12 1 0 0,-23-19 145 0 0,3 2-53 0 0,-1 0-1 0 0,1-1 0 0 0,-1 1 1 0 0,1-1-1 0 0,0 0 0 0 0,0 0 1 0 0,-1 0-1 0 0,1-1 0 0 0,0 1 1 0 0,0-1-1 0 0,0 0 0 0 0,0 0 1 0 0,0 0-1 0 0,0 0 1 0 0,0-1-1 0 0,-1 0 0 0 0,1 0 1 0 0,0 0-1 0 0,0 0 0 0 0,-1 0 1 0 0,1-1-1 0 0,-1 0 0 0 0,7-3 1 0 0,-4 1 4 0 0,0 0 1 0 0,0 0 0 0 0,0 0 0 0 0,-1-1-1 0 0,1 0 1 0 0,-1 0 0 0 0,-1 0 0 0 0,1 0-1 0 0,-1-1 1 0 0,1 0 0 0 0,-2 0 0 0 0,5-8-1 0 0,-3 1 27 0 0,-1 0 0 0 0,-1 0-1 0 0,0 0 1 0 0,0 0 0 0 0,-1 0-1 0 0,-1-1 1 0 0,-1 1 0 0 0,1-1-1 0 0,-3-15 1 0 0,-2 18 23 0 0,-2-2 7 0 0,5 12-4 0 0,1 0 1 0 0,-1-1-1 0 0,0 1 1 0 0,1 0-1 0 0,-1 0 1 0 0,0-1-1 0 0,0 1 1 0 0,0 0-1 0 0,0 0 1 0 0,0 0-1 0 0,0 0 1 0 0,0 0 0 0 0,0 0-1 0 0,0 1 1 0 0,0-1-1 0 0,0 0 1 0 0,-1 0-1 0 0,1 1 1 0 0,0-1-1 0 0,-1 1 1 0 0,1-1-1 0 0,-2 1 1 0 0,-6-3 131 0 0,8 2-100 0 0,-1 0 1 0 0,0 0-1 0 0,0 0 1 0 0,0 1-1 0 0,-1-1 1 0 0,1 1-1 0 0,0 0 1 0 0,0 0-1 0 0,0 0 1 0 0,0 0-1 0 0,0 0 1 0 0,-3 0-1 0 0,-3 0 230 0 0,7 0-171 0 0,0 1-56 0 0,0-1 0 0 0,0 0 0 0 0,0 0 0 0 0,0 1 0 0 0,0-1 1 0 0,1 1-1 0 0,-1-1 0 0 0,0 0 0 0 0,0 1 0 0 0,0 0 0 0 0,1-1 1 0 0,-1 1-1 0 0,0-1 0 0 0,0 1 0 0 0,1 0 0 0 0,-1 0 0 0 0,1-1 1 0 0,-1 1-1 0 0,1 0 0 0 0,-1 0 0 0 0,1 0 0 0 0,-1 0 0 0 0,0 1 1 0 0,-2 8 64 0 0,0 0 1 0 0,1 1 0 0 0,0 0 0 0 0,0-1-1 0 0,1 1 1 0 0,0 0 0 0 0,1 0 0 0 0,1 0-1 0 0,-1 0 1 0 0,2-1 0 0 0,-1 1 0 0 0,2 0-1 0 0,-1-1 1 0 0,1 1 0 0 0,1-1 0 0 0,8 18 0 0 0,-10-26-18 0 0,34 22 505 0 0,-29-21-492 0 0,-1-1 0 0 0,1 0 1 0 0,-1 0-1 0 0,1 0 0 0 0,0 0 0 0 0,0-1 1 0 0,0-1-1 0 0,0 1 0 0 0,0-1 1 0 0,11-1-1 0 0,-10-3-59 0 0,0-1 1 0 0,0 1-1 0 0,-1-2 1 0 0,0 1-1 0 0,0-1 1 0 0,6-7 0 0 0,-11 11-36 0 0,34-35 120 0 0,-23 24-53 0 0,0 0 0 0 0,21-17 1 0 0,-28 26-52 0 0,1 0-1 0 0,-1 0 1 0 0,0 1 0 0 0,1 0 0 0 0,-1 0 0 0 0,1 0 0 0 0,0 1 0 0 0,0 0 0 0 0,14-1 0 0 0,-18 2-10 0 0,0 1 0 0 0,0-1 0 0 0,1 1-1 0 0,-1 0 1 0 0,0 0 0 0 0,0 1 0 0 0,0-1 0 0 0,0 1 0 0 0,0-1 0 0 0,0 1 0 0 0,0 0 0 0 0,0 0 0 0 0,0 0 0 0 0,-1 0 0 0 0,1 1-1 0 0,0-1 1 0 0,-1 1 0 0 0,1 0 0 0 0,-1 0 0 0 0,1 0 0 0 0,-1 0 0 0 0,0 0 0 0 0,0 0 0 0 0,3 5 0 0 0,-1-1 11 0 0,0 1-1 0 0,-1 0 1 0 0,0 0 0 0 0,-1 1 0 0 0,0-1-1 0 0,0 1 1 0 0,0-1 0 0 0,-1 1 0 0 0,1 9-1 0 0,-1 56 162 0 0,-2-35 1 0 0,1-36-73 0 0,0-7-90 0 0,1 1 1 0 0,0 0-1 0 0,0-1 1 0 0,0 1 0 0 0,3-8-1 0 0,10-25 18 0 0,-9 20-17 0 0,0 0 1 0 0,2 1-1 0 0,0 0 0 0 0,1 0 0 0 0,1 0 1 0 0,18-24-1 0 0,-20 30-9 0 0,-5 8-5 0 0,-1-1 0 0 0,1 1 0 0 0,0-1-1 0 0,0 1 1 0 0,0 0 0 0 0,0 0 0 0 0,1 0 0 0 0,-1 0 0 0 0,0 0-1 0 0,1 0 1 0 0,-1 1 0 0 0,1-1 0 0 0,0 1 0 0 0,5-2-1 0 0,-6 5 4 0 0,0 1 0 0 0,0 0 0 0 0,0 0 0 0 0,0 0 0 0 0,0 0 0 0 0,0 0 0 0 0,2 6 0 0 0,-3-7 3 0 0,16 54 126 0 0,-14-45-109 0 0,0 0-1 0 0,1 0 1 0 0,6 14-1 0 0,-8-21 8 0 0,0-1 1 0 0,0 0-1 0 0,0 0 0 0 0,0 0 0 0 0,1 0 0 0 0,-1 0 0 0 0,1 0 0 0 0,0-1 0 0 0,0 1 0 0 0,0-1 0 0 0,0 0 0 0 0,0 0 0 0 0,0 0 0 0 0,5 2 0 0 0,-4-4-7 0 0,-1-1-1 0 0,1 0 1 0 0,-1 0-1 0 0,1 0 1 0 0,-1 0-1 0 0,1 0 1 0 0,-1-1 0 0 0,0 0-1 0 0,0 1 1 0 0,0-1-1 0 0,0 0 1 0 0,4-4-1 0 0,-2 1 4 0 0,-1 0 0 0 0,1-1 0 0 0,-1 0-1 0 0,0 0 1 0 0,0-1 0 0 0,0 1 0 0 0,-1-1-1 0 0,3-9 1 0 0,18-56 174 0 0,-18 46-134 0 0,0 0 0 0 0,-2-1-1 0 0,-1 0 1 0 0,-1-51-1 0 0,-2 67-39 0 0,-2-1-1 0 0,0 1 1 0 0,-4-17-1 0 0,-4-19 129 0 0,10 45-120 0 0,-29-18 404 0 0,29 20-436 0 0,-1 0-1 0 0,0 0 1 0 0,1 0-1 0 0,-1 0 1 0 0,0 0 0 0 0,1 0-1 0 0,-1 0 1 0 0,1 0-1 0 0,-1 1 1 0 0,0-1-1 0 0,1 0 1 0 0,-1 0-1 0 0,1 1 1 0 0,-1-1-1 0 0,1 0 1 0 0,-1 1-1 0 0,1-1 1 0 0,-1 0-1 0 0,1 1 1 0 0,-1-1 0 0 0,1 1-1 0 0,-1-1 1 0 0,1 1-1 0 0,0-1 1 0 0,-1 1-1 0 0,1-1 1 0 0,0 1-1 0 0,-1-1 1 0 0,1 1-1 0 0,0-1 1 0 0,0 1-1 0 0,-1 1 1 0 0,1 0 30 0 0,0-1-22 0 0,0 1 0 0 0,0-1 0 0 0,0 1 1 0 0,0-1-1 0 0,0 1 0 0 0,0-1 0 0 0,1 1 0 0 0,-1-1 0 0 0,1 1 1 0 0,-1-1-1 0 0,1 1 0 0 0,0 2 0 0 0,69 127 405 0 0,-15-25-22 0 0,-7-20-54 0 0,-48-85-343 0 0,0-1 0 0 0,0 1 0 0 0,0-1 0 0 0,0 1 0 0 0,0-1 0 0 0,0 1 0 0 0,0-1 0 0 0,1 1 0 0 0,-1-1 0 0 0,0 1 0 0 0,0-1 0 0 0,1 1 0 0 0,-1-1 0 0 0,0 0 1 0 0,1 1-1 0 0,-1-1 0 0 0,0 0 0 0 0,1 1 0 0 0,-1-1 0 0 0,1 0 0 0 0,-1 1 0 0 0,0-1 0 0 0,1 0 0 0 0,-1 0 0 0 0,1 1 0 0 0,-1-1 0 0 0,1 0 0 0 0,-1 0 0 0 0,1 0 0 0 0,-1 0 0 0 0,1 0 1 0 0,-1 0-1 0 0,1 0 0 0 0,-1 0 0 0 0,1 0 0 0 0,-1 0 0 0 0,1 0 0 0 0,-1 0 0 0 0,1 0 0 0 0,-1 0 0 0 0,1 0 0 0 0,-1 0 0 0 0,1 0 0 0 0,-1-1 0 0 0,0 1 0 0 0,2-1 0 0 0,16-20 101 0 0,-12 12-67 0 0,16-21 26 0 0,-13 16-20 0 0,0 1 0 0 0,1 0 0 0 0,1 1 0 0 0,0 1 0 0 0,0-1 0 0 0,16-10 0 0 0,-26 21-16 0 0,0 2-22 0 0,1-1 1 0 0,-1 1-1 0 0,1-1 1 0 0,-1 1-1 0 0,1-1 1 0 0,-1 1-1 0 0,0 0 1 0 0,1 0-1 0 0,-1 0 0 0 0,0 0 1 0 0,0 0-1 0 0,0 0 1 0 0,0 0-1 0 0,0 0 1 0 0,0 0-1 0 0,0 0 1 0 0,0 1-1 0 0,0-1 0 0 0,0 0 1 0 0,-1 1-1 0 0,1-1 1 0 0,0 2-1 0 0,12 41 65 0 0,-3-10-5 0 0,47 122 226 0 0,-55-151-277 0 0,0-1-1 0 0,0 1 1 0 0,1-1 0 0 0,-1 0-1 0 0,1 1 1 0 0,5 4-1 0 0,-7-8-8 0 0,0 0-1 0 0,1 0 1 0 0,-1 0-1 0 0,1 0 0 0 0,-1 0 1 0 0,0 0-1 0 0,1 0 0 0 0,0-1 1 0 0,-1 1-1 0 0,1-1 0 0 0,-1 1 1 0 0,1-1-1 0 0,0 0 0 0 0,-1 1 1 0 0,1-1-1 0 0,0 0 0 0 0,-1 0 1 0 0,1 0-1 0 0,0 0 1 0 0,3-1-1 0 0,-3-1 0 0 0,1 0 1 0 0,-1 0-1 0 0,1 0 0 0 0,-1 0 1 0 0,0 0-1 0 0,0 0 0 0 0,0 0 1 0 0,0-1-1 0 0,0 1 0 0 0,-1-1 1 0 0,3-4-1 0 0,6-8 14 0 0,17-24 31 0 0,-1-1 1 0 0,38-84 0 0 0,-46 77-27 0 0,-18 119-2 0 0,0-65-22 0 0,0 0 0 0 0,0-1 0 0 0,0 0 0 0 0,0 0 0 0 0,1 0 0 0 0,0 0 0 0 0,0 0 0 0 0,1 0 0 0 0,-1 0 0 0 0,1 0 0 0 0,1-1 0 0 0,-1 1 0 0 0,1-1 0 0 0,4 8 0 0 0,-6-11 0 0 0,1 0 0 0 0,-1 0 0 0 0,0 0 0 0 0,1 0 0 0 0,-1 0 0 0 0,1 0 0 0 0,0 0 0 0 0,0 0 0 0 0,0-1 0 0 0,0 1 0 0 0,0-1 0 0 0,0 1 0 0 0,0-1 0 0 0,0 0 0 0 0,0 0 0 0 0,1 0 0 0 0,2 1 0 0 0,-3-2 0 0 0,-1 0 0 0 0,1 0 0 0 0,0 0 0 0 0,-1 0 0 0 0,1 0 0 0 0,0-1 0 0 0,0 1 0 0 0,-1 0 0 0 0,1-1 0 0 0,0 1 0 0 0,-1-1 0 0 0,1 0 0 0 0,-1 0 0 0 0,1 1 0 0 0,-1-1 0 0 0,1 0 0 0 0,-1 0 0 0 0,2-2 0 0 0,2-2 0 0 0,1-1 0 0 0,-1 0 0 0 0,0 0 0 0 0,-1-1 0 0 0,0 1 0 0 0,0-1 0 0 0,3-7 0 0 0,-2 4 0 0 0,-1-1 0 0 0,-1 1 0 0 0,1-1 0 0 0,-2 0 0 0 0,3-22-1 0 0,-1 7 5 0 0,1 0-1 0 0,15-46 1 0 0,-20 72-4 0 0,0 0 1 0 0,0 0-1 0 0,0 0 1 0 0,0 1 0 0 0,0-1-1 0 0,0 0 1 0 0,1 0 0 0 0,-1 0-1 0 0,0 0 1 0 0,0 0 0 0 0,0 0-1 0 0,0 0 1 0 0,0 0-1 0 0,0 0 1 0 0,0 0 0 0 0,1 0-1 0 0,-1 0 1 0 0,0 0 0 0 0,0 0-1 0 0,0 0 1 0 0,0 0 0 0 0,0 0-1 0 0,0 0 1 0 0,0 0-1 0 0,1 0 1 0 0,-1 0 0 0 0,0 0-1 0 0,0 0 1 0 0,0 0 0 0 0,0 0-1 0 0,0-1 1 0 0,0 1-1 0 0,0 0 1 0 0,0 0 0 0 0,0 0-1 0 0,1 0 1 0 0,-1 0 0 0 0,0 0-1 0 0,0 0 1 0 0,0 0 0 0 0,0 0-1 0 0,0 0 1 0 0,0-1-1 0 0,0 1 1 0 0,0 0 0 0 0,0 0-1 0 0,0 0 1 0 0,0 0 0 0 0,0 0-1 0 0,0 0 1 0 0,0 0 0 0 0,0 0-1 0 0,0-1 1 0 0,0 1-1 0 0,0 0 1 0 0,0 0 0 0 0,0 0-1 0 0,0 0 1 0 0,3 14 20 0 0,0-2-15 0 0,54 221 72 0 0,-52-208-76 0 0,-2 1 1 0 0,0-1-1 0 0,-2 0 0 0 0,-1 1 0 0 0,-1-1 0 0 0,-1 0 0 0 0,-1 0 1 0 0,-1 0-1 0 0,-2 0 0 0 0,-8 26 0 0 0,8-35-2 0 0,0 0 0 0 0,-1-1 0 0 0,0 0 0 0 0,-2 0 0 0 0,-9 14 0 0 0,15-25 0 0 0,0 0 0 0 0,0 0 0 0 0,0-1 0 0 0,-1 1 0 0 0,1-1 0 0 0,-1 0 0 0 0,0 0 0 0 0,0 0 0 0 0,0-1 0 0 0,0 1 0 0 0,0-1 0 0 0,0 0 0 0 0,-1 0 0 0 0,1 0 0 0 0,-1-1 0 0 0,1 1 0 0 0,-1-1 0 0 0,0 0 0 0 0,0-1 0 0 0,1 1 0 0 0,-1-1 0 0 0,-8 0 0 0 0,8 0 0 0 0,-3-2 0 0 0,-14-18-1 0 0,20 17 0 0 0,0 1 0 0 0,0 0 0 0 0,1-1 0 0 0,-1 1 0 0 0,1-1 0 0 0,0 0 0 0 0,0 1 0 0 0,0-1 0 0 0,0 0 0 0 0,0 0 0 0 0,0 0 0 0 0,1 1 0 0 0,-1-1 0 0 0,1 0 0 0 0,0 0 0 0 0,0 0 0 0 0,0 0 0 0 0,1 0 0 0 0,-1 0 0 0 0,0 0 0 0 0,1 1 0 0 0,0-1 1 0 0,0 0-1 0 0,0 0 0 0 0,0 1 0 0 0,0-1 0 0 0,3-4 0 0 0,5-8-17 0 0,0 1 0 0 0,1 0 1 0 0,18-21-1 0 0,-13 17-1 0 0,22-32-48 0 0,-26 33 36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4:58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14872 0 0,'0'0'3502'0'0,"7"2"-3371"0"0,123 24 330 0 0,-90-23-300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5:00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2322 2044 12664 0 0,'11'-2'24'0'0,"7"1"202"0"0,0 0 111 0 0,7 0 82 0 0,6-14 400 0 0,-16 5-736 0 0,0 0 1 0 0,0-1-1 0 0,-1-1 1 0 0,0 0-1 0 0,-1-1 1 0 0,0-1-1 0 0,-1 0 1 0 0,-1 0 0 0 0,0-2-1 0 0,10-18 1 0 0,60-104-83 0 0,-77 128-12 0 0,1 0 1 0 0,-1 0 0 0 0,0 0-1 0 0,-1 0 1 0 0,-1-1-1 0 0,1 0 1 0 0,-2 1-1 0 0,1-12 1 0 0,6-25-40 0 0,-7-22-59 0 0,5-38 14 0 0,4-54 35 0 0,-8 142 58 0 0,-1 0 1 0 0,-1 0 0 0 0,-1 0-1 0 0,-1 1 1 0 0,-5-26-1 0 0,-29-89 8 0 0,11 48 6 0 0,9 14 171 0 0,4 0 0 0 0,-5-87 1 0 0,14 136-95 0 0,0 1 0 0 0,-2 0 1 0 0,0 1-1 0 0,-2-1 0 0 0,0 1 1 0 0,-1 0-1 0 0,-1 1 0 0 0,-1 0 1 0 0,-1 0-1 0 0,0 1 0 0 0,-17-19 0 0 0,-93-116 1121 0 0,112 143-1098 0 0,-3-4-8 0 0,0 1 0 0 0,0 0 0 0 0,-1 1 0 0 0,-1 0 0 0 0,-17-10 0 0 0,15 14 3 0 0,-1 1 0 0 0,0 1 0 0 0,-1 1 0 0 0,0 0 1 0 0,0 1-1 0 0,0 1 0 0 0,-18 0 0 0 0,-2-4 184 0 0,-11 0 3 0 0,5 7 17 0 0,-1-3-1 0 0,-60-10 0 0 0,44 10-148 0 0,9 3 23 0 0,28-1-75 0 0,-1 1 0 0 0,1 1 0 0 0,0 1 0 0 0,0 1 0 0 0,0 2 0 0 0,0 0 0 0 0,0 1 0 0 0,-31 13 0 0 0,-308 99 804 0 0,335-112-787 0 0,-35 2 0 0 0,36-5 21 0 0,-39 9 0 0 0,17-3 28 0 0,-1-1 0 0 0,-86 1 1 0 0,-21 3 117 0 0,117-6-205 0 0,6 0 27 0 0,-49 1 0 0 0,67-8-57 0 0,0-2-1 0 0,0 1 1 0 0,0-2-1 0 0,1 0 0 0 0,-27-11 1 0 0,10-3 43 0 0,27 14-79 0 0,0 1 1 0 0,0 0-1 0 0,0 0 0 0 0,-11-3 1 0 0,-16-2 53 0 0,0 2 0 0 0,0 1 1 0 0,-35-1-1 0 0,47 0 12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5:00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15576 0 0,'0'0'0'0'0,"32"-27"432"0"0,-19 21 463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5:03.0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844 0 10752 0 0,'4'0'528'0'0,"-1"1"-403"0"0,0-1 0 0 0,1 1 0 0 0,-1 0 0 0 0,0 0 0 0 0,0 0 1 0 0,0 1-1 0 0,1-1 0 0 0,-1 1 0 0 0,-1-1 0 0 0,1 1 0 0 0,0 0 1 0 0,0 0-1 0 0,-1 1 0 0 0,1-1 0 0 0,-1 0 0 0 0,1 1 0 0 0,-1-1 1 0 0,0 1-1 0 0,0 0 0 0 0,0 0 0 0 0,-1 0 0 0 0,3 6 0 0 0,4 8-45 0 0,-2 1 0 0 0,0 0 0 0 0,4 21 0 0 0,-2-7 91 0 0,1-1-150 0 0,-1 1-1 0 0,-2-1 1 0 0,-1 1 0 0 0,-2 0-1 0 0,-1 52 1 0 0,4 10-222 0 0,-3-53 37 0 0,-3-34 133 0 0,-1 0 1 0 0,0 0 0 0 0,0 0 0 0 0,-1 0 0 0 0,1 0-1 0 0,-6 11 1 0 0,-2 11-141 0 0,-5 26-125 0 0,-24 58 0 0 0,26-90 196 0 0,-1 0 0 0 0,-1 0 0 0 0,-32 38 0 0 0,41-54 83 0 0,-10 13-51 0 0,-1 1 1 0 0,-1-2 0 0 0,-1 0-1 0 0,-1-1 1 0 0,0-1 0 0 0,-2-1-1 0 0,0 0 1 0 0,0-2 0 0 0,-26 13-1 0 0,-117 58-202 0 0,152-79 256 0 0,1 1 1 0 0,0 0 0 0 0,-13 9 0 0 0,14-8 7 0 0,0-1-1 0 0,-1 0 0 0 0,-18 9 1 0 0,0-3-2 0 0,24-10 8 0 0,-1 0-1 0 0,0 0 1 0 0,0-1 0 0 0,0 0 0 0 0,0 0 0 0 0,0 0-1 0 0,-1-1 1 0 0,1 0 0 0 0,0 0 0 0 0,-10 0-1 0 0,-17-7 58 0 0,20 2-10 0 0,12 4-38 0 0,0 0 1 0 0,1 1-1 0 0,-1-1 0 0 0,0 0 0 0 0,0 1 0 0 0,1-1 0 0 0,-1 0 0 0 0,0 1 0 0 0,0-1 1 0 0,1 1-1 0 0,-1-1 0 0 0,1 1 0 0 0,-1-1 0 0 0,0 1 0 0 0,1 0 0 0 0,-1-1 1 0 0,1 1-1 0 0,0 0 0 0 0,-1-1 0 0 0,1 1 0 0 0,-1 0 0 0 0,1-1 0 0 0,-1 2 0 0 0,-7 19 134 0 0,4-5-14 0 0,1-1 0 0 0,1 1 1 0 0,0 0-1 0 0,1 0 0 0 0,1 0 1 0 0,3 30-1 0 0,-1-37-33 0 0,0 0 0 0 0,0 0-1 0 0,1 0 1 0 0,0 0 0 0 0,1 0 0 0 0,0-1 0 0 0,1 1 0 0 0,-1-1 0 0 0,1-1-1 0 0,1 1 1 0 0,0 0 0 0 0,0-1 0 0 0,0 0 0 0 0,1-1 0 0 0,0 0 0 0 0,0 0-1 0 0,0 0 1 0 0,13 6 0 0 0,45 16 498 0 0,-61-26-558 0 0,15 6 278 0 0,39 13-1 0 0,-54-19-277 0 0,-1-2-1 0 0,1 1 1 0 0,-1 0-1 0 0,1-1 1 0 0,0 1-1 0 0,-1-1 0 0 0,1 0 1 0 0,-1 0-1 0 0,1-1 1 0 0,0 1-1 0 0,-1-1 1 0 0,1 0-1 0 0,-1 1 0 0 0,1-2 1 0 0,-1 1-1 0 0,0 0 1 0 0,1-1-1 0 0,-1 1 1 0 0,0-1-1 0 0,4-3 0 0 0,-6 4 32 0 0,-1 0-52 0 0,0 0-1 0 0,-1-1 0 0 0,1 1 1 0 0,-1-1-1 0 0,1 1 1 0 0,-1 0-1 0 0,0-1 0 0 0,1 1 1 0 0,-1 0-1 0 0,0 0 1 0 0,0 0-1 0 0,0 0 0 0 0,0 0 1 0 0,0-1-1 0 0,0 2 1 0 0,0-1-1 0 0,-1 0 0 0 0,1 0 1 0 0,0 0-1 0 0,0 0 1 0 0,-1 1-1 0 0,1-1 0 0 0,0 1 1 0 0,-1-1-1 0 0,1 1 1 0 0,-1-1-1 0 0,1 1 0 0 0,-1 0 1 0 0,1 0-1 0 0,0 0 1 0 0,-1 0-1 0 0,1 0 0 0 0,-3 0 1 0 0,-8 1 22 0 0,1 0-1 0 0,0 0 1 0 0,-16 5 0 0 0,13-3 27 0 0,-3 0-5 0 0,-10 2 122 0 0,0 0 0 0 0,-40 0 0 0 0,65-5-173 0 0,1 1 0 0 0,-1-1 0 0 0,1 1 0 0 0,0-1 0 0 0,-1 1 0 0 0,1 0 1 0 0,0 0-1 0 0,0-1 0 0 0,-1 1 0 0 0,1 0 0 0 0,0 0 0 0 0,0 0 0 0 0,0 0 0 0 0,0 1 0 0 0,0-1 1 0 0,-1 1-1 0 0,-17 28 67 0 0,9-15-42 0 0,-79 110 246 0 0,86-122-267 0 0,1 0 0 0 0,0 0 0 0 0,0 1 1 0 0,0-1-1 0 0,1 1 0 0 0,-1-1 0 0 0,1 1 0 0 0,0 0 0 0 0,-1 0 0 0 0,2-1 0 0 0,-1 1 1 0 0,0 0-1 0 0,1 0 0 0 0,0 0 0 0 0,0 0 0 0 0,0 0 0 0 0,0 0 0 0 0,1 0 0 0 0,0 0 0 0 0,-1-1 1 0 0,3 7-1 0 0,1-1 2 0 0,1 0 0 0 0,0 0 0 0 0,0 0 0 0 0,1 0 1 0 0,0-1-1 0 0,0 0 0 0 0,10 9 0 0 0,-6-7 30 0 0,-1 1-1 0 0,-1-1 0 0 0,0 1 1 0 0,11 19-1 0 0,-17-25-28 0 0,0 0 0 0 0,0 0 0 0 0,0 0-1 0 0,-1 1 1 0 0,1-1 0 0 0,-1 1 0 0 0,0-1-1 0 0,-1 0 1 0 0,0 1 0 0 0,1-1 0 0 0,-2 1-1 0 0,1-1 1 0 0,-1 1 0 0 0,-2 10 0 0 0,-7 14 51 0 0,-2-1 0 0 0,-1 0 0 0 0,-1-1 0 0 0,-2 0 0 0 0,-23 32 0 0 0,-3 7 164 0 0,10-24 40 0 0,32-42-228 0 0,-8 6 25 0 0,7-5-34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5:05.7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439 1 5824 0 0,'0'0'4550'0'0,"-4"1"-4036"0"0,0 0-287 0 0,0 1 1 0 0,0-1 0 0 0,0 1-1 0 0,0 0 1 0 0,0 0-1 0 0,0 0 1 0 0,1 1 0 0 0,-1-1-1 0 0,1 1 1 0 0,-6 5 0 0 0,8-6-176 0 0,-45 31 104 0 0,33-26-181 0 0,0 0 0 0 0,-1 0 0 0 0,-22 6 0 0 0,-4 2-19 0 0,14-4 4 0 0,8-5-75 0 0,1 1-1 0 0,0 1 1 0 0,0 1 0 0 0,0 0-1 0 0,1 1 1 0 0,-27 22 0 0 0,38-28 45 0 0,-1 0-1 0 0,0-1 1 0 0,0 0-1 0 0,0 0 1 0 0,-11 4-1 0 0,15-7 45 0 0,-3 5-109 0 0,9-5 135 0 0,-1 0 0 0 0,1 0 0 0 0,0 1 0 0 0,0-1-1 0 0,0 1 1 0 0,0-1 0 0 0,-1 1 0 0 0,1 0 0 0 0,0 1 0 0 0,-1-1 0 0 0,1 1 0 0 0,-1-1 0 0 0,5 4 0 0 0,49 31 4 0 0,-44-26-2 0 0,250 181 238 0 0,-248-179-214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5:13.5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 65 7136 0 0,'0'0'1024'0'0,"0"-4"-856"0"0,-8-23 1912 0 0,13 16-1823 0 0,-4 9-217 0 0,-1 1-12 0 0,1-1 0 0 0,0 1 0 0 0,0-1 0 0 0,0 1 0 0 0,0-1 0 0 0,0 1 0 0 0,0 0 0 0 0,0 0 0 0 0,0 0 0 0 0,0-1 0 0 0,0 1 0 0 0,1 0 0 0 0,-1 0 0 0 0,1 1 0 0 0,1-2 0 0 0,-2 2 27 0 0,30 6 163 0 0,-7-1-97 0 0,0-1 0 0 0,0-1-1 0 0,0-1 1 0 0,1-2 0 0 0,-1 0-1 0 0,40-6 1 0 0,-30 3-26 0 0,-19 3-36 0 0,1 1-1 0 0,-1 1 1 0 0,1 0 0 0 0,-1 1-1 0 0,0 1 1 0 0,0 0-1 0 0,-1 1 1 0 0,1 0-1 0 0,-1 1 1 0 0,17 11 0 0 0,52 18 331 0 0,-50-27-249 0 0,1-1 0 0 0,0-2 0 0 0,0-1 0 0 0,0-1 0 0 0,49-4 0 0 0,-60 1-84 0 0,51-7 197 0 0,-57 4-143 0 0,-1 1-1 0 0,1 1 0 0 0,30 1 1 0 0,-6 3 122 0 0,44-3 1 0 0,4 0 156 0 0,-11-4-123 0 0,-61 2-166 0 0,-1 1 0 0 0,0 0-1 0 0,0 1 1 0 0,1 1 0 0 0,15 3 0 0 0,10 2 246 0 0,44 1 1 0 0,-45-4-162 0 0,106-2 393 0 0,-105-3-263 0 0,-1 3 0 0 0,72 8 0 0 0,161 53 1138 0 0,-73-13-775 0 0,-90-21-362 0 0,25 1 41 0 0,174 36 346 0 0,-252-50-595 0 0,-18-4 26 0 0,0-1-1 0 0,46 4 1 0 0,-27-6-33 0 0,21 1 15 0 0,5-5-1 0 0,-33 0 0 0 0,0-3 1 0 0,0-2-1 0 0,62-10 0 0 0,207-57 541 0 0,-276 66-193 0 0,-39 2-152 0 0,-20 0-190 0 0,8-2-105 0 0,0 1 0 0 0,1-1 0 0 0,0 0 0 0 0,-1 0 0 0 0,1-1 0 0 0,0 1 0 0 0,0-1 0 0 0,-5-4 0 0 0,-1 0 2 0 0,-14-4 29 0 0,1 2 1 0 0,-1 1 0 0 0,-1 0 0 0 0,1 2 0 0 0,-33-3-1 0 0,47 7-36 0 0,-122-10 98 0 0,50 7-39 0 0,15 2 26 0 0,-127 9-1 0 0,179-6-76 0 0,1-1 0 0 0,0 0-1 0 0,-27-5 1 0 0,1 0 7 0 0,-391-25 98 0 0,175 15-37 0 0,120 11-64 0 0,1-5 0 0 0,0-7 0 0 0,-171-44 0 0 0,251 48-11 0 0,-1 2 1 0 0,0 3-1 0 0,0 2 0 0 0,-77 2 1 0 0,-300 16 39 0 0,404-10-49 0 0,1 1 1 0 0,0 2-1 0 0,-1 1 0 0 0,2 1 1 0 0,-42 16-1 0 0,39-11 0 0 0,-1-2-1 0 0,0-2 0 0 0,-63 9 1 0 0,3-9-4 0 0,1 5 1 0 0,-94 26-1 0 0,165-35 0 0 0,-6 6 0 0 0,18-4 0 0 0,4 2 0 0 0,1 1 0 0 0,3 1 0 0 0,5 0 0 0 0,0-2 0 0 0,3-4 0 0 0,-6-3 0 0 0,1 0 0 0 0,0 0-1 0 0,-1 0 1 0 0,1-1 0 0 0,0 1-1 0 0,-1-1 1 0 0,1 1 0 0 0,0-1 0 0 0,0 0-1 0 0,0 0 1 0 0,-1 0 0 0 0,1-1-1 0 0,0 1 1 0 0,0 0 0 0 0,-1-1 0 0 0,1 0-1 0 0,0 0 1 0 0,-1 0 0 0 0,1 0-1 0 0,0 0 1 0 0,-1 0 0 0 0,3-3 0 0 0,11-4-3 0 0,-14 8 2 0 0,0-1 1 0 0,0 0-1 0 0,0 1 0 0 0,-1-1 1 0 0,1 0-1 0 0,0 0 0 0 0,0 0 1 0 0,-1 0-1 0 0,1 0 1 0 0,-1 0-1 0 0,1 0 0 0 0,-1-1 1 0 0,0 1-1 0 0,3-3 0 0 0,-3 3 0 0 0,0-1-1 0 0,0 1 1 0 0,0 0-1 0 0,0 0 1 0 0,0 0-1 0 0,0 0 1 0 0,1 0-1 0 0,-1 0 1 0 0,0 0-1 0 0,1 0 1 0 0,-1 1-1 0 0,4-2 1 0 0,3-1-2 0 0,-6 2-4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3:55.8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5624 0 0,'33'3'76'0'0,"-13"-2"18"0"0,2-2-13 0 0,-6 1-54 0 0,-29-1 1224 0 0,26 12-830 0 0,-10-5-408 0 0,1 0 0 0 0,-1 1 0 0 0,-1 0 0 0 0,1-1 0 0 0,-1 1-1 0 0,0 0 1 0 0,0 0 0 0 0,-1 0 0 0 0,1 11 0 0 0,0 68 70 0 0,-2-70-71 0 0,-13 226 145 0 0,0 28 10 0 0,25-68-41 0 0,1 5-13 0 0,0 125 86 0 0,6 90 8 0 0,-11-294-118 0 0,50 522 301 0 0,-12-187-107 0 0,-21-21 113 0 0,-36 526 0 0 0,6-669-274 0 0,5-138-67 0 0,9 220 543 0 0,-5-300-500 0 0,18 443 290 0 0,-4 184 415 0 0,-33-423-568 0 0,4-109-23 0 0,-14 142 237 0 0,3-71-234 0 0,18-191-174 0 0,-20 764 839 0 0,26-771-862 0 0,45 662 587 0 0,-7-293-285 0 0,-2 136 118 0 0,-59-210-173 0 0,-26-3 39 0 0,33-250-246 0 0,-38 280 303 0 0,42-261-170 0 0,6 209-1 0 0,8-260-117 0 0,12 60 0 0 0,-8-74-27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6:02.4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28 567 4912 0 0,'24'-3'2'0'0,"11"2"8"0"0,-9 0 13 0 0,12-4 53 0 0,-35 3-30 0 0,-1 0 1 0 0,1-1 0 0 0,-1 1 0 0 0,0-1 0 0 0,0 1 0 0 0,0-1 0 0 0,-1 0-1 0 0,1 0 1 0 0,-1 0 0 0 0,1 0 0 0 0,-1 0 0 0 0,1-5 0 0 0,-1 6 17 0 0,-1 1-50 0 0,1 1 0 0 0,-1-1 0 0 0,0 1 0 0 0,1-1 0 0 0,-1 1 1 0 0,0-1-1 0 0,1 1 0 0 0,-1-1 0 0 0,1 1 0 0 0,-1-1 0 0 0,0 1 0 0 0,1 0 0 0 0,-1-1 1 0 0,1 1-1 0 0,0 0 0 0 0,-1-1 0 0 0,1 1 0 0 0,-1 0 0 0 0,1 0 0 0 0,-1-1 0 0 0,1 1 1 0 0,0 0-1 0 0,-1 0 0 0 0,1 0 0 0 0,0 0 0 0 0,19-2 443 0 0,58 10 237 0 0,-18 0-435 0 0,-49-6-192 0 0,1 0-1 0 0,0 0 0 0 0,17 7 1 0 0,16 3 70 0 0,26 12 61 0 0,43-3 315 0 0,-66-11-226 0 0,88 8 0 0 0,-135-18-285 0 0,149 1 403 0 0,-24-8 96 0 0,-16-1-222 0 0,15-1 239 0 0,153-35 382 0 0,-197 27-553 0 0,-52 10-232 0 0,37-5-1 0 0,-5 5 19 0 0,-22 2 86 0 0,44 0 0 0 0,1 5 148 0 0,0 4 1 0 0,103 18 0 0 0,36 6 225 0 0,-155-23-348 0 0,0-4-1 0 0,0-2 1 0 0,104-16 0 0 0,1-6 232 0 0,80-16 240 0 0,-220 33-595 0 0,64-2-1 0 0,-13 1 68 0 0,-74 5-146 0 0,1 1-1 0 0,-1-2 1 0 0,0 1 0 0 0,0-2-1 0 0,0 1 1 0 0,0-1 0 0 0,0-1-1 0 0,-1 0 1 0 0,0 0 0 0 0,0-1-1 0 0,0 0 1 0 0,-1 0 0 0 0,0-1-1 0 0,0 0 1 0 0,13-16 0 0 0,-8 7 51 0 0,-10 14-64 0 0,-1-1 0 0 0,0 1 0 0 0,0-1-1 0 0,0 1 1 0 0,0-1 0 0 0,0 0 0 0 0,-1 0-1 0 0,1 0 1 0 0,-1 0 0 0 0,0 0 0 0 0,1 0 0 0 0,-2 0-1 0 0,1 0 1 0 0,0 0 0 0 0,-1-1 0 0 0,1 1-1 0 0,-1 0 1 0 0,0-4 0 0 0,0 2 27 0 0,-1 0 0 0 0,0 0-1 0 0,0 0 1 0 0,-1 0 0 0 0,1 0 0 0 0,-1 1 0 0 0,0-1 0 0 0,0 1 0 0 0,-1-1 0 0 0,0 1 0 0 0,1 0 0 0 0,-7-7 0 0 0,-47-49 481 0 0,39 44-428 0 0,11 11-49 0 0,0 0 0 0 0,0 0 0 0 0,-1 1 1 0 0,1 0-1 0 0,-1 0 0 0 0,0 1 0 0 0,0 0 1 0 0,0 0-1 0 0,-11-2 0 0 0,-7-2 84 0 0,-36-3 0 0 0,55 10-131 0 0,-131-5 435 0 0,-22 2-107 0 0,22 1 43 0 0,25-3 9 0 0,-157 12 0 0 0,235-5-294 0 0,-66-7 0 0 0,5 0 84 0 0,6 4 23 0 0,-120-17 0 0 0,24-9 69 0 0,-1 5-82 0 0,142 19-136 0 0,-47-2 105 0 0,-1 4 0 0 0,-117 13-1 0 0,19-2 42 0 0,63-6-85 0 0,-216 28 222 0 0,245-11-168 0 0,1 4 1 0 0,-166 67-1 0 0,202-68-125 0 0,-39 12 67 0 0,64-30-36 0 0,11-3 29 0 0,23-3-88 0 0,1 0 2 0 0,-5 2 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3:56:04.8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164 64 7632 0 0,'5'3'5'0'0,"10"3"54"0"0,-5-3-9 0 0,3-1 20 0 0,-11-2 100 0 0,23 0 725 0 0,-22-1-856 0 0,0 0 1 0 0,-1 0-1 0 0,1-1 0 0 0,0 1 1 0 0,-1 0-1 0 0,1-1 1 0 0,-1 0-1 0 0,1 1 0 0 0,3-5 1 0 0,-3 4 7 0 0,-1 0 0 0 0,1 0 1 0 0,-1 0-1 0 0,1 0 1 0 0,-1 0-1 0 0,1 1 1 0 0,0-1-1 0 0,0 1 0 0 0,0 0 1 0 0,0 0-1 0 0,4-1 1 0 0,6-3 105 0 0,-10 4-101 0 0,-1 0 0 0 0,0 0 0 0 0,0 0 0 0 0,1 1 0 0 0,-1-1 0 0 0,1 1 1 0 0,-1-1-1 0 0,1 1 0 0 0,-1 0 0 0 0,1 0 0 0 0,-1 0 0 0 0,0 0 0 0 0,1 0 0 0 0,2 1 0 0 0,14 2 48 0 0,-1 0-1 0 0,1-1 0 0 0,0-1 1 0 0,-1-1-1 0 0,1 0 1 0 0,0-1-1 0 0,21-5 0 0 0,28-1 101 0 0,3 5-11 0 0,71 8-1 0 0,-49 5 110 0 0,17 10 127 0 0,4-5-21 0 0,-79-9-191 0 0,1-2 0 0 0,0-2 0 0 0,44-1 0 0 0,-41-4-70 0 0,152-14 537 0 0,-148 11-350 0 0,0 3 1 0 0,50 2-1 0 0,45-1 152 0 0,-92-3-339 0 0,95-11 394 0 0,289-34 856 0 0,-358 50-1126 0 0,0 2 0 0 0,0 4 0 0 0,109 25 0 0 0,-3 9 254 0 0,-44-10-207 0 0,-66-13-81 0 0,-31-10-19 0 0,-18-4-114 0 0,-1 0 0 0 0,1 1 1 0 0,-1 1-1 0 0,0 1 0 0 0,0 1 1 0 0,22 12-1 0 0,-32-15-45 0 0,0-1 0 0 0,0-1 0 0 0,16 6 0 0 0,-16-7-27 0 0,-1 1 0 0 0,1 0 0 0 0,-1 0 0 0 0,11 7 0 0 0,27 17 143 0 0,-32-21-84 0 0,-2 1 1 0 0,21 15-1 0 0,-25-16-41 0 0,8 4 19 0 0,-1 2-1 0 0,-1 0 0 0 0,0 0 1 0 0,0 1-1 0 0,-1 1 0 0 0,-1 0 1 0 0,-1 1-1 0 0,13 22 1 0 0,-20-31-42 0 0,-1 1 1 0 0,1 0-1 0 0,-2-1 0 0 0,1 1 1 0 0,-1 0-1 0 0,0 0 1 0 0,0 0-1 0 0,-1 0 1 0 0,0 0-1 0 0,0 0 1 0 0,-1 0-1 0 0,0 0 0 0 0,0 0 1 0 0,0 0-1 0 0,-1-1 1 0 0,-3 8-1 0 0,4-12 1 0 0,1 0-16 0 0,-3 4 0 0 0,3-5 0 0 0,0 1 2 0 0,0 3 3 0 0,0-3-4 0 0,-5 0-5 0 0,1 0-1 0 0,0-1 1 0 0,-1 1-1 0 0,1-1 1 0 0,-10 2-1 0 0,13-3-1 0 0,-17 4 4 0 0,-13 2 0 0 0,0 1 0 0 0,-33 14 0 0 0,57-19-4 0 0,0 0 1 0 0,-1-1-1 0 0,1 1 1 0 0,-15-1-1 0 0,-12 3 3 0 0,-33 1 5 0 0,-6 9 13 0 0,48-11-12 0 0,-38 12 1 0 0,-23 14 31 0 0,-41 12-3 0 0,111-37-26 0 0,-4 2 10 0 0,0-1 0 0 0,-1 0 0 0 0,1-2 0 0 0,-1 0 0 0 0,1-2 0 0 0,-1 0 1 0 0,-41-4-1 0 0,3-7 66 0 0,-68-22 1 0 0,76 18-31 0 0,1 3 0 0 0,-2 2 0 0 0,-81-4-1 0 0,42 11 38 0 0,-110 12-1 0 0,-12 25 97 0 0,152-27-136 0 0,-1-3-1 0 0,0-2 0 0 0,-79-7 1 0 0,-129-47 223 0 0,7 0-111 0 0,172 38-117 0 0,-1 4 0 0 0,-157 5 0 0 0,143 15 101 0 0,-188 45-1 0 0,279-52-127 0 0,0 0 0 0 0,0 2-1 0 0,0 0 1 0 0,1 0 0 0 0,0 2-1 0 0,0-1 1 0 0,0 2 0 0 0,1 0-1 0 0,-15 13 1 0 0,18-12-8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4:23:50.9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2064 0 5224 0 0,'5'141'1636'0'0,"-3"-71"-846"0"0,-1-18-288 0 0,-3-28-415 0 0,1-6-37 0 0,-10 110 331 0 0,-4-19-124 0 0,11-68-91 0 0,-1 0 0 0 0,-20 67 0 0 0,6-41 12 0 0,8-29-97 0 0,-1 0 0 0 0,-2-1 0 0 0,-18 35 1 0 0,-8 11 165 0 0,27-53-95 0 0,-2-1 1 0 0,0-1-1 0 0,-28 38 0 0 0,31-51-112 0 0,0 2 121 0 0,-1-1 0 0 0,0-1 0 0 0,-32 27 0 0 0,45-42-160 0 0,-18 15 165 0 0,0-2 1 0 0,-1 0 0 0 0,-38 19 0 0 0,16-14 254 0 0,-63 18 0 0 0,36-15 36 0 0,30-8-120 0 0,-64 12 0 0 0,87-22-267 0 0,0 1 0 0 0,1 0 0 0 0,-1 2 0 0 0,1 0 0 0 0,1 0-1 0 0,-1 1 1 0 0,1 1 0 0 0,0 0 0 0 0,1 1 0 0 0,-1 0 0 0 0,2 1 0 0 0,0 0 0 0 0,0 1 0 0 0,0 0 0 0 0,2 1 0 0 0,-1 0 0 0 0,2 0 0 0 0,-1 1 0 0 0,-9 21 0 0 0,6-10 36 0 0,1 1 0 0 0,1 0 1 0 0,2 0-1 0 0,-10 45 1 0 0,8-27-9 0 0,6-27-24 0 0,1 0 1 0 0,-3 25 0 0 0,-12 57 340 0 0,10-54-291 0 0,-1 8 62 0 0,-1 20 57 0 0,1-13-118 0 0,-33 252 274 0 0,7-127-135 0 0,-14 96 11 0 0,4 30 27 0 0,38-267-265 0 0,-1 1 21 0 0,-2 45-1 0 0,-27 208 182 0 0,34-277-224 0 0,-70 439 334 0 0,36-227-211 0 0,-10 66 131 0 0,10-49-103 0 0,-13 120 12 0 0,44-301-70 0 0,-23 99 0 0 0,21-133-73 0 0,-7 25 62 0 0,-9 71 0 0 0,20-92-69 0 0,-1 12 28 0 0,-14 64-1 0 0,0-30 76 0 0,-9 116 0 0 0,12-76 19 0 0,-5 71 43 0 0,12-4-66 0 0,0 91 38 0 0,10 3 15 0 0,2 78 15 0 0,6 267-13 0 0,0-355-84 0 0,1-20-21 0 0,4 399 69 0 0,-13-609-140 0 0,-1 301 45 0 0,-3-196-29 0 0,2 179 17 0 0,1-273-33 0 0,1 79 20 0 0,-20 155-1 0 0,-13-103 7 0 0,11-72-4 0 0,15-71-5 0 0,-3-1-1 0 0,-1 0 0 0 0,-2-1 0 0 0,-2 0 1 0 0,-1-1-1 0 0,-33 60 0 0 0,44-97-14 0 0,-8 6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4:25:53.1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123 0 10248 0 0,'5'32'57'0'0,"7"16"186"0"0,-8-31-114 0 0,0-1-1 0 0,0 1 1 0 0,-2 0 0 0 0,2 27 0 0 0,-5-15-125 0 0,-2 88 1101 0 0,-4 0 0 0 0,-29 147 1 0 0,24-206-969 0 0,-38 157 992 0 0,11-49-630 0 0,35-151-446 0 0,2 0 0 0 0,0 1 1 0 0,1 0-1 0 0,1-1 0 0 0,0 1 1 0 0,1 0-1 0 0,1-1 0 0 0,0 1 1 0 0,1-1-1 0 0,10 29 0 0 0,-5-21 19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4:25:53.4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13168 0 0,'0'0'0'0'0,"4"32"0"0"0,30 6 0 0 0,1 6 168 0 0,-8-2 0 0 0,-6 6 8 0 0,-2 3-8 0 0,-4-3-80 0 0,-8-4 0 0 0,-7-2 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4:25:53.8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13168 0 0,'0'0'0'0'0,"-1"64"0"0"0,10 5 0 0 0,5 2 224 0 0,0-4 8 0 0,-6 2 0 0 0,6 2 0 0 0,8-3-120 0 0,-7-5-8 0 0,-11 1 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4:25:54.1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0 13360 0 0,'0'0'0'0'0,"-1"55"0"0"0,32-7 0 0 0,1 9 216 0 0,-13 0 8 0 0,-17 14 0 0 0,6 5 8 0 0,0-7-136 0 0,-4-8 8 0 0,-5 7 8 0 0,16 5-8 0 0,4-4 224 0 0,-9-4-8 0 0,-13 10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3T14:25:58.7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1159 2 6824 0 0,'20'-1'74'0'0,"1"0"91"0"0,-16 2-91 0 0,-6 1-27 0 0,-22 10 478 0 0,16-8-468 0 0,-1 0-1 0 0,1 0 1 0 0,-1 1-1 0 0,-7 6 1 0 0,10-7 25 0 0,0-1 1 0 0,0 0 0 0 0,-1 0-1 0 0,-10 5 1 0 0,-17 9 158 0 0,-9 16 130 0 0,40-30-298 0 0,1-4-66 0 0,1 1 0 0 0,0 0 0 0 0,-1 0 0 0 0,1 0 0 0 0,0 0-1 0 0,-1 0 1 0 0,1 0 0 0 0,0 0 0 0 0,0 0 0 0 0,-1 0 0 0 0,1 0 0 0 0,0 0-1 0 0,-1 1 1 0 0,1-1 0 0 0,0 0 0 0 0,-1 0 0 0 0,1 0 0 0 0,0 0-1 0 0,-1 0 1 0 0,1 0 0 0 0,0 1 0 0 0,0-1 0 0 0,-1 0 0 0 0,1 0 0 0 0,0 1-1 0 0,0-1 1 0 0,0 0 0 0 0,-1 0 0 0 0,1 1 0 0 0,1 0 3 0 0,0-1 0 0 0,-1 1 1 0 0,1 0-1 0 0,0 0 0 0 0,0-1 0 0 0,0 1 1 0 0,0 0-1 0 0,0-1 0 0 0,0 1 0 0 0,0-1 1 0 0,0 0-1 0 0,0 1 0 0 0,0-1 0 0 0,0 0 1 0 0,0 0-1 0 0,1 1 0 0 0,-1-1 1 0 0,0 0-1 0 0,0 0 0 0 0,0 0 0 0 0,0 0 1 0 0,0 0-1 0 0,0-1 0 0 0,0 1 0 0 0,2-1 1 0 0,37-11 57 0 0,-14 3-11 0 0,-14 6-33 0 0,-7 2-8 0 0,-1 0 1 0 0,1-1-1 0 0,0 2 1 0 0,-1-1-1 0 0,1 0 0 0 0,0 1 1 0 0,-1 0-1 0 0,7 1 1 0 0,-4 0 33 0 0,1 3 154 0 0,-7 11-117 0 0,-9 11 113 0 0,-1-1-80 0 0,4 5-31 0 0,-5 28 32 0 0,9-54-86 0 0,1 0 0 0 0,0 0 1 0 0,0 0-1 0 0,0 0 0 0 0,1 0 0 0 0,0 0 0 0 0,-1 0 0 0 0,1-1 1 0 0,0 1-1 0 0,1 0 0 0 0,1 4 0 0 0,64 85 1032 0 0,-60-81-995 0 0,-3-5 8 0 0,0 0 0 0 0,0 0 1 0 0,-1 0-1 0 0,0 0 0 0 0,0 1 1 0 0,-1-1-1 0 0,4 16 0 0 0,1 2 80 0 0,1 3-54 0 0,-8-17-68 0 0,0-2 7 0 0,0-1-1 0 0,0 1 1 0 0,1 0 0 0 0,4 14 0 0 0,-3 7 124 0 0,-2-26-151 0 0,0 0 0 0 0,1 0 1 0 0,-1 0-1 0 0,1 0 0 0 0,-1 0 0 0 0,1 0 1 0 0,2 5-1 0 0,0-4-3 0 0,-1 1 1 0 0,0-1-1 0 0,0 0 0 0 0,0 1 1 0 0,-1 0-1 0 0,0-1 1 0 0,0 1-1 0 0,0 0 0 0 0,-1 0 1 0 0,0-1-1 0 0,0 1 1 0 0,-1 7-1 0 0,-1 2 53 0 0,1 0 0 0 0,1-1 0 0 0,1 1 0 0 0,0 0 0 0 0,0 0 0 0 0,8 27 1 0 0,0 11 87 0 0,-14-7 28 0 0,8-10-76 0 0,-1 0-1 0 0,-5 63 1 0 0,-1-2 24 0 0,5-67-95 0 0,0-19-14 0 0,-1 0 0 0 0,0 0 1 0 0,-1-1-1 0 0,0 1 0 0 0,0 0 1 0 0,-5 16-1 0 0,-2 1 25 0 0,2 0 1 0 0,-3 32-1 0 0,5-29-16 0 0,-2 33 51 0 0,5-43-37 0 0,-1 1 0 0 0,-5 23 1 0 0,-3 6 67 0 0,-5 89 1 0 0,3-19 72 0 0,9-85-122 0 0,1-1 1 0 0,3 38 0 0 0,1-32 59 0 0,-5 47 0 0 0,-44 280 237 0 0,25-207-217 0 0,6-41-16 0 0,-6-2 1 0 0,-41 130-1 0 0,56-229-107 0 0,-1 0 0 0 0,0 0 0 0 0,-2-1 0 0 0,-19 30 0 0 0,-57 61 138 0 0,83-106-155 0 0,-33 53 55 0 0,1-2-18 0 0,-40 54 26 0 0,47-66-18 0 0,-43 53-1 0 0,-42 47 65 0 0,86-106-85 0 0,-8 13 0 0 0,19-25 0 0 0,-31 35 1 0 0,20-27 1 0 0,1 0 0 0 0,2 2 1 0 0,-35 66-1 0 0,33-39 9 0 0,5-8-17 0 0,8-22-8 0 0,1 0-1 0 0,-12 50 1 0 0,-12 33 13 0 0,26-90-21 0 0,2-5 2 0 0,1 0 1 0 0,0 0-1 0 0,-5 30 0 0 0,6-7-1 0 0,4-22 2 0 0,-9 36 0 0 0,10-51-9 0 0,-11 39 27 0 0,-11 64-1 0 0,-4 15 50 0 0,9 2-18 0 0,14-102-43 0 0,2 0 0 0 0,0 0 1 0 0,4 42-1 0 0,-1 1 15 0 0,8 192 49 0 0,1-127-24 0 0,0-24-10 0 0,-10-75-34 0 0,21 375 98 0 0,-8-94-30 0 0,-7-179-42 0 0,-1-27-12 0 0,-4-85-15 0 0,0 1 0 0 0,0-1 1 0 0,11 43-1 0 0,-5-41-3 0 0,-2-10-3 0 0,-1-1 1 0 0,-1 1-1 0 0,-1-1 0 0 0,2 17 1 0 0,-4-13 1 0 0,0-4 0 0 0,1 0 1 0 0,0 0-1 0 0,1 1 0 0 0,5 19 1 0 0,0-10-3 0 0,-2-8 1 0 0,-1 1-1 0 0,0-1 1 0 0,2 22 0 0 0,-4-17 7 0 0,0 0-1 0 0,1 0 1 0 0,1-1 0 0 0,10 32 0 0 0,8 21 41 0 0,9 21 2 0 0,184 369 303 0 0,-134-336-193 0 0,-18-30-91 0 0,-15-9-33 0 0,1-7-2 0 0,-14-21-21 0 0,-13-19-14 0 0,-18-32-3 0 0,1 1 1 0 0,-2 0 0 0 0,1 0 0 0 0,3 15 0 0 0,11 26 5 0 0,70 146 2 0 0,-28-57-4 0 0,-45-103-6 0 0,-1 0 0 0 0,-2 1 0 0 0,11 60 0 0 0,4 121 0 0 0,-22-150 4 0 0,-3-1 0 0 0,-3 1 0 0 0,-3 0 0 0 0,-3 0 0 0 0,-20 85 0 0 0,-17 59 16 0 0,12-51-6 0 0,15-46-8 0 0,-3 13 2 0 0,4-52 1 0 0,-11 143 0 0 0,19-111-1 0 0,-3 89 5 0 0,11 32 3 0 0,3-104-8 0 0,6 0 0 0 0,25 128 0 0 0,-16-130-5 0 0,45 225 10 0 0,-39-234-12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E3809-C032-45E4-BB46-B77BB733DE2A}" type="datetimeFigureOut">
              <a:rPr lang="en-GB" smtClean="0"/>
              <a:t>03/10/2023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100B2-961E-4E06-AF80-1797A15918C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99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2100" marR="5080" indent="-280035">
              <a:lnSpc>
                <a:spcPct val="100000"/>
              </a:lnSpc>
            </a:pPr>
            <a:r>
              <a:rPr lang="fr-FR" sz="1200" spc="-5" dirty="0">
                <a:latin typeface="Times New Roman"/>
                <a:cs typeface="Times New Roman"/>
              </a:rPr>
              <a:t>@Resource</a:t>
            </a:r>
            <a:endParaRPr lang="fr-FR" sz="1200" dirty="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</a:pPr>
            <a:r>
              <a:rPr lang="fr-FR" sz="1200" dirty="0">
                <a:latin typeface="Times New Roman"/>
                <a:cs typeface="Times New Roman"/>
              </a:rPr>
              <a:t>public</a:t>
            </a:r>
            <a:r>
              <a:rPr lang="fr-FR" sz="1200" spc="-30" dirty="0">
                <a:latin typeface="Times New Roman"/>
                <a:cs typeface="Times New Roman"/>
              </a:rPr>
              <a:t> </a:t>
            </a:r>
            <a:r>
              <a:rPr lang="fr-FR" sz="1200" spc="-5" dirty="0" err="1">
                <a:latin typeface="Times New Roman"/>
                <a:cs typeface="Times New Roman"/>
              </a:rPr>
              <a:t>UserTransaction</a:t>
            </a:r>
            <a:r>
              <a:rPr lang="fr-FR" sz="1200" spc="-25" dirty="0">
                <a:latin typeface="Times New Roman"/>
                <a:cs typeface="Times New Roman"/>
              </a:rPr>
              <a:t> </a:t>
            </a:r>
            <a:r>
              <a:rPr lang="fr-FR" sz="1200" dirty="0" err="1">
                <a:latin typeface="Times New Roman"/>
                <a:cs typeface="Times New Roman"/>
              </a:rPr>
              <a:t>utx</a:t>
            </a:r>
            <a:r>
              <a:rPr lang="fr-FR" sz="1200" dirty="0">
                <a:latin typeface="Times New Roman"/>
                <a:cs typeface="Times New Roman"/>
              </a:rPr>
              <a:t>;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fr-FR" sz="1200" dirty="0">
              <a:latin typeface="Times New Roman"/>
              <a:cs typeface="Times New Roman"/>
            </a:endParaRPr>
          </a:p>
          <a:p>
            <a:pPr marL="292100" marR="4210685">
              <a:lnSpc>
                <a:spcPct val="100000"/>
              </a:lnSpc>
            </a:pPr>
            <a:r>
              <a:rPr lang="fr-FR" sz="1200" spc="-5" dirty="0">
                <a:latin typeface="Times New Roman"/>
                <a:cs typeface="Times New Roman"/>
              </a:rPr>
              <a:t>@PersistenceContext </a:t>
            </a:r>
            <a:r>
              <a:rPr lang="fr-FR" sz="1200" dirty="0">
                <a:latin typeface="Times New Roman"/>
                <a:cs typeface="Times New Roman"/>
              </a:rPr>
              <a:t> public</a:t>
            </a:r>
            <a:r>
              <a:rPr lang="fr-FR" sz="1200" spc="-35" dirty="0">
                <a:latin typeface="Times New Roman"/>
                <a:cs typeface="Times New Roman"/>
              </a:rPr>
              <a:t> </a:t>
            </a:r>
            <a:r>
              <a:rPr lang="fr-FR" sz="1200" spc="-5" dirty="0" err="1">
                <a:latin typeface="Times New Roman"/>
                <a:cs typeface="Times New Roman"/>
              </a:rPr>
              <a:t>EntityManager</a:t>
            </a:r>
            <a:r>
              <a:rPr lang="fr-FR" sz="1200" spc="-25" dirty="0">
                <a:latin typeface="Times New Roman"/>
                <a:cs typeface="Times New Roman"/>
              </a:rPr>
              <a:t> </a:t>
            </a:r>
            <a:r>
              <a:rPr lang="fr-FR" sz="1200" spc="-5" dirty="0" err="1">
                <a:latin typeface="Times New Roman"/>
                <a:cs typeface="Times New Roman"/>
              </a:rPr>
              <a:t>em</a:t>
            </a:r>
            <a:r>
              <a:rPr lang="fr-FR" sz="1200" spc="-5" dirty="0">
                <a:latin typeface="Times New Roman"/>
                <a:cs typeface="Times New Roman"/>
              </a:rPr>
              <a:t>;</a:t>
            </a:r>
            <a:endParaRPr lang="fr-FR" sz="12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00B2-961E-4E06-AF80-1797A15918C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083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02666" y="2498407"/>
            <a:ext cx="253866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8762" y="814069"/>
            <a:ext cx="404647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8314" y="1901011"/>
            <a:ext cx="8167370" cy="3955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../media/image25.png"/><Relationship Id="rId4" Type="http://schemas.openxmlformats.org/officeDocument/2006/relationships/customXml" Target="../ink/ink25.xml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customXml" Target="../ink/ink35.xml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customXml" Target="../ink/ink33.xml"/><Relationship Id="rId1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customXml" Target="../ink/ink45.xml"/><Relationship Id="rId26" Type="http://schemas.openxmlformats.org/officeDocument/2006/relationships/customXml" Target="../ink/ink49.xml"/><Relationship Id="rId3" Type="http://schemas.openxmlformats.org/officeDocument/2006/relationships/image" Target="../media/image37.png"/><Relationship Id="rId21" Type="http://schemas.openxmlformats.org/officeDocument/2006/relationships/image" Target="../media/image46.png"/><Relationship Id="rId34" Type="http://schemas.openxmlformats.org/officeDocument/2006/relationships/customXml" Target="../ink/ink53.xml"/><Relationship Id="rId7" Type="http://schemas.openxmlformats.org/officeDocument/2006/relationships/image" Target="../media/image39.png"/><Relationship Id="rId12" Type="http://schemas.openxmlformats.org/officeDocument/2006/relationships/customXml" Target="../ink/ink42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33" Type="http://schemas.openxmlformats.org/officeDocument/2006/relationships/image" Target="../media/image52.png"/><Relationship Id="rId2" Type="http://schemas.openxmlformats.org/officeDocument/2006/relationships/customXml" Target="../ink/ink37.xml"/><Relationship Id="rId16" Type="http://schemas.openxmlformats.org/officeDocument/2006/relationships/customXml" Target="../ink/ink44.xml"/><Relationship Id="rId20" Type="http://schemas.openxmlformats.org/officeDocument/2006/relationships/customXml" Target="../ink/ink46.xml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11" Type="http://schemas.openxmlformats.org/officeDocument/2006/relationships/image" Target="../media/image41.png"/><Relationship Id="rId24" Type="http://schemas.openxmlformats.org/officeDocument/2006/relationships/customXml" Target="../ink/ink48.xml"/><Relationship Id="rId32" Type="http://schemas.openxmlformats.org/officeDocument/2006/relationships/customXml" Target="../ink/ink52.xml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28" Type="http://schemas.openxmlformats.org/officeDocument/2006/relationships/customXml" Target="../ink/ink50.xml"/><Relationship Id="rId10" Type="http://schemas.openxmlformats.org/officeDocument/2006/relationships/customXml" Target="../ink/ink41.xml"/><Relationship Id="rId19" Type="http://schemas.openxmlformats.org/officeDocument/2006/relationships/image" Target="../media/image45.png"/><Relationship Id="rId31" Type="http://schemas.openxmlformats.org/officeDocument/2006/relationships/image" Target="../media/image51.png"/><Relationship Id="rId4" Type="http://schemas.openxmlformats.org/officeDocument/2006/relationships/customXml" Target="../ink/ink38.xml"/><Relationship Id="rId9" Type="http://schemas.openxmlformats.org/officeDocument/2006/relationships/image" Target="../media/image40.png"/><Relationship Id="rId14" Type="http://schemas.openxmlformats.org/officeDocument/2006/relationships/customXml" Target="../ink/ink43.xml"/><Relationship Id="rId22" Type="http://schemas.openxmlformats.org/officeDocument/2006/relationships/customXml" Target="../ink/ink47.xml"/><Relationship Id="rId27" Type="http://schemas.openxmlformats.org/officeDocument/2006/relationships/image" Target="../media/image49.png"/><Relationship Id="rId30" Type="http://schemas.openxmlformats.org/officeDocument/2006/relationships/customXml" Target="../ink/ink51.xml"/><Relationship Id="rId35" Type="http://schemas.openxmlformats.org/officeDocument/2006/relationships/image" Target="../media/image53.png"/><Relationship Id="rId8" Type="http://schemas.openxmlformats.org/officeDocument/2006/relationships/customXml" Target="../ink/ink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5" Type="http://schemas.openxmlformats.org/officeDocument/2006/relationships/image" Target="../media/image55.png"/><Relationship Id="rId4" Type="http://schemas.openxmlformats.org/officeDocument/2006/relationships/customXml" Target="../ink/ink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1.xml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5" Type="http://schemas.openxmlformats.org/officeDocument/2006/relationships/image" Target="../media/image59.png"/><Relationship Id="rId4" Type="http://schemas.openxmlformats.org/officeDocument/2006/relationships/customXml" Target="../ink/ink59.xml"/><Relationship Id="rId9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666" y="2498407"/>
            <a:ext cx="25380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Times New Roman"/>
                <a:cs typeface="Times New Roman"/>
              </a:rPr>
              <a:t>Persistence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72687" y="3905503"/>
            <a:ext cx="31984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Juan-Luis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Gorricho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2160" y="814069"/>
            <a:ext cx="45389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Creating</a:t>
            </a:r>
            <a:r>
              <a:rPr spc="-20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spc="-5" dirty="0"/>
              <a:t>base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631825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631190" algn="l"/>
                <a:tab pos="631825" algn="l"/>
              </a:tabLst>
            </a:pPr>
            <a:r>
              <a:rPr spc="-5" dirty="0"/>
              <a:t>Using a data base</a:t>
            </a:r>
            <a:r>
              <a:rPr dirty="0"/>
              <a:t> </a:t>
            </a:r>
            <a:r>
              <a:rPr spc="-5" dirty="0"/>
              <a:t>assistant:</a:t>
            </a:r>
          </a:p>
          <a:p>
            <a:pPr marL="1031875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1031875" algn="l"/>
              </a:tabLst>
            </a:pPr>
            <a:r>
              <a:rPr sz="2800" spc="-5" dirty="0">
                <a:latin typeface="Times New Roman"/>
                <a:cs typeface="Times New Roman"/>
              </a:rPr>
              <a:t>Create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new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(schema):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sample</a:t>
            </a:r>
            <a:endParaRPr sz="2800">
              <a:latin typeface="Times New Roman"/>
              <a:cs typeface="Times New Roman"/>
            </a:endParaRPr>
          </a:p>
          <a:p>
            <a:pPr marL="1031875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1031875" algn="l"/>
              </a:tabLst>
            </a:pPr>
            <a:r>
              <a:rPr sz="2800" spc="-5" dirty="0">
                <a:latin typeface="Times New Roman"/>
                <a:cs typeface="Times New Roman"/>
              </a:rPr>
              <a:t>Create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base.</a:t>
            </a:r>
            <a:endParaRPr sz="2800">
              <a:latin typeface="Times New Roman"/>
              <a:cs typeface="Times New Roman"/>
            </a:endParaRPr>
          </a:p>
          <a:p>
            <a:pPr marL="1031875" marR="14604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1031875" algn="l"/>
              </a:tabLst>
            </a:pPr>
            <a:r>
              <a:rPr sz="2800" spc="-5" dirty="0">
                <a:latin typeface="Times New Roman"/>
                <a:cs typeface="Times New Roman"/>
              </a:rPr>
              <a:t>Define different fields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each table. The </a:t>
            </a:r>
            <a:r>
              <a:rPr sz="2800" dirty="0">
                <a:latin typeface="Times New Roman"/>
                <a:cs typeface="Times New Roman"/>
              </a:rPr>
              <a:t>first one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always:</a:t>
            </a:r>
            <a:endParaRPr sz="2800">
              <a:latin typeface="Times New Roman"/>
              <a:cs typeface="Times New Roman"/>
            </a:endParaRPr>
          </a:p>
          <a:p>
            <a:pPr marL="1431925" lvl="2" indent="-229235">
              <a:lnSpc>
                <a:spcPct val="100000"/>
              </a:lnSpc>
              <a:spcBef>
                <a:spcPts val="590"/>
              </a:spcBef>
              <a:buChar char="•"/>
              <a:tabLst>
                <a:tab pos="1431925" algn="l"/>
              </a:tabLst>
            </a:pPr>
            <a:r>
              <a:rPr sz="2400" spc="-5" dirty="0">
                <a:latin typeface="Times New Roman"/>
                <a:cs typeface="Times New Roman"/>
              </a:rPr>
              <a:t>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type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primary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auto-increment</a:t>
            </a:r>
            <a:endParaRPr sz="2400">
              <a:latin typeface="Times New Roman"/>
              <a:cs typeface="Times New Roman"/>
            </a:endParaRPr>
          </a:p>
          <a:p>
            <a:pPr marL="1031875" marR="174625" lvl="1" indent="-285750">
              <a:lnSpc>
                <a:spcPct val="100000"/>
              </a:lnSpc>
              <a:spcBef>
                <a:spcPts val="660"/>
              </a:spcBef>
              <a:buChar char="–"/>
              <a:tabLst>
                <a:tab pos="1031875" algn="l"/>
              </a:tabLst>
            </a:pPr>
            <a:r>
              <a:rPr sz="2800" spc="-5" dirty="0">
                <a:latin typeface="Times New Roman"/>
                <a:cs typeface="Times New Roman"/>
              </a:rPr>
              <a:t>Give user: ecomm/ecomm privileges with access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granted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full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permissions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FE539026-BB5E-C83E-078A-7AD852EB22BD}"/>
                  </a:ext>
                </a:extLst>
              </p14:cNvPr>
              <p14:cNvContentPartPr/>
              <p14:nvPr/>
            </p14:nvContentPartPr>
            <p14:xfrm>
              <a:off x="3398141" y="107463"/>
              <a:ext cx="433440" cy="28512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FE539026-BB5E-C83E-078A-7AD852EB22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9501" y="98823"/>
                <a:ext cx="4510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AB7A9933-1382-7D47-3168-4C01FBEF49DA}"/>
                  </a:ext>
                </a:extLst>
              </p14:cNvPr>
              <p14:cNvContentPartPr/>
              <p14:nvPr/>
            </p14:nvContentPartPr>
            <p14:xfrm>
              <a:off x="3684701" y="154623"/>
              <a:ext cx="77040" cy="1368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AB7A9933-1382-7D47-3168-4C01FBEF49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6061" y="145983"/>
                <a:ext cx="946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278F8452-45C8-E89A-029F-A1E4D7DA4D43}"/>
                  </a:ext>
                </a:extLst>
              </p14:cNvPr>
              <p14:cNvContentPartPr/>
              <p14:nvPr/>
            </p14:nvContentPartPr>
            <p14:xfrm>
              <a:off x="3950021" y="86583"/>
              <a:ext cx="109080" cy="15768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278F8452-45C8-E89A-029F-A1E4D7DA4D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1021" y="77943"/>
                <a:ext cx="1267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188F09B5-0E8B-493E-7444-92AA43ABEAEC}"/>
                  </a:ext>
                </a:extLst>
              </p14:cNvPr>
              <p14:cNvContentPartPr/>
              <p14:nvPr/>
            </p14:nvContentPartPr>
            <p14:xfrm>
              <a:off x="4081061" y="85143"/>
              <a:ext cx="124920" cy="19476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188F09B5-0E8B-493E-7444-92AA43ABEA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72421" y="76503"/>
                <a:ext cx="1425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9C244066-58F3-35EE-E2AF-83D6F48F1C94}"/>
                  </a:ext>
                </a:extLst>
              </p14:cNvPr>
              <p14:cNvContentPartPr/>
              <p14:nvPr/>
            </p14:nvContentPartPr>
            <p14:xfrm>
              <a:off x="4262861" y="92343"/>
              <a:ext cx="95760" cy="15912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9C244066-58F3-35EE-E2AF-83D6F48F1C9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4221" y="83343"/>
                <a:ext cx="1134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44D8B30A-1FC2-4139-7A2A-6963D40D5EB2}"/>
                  </a:ext>
                </a:extLst>
              </p14:cNvPr>
              <p14:cNvContentPartPr/>
              <p14:nvPr/>
            </p14:nvContentPartPr>
            <p14:xfrm>
              <a:off x="4412261" y="86223"/>
              <a:ext cx="110160" cy="18756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44D8B30A-1FC2-4139-7A2A-6963D40D5E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03621" y="77223"/>
                <a:ext cx="127800" cy="20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upo 58">
            <a:extLst>
              <a:ext uri="{FF2B5EF4-FFF2-40B4-BE49-F238E27FC236}">
                <a16:creationId xmlns:a16="http://schemas.microsoft.com/office/drawing/2014/main" id="{EAD28D16-35CA-B12C-F562-E909733D03E3}"/>
              </a:ext>
            </a:extLst>
          </p:cNvPr>
          <p:cNvGrpSpPr/>
          <p:nvPr/>
        </p:nvGrpSpPr>
        <p:grpSpPr>
          <a:xfrm>
            <a:off x="334181" y="94863"/>
            <a:ext cx="2926800" cy="885600"/>
            <a:chOff x="334181" y="94863"/>
            <a:chExt cx="2926800" cy="88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A0C7964-E28A-2DC1-4BA0-E8BBEB110DCD}"/>
                    </a:ext>
                  </a:extLst>
                </p14:cNvPr>
                <p14:cNvContentPartPr/>
                <p14:nvPr/>
              </p14:nvContentPartPr>
              <p14:xfrm>
                <a:off x="334181" y="207543"/>
                <a:ext cx="234000" cy="3556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A0C7964-E28A-2DC1-4BA0-E8BBEB110DC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5541" y="198543"/>
                  <a:ext cx="2516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08EA5549-B97F-F9D7-2706-5E2EB70E19D1}"/>
                    </a:ext>
                  </a:extLst>
                </p14:cNvPr>
                <p14:cNvContentPartPr/>
                <p14:nvPr/>
              </p14:nvContentPartPr>
              <p14:xfrm>
                <a:off x="657461" y="117183"/>
                <a:ext cx="363240" cy="4597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08EA5549-B97F-F9D7-2706-5E2EB70E19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8821" y="108543"/>
                  <a:ext cx="3808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02015FDE-296E-2EEA-6CC0-6F50D51548E1}"/>
                    </a:ext>
                  </a:extLst>
                </p14:cNvPr>
                <p14:cNvContentPartPr/>
                <p14:nvPr/>
              </p14:nvContentPartPr>
              <p14:xfrm>
                <a:off x="1055981" y="201423"/>
                <a:ext cx="649080" cy="2264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02015FDE-296E-2EEA-6CC0-6F50D51548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7341" y="192783"/>
                  <a:ext cx="6667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39921750-D97A-FA35-1F44-6044212CDA9F}"/>
                    </a:ext>
                  </a:extLst>
                </p14:cNvPr>
                <p14:cNvContentPartPr/>
                <p14:nvPr/>
              </p14:nvContentPartPr>
              <p14:xfrm>
                <a:off x="1814141" y="155703"/>
                <a:ext cx="482400" cy="2300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39921750-D97A-FA35-1F44-6044212CDA9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05141" y="147063"/>
                  <a:ext cx="500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06A5ED0-5BF8-5983-E0C5-2E1B7E6A70EA}"/>
                    </a:ext>
                  </a:extLst>
                </p14:cNvPr>
                <p14:cNvContentPartPr/>
                <p14:nvPr/>
              </p14:nvContentPartPr>
              <p14:xfrm>
                <a:off x="2196461" y="116823"/>
                <a:ext cx="205920" cy="2088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06A5ED0-5BF8-5983-E0C5-2E1B7E6A70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87821" y="108183"/>
                  <a:ext cx="223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946B348-992B-1D9E-0A19-436346571D7C}"/>
                    </a:ext>
                  </a:extLst>
                </p14:cNvPr>
                <p14:cNvContentPartPr/>
                <p14:nvPr/>
              </p14:nvContentPartPr>
              <p14:xfrm>
                <a:off x="2367821" y="228783"/>
                <a:ext cx="377640" cy="2235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946B348-992B-1D9E-0A19-436346571D7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9181" y="220143"/>
                  <a:ext cx="395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936415A7-60F7-0CA4-38F4-E19289CF5EA0}"/>
                    </a:ext>
                  </a:extLst>
                </p14:cNvPr>
                <p14:cNvContentPartPr/>
                <p14:nvPr/>
              </p14:nvContentPartPr>
              <p14:xfrm>
                <a:off x="2686781" y="277743"/>
                <a:ext cx="111960" cy="565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936415A7-60F7-0CA4-38F4-E19289CF5E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77781" y="269103"/>
                  <a:ext cx="1296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ECA249CB-8F34-450C-D409-96DB19AEDDB5}"/>
                    </a:ext>
                  </a:extLst>
                </p14:cNvPr>
                <p14:cNvContentPartPr/>
                <p14:nvPr/>
              </p14:nvContentPartPr>
              <p14:xfrm>
                <a:off x="3019421" y="94863"/>
                <a:ext cx="223200" cy="2678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ECA249CB-8F34-450C-D409-96DB19AEDD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10421" y="85863"/>
                  <a:ext cx="240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04EEF348-58E1-9C0A-E47A-ABD0837AAAAD}"/>
                    </a:ext>
                  </a:extLst>
                </p14:cNvPr>
                <p14:cNvContentPartPr/>
                <p14:nvPr/>
              </p14:nvContentPartPr>
              <p14:xfrm>
                <a:off x="3103661" y="153183"/>
                <a:ext cx="157320" cy="216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04EEF348-58E1-9C0A-E47A-ABD0837AAA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94661" y="144183"/>
                  <a:ext cx="174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BE418CE-1A94-EE5D-9307-9DEA10E0C822}"/>
                    </a:ext>
                  </a:extLst>
                </p14:cNvPr>
                <p14:cNvContentPartPr/>
                <p14:nvPr/>
              </p14:nvContentPartPr>
              <p14:xfrm>
                <a:off x="384581" y="732063"/>
                <a:ext cx="798480" cy="2484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BE418CE-1A94-EE5D-9307-9DEA10E0C8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5941" y="723063"/>
                  <a:ext cx="8161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6AF3B632-078D-CDB0-25CA-EA618D9E7DA0}"/>
                    </a:ext>
                  </a:extLst>
                </p14:cNvPr>
                <p14:cNvContentPartPr/>
                <p14:nvPr/>
              </p14:nvContentPartPr>
              <p14:xfrm>
                <a:off x="1264061" y="739263"/>
                <a:ext cx="177840" cy="5292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6AF3B632-078D-CDB0-25CA-EA618D9E7D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55421" y="730623"/>
                  <a:ext cx="195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026527E5-D966-E2F8-9FA1-A21ED8E2F326}"/>
                    </a:ext>
                  </a:extLst>
                </p14:cNvPr>
                <p14:cNvContentPartPr/>
                <p14:nvPr/>
              </p14:nvContentPartPr>
              <p14:xfrm>
                <a:off x="1323821" y="813063"/>
                <a:ext cx="88200" cy="252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026527E5-D966-E2F8-9FA1-A21ED8E2F3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15181" y="804063"/>
                  <a:ext cx="105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76E081F0-76D6-5E39-FBA1-EF80F4C19C4E}"/>
                    </a:ext>
                  </a:extLst>
                </p14:cNvPr>
                <p14:cNvContentPartPr/>
                <p14:nvPr/>
              </p14:nvContentPartPr>
              <p14:xfrm>
                <a:off x="1384301" y="906663"/>
                <a:ext cx="30240" cy="93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76E081F0-76D6-5E39-FBA1-EF80F4C19C4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75301" y="897663"/>
                  <a:ext cx="47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8C815890-5C69-7EDD-ECE3-9C569526C07B}"/>
                    </a:ext>
                  </a:extLst>
                </p14:cNvPr>
                <p14:cNvContentPartPr/>
                <p14:nvPr/>
              </p14:nvContentPartPr>
              <p14:xfrm>
                <a:off x="1604621" y="689223"/>
                <a:ext cx="428400" cy="23400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8C815890-5C69-7EDD-ECE3-9C569526C07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95981" y="680223"/>
                  <a:ext cx="446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D41CDF0-2196-AEB4-CC3D-06DC9CC7BFFF}"/>
                    </a:ext>
                  </a:extLst>
                </p14:cNvPr>
                <p14:cNvContentPartPr/>
                <p14:nvPr/>
              </p14:nvContentPartPr>
              <p14:xfrm>
                <a:off x="1832861" y="721623"/>
                <a:ext cx="106920" cy="10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D41CDF0-2196-AEB4-CC3D-06DC9CC7BFF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23861" y="712623"/>
                  <a:ext cx="1245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6A036069-4B8B-874D-0245-E79E8CDF22FD}"/>
                    </a:ext>
                  </a:extLst>
                </p14:cNvPr>
                <p14:cNvContentPartPr/>
                <p14:nvPr/>
              </p14:nvContentPartPr>
              <p14:xfrm>
                <a:off x="2205461" y="622983"/>
                <a:ext cx="363960" cy="28512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6A036069-4B8B-874D-0245-E79E8CDF22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96821" y="614343"/>
                  <a:ext cx="381600" cy="30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07757F51-F0CC-B1D2-FB9F-9D8AD3FFF362}"/>
                  </a:ext>
                </a:extLst>
              </p14:cNvPr>
              <p14:cNvContentPartPr/>
              <p14:nvPr/>
            </p14:nvContentPartPr>
            <p14:xfrm>
              <a:off x="1090901" y="2222463"/>
              <a:ext cx="63000" cy="345816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07757F51-F0CC-B1D2-FB9F-9D8AD3FFF36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36901" y="2114463"/>
                <a:ext cx="170640" cy="367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235" y="541274"/>
            <a:ext cx="609663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98195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Defining the </a:t>
            </a:r>
            <a:r>
              <a:rPr sz="4000" dirty="0"/>
              <a:t>DDBB – </a:t>
            </a:r>
            <a:r>
              <a:rPr sz="4000" spc="5" dirty="0"/>
              <a:t> </a:t>
            </a:r>
            <a:r>
              <a:rPr sz="4000" spc="-5" dirty="0"/>
              <a:t>Applicaton</a:t>
            </a:r>
            <a:r>
              <a:rPr sz="4000" spc="-10" dirty="0"/>
              <a:t> </a:t>
            </a:r>
            <a:r>
              <a:rPr sz="4000" spc="-5" dirty="0"/>
              <a:t>Server</a:t>
            </a:r>
            <a:r>
              <a:rPr sz="4000" spc="10" dirty="0"/>
              <a:t> </a:t>
            </a:r>
            <a:r>
              <a:rPr sz="4000" spc="-5" dirty="0"/>
              <a:t>connection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273925" cy="356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netBeans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Services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/ Databases,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create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new connection. Choose:</a:t>
            </a:r>
            <a:endParaRPr sz="32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Name: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MySQL</a:t>
            </a:r>
            <a:endParaRPr sz="28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Host: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localhost</a:t>
            </a:r>
            <a:endParaRPr sz="2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Port: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3306</a:t>
            </a: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Database: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database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name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(sample)</a:t>
            </a:r>
            <a:endParaRPr sz="28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User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5" dirty="0">
                <a:latin typeface="Times New Roman"/>
                <a:cs typeface="Times New Roman"/>
              </a:rPr>
              <a:t> password: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ecomm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ecomm</a:t>
            </a:r>
            <a:endParaRPr sz="28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A0782C0-AF26-5ABB-EE00-9C40E8EC49EC}"/>
                  </a:ext>
                </a:extLst>
              </p14:cNvPr>
              <p14:cNvContentPartPr/>
              <p14:nvPr/>
            </p14:nvContentPartPr>
            <p14:xfrm>
              <a:off x="891461" y="819183"/>
              <a:ext cx="783720" cy="24055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A0782C0-AF26-5ABB-EE00-9C40E8EC49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7821" y="711183"/>
                <a:ext cx="891360" cy="262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7DB3E23-9796-3C5E-E6F9-49619237B13E}"/>
                  </a:ext>
                </a:extLst>
              </p14:cNvPr>
              <p14:cNvContentPartPr/>
              <p14:nvPr/>
            </p14:nvContentPartPr>
            <p14:xfrm>
              <a:off x="842141" y="4314063"/>
              <a:ext cx="93960" cy="13622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7DB3E23-9796-3C5E-E6F9-49619237B1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8141" y="4206063"/>
                <a:ext cx="201600" cy="15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233982F-3C91-DCE3-FD7B-0FA4685404C4}"/>
                  </a:ext>
                </a:extLst>
              </p14:cNvPr>
              <p14:cNvContentPartPr/>
              <p14:nvPr/>
            </p14:nvContentPartPr>
            <p14:xfrm>
              <a:off x="1108181" y="3268623"/>
              <a:ext cx="20520" cy="540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233982F-3C91-DCE3-FD7B-0FA4685404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4541" y="3160623"/>
                <a:ext cx="1281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0CFD96A-1FC7-4A97-BBD8-6A0AA84ED1B5}"/>
                  </a:ext>
                </a:extLst>
              </p14:cNvPr>
              <p14:cNvContentPartPr/>
              <p14:nvPr/>
            </p14:nvContentPartPr>
            <p14:xfrm>
              <a:off x="891821" y="3116703"/>
              <a:ext cx="96840" cy="15487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0CFD96A-1FC7-4A97-BBD8-6A0AA84ED1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7821" y="3008703"/>
                <a:ext cx="204480" cy="176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0599" y="814069"/>
            <a:ext cx="30816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Entity</a:t>
            </a:r>
            <a:r>
              <a:rPr spc="-75" dirty="0"/>
              <a:t> </a:t>
            </a:r>
            <a:r>
              <a:rPr spc="-5" dirty="0"/>
              <a:t>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2663"/>
            <a:ext cx="7532370" cy="414845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Create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new web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application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project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Create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entity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package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source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packages</a:t>
            </a:r>
            <a:endParaRPr sz="3200">
              <a:latin typeface="Times New Roman"/>
              <a:cs typeface="Times New Roman"/>
            </a:endParaRPr>
          </a:p>
          <a:p>
            <a:pPr marL="355600" marR="27495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Create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new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entity classes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 database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new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entity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package:</a:t>
            </a:r>
            <a:endParaRPr sz="3200">
              <a:latin typeface="Times New Roman"/>
              <a:cs typeface="Times New Roman"/>
            </a:endParaRPr>
          </a:p>
          <a:p>
            <a:pPr marL="755650" marR="200025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Select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source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previously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created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database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connection</a:t>
            </a:r>
            <a:endParaRPr sz="2800">
              <a:latin typeface="Times New Roman"/>
              <a:cs typeface="Times New Roman"/>
            </a:endParaRPr>
          </a:p>
          <a:p>
            <a:pPr marL="755650" marR="67945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Select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tables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database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" dirty="0">
                <a:latin typeface="Times New Roman"/>
                <a:cs typeface="Times New Roman"/>
              </a:rPr>
              <a:t> create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entity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classes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01B71C5E-9353-362C-D5DD-E84BFD430D41}"/>
                  </a:ext>
                </a:extLst>
              </p14:cNvPr>
              <p14:cNvContentPartPr/>
              <p14:nvPr/>
            </p14:nvContentPartPr>
            <p14:xfrm>
              <a:off x="768341" y="2438823"/>
              <a:ext cx="265320" cy="39384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01B71C5E-9353-362C-D5DD-E84BFD430D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341" y="2331183"/>
                <a:ext cx="372960" cy="41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27A040E5-5730-3339-D407-076728414E7F}"/>
                  </a:ext>
                </a:extLst>
              </p14:cNvPr>
              <p14:cNvContentPartPr/>
              <p14:nvPr/>
            </p14:nvContentPartPr>
            <p14:xfrm>
              <a:off x="908741" y="2155143"/>
              <a:ext cx="65160" cy="7020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27A040E5-5730-3339-D407-076728414E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741" y="2047143"/>
                <a:ext cx="172800" cy="91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7460" y="814069"/>
            <a:ext cx="35477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Persistence</a:t>
            </a:r>
            <a:r>
              <a:rPr spc="-55" dirty="0"/>
              <a:t> </a:t>
            </a:r>
            <a:r>
              <a:rPr spc="-5" dirty="0"/>
              <a:t>unit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607300" cy="3951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556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persistence </a:t>
            </a:r>
            <a:r>
              <a:rPr sz="2800" dirty="0">
                <a:latin typeface="Times New Roman"/>
                <a:cs typeface="Times New Roman"/>
              </a:rPr>
              <a:t>unit </a:t>
            </a:r>
            <a:r>
              <a:rPr sz="2800" spc="-5" dirty="0">
                <a:latin typeface="Times New Roman"/>
                <a:cs typeface="Times New Roman"/>
              </a:rPr>
              <a:t>defines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all entity classes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 are managed </a:t>
            </a:r>
            <a:r>
              <a:rPr sz="2800" dirty="0">
                <a:latin typeface="Times New Roman"/>
                <a:cs typeface="Times New Roman"/>
              </a:rPr>
              <a:t>by </a:t>
            </a:r>
            <a:r>
              <a:rPr sz="2800" b="1" spc="-5" dirty="0">
                <a:latin typeface="Times New Roman"/>
                <a:cs typeface="Times New Roman"/>
              </a:rPr>
              <a:t>EntityManager </a:t>
            </a:r>
            <a:r>
              <a:rPr sz="2800" spc="-5" dirty="0">
                <a:latin typeface="Times New Roman"/>
                <a:cs typeface="Times New Roman"/>
              </a:rPr>
              <a:t>instances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 application. This set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entity classes represents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contained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store.</a:t>
            </a:r>
            <a:endParaRPr sz="28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Persistence </a:t>
            </a:r>
            <a:r>
              <a:rPr sz="2800" dirty="0">
                <a:latin typeface="Times New Roman"/>
                <a:cs typeface="Times New Roman"/>
              </a:rPr>
              <a:t>units </a:t>
            </a:r>
            <a:r>
              <a:rPr sz="2800" spc="-5" dirty="0">
                <a:latin typeface="Times New Roman"/>
                <a:cs typeface="Times New Roman"/>
              </a:rPr>
              <a:t>are defined </a:t>
            </a:r>
            <a:r>
              <a:rPr sz="2800" dirty="0">
                <a:latin typeface="Times New Roman"/>
                <a:cs typeface="Times New Roman"/>
              </a:rPr>
              <a:t>by 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persistence.xml</a:t>
            </a:r>
            <a:r>
              <a:rPr sz="2800" b="1" spc="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configuration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file.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JAR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directory </a:t>
            </a:r>
            <a:r>
              <a:rPr sz="2800" dirty="0">
                <a:latin typeface="Times New Roman"/>
                <a:cs typeface="Times New Roman"/>
              </a:rPr>
              <a:t>whose </a:t>
            </a:r>
            <a:r>
              <a:rPr sz="2800" spc="-5" dirty="0">
                <a:latin typeface="Times New Roman"/>
                <a:cs typeface="Times New Roman"/>
              </a:rPr>
              <a:t>META-INF directory contains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persistence.xml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called </a:t>
            </a:r>
            <a:r>
              <a:rPr sz="2800" dirty="0">
                <a:latin typeface="Times New Roman"/>
                <a:cs typeface="Times New Roman"/>
              </a:rPr>
              <a:t>the root of the </a:t>
            </a:r>
            <a:r>
              <a:rPr sz="2800" spc="-5" dirty="0">
                <a:latin typeface="Times New Roman"/>
                <a:cs typeface="Times New Roman"/>
              </a:rPr>
              <a:t>persistence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6502" y="418782"/>
            <a:ext cx="50863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ContextListener</a:t>
            </a:r>
            <a:r>
              <a:rPr spc="-30" dirty="0"/>
              <a:t> </a:t>
            </a:r>
            <a:r>
              <a:rPr spc="-5" dirty="0"/>
              <a:t>set</a:t>
            </a:r>
            <a:r>
              <a:rPr spc="-20" dirty="0"/>
              <a:t> </a:t>
            </a:r>
            <a:r>
              <a:rPr spc="-5"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649412"/>
            <a:ext cx="7445375" cy="478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Create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application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listener: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292100" marR="5080" indent="-28003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public class</a:t>
            </a:r>
            <a:r>
              <a:rPr sz="2200" spc="-5" dirty="0">
                <a:latin typeface="Times New Roman"/>
                <a:cs typeface="Times New Roman"/>
              </a:rPr>
              <a:t> ContextListener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implements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ServletContextListener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{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@Resource</a:t>
            </a:r>
            <a:endParaRPr sz="2200" dirty="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public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UserTransaction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utx;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292100" marR="4210685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@PersistenceContext </a:t>
            </a:r>
            <a:r>
              <a:rPr sz="2200" dirty="0">
                <a:latin typeface="Times New Roman"/>
                <a:cs typeface="Times New Roman"/>
              </a:rPr>
              <a:t> public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EntityManager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em;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570865" marR="707390" indent="-27876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public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void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contextInitialized(ServletContextEvent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sce)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{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ServletContext </a:t>
            </a:r>
            <a:r>
              <a:rPr sz="2200" dirty="0">
                <a:latin typeface="Times New Roman"/>
                <a:cs typeface="Times New Roman"/>
              </a:rPr>
              <a:t>context = </a:t>
            </a:r>
            <a:r>
              <a:rPr sz="2200" spc="-5" dirty="0">
                <a:latin typeface="Times New Roman"/>
                <a:cs typeface="Times New Roman"/>
              </a:rPr>
              <a:t>sce.getServletContext();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context.setAttribute("utx", utx);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context.setAttribute("em",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em);</a:t>
            </a:r>
            <a:endParaRPr sz="2200" dirty="0">
              <a:latin typeface="Times New Roman"/>
              <a:cs typeface="Times New Roman"/>
            </a:endParaRPr>
          </a:p>
          <a:p>
            <a:pPr marL="56451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…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34A3FEA-91E8-0897-4353-A28C17B7DFF8}"/>
                  </a:ext>
                </a:extLst>
              </p14:cNvPr>
              <p14:cNvContentPartPr/>
              <p14:nvPr/>
            </p14:nvContentPartPr>
            <p14:xfrm>
              <a:off x="859781" y="1645023"/>
              <a:ext cx="116280" cy="5922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34A3FEA-91E8-0897-4353-A28C17B7DF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5781" y="1537023"/>
                <a:ext cx="223920" cy="8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4129D3C4-AA30-2275-3AC3-2E5BEFF2F4F5}"/>
                  </a:ext>
                </a:extLst>
              </p14:cNvPr>
              <p14:cNvContentPartPr/>
              <p14:nvPr/>
            </p14:nvContentPartPr>
            <p14:xfrm>
              <a:off x="514541" y="2671023"/>
              <a:ext cx="143280" cy="6530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4129D3C4-AA30-2275-3AC3-2E5BEFF2F4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0901" y="2563383"/>
                <a:ext cx="250920" cy="8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FD677D4-EA14-597A-3DEC-BD32B678E364}"/>
                  </a:ext>
                </a:extLst>
              </p14:cNvPr>
              <p14:cNvContentPartPr/>
              <p14:nvPr/>
            </p14:nvContentPartPr>
            <p14:xfrm>
              <a:off x="644141" y="3880263"/>
              <a:ext cx="16560" cy="3391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FD677D4-EA14-597A-3DEC-BD32B678E3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141" y="3772623"/>
                <a:ext cx="124200" cy="5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71F08217-904B-5024-D153-83542FC14C60}"/>
                  </a:ext>
                </a:extLst>
              </p14:cNvPr>
              <p14:cNvContentPartPr/>
              <p14:nvPr/>
            </p14:nvContentPartPr>
            <p14:xfrm>
              <a:off x="740621" y="5108583"/>
              <a:ext cx="35280" cy="2509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71F08217-904B-5024-D153-83542FC14C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6621" y="5000583"/>
                <a:ext cx="14292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C5F59972-BA13-B256-918E-D1C7524E74F9}"/>
                  </a:ext>
                </a:extLst>
              </p14:cNvPr>
              <p14:cNvContentPartPr/>
              <p14:nvPr/>
            </p14:nvContentPartPr>
            <p14:xfrm>
              <a:off x="936461" y="6235383"/>
              <a:ext cx="720" cy="212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C5F59972-BA13-B256-918E-D1C7524E74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2821" y="6127383"/>
                <a:ext cx="10836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944853F1-0DDC-AC66-C7C5-60B808621041}"/>
                  </a:ext>
                </a:extLst>
              </p14:cNvPr>
              <p14:cNvContentPartPr/>
              <p14:nvPr/>
            </p14:nvContentPartPr>
            <p14:xfrm>
              <a:off x="623261" y="2852103"/>
              <a:ext cx="360" cy="3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944853F1-0DDC-AC66-C7C5-60B80862104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9261" y="274410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7BDB3317-B323-7CE9-A149-45FD3986FDDA}"/>
                  </a:ext>
                </a:extLst>
              </p14:cNvPr>
              <p14:cNvContentPartPr/>
              <p14:nvPr/>
            </p14:nvContentPartPr>
            <p14:xfrm>
              <a:off x="461621" y="1632783"/>
              <a:ext cx="551880" cy="480132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7BDB3317-B323-7CE9-A149-45FD3986FDD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7981" y="1525143"/>
                <a:ext cx="659520" cy="501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</a:t>
            </a:r>
            <a:r>
              <a:rPr spc="-5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952" y="1935416"/>
            <a:ext cx="6012815" cy="4206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Create:</a:t>
            </a:r>
            <a:endParaRPr sz="3200">
              <a:latin typeface="Times New Roman"/>
              <a:cs typeface="Times New Roman"/>
            </a:endParaRPr>
          </a:p>
          <a:p>
            <a:pPr marL="330200" marR="1840864" indent="24765">
              <a:lnSpc>
                <a:spcPct val="120000"/>
              </a:lnSpc>
              <a:spcBef>
                <a:spcPts val="1485"/>
              </a:spcBef>
              <a:tabLst>
                <a:tab pos="2242820" algn="l"/>
              </a:tabLst>
            </a:pPr>
            <a:r>
              <a:rPr sz="2000" spc="-5" dirty="0">
                <a:latin typeface="Times New Roman"/>
                <a:cs typeface="Times New Roman"/>
              </a:rPr>
              <a:t>Customer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record	=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Customer();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record.setName("Peter");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record.setSurname("Johnson");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utx.begin();</a:t>
            </a:r>
            <a:endParaRPr sz="2000">
              <a:latin typeface="Times New Roman"/>
              <a:cs typeface="Times New Roman"/>
            </a:endParaRPr>
          </a:p>
          <a:p>
            <a:pPr marL="393065" marR="3727450" indent="-38100">
              <a:lnSpc>
                <a:spcPct val="120000"/>
              </a:lnSpc>
            </a:pP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m.</a:t>
            </a:r>
            <a:r>
              <a:rPr sz="2000" spc="-5" dirty="0">
                <a:latin typeface="Times New Roman"/>
                <a:cs typeface="Times New Roman"/>
              </a:rPr>
              <a:t>pers</a:t>
            </a:r>
            <a:r>
              <a:rPr sz="2000" spc="-10" dirty="0">
                <a:latin typeface="Times New Roman"/>
                <a:cs typeface="Times New Roman"/>
              </a:rPr>
              <a:t>ist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eco</a:t>
            </a:r>
            <a:r>
              <a:rPr sz="2000" spc="-15" dirty="0">
                <a:latin typeface="Times New Roman"/>
                <a:cs typeface="Times New Roman"/>
              </a:rPr>
              <a:t>r</a:t>
            </a:r>
            <a:r>
              <a:rPr sz="2000" spc="-5" dirty="0">
                <a:latin typeface="Times New Roman"/>
                <a:cs typeface="Times New Roman"/>
              </a:rPr>
              <a:t>d</a:t>
            </a:r>
            <a:r>
              <a:rPr sz="2000" spc="-15" dirty="0">
                <a:latin typeface="Times New Roman"/>
                <a:cs typeface="Times New Roman"/>
              </a:rPr>
              <a:t>)</a:t>
            </a:r>
            <a:r>
              <a:rPr sz="2000" spc="-5" dirty="0">
                <a:latin typeface="Times New Roman"/>
                <a:cs typeface="Times New Roman"/>
              </a:rPr>
              <a:t>;  utx.commit();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Retrieve:</a:t>
            </a:r>
            <a:endParaRPr sz="32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240"/>
              </a:spcBef>
              <a:tabLst>
                <a:tab pos="1799589" algn="l"/>
                <a:tab pos="2637790" algn="l"/>
              </a:tabLst>
            </a:pPr>
            <a:r>
              <a:rPr sz="2000" spc="-5" dirty="0">
                <a:latin typeface="Times New Roman"/>
                <a:cs typeface="Times New Roman"/>
              </a:rPr>
              <a:t>Table_name	record	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em.find(Table_name.class,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id);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626FA7C-29F0-F15D-D559-FAD58904D438}"/>
                  </a:ext>
                </a:extLst>
              </p14:cNvPr>
              <p14:cNvContentPartPr/>
              <p14:nvPr/>
            </p14:nvContentPartPr>
            <p14:xfrm>
              <a:off x="2676341" y="1498863"/>
              <a:ext cx="3951720" cy="752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626FA7C-29F0-F15D-D559-FAD58904D4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2701" y="1391223"/>
                <a:ext cx="40593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18EDBA6E-81B9-A9EA-7951-934156FD2EBF}"/>
                  </a:ext>
                </a:extLst>
              </p14:cNvPr>
              <p14:cNvContentPartPr/>
              <p14:nvPr/>
            </p14:nvContentPartPr>
            <p14:xfrm>
              <a:off x="873101" y="2240463"/>
              <a:ext cx="263160" cy="41709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18EDBA6E-81B9-A9EA-7951-934156FD2E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9461" y="2132823"/>
                <a:ext cx="370800" cy="43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31B62FAA-B340-FAB1-DBCA-2F99A72A87CB}"/>
                  </a:ext>
                </a:extLst>
              </p14:cNvPr>
              <p14:cNvContentPartPr/>
              <p14:nvPr/>
            </p14:nvContentPartPr>
            <p14:xfrm>
              <a:off x="1073981" y="2125983"/>
              <a:ext cx="1136880" cy="2124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31B62FAA-B340-FAB1-DBCA-2F99A72A87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9981" y="2018343"/>
                <a:ext cx="12445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6DAEFCF8-9571-FD7E-426A-38FF2B0BB1F0}"/>
                  </a:ext>
                </a:extLst>
              </p14:cNvPr>
              <p14:cNvContentPartPr/>
              <p14:nvPr/>
            </p14:nvContentPartPr>
            <p14:xfrm>
              <a:off x="2885861" y="3817983"/>
              <a:ext cx="477720" cy="12538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6DAEFCF8-9571-FD7E-426A-38FF2B0BB1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76861" y="3809343"/>
                <a:ext cx="495360" cy="127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upo 13">
            <a:extLst>
              <a:ext uri="{FF2B5EF4-FFF2-40B4-BE49-F238E27FC236}">
                <a16:creationId xmlns:a16="http://schemas.microsoft.com/office/drawing/2014/main" id="{CC0E73C5-0B62-13A6-473A-E2DD144E4607}"/>
              </a:ext>
            </a:extLst>
          </p:cNvPr>
          <p:cNvGrpSpPr/>
          <p:nvPr/>
        </p:nvGrpSpPr>
        <p:grpSpPr>
          <a:xfrm>
            <a:off x="3413261" y="4045143"/>
            <a:ext cx="763920" cy="322200"/>
            <a:chOff x="3413261" y="4045143"/>
            <a:chExt cx="76392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C46E456-CBC5-D5AE-0904-B7B898706A50}"/>
                    </a:ext>
                  </a:extLst>
                </p14:cNvPr>
                <p14:cNvContentPartPr/>
                <p14:nvPr/>
              </p14:nvContentPartPr>
              <p14:xfrm>
                <a:off x="3459341" y="4103823"/>
                <a:ext cx="18360" cy="2624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C46E456-CBC5-D5AE-0904-B7B898706A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50701" y="4094823"/>
                  <a:ext cx="36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221F778C-93EB-31AB-103E-A119F9B72A79}"/>
                    </a:ext>
                  </a:extLst>
                </p14:cNvPr>
                <p14:cNvContentPartPr/>
                <p14:nvPr/>
              </p14:nvContentPartPr>
              <p14:xfrm>
                <a:off x="3413261" y="4132263"/>
                <a:ext cx="109440" cy="111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221F778C-93EB-31AB-103E-A119F9B72A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04621" y="4123623"/>
                  <a:ext cx="127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DB5CE9D-8F34-4246-2938-3A35BAB3CE19}"/>
                    </a:ext>
                  </a:extLst>
                </p14:cNvPr>
                <p14:cNvContentPartPr/>
                <p14:nvPr/>
              </p14:nvContentPartPr>
              <p14:xfrm>
                <a:off x="3477341" y="4196703"/>
                <a:ext cx="166320" cy="1706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DB5CE9D-8F34-4246-2938-3A35BAB3CE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68341" y="4188063"/>
                  <a:ext cx="183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3D80038-7B69-8B05-6AFF-61CF74EBBDA5}"/>
                    </a:ext>
                  </a:extLst>
                </p14:cNvPr>
                <p14:cNvContentPartPr/>
                <p14:nvPr/>
              </p14:nvContentPartPr>
              <p14:xfrm>
                <a:off x="3801341" y="4045143"/>
                <a:ext cx="375840" cy="2718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3D80038-7B69-8B05-6AFF-61CF74EBBD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92341" y="4036143"/>
                  <a:ext cx="39348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DDC59737-D9C2-54E5-438D-62EDC64A0640}"/>
              </a:ext>
            </a:extLst>
          </p:cNvPr>
          <p:cNvGrpSpPr/>
          <p:nvPr/>
        </p:nvGrpSpPr>
        <p:grpSpPr>
          <a:xfrm>
            <a:off x="4320821" y="2743383"/>
            <a:ext cx="1431720" cy="1497240"/>
            <a:chOff x="4320821" y="2743383"/>
            <a:chExt cx="1431720" cy="14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1F84B5DC-CC45-FC25-8725-C9158D444EE6}"/>
                    </a:ext>
                  </a:extLst>
                </p14:cNvPr>
                <p14:cNvContentPartPr/>
                <p14:nvPr/>
              </p14:nvContentPartPr>
              <p14:xfrm>
                <a:off x="4340621" y="3947583"/>
                <a:ext cx="325800" cy="2930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1F84B5DC-CC45-FC25-8725-C9158D444E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31621" y="3938943"/>
                  <a:ext cx="3434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CBCA2EC4-D7A3-C14E-B6E6-6A75905F6B44}"/>
                    </a:ext>
                  </a:extLst>
                </p14:cNvPr>
                <p14:cNvContentPartPr/>
                <p14:nvPr/>
              </p14:nvContentPartPr>
              <p14:xfrm>
                <a:off x="4320821" y="4053423"/>
                <a:ext cx="128160" cy="126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CBCA2EC4-D7A3-C14E-B6E6-6A75905F6B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12181" y="4044423"/>
                  <a:ext cx="145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8069F0EE-15C6-F18C-30A8-5B47A2E02FE9}"/>
                    </a:ext>
                  </a:extLst>
                </p14:cNvPr>
                <p14:cNvContentPartPr/>
                <p14:nvPr/>
              </p14:nvContentPartPr>
              <p14:xfrm>
                <a:off x="4858301" y="3925263"/>
                <a:ext cx="664920" cy="3081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8069F0EE-15C6-F18C-30A8-5B47A2E02FE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49301" y="3916623"/>
                  <a:ext cx="6825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6EA449E2-6EE9-4CBD-A759-D0DE1EAEA6C0}"/>
                    </a:ext>
                  </a:extLst>
                </p14:cNvPr>
                <p14:cNvContentPartPr/>
                <p14:nvPr/>
              </p14:nvContentPartPr>
              <p14:xfrm>
                <a:off x="5172581" y="3946503"/>
                <a:ext cx="64080" cy="115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6EA449E2-6EE9-4CBD-A759-D0DE1EAEA6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63941" y="3937503"/>
                  <a:ext cx="81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E80FB7DB-7736-573B-99D3-39E18D205207}"/>
                    </a:ext>
                  </a:extLst>
                </p14:cNvPr>
                <p14:cNvContentPartPr/>
                <p14:nvPr/>
              </p14:nvContentPartPr>
              <p14:xfrm>
                <a:off x="4774781" y="3302463"/>
                <a:ext cx="977760" cy="7358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E80FB7DB-7736-573B-99D3-39E18D20520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66141" y="3293823"/>
                  <a:ext cx="99540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905BD0D7-E0C3-A2E6-9FDF-8A5601B66574}"/>
                    </a:ext>
                  </a:extLst>
                </p14:cNvPr>
                <p14:cNvContentPartPr/>
                <p14:nvPr/>
              </p14:nvContentPartPr>
              <p14:xfrm>
                <a:off x="4459421" y="3156663"/>
                <a:ext cx="16560" cy="12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905BD0D7-E0C3-A2E6-9FDF-8A5601B665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50421" y="3148023"/>
                  <a:ext cx="34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59502885-1F6D-7245-ABD8-3B4AECFB133F}"/>
                    </a:ext>
                  </a:extLst>
                </p14:cNvPr>
                <p14:cNvContentPartPr/>
                <p14:nvPr/>
              </p14:nvContentPartPr>
              <p14:xfrm>
                <a:off x="4644821" y="2743383"/>
                <a:ext cx="356760" cy="9104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59502885-1F6D-7245-ABD8-3B4AECFB133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36181" y="2734383"/>
                  <a:ext cx="374400" cy="9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57566A6F-DC9E-CF7F-6ECC-DDB26D1FC5CF}"/>
                    </a:ext>
                  </a:extLst>
                </p14:cNvPr>
                <p14:cNvContentPartPr/>
                <p14:nvPr/>
              </p14:nvContentPartPr>
              <p14:xfrm>
                <a:off x="4773341" y="3323703"/>
                <a:ext cx="158040" cy="1796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57566A6F-DC9E-CF7F-6ECC-DDB26D1FC5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64701" y="3315063"/>
                  <a:ext cx="17568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7665B752-DBFE-E855-5871-9FA503BBA694}"/>
                  </a:ext>
                </a:extLst>
              </p14:cNvPr>
              <p14:cNvContentPartPr/>
              <p14:nvPr/>
            </p14:nvContentPartPr>
            <p14:xfrm>
              <a:off x="1081901" y="5431503"/>
              <a:ext cx="1458720" cy="15948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7665B752-DBFE-E855-5871-9FA503BBA69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28261" y="5323863"/>
                <a:ext cx="1566360" cy="37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</a:t>
            </a:r>
            <a:r>
              <a:rPr spc="-5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952" y="1513485"/>
            <a:ext cx="3542665" cy="4983480"/>
          </a:xfrm>
          <a:prstGeom prst="rect">
            <a:avLst/>
          </a:prstGeom>
        </p:spPr>
        <p:txBody>
          <a:bodyPr vert="horz" wrap="square" lIns="0" tIns="2654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09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Update:</a:t>
            </a:r>
            <a:endParaRPr sz="32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240"/>
              </a:spcBef>
            </a:pPr>
            <a:r>
              <a:rPr sz="2000" spc="-5" dirty="0">
                <a:latin typeface="Times New Roman"/>
                <a:cs typeface="Times New Roman"/>
              </a:rPr>
              <a:t>record.setTitle(“anotherTitle”);</a:t>
            </a:r>
            <a:endParaRPr sz="2000">
              <a:latin typeface="Times New Roman"/>
              <a:cs typeface="Times New Roman"/>
            </a:endParaRPr>
          </a:p>
          <a:p>
            <a:pPr marL="354965" marR="198755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…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utx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spc="-5" dirty="0">
                <a:latin typeface="Times New Roman"/>
                <a:cs typeface="Times New Roman"/>
              </a:rPr>
              <a:t>beg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spc="-5" dirty="0">
                <a:latin typeface="Times New Roman"/>
                <a:cs typeface="Times New Roman"/>
              </a:rPr>
              <a:t>n</a:t>
            </a:r>
            <a:r>
              <a:rPr sz="2000" spc="-15" dirty="0">
                <a:latin typeface="Times New Roman"/>
                <a:cs typeface="Times New Roman"/>
              </a:rPr>
              <a:t>()</a:t>
            </a:r>
            <a:r>
              <a:rPr sz="2000" spc="-5" dirty="0"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354965" marR="128460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em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spc="-5" dirty="0">
                <a:latin typeface="Times New Roman"/>
                <a:cs typeface="Times New Roman"/>
              </a:rPr>
              <a:t>merge(rec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d</a:t>
            </a:r>
            <a:r>
              <a:rPr sz="2000" spc="-15" dirty="0">
                <a:latin typeface="Times New Roman"/>
                <a:cs typeface="Times New Roman"/>
              </a:rPr>
              <a:t>)</a:t>
            </a:r>
            <a:r>
              <a:rPr sz="2000" spc="-5" dirty="0">
                <a:latin typeface="Times New Roman"/>
                <a:cs typeface="Times New Roman"/>
              </a:rPr>
              <a:t>;  utx.commit();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Delete:</a:t>
            </a:r>
            <a:endParaRPr sz="32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964"/>
              </a:spcBef>
            </a:pPr>
            <a:r>
              <a:rPr sz="2000" spc="-5" dirty="0">
                <a:latin typeface="Times New Roman"/>
                <a:cs typeface="Times New Roman"/>
              </a:rPr>
              <a:t>utx.begin();</a:t>
            </a:r>
            <a:endParaRPr sz="2000">
              <a:latin typeface="Times New Roman"/>
              <a:cs typeface="Times New Roman"/>
            </a:endParaRPr>
          </a:p>
          <a:p>
            <a:pPr marL="354965" marR="367030">
              <a:lnSpc>
                <a:spcPct val="120000"/>
              </a:lnSpc>
            </a:pPr>
            <a:r>
              <a:rPr sz="2000" spc="-5" dirty="0">
                <a:latin typeface="Times New Roman"/>
                <a:cs typeface="Times New Roman"/>
              </a:rPr>
              <a:t>record = em.merge(record);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em.remove(record);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utx.commit();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5EB63E1A-EDE3-4F74-410A-2DFCDD03CF36}"/>
                  </a:ext>
                </a:extLst>
              </p14:cNvPr>
              <p14:cNvContentPartPr/>
              <p14:nvPr/>
            </p14:nvContentPartPr>
            <p14:xfrm>
              <a:off x="937901" y="2035263"/>
              <a:ext cx="125640" cy="43581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5EB63E1A-EDE3-4F74-410A-2DFCDD03CF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3901" y="1927263"/>
                <a:ext cx="233280" cy="45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AB3A3DC2-1CE0-5491-B4EA-BFA472876D74}"/>
                  </a:ext>
                </a:extLst>
              </p14:cNvPr>
              <p14:cNvContentPartPr/>
              <p14:nvPr/>
            </p14:nvContentPartPr>
            <p14:xfrm>
              <a:off x="1104581" y="1914663"/>
              <a:ext cx="1356840" cy="2235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AB3A3DC2-1CE0-5491-B4EA-BFA472876D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0941" y="1807023"/>
                <a:ext cx="146448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F277E31-EB15-E965-CC0C-10578892826D}"/>
                  </a:ext>
                </a:extLst>
              </p14:cNvPr>
              <p14:cNvContentPartPr/>
              <p14:nvPr/>
            </p14:nvContentPartPr>
            <p14:xfrm>
              <a:off x="981101" y="4474983"/>
              <a:ext cx="1360800" cy="2822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F277E31-EB15-E965-CC0C-1057889282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7461" y="4366983"/>
                <a:ext cx="1468440" cy="49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0467" y="814069"/>
            <a:ext cx="37020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Creating</a:t>
            </a:r>
            <a:r>
              <a:rPr spc="-60" dirty="0"/>
              <a:t> </a:t>
            </a:r>
            <a:r>
              <a:rPr spc="-5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1736"/>
            <a:ext cx="51117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SELECT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statement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810428"/>
            <a:ext cx="6890384" cy="29508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4965" marR="5080" indent="-342900">
              <a:lnSpc>
                <a:spcPts val="2160"/>
              </a:lnSpc>
              <a:spcBef>
                <a:spcPts val="370"/>
              </a:spcBef>
            </a:pPr>
            <a:r>
              <a:rPr sz="2000" spc="-5" dirty="0">
                <a:latin typeface="Times New Roman"/>
                <a:cs typeface="Times New Roman"/>
              </a:rPr>
              <a:t>Query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query =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em.createQuery("select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from Customer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where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o.login=:login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o.password=:password");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 marR="2600960">
              <a:lnSpc>
                <a:spcPct val="11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query.setParameter("login", “john”);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query.setParameter("password",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“smith”);</a:t>
            </a:r>
            <a:endParaRPr sz="2000">
              <a:latin typeface="Times New Roman"/>
              <a:cs typeface="Times New Roman"/>
            </a:endParaRPr>
          </a:p>
          <a:p>
            <a:pPr marL="12700" marR="812165">
              <a:lnSpc>
                <a:spcPct val="219899"/>
              </a:lnSpc>
            </a:pPr>
            <a:r>
              <a:rPr sz="2000" spc="-5" dirty="0">
                <a:latin typeface="Times New Roman"/>
                <a:cs typeface="Times New Roman"/>
              </a:rPr>
              <a:t>List&lt;Customer&gt; customers = query.getResultList();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Customer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customer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((Customer)query.getSingleResult());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4B9EFC9-5594-B7AF-4077-8EFB7B255647}"/>
                  </a:ext>
                </a:extLst>
              </p14:cNvPr>
              <p14:cNvContentPartPr/>
              <p14:nvPr/>
            </p14:nvContentPartPr>
            <p14:xfrm>
              <a:off x="325872" y="2153160"/>
              <a:ext cx="745920" cy="42202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4B9EFC9-5594-B7AF-4077-8EFB7B2556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872" y="2045160"/>
                <a:ext cx="853560" cy="443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396" y="814069"/>
            <a:ext cx="45726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SELECT</a:t>
            </a:r>
            <a:r>
              <a:rPr spc="-6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009" y="1606168"/>
            <a:ext cx="7597775" cy="40259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5600" marR="38100" indent="-342900">
              <a:lnSpc>
                <a:spcPts val="1540"/>
              </a:lnSpc>
              <a:spcBef>
                <a:spcPts val="470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select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query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six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clauses: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FROM, WHERE,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GROUP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HAVING,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ORDER </a:t>
            </a:r>
            <a:r>
              <a:rPr sz="1600" dirty="0">
                <a:latin typeface="Times New Roman"/>
                <a:cs typeface="Times New Roman"/>
              </a:rPr>
              <a:t>BY. </a:t>
            </a:r>
            <a:r>
              <a:rPr sz="1600" spc="-5" dirty="0">
                <a:latin typeface="Times New Roman"/>
                <a:cs typeface="Times New Roman"/>
              </a:rPr>
              <a:t>The SELECT </a:t>
            </a:r>
            <a:r>
              <a:rPr sz="1600" dirty="0">
                <a:latin typeface="Times New Roman"/>
                <a:cs typeface="Times New Roman"/>
              </a:rPr>
              <a:t>and FROM </a:t>
            </a:r>
            <a:r>
              <a:rPr sz="1600" spc="-5" dirty="0">
                <a:latin typeface="Times New Roman"/>
                <a:cs typeface="Times New Roman"/>
              </a:rPr>
              <a:t>clauses </a:t>
            </a:r>
            <a:r>
              <a:rPr sz="1600" dirty="0">
                <a:latin typeface="Times New Roman"/>
                <a:cs typeface="Times New Roman"/>
              </a:rPr>
              <a:t>are required, but </a:t>
            </a:r>
            <a:r>
              <a:rPr sz="1600" spc="-5" dirty="0">
                <a:latin typeface="Times New Roman"/>
                <a:cs typeface="Times New Roman"/>
              </a:rPr>
              <a:t>the WHERE, GROUP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HAVING,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ORDER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 </a:t>
            </a:r>
            <a:r>
              <a:rPr sz="1600" dirty="0">
                <a:latin typeface="Times New Roman"/>
                <a:cs typeface="Times New Roman"/>
              </a:rPr>
              <a:t>clauses are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optional.</a:t>
            </a:r>
            <a:r>
              <a:rPr sz="1600" dirty="0">
                <a:latin typeface="Times New Roman"/>
                <a:cs typeface="Times New Roman"/>
              </a:rPr>
              <a:t> Here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high-level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BNF </a:t>
            </a:r>
            <a:r>
              <a:rPr sz="1600" dirty="0">
                <a:latin typeface="Times New Roman"/>
                <a:cs typeface="Times New Roman"/>
              </a:rPr>
              <a:t>syntax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query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language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query: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1950">
              <a:latin typeface="Times New Roman"/>
              <a:cs typeface="Times New Roman"/>
            </a:endParaRPr>
          </a:p>
          <a:p>
            <a:pPr marL="355600" marR="787400">
              <a:lnSpc>
                <a:spcPts val="1540"/>
              </a:lnSpc>
            </a:pPr>
            <a:r>
              <a:rPr sz="1600" spc="-5" dirty="0">
                <a:latin typeface="Times New Roman"/>
                <a:cs typeface="Times New Roman"/>
              </a:rPr>
              <a:t>QL_statement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::=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select_clause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from_clause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[where_clause]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[group by_clause]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[having_clause]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[order by_clause]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 defines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types</a:t>
            </a:r>
            <a:r>
              <a:rPr sz="1600" dirty="0">
                <a:latin typeface="Times New Roman"/>
                <a:cs typeface="Times New Roman"/>
              </a:rPr>
              <a:t> 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objects</a:t>
            </a:r>
            <a:r>
              <a:rPr sz="1600" dirty="0">
                <a:latin typeface="Times New Roman"/>
                <a:cs typeface="Times New Roman"/>
              </a:rPr>
              <a:t> or values returned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query.</a:t>
            </a:r>
            <a:endParaRPr sz="16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1540"/>
              </a:lnSpc>
              <a:spcBef>
                <a:spcPts val="370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FROM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defines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scope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query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-5" dirty="0">
                <a:latin typeface="Times New Roman"/>
                <a:cs typeface="Times New Roman"/>
              </a:rPr>
              <a:t>declaring</a:t>
            </a:r>
            <a:r>
              <a:rPr sz="1600" dirty="0">
                <a:latin typeface="Times New Roman"/>
                <a:cs typeface="Times New Roman"/>
              </a:rPr>
              <a:t> one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 </a:t>
            </a:r>
            <a:r>
              <a:rPr sz="1600" spc="-5" dirty="0">
                <a:latin typeface="Times New Roman"/>
                <a:cs typeface="Times New Roman"/>
              </a:rPr>
              <a:t>identification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variables,</a:t>
            </a:r>
            <a:r>
              <a:rPr sz="1600" dirty="0">
                <a:latin typeface="Times New Roman"/>
                <a:cs typeface="Times New Roman"/>
              </a:rPr>
              <a:t> which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referenced</a:t>
            </a:r>
            <a:r>
              <a:rPr sz="1600" spc="-5" dirty="0">
                <a:latin typeface="Times New Roman"/>
                <a:cs typeface="Times New Roman"/>
              </a:rPr>
              <a:t> in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SELECT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clauses.</a:t>
            </a:r>
            <a:endParaRPr sz="1600">
              <a:latin typeface="Times New Roman"/>
              <a:cs typeface="Times New Roman"/>
            </a:endParaRPr>
          </a:p>
          <a:p>
            <a:pPr marL="355600" marR="398780" indent="-342900">
              <a:lnSpc>
                <a:spcPts val="1540"/>
              </a:lnSpc>
              <a:spcBef>
                <a:spcPts val="375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WHERE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5" dirty="0">
                <a:latin typeface="Times New Roman"/>
                <a:cs typeface="Times New Roman"/>
              </a:rPr>
              <a:t>conditional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expression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restricts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objects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 values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retrieved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5" dirty="0">
                <a:latin typeface="Times New Roman"/>
                <a:cs typeface="Times New Roman"/>
              </a:rPr>
              <a:t> 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query.</a:t>
            </a:r>
            <a:r>
              <a:rPr sz="1600" spc="-5" dirty="0">
                <a:latin typeface="Times New Roman"/>
                <a:cs typeface="Times New Roman"/>
              </a:rPr>
              <a:t> Although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optional,</a:t>
            </a:r>
            <a:r>
              <a:rPr sz="1600" dirty="0">
                <a:latin typeface="Times New Roman"/>
                <a:cs typeface="Times New Roman"/>
              </a:rPr>
              <a:t> most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queries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WHERE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clause.</a:t>
            </a:r>
            <a:endParaRPr sz="1600">
              <a:latin typeface="Times New Roman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10"/>
              </a:spcBef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GROUP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groups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query</a:t>
            </a:r>
            <a:r>
              <a:rPr sz="1600" spc="-5" dirty="0">
                <a:latin typeface="Times New Roman"/>
                <a:cs typeface="Times New Roman"/>
              </a:rPr>
              <a:t> results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according</a:t>
            </a:r>
            <a:r>
              <a:rPr sz="1600" spc="-5" dirty="0">
                <a:latin typeface="Times New Roman"/>
                <a:cs typeface="Times New Roman"/>
              </a:rPr>
              <a:t> 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properties.</a:t>
            </a:r>
            <a:endParaRPr sz="1600">
              <a:latin typeface="Times New Roman"/>
              <a:cs typeface="Times New Roman"/>
            </a:endParaRPr>
          </a:p>
          <a:p>
            <a:pPr marL="354965" marR="304165" indent="-342900">
              <a:lnSpc>
                <a:spcPts val="1540"/>
              </a:lnSpc>
              <a:spcBef>
                <a:spcPts val="370"/>
              </a:spcBef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 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5" dirty="0">
                <a:latin typeface="Times New Roman"/>
                <a:cs typeface="Times New Roman"/>
              </a:rPr>
              <a:t> with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GROUP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 </a:t>
            </a:r>
            <a:r>
              <a:rPr sz="1600" dirty="0">
                <a:latin typeface="Times New Roman"/>
                <a:cs typeface="Times New Roman"/>
              </a:rPr>
              <a:t>clause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further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restrict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query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results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according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conditional</a:t>
            </a:r>
            <a:r>
              <a:rPr sz="1600" dirty="0">
                <a:latin typeface="Times New Roman"/>
                <a:cs typeface="Times New Roman"/>
              </a:rPr>
              <a:t> expression.</a:t>
            </a:r>
            <a:endParaRPr sz="1600">
              <a:latin typeface="Times New Roman"/>
              <a:cs typeface="Times New Roman"/>
            </a:endParaRPr>
          </a:p>
          <a:p>
            <a:pPr marL="354965" marR="35560" indent="-342900">
              <a:lnSpc>
                <a:spcPts val="1540"/>
              </a:lnSpc>
              <a:spcBef>
                <a:spcPts val="375"/>
              </a:spcBef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ORDER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clause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sorts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objects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values returned by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 query</a:t>
            </a:r>
            <a:r>
              <a:rPr sz="1600" spc="-5" dirty="0">
                <a:latin typeface="Times New Roman"/>
                <a:cs typeface="Times New Roman"/>
              </a:rPr>
              <a:t> into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specified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order.</a:t>
            </a:r>
            <a:endParaRPr sz="16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418D7DD-E88A-408E-BCF2-7CC158281E5F}"/>
                  </a:ext>
                </a:extLst>
              </p14:cNvPr>
              <p14:cNvContentPartPr/>
              <p14:nvPr/>
            </p14:nvContentPartPr>
            <p14:xfrm>
              <a:off x="931032" y="1797480"/>
              <a:ext cx="56880" cy="4968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418D7DD-E88A-408E-BCF2-7CC158281E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7392" y="1689480"/>
                <a:ext cx="164520" cy="71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039659D-9743-E03C-229C-C51F4806A451}"/>
                  </a:ext>
                </a:extLst>
              </p14:cNvPr>
              <p14:cNvContentPartPr/>
              <p14:nvPr/>
            </p14:nvContentPartPr>
            <p14:xfrm>
              <a:off x="1000872" y="2917440"/>
              <a:ext cx="59040" cy="1404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039659D-9743-E03C-229C-C51F4806A4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7232" y="2809800"/>
                <a:ext cx="1666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FF28233-3EEF-D15C-5978-0BCF94407AE6}"/>
                  </a:ext>
                </a:extLst>
              </p14:cNvPr>
              <p14:cNvContentPartPr/>
              <p14:nvPr/>
            </p14:nvContentPartPr>
            <p14:xfrm>
              <a:off x="968112" y="4313520"/>
              <a:ext cx="36360" cy="2181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FF28233-3EEF-D15C-5978-0BCF94407A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4112" y="4205520"/>
                <a:ext cx="14400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AF075B6-1ED9-14A5-008C-1EDDD0CF4016}"/>
                  </a:ext>
                </a:extLst>
              </p14:cNvPr>
              <p14:cNvContentPartPr/>
              <p14:nvPr/>
            </p14:nvContentPartPr>
            <p14:xfrm>
              <a:off x="1014192" y="5410800"/>
              <a:ext cx="53280" cy="3042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AF075B6-1ED9-14A5-008C-1EDDD0CF401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0552" y="5302800"/>
                <a:ext cx="160920" cy="51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946" y="846074"/>
            <a:ext cx="72021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UPDATE</a:t>
            </a:r>
            <a:r>
              <a:rPr sz="4000" spc="-30" dirty="0"/>
              <a:t> </a:t>
            </a:r>
            <a:r>
              <a:rPr sz="4000" dirty="0"/>
              <a:t>and</a:t>
            </a:r>
            <a:r>
              <a:rPr sz="4000" spc="-15" dirty="0"/>
              <a:t> </a:t>
            </a:r>
            <a:r>
              <a:rPr sz="4000" spc="-5" dirty="0"/>
              <a:t>DELETE</a:t>
            </a:r>
            <a:r>
              <a:rPr sz="4000" spc="-30" dirty="0"/>
              <a:t> </a:t>
            </a:r>
            <a:r>
              <a:rPr sz="4000" spc="-5" dirty="0"/>
              <a:t>statements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396" y="1564259"/>
            <a:ext cx="7442200" cy="42926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567690" indent="-342900">
              <a:lnSpc>
                <a:spcPct val="80000"/>
              </a:lnSpc>
              <a:spcBef>
                <a:spcPts val="7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Update and delete statements </a:t>
            </a:r>
            <a:r>
              <a:rPr sz="2800" dirty="0">
                <a:latin typeface="Times New Roman"/>
                <a:cs typeface="Times New Roman"/>
              </a:rPr>
              <a:t>provide bulk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operations over sets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entities. They have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following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syntax: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update_statement </a:t>
            </a:r>
            <a:r>
              <a:rPr sz="2800" dirty="0">
                <a:latin typeface="Times New Roman"/>
                <a:cs typeface="Times New Roman"/>
              </a:rPr>
              <a:t>:: = </a:t>
            </a:r>
            <a:r>
              <a:rPr sz="2800" spc="-5" dirty="0">
                <a:latin typeface="Times New Roman"/>
                <a:cs typeface="Times New Roman"/>
              </a:rPr>
              <a:t>update_clause [where_clause]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delete_statement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::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delete_clause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[where_clause]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Times New Roman"/>
              <a:cs typeface="Times New Roman"/>
            </a:endParaRPr>
          </a:p>
          <a:p>
            <a:pPr marL="355600" marR="108585" indent="-343535">
              <a:lnSpc>
                <a:spcPct val="80000"/>
              </a:lnSpc>
              <a:spcBef>
                <a:spcPts val="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update and delete clauses determine </a:t>
            </a:r>
            <a:r>
              <a:rPr sz="2800" dirty="0">
                <a:latin typeface="Times New Roman"/>
                <a:cs typeface="Times New Roman"/>
              </a:rPr>
              <a:t>the type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entities </a:t>
            </a:r>
            <a:r>
              <a:rPr sz="2800" dirty="0">
                <a:latin typeface="Times New Roman"/>
                <a:cs typeface="Times New Roman"/>
              </a:rPr>
              <a:t>to be </a:t>
            </a:r>
            <a:r>
              <a:rPr sz="2800" spc="-5" dirty="0">
                <a:latin typeface="Times New Roman"/>
                <a:cs typeface="Times New Roman"/>
              </a:rPr>
              <a:t>updated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deleted. The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WHERE clause may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used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restrict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scope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update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delete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operation.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46815C3-B176-F731-C676-CB00FCC9D3C6}"/>
                  </a:ext>
                </a:extLst>
              </p14:cNvPr>
              <p14:cNvContentPartPr/>
              <p14:nvPr/>
            </p14:nvContentPartPr>
            <p14:xfrm>
              <a:off x="558072" y="1652040"/>
              <a:ext cx="476640" cy="45622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46815C3-B176-F731-C676-CB00FCC9D3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072" y="1544040"/>
                <a:ext cx="584280" cy="477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5316" y="541274"/>
            <a:ext cx="585343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5960" marR="5080" indent="-195389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update and </a:t>
            </a:r>
            <a:r>
              <a:rPr sz="4000" spc="-5" dirty="0"/>
              <a:t>delete statements </a:t>
            </a:r>
            <a:r>
              <a:rPr sz="4000" spc="-985" dirty="0"/>
              <a:t> </a:t>
            </a:r>
            <a:r>
              <a:rPr sz="4000" dirty="0"/>
              <a:t>examples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4027" y="1886648"/>
            <a:ext cx="7255509" cy="408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utx.begin();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Query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em.createQuery("delete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Customer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where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o.login=:login");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query.setParameter("login",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“john”);</a:t>
            </a:r>
            <a:endParaRPr sz="1800">
              <a:latin typeface="Times New Roman"/>
              <a:cs typeface="Times New Roman"/>
            </a:endParaRPr>
          </a:p>
          <a:p>
            <a:pPr marL="12700" marR="459359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int tmp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5" dirty="0">
                <a:latin typeface="Times New Roman"/>
                <a:cs typeface="Times New Roman"/>
              </a:rPr>
              <a:t>q.executeUpdate();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em.flush();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utx.commit();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utx.begin();</a:t>
            </a:r>
            <a:endParaRPr sz="1800">
              <a:latin typeface="Times New Roman"/>
              <a:cs typeface="Times New Roman"/>
            </a:endParaRPr>
          </a:p>
          <a:p>
            <a:pPr marL="355600" marR="177800" indent="-342900">
              <a:lnSpc>
                <a:spcPct val="80000"/>
              </a:lnSpc>
              <a:spcBef>
                <a:spcPts val="434"/>
              </a:spcBef>
            </a:pPr>
            <a:r>
              <a:rPr sz="1800" spc="-5" dirty="0">
                <a:latin typeface="Times New Roman"/>
                <a:cs typeface="Times New Roman"/>
              </a:rPr>
              <a:t>Query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em.createQuery(“update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Customer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o.phone=:phone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where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o.login=:login");</a:t>
            </a:r>
            <a:endParaRPr sz="1800">
              <a:latin typeface="Times New Roman"/>
              <a:cs typeface="Times New Roman"/>
            </a:endParaRPr>
          </a:p>
          <a:p>
            <a:pPr marL="12700" marR="3168015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query.setParameter("phone",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“934016000”);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query.setParameter("login",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“john”);</a:t>
            </a:r>
            <a:endParaRPr sz="1800">
              <a:latin typeface="Times New Roman"/>
              <a:cs typeface="Times New Roman"/>
            </a:endParaRPr>
          </a:p>
          <a:p>
            <a:pPr marL="12700" marR="459359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int tmp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5" dirty="0">
                <a:latin typeface="Times New Roman"/>
                <a:cs typeface="Times New Roman"/>
              </a:rPr>
              <a:t>q.executeUpdate();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em.flush();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utx.commit();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1475" y="814069"/>
            <a:ext cx="58604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other</a:t>
            </a:r>
            <a:r>
              <a:rPr spc="-30" dirty="0"/>
              <a:t> </a:t>
            </a:r>
            <a:r>
              <a:rPr spc="-5" dirty="0"/>
              <a:t>SELECT</a:t>
            </a:r>
            <a:r>
              <a:rPr spc="-15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840" y="1951736"/>
            <a:ext cx="7854315" cy="387857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6235" marR="5080" indent="-342900">
              <a:lnSpc>
                <a:spcPts val="3460"/>
              </a:lnSpc>
              <a:spcBef>
                <a:spcPts val="530"/>
              </a:spcBef>
              <a:buChar char="•"/>
              <a:tabLst>
                <a:tab pos="356235" algn="l"/>
                <a:tab pos="356870" algn="l"/>
              </a:tabLst>
            </a:pPr>
            <a:r>
              <a:rPr sz="3200" spc="-5" dirty="0">
                <a:latin typeface="Times New Roman"/>
                <a:cs typeface="Times New Roman"/>
              </a:rPr>
              <a:t>getSingleResult()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and/or corresponding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return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type value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appropriate:</a:t>
            </a:r>
            <a:endParaRPr sz="3200">
              <a:latin typeface="Times New Roman"/>
              <a:cs typeface="Times New Roman"/>
            </a:endParaRPr>
          </a:p>
          <a:p>
            <a:pPr marL="12700" marR="783590" indent="-181610" algn="ctr">
              <a:lnSpc>
                <a:spcPct val="100000"/>
              </a:lnSpc>
              <a:spcBef>
                <a:spcPts val="330"/>
              </a:spcBef>
            </a:pPr>
            <a:r>
              <a:rPr sz="3200" spc="-5" dirty="0">
                <a:latin typeface="Times New Roman"/>
                <a:cs typeface="Times New Roman"/>
              </a:rPr>
              <a:t>Query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= em.createQuery("select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distinct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o.column_name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Customer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o”);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Query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= em.createQuery("select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count(o)</a:t>
            </a:r>
            <a:endParaRPr sz="3200">
              <a:latin typeface="Times New Roman"/>
              <a:cs typeface="Times New Roman"/>
            </a:endParaRPr>
          </a:p>
          <a:p>
            <a:pPr marR="3487420" algn="ctr">
              <a:lnSpc>
                <a:spcPts val="3454"/>
              </a:lnSpc>
            </a:pPr>
            <a:r>
              <a:rPr sz="3200" spc="-5" dirty="0">
                <a:latin typeface="Times New Roman"/>
                <a:cs typeface="Times New Roman"/>
              </a:rPr>
              <a:t>from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Customer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o”);</a:t>
            </a:r>
            <a:endParaRPr sz="3200">
              <a:latin typeface="Times New Roman"/>
              <a:cs typeface="Times New Roman"/>
            </a:endParaRPr>
          </a:p>
          <a:p>
            <a:pPr marL="354965" marR="177165" indent="-342900">
              <a:lnSpc>
                <a:spcPts val="3460"/>
              </a:lnSpc>
              <a:spcBef>
                <a:spcPts val="815"/>
              </a:spcBef>
            </a:pPr>
            <a:r>
              <a:rPr sz="3200" spc="-5" dirty="0">
                <a:latin typeface="Times New Roman"/>
                <a:cs typeface="Times New Roman"/>
              </a:rPr>
              <a:t>Query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q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= em.createQuery("select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max(o.column_name)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Customer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o");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9325" y="814069"/>
            <a:ext cx="21659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952" y="1780463"/>
            <a:ext cx="6924675" cy="38309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Import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demoddbb.sql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Open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demoBBDD_exercise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Uncomment and test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necessary code at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servlet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to: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59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Create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Customer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Update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Customer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Retrieve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delete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Customer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Display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customers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given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1013</Words>
  <Application>Microsoft Office PowerPoint</Application>
  <PresentationFormat>Presentación en pantalla (4:3)</PresentationFormat>
  <Paragraphs>104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Calibri</vt:lpstr>
      <vt:lpstr>Times New Roman</vt:lpstr>
      <vt:lpstr>Office Theme</vt:lpstr>
      <vt:lpstr>Presentación de PowerPoint</vt:lpstr>
      <vt:lpstr>Creating a data base</vt:lpstr>
      <vt:lpstr>Defining the DDBB –  Applicaton Server connection</vt:lpstr>
      <vt:lpstr>Entity classes</vt:lpstr>
      <vt:lpstr>Persistence unit</vt:lpstr>
      <vt:lpstr>ContextListener set up</vt:lpstr>
      <vt:lpstr>CRUD operations</vt:lpstr>
      <vt:lpstr>CRUD operations</vt:lpstr>
      <vt:lpstr>Creating queries</vt:lpstr>
      <vt:lpstr>SELECT statements</vt:lpstr>
      <vt:lpstr>UPDATE and DELETE statements</vt:lpstr>
      <vt:lpstr>update and delete statements  examples</vt:lpstr>
      <vt:lpstr>other SELECT statements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Sergi Salvà</cp:lastModifiedBy>
  <cp:revision>1</cp:revision>
  <dcterms:created xsi:type="dcterms:W3CDTF">2023-09-18T18:45:29Z</dcterms:created>
  <dcterms:modified xsi:type="dcterms:W3CDTF">2023-10-03T14:58:03Z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