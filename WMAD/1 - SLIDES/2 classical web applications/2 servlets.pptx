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6858000" type="screen4x3"/>
  <p:notesSz cx="9144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706" autoAdjust="0"/>
  </p:normalViewPr>
  <p:slideViewPr>
    <p:cSldViewPr>
      <p:cViewPr varScale="1">
        <p:scale>
          <a:sx n="63" d="100"/>
          <a:sy n="63" d="100"/>
        </p:scale>
        <p:origin x="77" y="77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29:35.39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1 114 4416 0 0,'4'1'-1'0'0,"8"2"17"0"0,-5-3 4 0 0,-6 0-18 0 0,-1 0-1 0 0,1 0 1 0 0,-1 0-1 0 0,0 0 1 0 0,1 0-1 0 0,-1-1 1 0 0,1 1-1 0 0,-1 0 1 0 0,0 0-1 0 0,1-1 1 0 0,-1 1-1 0 0,0 0 1 0 0,1 0-1 0 0,-1-1 1 0 0,0 1-1 0 0,0 0 1 0 0,1-1-1 0 0,-1 1 1 0 0,0 0-1 0 0,0-1 1 0 0,1 1-1 0 0,-1 0 1 0 0,0-1-1 0 0,0 1 1 0 0,0 0-1 0 0,0-2 1 0 0,12-13 46 0 0,-10 14-37 0 0,-1 0 1 0 0,0 0 0 0 0,0 0 0 0 0,0 0 0 0 0,0 0 0 0 0,0 0-1 0 0,0 0 1 0 0,-1 0 0 0 0,1 0 0 0 0,0 0 0 0 0,-1-1-1 0 0,1 1 1 0 0,0 0 0 0 0,-1 0 0 0 0,1-1 0 0 0,-1 1-1 0 0,0-1 1 0 0,1 1 0 0 0,-1-2 0 0 0,0 2 15 0 0,0-1 0 0 0,0 0 0 0 0,0 1 0 0 0,0-1 0 0 0,0 1 1 0 0,0-1-1 0 0,1 0 0 0 0,-1 1 0 0 0,0-1 0 0 0,1 1 0 0 0,0-1 0 0 0,-1 1 0 0 0,1 0 0 0 0,0-1 1 0 0,0 1-1 0 0,-1-1 0 0 0,1 1 0 0 0,0 0 0 0 0,3-2 0 0 0,-1 1 20 0 0,0 0 0 0 0,0 0 0 0 0,0 1 0 0 0,1 0 0 0 0,-1 0-1 0 0,0 0 1 0 0,6-1 0 0 0,13-4-70 0 0,-8 2 59 0 0,1 2-1 0 0,-1-1 1 0 0,0 2-1 0 0,19 0 1 0 0,-31 1-26 0 0,18 0 52 0 0,55-5 192 0 0,-53 3-58 0 0,-1 0-1 0 0,1 2 1 0 0,-1 0-1 0 0,39 6 1 0 0,147 25 1125 0 0,-126-19-630 0 0,93 3 1 0 0,-127-12-507 0 0,44 1 74 0 0,27 1 160 0 0,-4 0-137 0 0,-78-5-127 0 0,43 6 0 0 0,-46-2-49 0 0,59-2-1 0 0,109-4 225 0 0,-93 1-200 0 0,70-4 121 0 0,-151 4-193 0 0,44 3 0 0 0,20 1 31 0 0,10-1 37 0 0,-26 1-18 0 0,18 2-15 0 0,17 1 4 0 0,90-1 261 0 0,4 1-33 0 0,6-7-37 0 0,24 8 6 0 0,-92 1-13 0 0,-78-4-100 0 0,97 21 0 0 0,-31-4 127 0 0,-63-11-167 0 0,-31-4-26 0 0,69 4 0 0 0,67 4 263 0 0,1 0 51 0 0,-79-7-201 0 0,-38-1-97 0 0,-14-3 22 0 0,-1 2-1 0 0,58 15 1 0 0,-48-7 119 0 0,93 10 1 0 0,-112-21-146 0 0,0-2 0 0 0,42-5-1 0 0,-20 1 27 0 0,-19 4-18 0 0,1 2 0 0 0,0 1 0 0 0,59 13 0 0 0,18 3 140 0 0,27 6 86 0 0,-59-13-27 0 0,0-3 0 0 0,159-3 0 0 0,7-25 88 0 0,348 9 612 0 0,-442-2-836 0 0,-104 6-117 0 0,64 1 0 0 0,59-1 129 0 0,189 6 152 0 0,-329-1-345 0 0,66 3 38 0 0,29-2 10 0 0,262-22 104 0 0,-215 14-126 0 0,10-2-6 0 0,-114 8-33 0 0,0 2 0 0 0,115 16 0 0 0,-15-1 0 0 0,77 3-4 0 0,-23-2 0 0 0,46 1 0 0 0,-221-13 0 0 0,177 8 0 0 0,54 10 8 0 0,193-4 56 0 0,-155-27-3 0 0,-277 7-50 0 0,65-1 18 0 0,144-10 70 0 0,183 1 122 0 0,-131 9-66 0 0,547-40 221 0 0,-767 36-366 0 0,86-1 19 0 0,172-1-28 0 0,-127 0-1 0 0,51-9 0 0 0,-177 4 0 0 0,-55 8 0 0 0,39-2-1 0 0,161-14-23 0 0,-145 10 11 0 0,1 5 1 0 0,126 5 0 0 0,-31 6-10 0 0,20 1-6 0 0,-69 8 14 0 0,155 9-14 0 0,-173-18 12 0 0,219-4 2 0 0,-248-3 14 0 0,138 13 0 0 0,-72-1 0 0 0,162 13 2 0 0,-247-20 5 0 0,1-3 0 0 0,0-4 1 0 0,81-14-1 0 0,35 1 15 0 0,-116 14-17 0 0,-1-2 18 0 0,0 3 1 0 0,131 12-1 0 0,-164-5-16 0 0,-22-4 5 0 0,0 2 1 0 0,1 0-1 0 0,-1 0 1 0 0,0 1-1 0 0,0 1 1 0 0,0 0-1 0 0,0 1 0 0 0,14 7 1 0 0,-28-10-8 0 0,-1-1-1 0 0,1 1 1 0 0,-1-1-1 0 0,0 1 1 0 0,1-1 0 0 0,-1 0-1 0 0,0 0 1 0 0,0 0-1 0 0,0 0 1 0 0,-3 2 0 0 0,-9 2 4 0 0,-1-1 0 0 0,1 0 0 0 0,-1 0 0 0 0,-21 1 0 0 0,-5-2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29:37.57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 7024 0 0,'18'14'658'0'0,"-6"-4"227"0"0,7 5 691 0 0,20 23 203 0 0,-32-32-1357 0 0,0 0 0 0 0,0 0 1 0 0,1 0-1 0 0,0-1 0 0 0,0 0 0 0 0,0-1 0 0 0,12 5 0 0 0,25 16-64 0 0,-26-14-226 0 0,0 0 0 0 0,1-2-1 0 0,0 0 1 0 0,24 7 0 0 0,43 19-25 0 0,-61-25-102 0 0,-1 0-1 0 0,1-2 0 0 0,0-1 0 0 0,40 5 0 0 0,9 3-42 0 0,-39-9 0 0 0,0-2 0 0 0,0-1 0 0 0,40-2-1 0 0,18 2-148 0 0,58-8-9 0 0,-111 5 135 0 0,46-6 0 0 0,-56 2 30 0 0,1 2 0 0 0,0 2 1 0 0,40 3-1 0 0,163 14-105 0 0,45-17 65 0 0,67-8 63 0 0,-39-3 6 0 0,-68 5 47 0 0,-71 0-10 0 0,251-1 94 0 0,-251 13-39 0 0,-29 1-28 0 0,252 2 199 0 0,-255-9-184 0 0,-46-1 47 0 0,114 13 1 0 0,81 11 113 0 0,29 38 153 0 0,3 0-6 0 0,177-21 260 0 0,-469-39-622 0 0,465 33 636 0 0,-242-16-357 0 0,-93-10-67 0 0,169 2 219 0 0,-173-8-324 0 0,146-12 193 0 0,-70 0 109 0 0,-7-2-48 0 0,-27 0-123 0 0,113 13 144 0 0,259 21 429 0 0,-341-12-583 0 0,16 0 75 0 0,18-1-41 0 0,369 16 354 0 0,-420-21-518 0 0,-92-3-27 0 0,269 4 148 0 0,315-30 262 0 0,-382-5-309 0 0,438-67 296 0 0,-537 72-385 0 0,-52 8-11 0 0,-62 6-38 0 0,45-6 14 0 0,98-9 61 0 0,-61 9-7 0 0,-19 4-8 0 0,195 10-1 0 0,-360 3-115 0 0,132 9 95 0 0,167 31 0 0 0,-272-35-83 0 0,289 53 131 0 0,-179-34-87 0 0,97 13 55 0 0,-53-6-28 0 0,-32-3-2 0 0,-14-6-27 0 0,55 6 68 0 0,-94-22-48 0 0,1-4-1 0 0,150-18 1 0 0,-119-2 10 0 0,129-13 45 0 0,-239 30-113 0 0,1-1 1 0 0,-1 0 0 0 0,0-2-1 0 0,37-11 1 0 0,68-22 92 0 0,-114 34-92 0 0,1 0 0 0 0,0 1 0 0 0,15 0 0 0 0,-27 2 8 0 0,-3-10 19 0 0,-21 2-33 0 0,10 6-4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29:43.64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13 4216 0 0,'4'-2'856'0'0,"-1"1"-1129"0"0,4-1 1184 0 0,0 0-1 0 0,0 0 0 0 0,1 0 0 0 0,7 0 0 0 0,-13 2-703 0 0,1 1-124 0 0,1 1 1 0 0,-1-1-1 0 0,0 1 0 0 0,0-1 0 0 0,0 1 1 0 0,0 0-1 0 0,0 0 0 0 0,4 4 0 0 0,13 10-48 0 0,4 6-7 0 0,-16-15-21 0 0,2 0 1 0 0,23 23 46 0 0,-28-24-37 0 0,0-1 0 0 0,1 0 0 0 0,0 0-1 0 0,0-1 1 0 0,0 0 0 0 0,1 0 0 0 0,-1 0 0 0 0,1-1 0 0 0,13 5-1 0 0,-3-2 46 0 0,-4-1-21 0 0,0-1 0 0 0,0-1 0 0 0,18 3 0 0 0,104 1 295 0 0,-10 4-114 0 0,-46 3-44 0 0,-29-7-78 0 0,-43-5-87 0 0,1 0 0 0 0,-1-1 0 0 0,1 0-1 0 0,-1 0 1 0 0,11-1 0 0 0,37 0 101 0 0,-41 1-45 0 0,-1-1 0 0 0,1-1 0 0 0,16-2 1 0 0,-10 1 25 0 0,0 1 1 0 0,1 1-1 0 0,-1 1 1 0 0,0 1 0 0 0,24 4-1 0 0,-9-1 133 0 0,105 21 370 0 0,-98-16-326 0 0,0-2 0 0 0,87 5 1 0 0,-90-11-45 0 0,62 10 1 0 0,-7 1 194 0 0,29 7-46 0 0,-48-6-73 0 0,269 42 389 0 0,-246-45-477 0 0,-16-3-95 0 0,159 19 239 0 0,35 5 2 0 0,297 62 562 0 0,-273-58-305 0 0,-239-30-564 0 0,166 3 275 0 0,-167-5-182 0 0,116 12 206 0 0,190 18 301 0 0,-189-21-348 0 0,101-9 132 0 0,-169-5-273 0 0,137-14 148 0 0,-2 0-88 0 0,-5 11-67 0 0,-72 0-77 0 0,-34-1-30 0 0,248-6 62 0 0,-35 25-11 0 0,-84-1-14 0 0,-148-5-49 0 0,20 1 8 0 0,453 33 290 0 0,-389-31-239 0 0,-161-10-80 0 0,178 3 139 0 0,353-36 1 0 0,-209 1-119 0 0,36-4 17 0 0,-165 20-1 0 0,-139 12-40 0 0,37-12 11 0 0,-47 3 1 0 0,-11 3-5 0 0,65-5 17 0 0,128-6 31 0 0,105-1 28 0 0,-110 9-14 0 0,-67 1-27 0 0,27 4-25 0 0,107-3 31 0 0,-62 0 8 0 0,87 1 0 0 0,-172 13-39 0 0,113 9 32 0 0,174 7 23 0 0,-146-19-72 0 0,-162-3-8 0 0,250-17 0 0 0,-312 13-1 0 0,-58 5-4 0 0,38-7 0 0 0,180-25 33 0 0,9-1 1 0 0,-102 8-5 0 0,236-48 26 0 0,-197 32 11 0 0,-76 17-34 0 0,-5-1-6 0 0,247-49 47 0 0,6 27-7 0 0,76 43-3 0 0,-135 17-30 0 0,79-7-26 0 0,65 4-2 0 0,-332 2-8 0 0,235 50 0 0 0,-170-20 0 0 0,262 23 0 0 0,-261-63-5 0 0,-167-2 4 0 0,92 0-4 0 0,91-7-24 0 0,-60 6 7 0 0,-86 3 4 0 0,-30 4-14 0 0,-18-3 1 0 0,-14-2 28 0 0,0 0-1 0 0,0 0 1 0 0,0 0 0 0 0,0 0 0 0 0,0 0-1 0 0,0 0 1 0 0,0-1 0 0 0,0 1 0 0 0,0 0-1 0 0,0 0 1 0 0,0 0 0 0 0,0 0 0 0 0,0 0-1 0 0,0 0 1 0 0,-2 0 2 0 0,1 0 0 0 0,0 0 0 0 0,0 0 0 0 0,-1 0 0 0 0,1 0 0 0 0,0 0 0 0 0,0 0 0 0 0,-1 0 0 0 0,1 0 0 0 0,0 1 0 0 0,0-1 0 0 0,-1 0 1 0 0,-1 2-1 0 0,-5 1-3 0 0,-68 6-19 0 0,33-5 15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29:45.87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23 6424 0 0,'57'2'9454'0'0,"-56"-3"-9450"0"0,0-1 0 0 0,0 0-1 0 0,0 1 1 0 0,0-1 0 0 0,0 1-1 0 0,0-1 1 0 0,0 1 0 0 0,1 0-1 0 0,-1-1 1 0 0,0 1 0 0 0,1 0-1 0 0,-1 0 1 0 0,1 0 0 0 0,0 0-1 0 0,-1 0 1 0 0,1 0 0 0 0,0 0-1 0 0,-1 1 1 0 0,4-1 0 0 0,5 1-106 0 0,0 2 0 0 0,-1-1 0 0 0,1 1 0 0 0,0 1 0 0 0,-1 0 0 0 0,1 0 0 0 0,-1 1 0 0 0,11 6 1 0 0,-6-3-74 0 0,0-1 1 0 0,21 6 0 0 0,98 17-410 0 0,66 26 187 0 0,-4 0 170 0 0,57-21 156 0 0,-114-19 76 0 0,220 19 131 0 0,-199-21 22 0 0,-6-1 167 0 0,32 8 95 0 0,113 17 247 0 0,18 5-155 0 0,-182-23-121 0 0,1-6 0 0 0,198-6 0 0 0,173-25 442 0 0,114 33-9 0 0,-571-13-776 0 0,516-13 657 0 0,-390 2-538 0 0,41-2 39 0 0,249-7 164 0 0,-463 18-368 0 0,746 7 923 0 0,-400 4-539 0 0,-100-12-17 0 0,-139-3-258 0 0,-7 1-8 0 0,74 0 162 0 0,95 4 95 0 0,-101 3-94 0 0,301 18 284 0 0,174 18-38 0 0,-321-44-299 0 0,-203 0-146 0 0,250-15 157 0 0,-82 3-70 0 0,-105 8-56 0 0,250-7 186 0 0,386 34 196 0 0,-127 15-118 0 0,-225-18-156 0 0,-168-8-91 0 0,115-6 44 0 0,391 53 166 0 0,15 7-58 0 0,-715-59-236 0 0,377-7 130 0 0,282-72 117 0 0,-608 54-235 0 0,83-9 28 0 0,-17 1-11 0 0,-118 15-27 0 0,150-29 39 0 0,-147 23-43 0 0,24-2 14 0 0,204-34 61 0 0,-267 47-76 0 0,0 4 0 0 0,72 1 0 0 0,-22 2 6 0 0,84 5 35 0 0,-68 2-24 0 0,19 2 3 0 0,2 8 10 0 0,-79-5-20 0 0,18 7 10 0 0,-3 3 1 0 0,-44-6-23 0 0,-12-1-5 0 0,34 12 25 0 0,109 17 109 0 0,-162-38-137 0 0,5 3 5 0 0,-21-5-9 0 0,16 0 56 0 0,-28-1-60 0 0,1 0-9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29:48.00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52 37 8136 0 0,'-1'-6'22'0'0,"2"-1"89"0"0,2 1 77 0 0,6 2 208 0 0,4 2 146 0 0,10 2 319 0 0,-8 0-349 0 0,-36-5 2183 0 0,19 4-2667 0 0,0 0-1 0 0,0 0 1 0 0,-1 0 0 0 0,1 0 0 0 0,0 1-1 0 0,-1-1 1 0 0,1 1 0 0 0,0 0 0 0 0,-1 0-1 0 0,1-1 1 0 0,-1 1 0 0 0,1 1 0 0 0,-3-1 0 0 0,-41 13 3593 0 0,45-12-3493 0 0,-1 0-125 0 0,1 0 0 0 0,0 0 0 0 0,0 1 0 0 0,1-1 1 0 0,-1 0-1 0 0,0 0 0 0 0,0 1 0 0 0,1-1 0 0 0,-1 1 0 0 0,0-1 0 0 0,1 1 1 0 0,0-1-1 0 0,-1 1 0 0 0,1-1 0 0 0,0 1 0 0 0,0-1 0 0 0,0 1 0 0 0,-1-1 1 0 0,2 1-1 0 0,-1-1 0 0 0,0 1 0 0 0,0-1 0 0 0,0 1 0 0 0,1 1 0 0 0,10 12-208 0 0,1-1-1 0 0,0 0 0 0 0,0-1 0 0 0,1 0 1 0 0,24 17-1 0 0,-13-15-39 0 0,0-1-1 0 0,1-1 1 0 0,38 14 0 0 0,-27-14-103 0 0,1-2 0 0 0,68 11 1 0 0,10 3-268 0 0,74 27 183 0 0,68 7 160 0 0,-101-26 231 0 0,161 13-1 0 0,-160-26 31 0 0,-13-11 21 0 0,-34-4 4 0 0,99 11 270 0 0,1-9 1 0 0,0-10 0 0 0,264-37-1 0 0,225-32 950 0 0,-526 52-888 0 0,27-2 41 0 0,268-15 651 0 0,-280 26-701 0 0,226-3 277 0 0,-306 16-474 0 0,136 7 235 0 0,246 40 553 0 0,-271-21-347 0 0,11 0-140 0 0,479 77 761 0 0,-421-37-764 0 0,-203-52-335 0 0,141 21 228 0 0,-169-31-275 0 0,60 7 188 0 0,162-2 0 0 0,20-5 93 0 0,-48 2-4 0 0,-220-9-303 0 0,184-5 167 0 0,100-6 139 0 0,337-35 231 0 0,554 9 202 0 0,-753 44-509 0 0,-235 2-89 0 0,-38 1-77 0 0,667 41 289 0 0,-739-41-338 0 0,103 12 33 0 0,421 25 179 0 0,-397-34-205 0 0,414 4 97 0 0,-260-10-66 0 0,578 83 108 0 0,-637-50-158 0 0,69-11 9 0 0,-290-24-21 0 0,106-2 13 0 0,-119-6-26 0 0,90-7 15 0 0,851-86 10 0 0,-593 43-33 0 0,-227 13 0 0 0,-90 15 0 0 0,351-70-1 0 0,-405 83-15 0 0,1 3 0 0 0,118 0 0 0 0,-141 10 9 0 0,-31-1 1 0 0,1 1 0 0 0,-1 1 0 0 0,31 5 0 0 0,1 4-9 0 0,49 14-26 0 0,-98-24 39 0 0,0 1-2 0 0,1 0 0 0 0,0 0 0 0 0,-1 0 0 0 0,1 0 0 0 0,-1 0 0 0 0,1 1 0 0 0,-1 0-1 0 0,1-1 1 0 0,-1 1 0 0 0,0 1 0 0 0,0-1 0 0 0,0 0 0 0 0,0 1 0 0 0,0-1 0 0 0,-1 1 0 0 0,1 0-1 0 0,-1 0 1 0 0,3 4 0 0 0,-5-6-4 0 0,-16 18-25 0 0,-7-5 22 0 0,-1-2 1 0 0,0-1 0 0 0,-1 0-1 0 0,0-2 1 0 0,0-1-1 0 0,-34 6 1 0 0,27-6-1 0 0,-34 7 0 0 0,-7-5 3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29:49.21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0 135 9848 0 0,'9'4'72'0'0,"2"2"272"0"0,-1-1 145 0 0,4 2 433 0 0,-12-7-792 0 0,0 1 0 0 0,1 0 1 0 0,-1-1-1 0 0,1 0 1 0 0,-1 1-1 0 0,0-1 0 0 0,1 0 1 0 0,-1 0-1 0 0,1 0 1 0 0,-1-1-1 0 0,0 1 0 0 0,1 0 1 0 0,-1-1-1 0 0,0 0 1 0 0,3 0-1 0 0,115-29 1581 0 0,-36 11-182 0 0,-56 13-1078 0 0,33-9 0 0 0,-39 9-260 0 0,0 1 0 0 0,27-3 0 0 0,7-1 244 0 0,-35 6-295 0 0,0 0 0 0 0,23 1 0 0 0,35-4 103 0 0,331-34-174 0 0,-368 38-73 0 0,49 0-30 0 0,1 4-1 0 0,-1 4 0 0 0,0 4 1 0 0,0 3-1 0 0,176 52 0 0 0,-60-17-24 0 0,-96-25 30 0 0,258 32-49 0 0,-263-44 54 0 0,165 9 5 0 0,-97-10 8 0 0,-54-5 1 0 0,452-12 0 0 0,-253-20 10 0 0,-33-2 0 0 0,-164 10 0 0 0,41-3 0 0 0,38 1 45 0 0,171-8 93 0 0,-289 27-24 0 0,-15 0 5 0 0,0 2 1 0 0,124 17-1 0 0,-103 2 218 0 0,168 58 1 0 0,-134-36-9 0 0,-6-2-2 0 0,-61-23-46 0 0,1-3 1 0 0,0-3 0 0 0,65 4-1 0 0,-111-13-230 0 0,0-1-1 0 0,-1 0 0 0 0,1-1 1 0 0,0 0-1 0 0,-1-1 0 0 0,1 0 0 0 0,-1-1 1 0 0,1 0-1 0 0,-1 0 0 0 0,0-1 1 0 0,0 0-1 0 0,-1-1 0 0 0,1-1 0 0 0,-1 1 1 0 0,0-1-1 0 0,0-1 0 0 0,8-8 1 0 0,40-26 346 0 0,-43 23 60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29:53.4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6880 1854 16687 0 0,'48'-4'146'0'0,"25"5"390"0"0,-1 0-64 0 0,10-2 22 0 0,-29 1-59 0 0,-1-2 0 0 0,87-14-1 0 0,178-42 1009 0 0,166-27-194 0 0,140 46-921 0 0,-576 38-324 0 0,489-9 6 0 0,-252 0-10 0 0,-2-1-8 0 0,0 4 0 0 0,204 7-74 0 0,-336 10 53 0 0,170 16-14 0 0,760 23-75 0 0,-909-50 101 0 0,208-6-1 0 0,2-9 11 0 0,-129 11 11 0 0,425 47 0 0 0,-432-24 17 0 0,-117-10-16 0 0,317-7 78 0 0,-6-36 23 0 0,-420 33-105 0 0,176-13 98 0 0,0 9-1 0 0,225 21 0 0 0,-13 38 93 0 0,270 80-85 0 0,-193-63-85 0 0,-92-17-3 0 0,-122-18 31 0 0,-86-14 9 0 0,-63-9-18 0 0,38 4 40 0 0,-133-11-67 0 0,91 17 119 0 0,49 18 104 0 0,-157-40 81 0 0,-15-9-215 0 0,-21-14-116 0 0,22 20 50 0 0,-145-125 131 0 0,123 106-127 0 0,-1 1 0 0 0,-1 1 0 0 0,0 2 0 0 0,-2 1 0 0 0,0 1 0 0 0,-46-16 0 0 0,46 21-7 0 0,0 0 12 0 0,-1 1 1 0 0,-50-9-1 0 0,-204-14 181 0 0,245 27-166 0 0,0-2 0 0 0,0-1 0 0 0,-77-30 0 0 0,5-13 86 0 0,101 46-127 0 0,-6-3 11 0 0,-33-23 0 0 0,30 15-11 0 0,-32-33-1 0 0,51 48-16 0 0,-19-27 12 0 0,19 26-12 0 0,-1-1 0 0 0,1 0 0 0 0,-1 0-1 0 0,1 1 1 0 0,-1 0 0 0 0,0-1 0 0 0,-6-3 0 0 0,-17-15 6 0 0,15 13-2 0 0,0 0 0 0 0,-1 1 0 0 0,-15-8 0 0 0,-1 2-4 0 0,-1 2 1 0 0,0 0-1 0 0,-41-9 0 0 0,-194-51 14 0 0,105 29-7 0 0,-62-13 6 0 0,98 30 1 0 0,85 17-13 0 0,27 5-1 0 0,-1 1 0 0 0,0 1 0 0 0,1 0 0 0 0,-1 1 0 0 0,-13 0 0 0 0,-85 0 8 0 0,-30 1 4 0 0,84 3-3 0 0,-1-3 1 0 0,1-2-1 0 0,0-3 1 0 0,-73-16-1 0 0,104 17-5 0 0,11 1 0 0 0,-1 1 0 0 0,1-2 1 0 0,-26-9-1 0 0,6 0 9 0 0,28 11-12 0 0,1 0 1 0 0,-1 0-1 0 0,0-1 1 0 0,1 0-1 0 0,-1 0 0 0 0,1 0 1 0 0,0 0-1 0 0,0-1 1 0 0,-6-5-1 0 0,9 7 2 0 0,-1 0 1 0 0,1-1-1 0 0,-1 1 0 0 0,1-1 0 0 0,0 0 0 0 0,0 0 1 0 0,0 1-1 0 0,1-2 0 0 0,-3-4 0 0 0,3 6-3 0 0,1 0 0 0 0,0 0 0 0 0,0 0 0 0 0,0 0 0 0 0,1 0 0 0 0,-1 0-1 0 0,0 0 1 0 0,1 0 0 0 0,-1 0 0 0 0,1 1 0 0 0,-1-1 0 0 0,1 0 0 0 0,0 0 0 0 0,0 0 0 0 0,0 1 0 0 0,0-1-1 0 0,0 0 1 0 0,3-2 0 0 0,11-13 6 0 0,1 0-1 0 0,0 1 0 0 0,1 1 1 0 0,1 1-1 0 0,31-20 0 0 0,-32 22-3 0 0,50-32 24 0 0,135-69-1 0 0,-58 61-4 0 0,-98 38-14 0 0,-5 3-3 0 0,1 2 0 0 0,50-5 1 0 0,-54 9-2 0 0,105-6 14 0 0,-88 9-12 0 0,59-11-1 0 0,-97 11-3 0 0,0 1 1 0 0,0 0-1 0 0,0 1 1 0 0,22 3-1 0 0,-18-6 4 0 0,-11 4-4 0 0,-4-1 3 0 0,-51 14 5 0 0,-129 21 6 0 0,64-11-3 0 0,-331 71 26 0 0,367-81-29 0 0,-183 29 15 0 0,-97-3-7 0 0,-32-13 1 0 0,300-23-15 0 0,-173-7 9 0 0,34-1-7 0 0,-69-4 0 0 0,184 3-6 0 0,-57-4 0 0 0,-275 0 8 0 0,-135 29 5 0 0,-32 4-4 0 0,-326-25-4 0 0,362 7-6 0 0,250 1 0 0 0,-117 10 0 0 0,16 15 0 0 0,420-32 0 0 0,-1029 61 0 0 0,453-10 0 0 0,-49 12 0 0 0,-355 47 3 0 0,444-33 13 0 0,245-31-11 0 0,-129 28 2 0 0,112-8-2 0 0,-98 21-1 0 0,58-13 4 0 0,-42 10 0 0 0,-72 11 0 0 0,435-90-8 0 0,-585 78 8 0 0,207-62-8 0 0,331-16 0 0 0,35-2 0 0 0,-58-2 0 0 0,-200-2-15 0 0,134 4 8 0 0,43-10-23 0 0,0-5 1 0 0,-126-30 0 0 0,220 36 27 0 0,-263-63-29 0 0,137 29 6 0 0,-67-4-40 0 0,213 41 61 0 0,0 1 1 0 0,0-1 0 0 0,-18-8-1 0 0,-22-6-5 0 0,46 16 9 0 0,1 0-1 0 0,-1 0 0 0 0,0 0 0 0 0,1 0 1 0 0,-1-1-1 0 0,1 1 0 0 0,-5-4 1 0 0,-6-2-3 0 0,-24-8-1 0 0,25 9 1 0 0,0 1 0 0 0,-1 0 0 0 0,-16-3 0 0 0,-4 0 3 0 0,13 4 0 0 0,0 0 0 0 0,-1 1 0 0 0,-34 0 0 0 0,47 3 0 0 0,1 3 0 0 0,2-3 0 0 0,19-12 0 0 0,1 1 0 0 0,15-11 0 0 0,-18 14 0 0 0,0 0 0 0 0,17-17 0 0 0,-5-3 0 0 0,-2-2 0 0 0,0 0 0 0 0,-3-1 0 0 0,0-1 0 0 0,21-54 0 0 0,-4 10 0 0 0,-4 11 0 0 0,27-81 0 0 0,-48 116 0 0 0,-2 0 0 0 0,-1-1 0 0 0,-2 0 0 0 0,0-1 0 0 0,-1-39 0 0 0,-4 59 0 0 0,0 1 0 0 0,-1 0 0 0 0,0 0 0 0 0,-1-1 0 0 0,0 1 0 0 0,-1 0 0 0 0,0 1 0 0 0,-1-1 0 0 0,0 0 0 0 0,0 1 0 0 0,-1 0 0 0 0,-1 0 0 0 0,0 0 0 0 0,-9-12 0 0 0,6 16 0 0 0,-3-2 0 0 0,-13-17 4 0 0,6 12 2 0 0,13 8-3 0 0,-1 1 1 0 0,-1 0-1 0 0,1 1 1 0 0,0 0-1 0 0,-1 0 1 0 0,0 0-1 0 0,0 1 1 0 0,-10-1 0 0 0,13 2-2 0 0,1 1 0 0 0,-1 0 0 0 0,1 0 0 0 0,-1 0 0 0 0,1 1 0 0 0,0 0 0 0 0,-1-1 0 0 0,1 2 0 0 0,0-1 0 0 0,-1 0 1 0 0,1 1-1 0 0,0 0 0 0 0,0 0 0 0 0,0 0 0 0 0,0 0 0 0 0,-3 4 0 0 0,-6 4 3 0 0,1 1 0 0 0,0 1 0 0 0,-11 13 0 0 0,20-21-4 0 0,-7 9 4 0 0,0 1 0 0 0,1 0 1 0 0,-12 27-1 0 0,20-36-4 0 0,-10 26 17 0 0,8-21-5 0 0,3-9-13 0 0,0 0 0 0 0,0-1 1 0 0,0 1-1 0 0,0-1 0 0 0,0 1 1 0 0,0-1-1 0 0,0 1 0 0 0,0-1 0 0 0,0 1 1 0 0,0-1-1 0 0,1 1 0 0 0,-1-1 1 0 0,0 1-1 0 0,0-1 0 0 0,1 1 0 0 0,-1-1 1 0 0,0 1-1 0 0,1-1 0 0 0,-1 1 0 0 0,0-1 1 0 0,1 0-1 0 0,-1 1 0 0 0,0-1 1 0 0,1 0-1 0 0,-1 1 0 0 0,1-1 0 0 0,-1 0 1 0 0,1 1-1 0 0,-1-1 0 0 0,1 0 1 0 0,-1 0-1 0 0,1 0 0 0 0,-1 1 0 0 0,1-1 1 0 0,-1 0-1 0 0,1 0 0 0 0,0 0 1 0 0,5 1-1 0 0,1 0 0 0 0,-1 0 1 0 0,0-1-1 0 0,0 0 1 0 0,0 0-1 0 0,1 0 1 0 0,-1-1-1 0 0,0 0 1 0 0,0 0-1 0 0,0 0 1 0 0,0-1-1 0 0,7-3 1 0 0,7 0-1 0 0,172-54 0 0 0,-102 29 0 0 0,-38 14 0 0 0,105-30 0 0 0,250-66-9 0 0,-244 62-1 0 0,239-41 0 0 0,172 33-42 0 0,-535 55 45 0 0,260-10-35 0 0,114 0-48 0 0,-231 3 49 0 0,196-21-34 0 0,-70 4 43 0 0,-67 9 13 0 0,255-6-19 0 0,-101 25 25 0 0,-137-14 11 0 0,-7 0 2 0 0,-58 9 0 0 0,54 2 0 0 0,-203 4 0 0 0,88 6 4 0 0,171-12 0 0 0,173-39 20 0 0,-425 36-22 0 0,-24 3 1 0 0,53-2 0 0 0,46 1 11 0 0,27 1 6 0 0,-141 5-20 0 0,99 4 18 0 0,122-9 1 0 0,-206 2-13 0 0,9-2 3 0 0,0 2 0 0 0,0 1 0 0 0,55 6 1 0 0,-55-2 2 0 0,16 5 0 0 0,-34-4-1 0 0,1 0 1 0 0,34 1 0 0 0,-34-3-5 0 0,0 0 0 0 0,30 7 0 0 0,-24-3 5 0 0,1-1 1 0 0,46 2-1 0 0,-1 0 7 0 0,-41-5-8 0 0,39 0 0 0 0,-16-1-4 0 0,293 25 44 0 0,-16-5-13 0 0,-25-2 1 0 0,4 44-4 0 0,-134-22-21 0 0,-13-16-5 0 0,-17-3-2 0 0,73 12 4 0 0,-81-14-4 0 0,381 24 18 0 0,-173-51-1 0 0,-160 1-12 0 0,36-2 7 0 0,1-7 6 0 0,-83 4-13 0 0,-15 2 0 0 0,137-26 0 0 0,-97 7 0 0 0,-73 13 7 0 0,161-45 1 0 0,-200 45-11 0 0,79-11 0 0 0,-48 11 2 0 0,6 0 5 0 0,2 4 1 0 0,-1 3-1 0 0,135 8 0 0 0,388 3 63 0 0,-424-19-65 0 0,-116 9-9 0 0,430-7 31 0 0,-2 45-2 0 0,-157-6-10 0 0,-239-16-16 0 0,117 26 0 0 0,-125-14 0 0 0,112 9 0 0 0,-111-20 0 0 0,-88-8-8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29:58.78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389 9 4616 0 0,'0'0'-1'0'0,"18"5"91"0"0,-13-1-28 0 0,-3 0-29 0 0,-1-2 152 0 0,-5-25 2420 0 0,-3 47-1610 0 0,3-9-1138 0 0,-3 13 244 0 0,2-1 0 0 0,1 1 0 0 0,1 0 0 0 0,1 50 0 0 0,-1 13 224 0 0,2-53-20 0 0,4 50 0 0 0,0-61-91 0 0,-2-1 0 0 0,-1 1 0 0 0,0-1 0 0 0,-9 49 0 0 0,-15 67 440 0 0,-4 16 109 0 0,13-90-293 0 0,-10 127 0 0 0,13 73 283 0 0,12-255-734 0 0,-22 330 1061 0 0,16-270-913 0 0,-8 57 363 0 0,-5-34-158 0 0,5 1 1 0 0,3 0-1 0 0,5 0 0 0 0,7 104 0 0 0,8 1 155 0 0,2 38-119 0 0,-8-202-275 0 0,-2 0 0 0 0,-1-1-1 0 0,-2 1 1 0 0,-1 0 0 0 0,-2-1 0 0 0,-12 41-1 0 0,10-58 52 0 0,-1-1-1 0 0,-13 24 0 0 0,-2 4 54 0 0,12-22-174 0 0,3-9-5 0 0,1 1 0 0 0,0 0 0 0 0,-3 18 0 0 0,-41 131 407 0 0,42-88-234 0 0,3-56-128 0 0,0 9 196 0 0,6-14-199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35:24.50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465 0 7736 0 0,'19'16'31'0'0,"-1"-2"37"0"0,6 9 66 0 0,-23-21-126 0 0,1 1 0 0 0,-1-1 1 0 0,0 0-1 0 0,1 0 0 0 0,-1 1 0 0 0,0-1 1 0 0,0 1-1 0 0,-1-1 0 0 0,1 1 1 0 0,0 0-1 0 0,-1-1 0 0 0,0 1 1 0 0,1-1-1 0 0,-1 1 0 0 0,0 0 0 0 0,0-1 1 0 0,-1 1-1 0 0,0 5 0 0 0,-66 243 1092 0 0,40-152-742 0 0,-33 87 115 0 0,14-48-244 0 0,-26 95 5 0 0,45-160-177 0 0,19-56-37 0 0,2 0 1 0 0,-10 35-1 0 0,-24 104 78 0 0,5 9-12 0 0,-21 132 72 0 0,-14 444 544 0 0,70-201 0 0 0,1-467-631 0 0,-6 196 418 0 0,6-208-324 0 0,0-45-100 0 0,-1 0 1 0 0,-3 29-1 0 0,2 17 318 0 0,0-45-231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35:28.76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543 1 8032 0 0,'4'3'72'0'0,"0"0"-49"0"0,0 1 0 0 0,0 0 0 0 0,0-1 0 0 0,0 1 0 0 0,-1 0 0 0 0,0 1 0 0 0,0-1 0 0 0,0 1 1 0 0,-1-1-1 0 0,1 1 0 0 0,-1 0 0 0 0,2 7 0 0 0,-1-2 45 0 0,-1-1 0 0 0,-1 0-1 0 0,0 0 1 0 0,0 1 0 0 0,-1-1 0 0 0,-1 15 0 0 0,-3 9 132 0 0,-2 0 1 0 0,-2-1 0 0 0,-12 34 0 0 0,14-46-162 0 0,-29 69 526 0 0,24-66-389 0 0,1 1 0 0 0,-11 44 0 0 0,7-12 67 0 0,-5 33 36 0 0,-77 642 619 0 0,55-431-473 0 0,21-172-314 0 0,-14 127 208 0 0,28-204-252 0 0,3 1 1 0 0,4 55-1 0 0,15 106 233 0 0,2 62 74 0 0,-28 11-32 0 0,3-138-153 0 0,-22 213 177 0 0,-18 34 104 0 0,18-195-273 0 0,12-83-52 0 0,-6 57 31 0 0,9-49-69 0 0,-5 50 136 0 0,1 67 35 0 0,-5 72-90 0 0,5-28 15 0 0,-5 160 97 0 0,46 529 374 0 0,-13-832-575 0 0,8 290 206 0 0,-23 92 142 0 0,-8 218 41 0 0,34-142-141 0 0,-7-452-303 0 0,6 102 38 0 0,-3 0 4 0 0,-8-128-52 0 0,-6 62 18 0 0,0-5 31 0 0,1 61 60 0 0,-3-69-38 0 0,-1-170-102 0 0,1 15 17 0 0,0-1 0 0 0,-1 0 0 0 0,-1 0 0 0 0,-1 1 0 0 0,0-1 0 0 0,-1 0 0 0 0,-6 17 0 0 0,2-16 10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35:34.76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1 173 4216 0 0,'0'0'177'0'0,"3"1"-147"0"0,10 4 6 0 0,-9-4 136 0 0,26 15 478 0 0,-17-10-449 0 0,0-1 0 0 0,0 0 0 0 0,0-1 0 0 0,1-1 0 0 0,0 0-1 0 0,0 0 1 0 0,-1-1 0 0 0,17-1 0 0 0,-7 1-88 0 0,10-1 127 0 0,45-6 204 0 0,-34-2-224 0 0,92-9 344 0 0,-60 5-162 0 0,-7 4 4 0 0,-17 5-107 0 0,-31 1-168 0 0,0 0-1 0 0,29 4 0 0 0,77-1 462 0 0,51 6 52 0 0,-68-5-256 0 0,21-1-76 0 0,-54-3-141 0 0,-30 0-54 0 0,44-3 141 0 0,31 2 52 0 0,56-1-8 0 0,-110-1-197 0 0,-41 1-9 0 0,34 2 1 0 0,21 0 227 0 0,164-21 0 0 0,-217 18-279 0 0,344-33 574 0 0,-283 29-275 0 0,17 0-114 0 0,-38 6-88 0 0,57 3 263 0 0,169-1 641 0 0,-242-2-796 0 0,213-25 421 0 0,-205 19-456 0 0,176-16 249 0 0,-95 13-159 0 0,-40 6 76 0 0,191-10 377 0 0,-230 13-682 0 0,103 0 294 0 0,-110 0-203 0 0,61 5 0 0 0,-73-1-71 0 0,2 3 59 0 0,1 2 0 0 0,-1 2-1 0 0,71 24 1 0 0,-55-15-8 0 0,79 12 1 0 0,-21-13-66 0 0,139 22 241 0 0,-158-18-210 0 0,118 18 105 0 0,78-23 32 0 0,-174-13-168 0 0,0 6-1 0 0,154 29 0 0 0,-196-21-67 0 0,0-4-1 0 0,160 3 0 0 0,66-38-5 0 0,-296 21-8 0 0,150-22-8 0 0,455-34-94 0 0,-251 13 19 0 0,-125 20 27 0 0,-81 12 25 0 0,39-7-2 0 0,196-18-4 0 0,-279 29 36 0 0,206 12 0 0 0,-318-4 1 0 0,691 10 8 0 0,-566-14 21 0 0,1 6 0 0 0,208 30 0 0 0,40 27 102 0 0,-63-38 69 0 0,-34-4-106 0 0,-230-11-89 0 0,101 14 44 0 0,239-1 1 0 0,-173-28-59 0 0,256-1-28 0 0,-169 36-44 0 0,-158-11 13 0 0,160-4-1 0 0,-220-17 66 0 0,85-19-1 0 0,-102 14 3 0 0,61-13 1 0 0,-52 19 1 0 0,0 2-1 0 0,1 5 0 0 0,146 21 1 0 0,64 8 38 0 0,-221-28-1 0 0,0-3-1 0 0,86-11 1 0 0,39-6 32 0 0,-163 16-47 0 0,0 2 0 0 0,0 1 0 0 0,0 2 0 0 0,40 9 0 0 0,-58-9-2 0 0,-1 0 0 0 0,0 1 1 0 0,16 9-1 0 0,24 9 53 0 0,-42-14-12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35:36.86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15468 108 14368 0 0,'0'0'873'0'0,"-4"0"-608"0"0,-3 1 8 0 0,0 0 0 0 0,0 1-1 0 0,0 0 1 0 0,0 0 0 0 0,-11 5 0 0 0,11-4-93 0 0,-1 0-1 0 0,0 0 1 0 0,0-1 0 0 0,0 0 0 0 0,-16 1 0 0 0,-29-2 149 0 0,20-3-295 0 0,-46 4 0 0 0,-17 0-150 0 0,-13-6-85 0 0,-58-1-353 0 0,-15-2-163 0 0,-229-14-272 0 0,333 19 897 0 0,-132-9-42 0 0,127 9 112 0 0,-143-10 4 0 0,167 7 18 0 0,33 3 0 0 0,-44-8 0 0 0,-96-15 0 0 0,143 23 1 0 0,-89-5 5 0 0,70 6 38 0 0,-73-12-1 0 0,83 8 16 0 0,-64-1-1 0 0,38 4-13 0 0,-173 8 342 0 0,64 1-111 0 0,-5 0 116 0 0,115 0-286 0 0,35-3-11 0 0,-38 0-1 0 0,-199 8 458 0 0,198-8-378 0 0,-94 20 0 0 0,49-6-23 0 0,-69 14 111 0 0,28-5 9 0 0,-41 5 146 0 0,65-22 227 0 0,-229-11-1 0 0,161-3-210 0 0,68 0-213 0 0,57 3-73 0 0,-103-2 153 0 0,-247-11 377 0 0,392 12-647 0 0,-34-1 99 0 0,-63-13 0 0 0,-151-16 241 0 0,102 16-193 0 0,144 13-150 0 0,-40-6 57 0 0,0 3 0 0 0,-101 3 0 0 0,-48 13 128 0 0,-39 3-11 0 0,163 0-127 0 0,-17 2 3 0 0,-261 27 238 0 0,24-1-108 0 0,259-35-156 0 0,-149 6 121 0 0,3-13-3 0 0,-123-12 49 0 0,-81 1-46 0 0,186 7-111 0 0,81-1-25 0 0,7 0 3 0 0,29 6-14 0 0,-59 11-9 0 0,87-4-10 0 0,-72 10 7 0 0,-69 15 17 0 0,182-23-20 0 0,1-2 1 0 0,-84-3-1 0 0,-22-1-2 0 0,-174-3 32 0 0,227 5-25 0 0,51-1-6 0 0,-73 4 2 0 0,-98 1 18 0 0,196-10-26 0 0,-93-7 10 0 0,52 1-7 0 0,-21-3 4 0 0,-294-57 39 0 0,227 51-25 0 0,6 5 6 0 0,-61 2-5 0 0,176 4-21 0 0,1-2 1 0 0,0-2-1 0 0,-88-29 0 0 0,93 22-1 0 0,0 2 0 0 0,-1 1 0 0 0,0 3 0 0 0,-70-8 0 0 0,-2 1 5 0 0,54 13-3 0 0,35 1-1 0 0,-1 2 0 0 0,-48 3 0 0 0,-48 10 3 0 0,-96 13 10 0 0,128-14-13 0 0,-58 11 7 0 0,114-16-9 0 0,0-1 1 0 0,0-2-1 0 0,-59-3 0 0 0,19-1 5 0 0,19-2-6 0 0,30-2-1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35:39.2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0 223 16879 0 0,'26'-18'241'0'0,"15"-8"270"0"0,70-30 656 0 0,-92 47-1103 0 0,15-5 871 0 0,60-15 0 0 0,-50 16-581 0 0,-2 0-270 0 0,1 1 1 0 0,0 2-1 0 0,1 2 1 0 0,0 1-1 0 0,82 1 1 0 0,-50 5-157 0 0,-49 0-48 0 0,0 1-1 0 0,30 4 0 0 0,92 8-279 0 0,22 2-248 0 0,-8 10 31 0 0,72 14 122 0 0,-71-13 202 0 0,-98-15 183 0 0,-33-6 49 0 0,0 2 0 0 0,0 1 0 0 0,36 13-1 0 0,44 19-61 0 0,33 13 5 0 0,14 12 47 0 0,-154-61 71 0 0,101 49-28 0 0,168 57 0 0 0,-167-82 28 0 0,129 16 0 0 0,-115-23 2 0 0,-65-10 7 0 0,0-3 1 0 0,1-2 0 0 0,75-3-1 0 0,-70-3 3 0 0,-34 1-6 0 0,57-8 0 0 0,-38-1 2 0 0,310-61 74 0 0,-277 51-51 0 0,184-49 64 0 0,-184 46-62 0 0,26-8 24 0 0,-9 1-11 0 0,22-8 16 0 0,-77 23-34 0 0,-1 2 0 0 0,56-9 0 0 0,30-7 17 0 0,-63 10-7 0 0,1 3 0 0 0,0 2 0 0 0,135-6 0 0 0,134-8 164 0 0,-92 4-109 0 0,-164 18-42 0 0,0 3 1 0 0,149 17-1 0 0,163 51 117 0 0,-259-43-99 0 0,120 15 69 0 0,-148-21-88 0 0,-50-6-19 0 0,73 14 62 0 0,43 6 22 0 0,-55-15 25 0 0,81 10 0 0 0,580 0 756 0 0,-604-42-650 0 0,-110 8-188 0 0,266-57 281 0 0,-114 18-111 0 0,-74 18-69 0 0,66-12 102 0 0,186-28 14 0 0,-23 5-129 0 0,-175 48-86 0 0,-163 15-54 0 0,315-9 210 0 0,-177 0-70 0 0,45 0-12 0 0,-105 3 9 0 0,117 7-1 0 0,233 23 370 0 0,-157-6-207 0 0,-150-2-129 0 0,-25-2-57 0 0,-58-7-60 0 0,31 1 31 0 0,74-4 28 0 0,-121-5-73 0 0,56-4 64 0 0,-19-2-39 0 0,-1 3 0 0 0,1 4-1 0 0,100 12 1 0 0,181 21 146 0 0,-296-30-146 0 0,119-14 0 0 0,-83 4-38 0 0,102-6 41 0 0,-141 3-49 0 0,-51 7-16 0 0,36-3 0 0 0,97 0 28 0 0,176 1 16 0 0,-131 7-21 0 0,-8-15-8 0 0,-123 7 2 0 0,74 1-1 0 0,90 28 0 0 0,-154-3-14 0 0,-56-13-3 0 0,43 7 0 0 0,89 13 20 0 0,199 13-13 0 0,-102-24-14 0 0,-143-11 0 0 0,38-8 0 0 0,-35-1 0 0 0,9 0 0 0 0,-113 4 0 0 0,-1 0 0 0 0,1 0 0 0 0,-1-1 0 0 0,1 0 0 0 0,-1 0 0 0 0,1-1 0 0 0,-1 1 0 0 0,0-2 0 0 0,0 1 0 0 0,-1 0 0 0 0,1-1 0 0 0,-1 0 0 0 0,0-1 0 0 0,7-6 0 0 0,-3 1 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35:40.51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8 8936 0 0,'12'-4'62'0'0,"-5"2"26"0"0,3 1 99 0 0,6 0 210 0 0,10 6 189 0 0,-65 11 3798 0 0,54-7-3944 0 0,27-2-198 0 0,-20-3-162 0 0,41 1-1 0 0,-41-4-70 0 0,0 2 0 0 0,0 0 0 0 0,-1 1 0 0 0,0 1 0 0 0,0 1 0 0 0,0 1 0 0 0,22 11 0 0 0,76 48 6 0 0,-80-43-11 0 0,1-1 1 0 0,44 18 0 0 0,-18-17 12 0 0,0-3-1 0 0,128 21 1 0 0,-105-29 18 0 0,95 16 64 0 0,-148-20-63 0 0,0 2 1 0 0,0 1 0 0 0,34 16 0 0 0,17 11 103 0 0,1-3-1 0 0,2-5 1 0 0,114 24-1 0 0,-90-35 125 0 0,222 7 0 0 0,-263-25-177 0 0,103 6 249 0 0,58 13 168 0 0,-29-9-67 0 0,0-1-86 0 0,-201-10-338 0 0,13 2 75 0 0,0-1-1 0 0,31-2 1 0 0,-48 1-77 0 0,0-1 1 0 0,0 0-1 0 0,0 0 0 0 0,0 0 0 0 0,0 0 1 0 0,0 0-1 0 0,0 1 0 0 0,0-1 0 0 0,-1 0 1 0 0,1 0-1 0 0,0 0 0 0 0,-1 1 0 0 0,1-1 1 0 0,-1 0-1 0 0,1 0 0 0 0,-1 1 0 0 0,1-1 1 0 0,-1 0-1 0 0,1 1 0 0 0,-1-1 0 0 0,0 1 1 0 0,1-1-1 0 0,-1 1 0 0 0,-1-2 0 0 0,-48-51 156 0 0,34 29-118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35:41.58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 12664 0 0,'6'8'62'0'0,"0"-1"0"0"0,1 1 1 0 0,0-1-1 0 0,0-1 0 0 0,11 9 1 0 0,-8-9 121 0 0,-1 0 0 0 0,1-1 1 0 0,0 0-1 0 0,0 0 0 0 0,1-1 0 0 0,-1-1 1 0 0,13 3-1 0 0,10 0 387 0 0,-1-2 0 0 0,2-2 0 0 0,40-2-1 0 0,-46 0-491 0 0,30 3 37 0 0,72 12 0 0 0,18 2 9 0 0,52 5-259 0 0,-130-13-58 0 0,125 31 0 0 0,-121-22-30 0 0,97 11 0 0 0,158-7-267 0 0,-282-20 458 0 0,187 7-189 0 0,-44-2 59 0 0,23-4 66 0 0,-129-1 69 0 0,25-1-19 0 0,248-18 11 0 0,-247 14 36 0 0,59-6 4 0 0,-100 1-12 0 0,376-57 194 0 0,-283 41 146 0 0,2 6 0 0 0,195 5 0 0 0,58-7 500 0 0,-209-19-360 0 0,-89 13-4 0 0,216-19 185 0 0,-294 45-545 0 0,0 3 1 0 0,-1 1 0 0 0,1 2-1 0 0,44 12 1 0 0,30 5 144 0 0,124 24 327 0 0,-152-27-326 0 0,258 34 601 0 0,-301-48-728 0 0,25 7 38 0 0,-45-8-67 0 0,48 5 1 0 0,-18-1 80 0 0,-15-1-17 0 0,4 9 156 0 0,-45-16-220 0 0,-3 6-3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35:44.1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0 353 13864 0 0,'4'2'648'0'0,"0"0"-273"0"0,1 1 0 0 0,-1-2 0 0 0,1 1 0 0 0,0-1 0 0 0,0 1-1 0 0,0-1 1 0 0,8 0 243 0 0,14 0 390 0 0,-16 1-988 0 0,1 0-1 0 0,-1-1 1 0 0,1 0-1 0 0,0 0 1 0 0,-1-2-1 0 0,1 1 1 0 0,0-2-1 0 0,-1 1 0 0 0,16-5 1 0 0,7 0-2 0 0,-2 1-30 0 0,194-22-282 0 0,-120 21-26 0 0,-49 6 203 0 0,22 1-74 0 0,107 8-285 0 0,-10-21 142 0 0,59 20 38 0 0,-192-4 234 0 0,-1 3 0 0 0,0 1-1 0 0,62 21 1 0 0,-42-11 36 0 0,0-1 0 0 0,114 13-1 0 0,-78-25 27 0 0,-37-3 0 0 0,85-3 24 0 0,-113 0-22 0 0,402 12 294 0 0,-204-4-5 0 0,-214-7-269 0 0,114-9 218 0 0,54 0 5 0 0,35 2 79 0 0,24 0 79 0 0,60-5 166 0 0,-154 3-255 0 0,35-3 169 0 0,-77 3-53 0 0,143 6 1 0 0,83 1 39 0 0,-77-4-116 0 0,-178 5-148 0 0,104-14 1 0 0,78-26 108 0 0,-26 3-10 0 0,-161 27-214 0 0,97-9 155 0 0,190-16 202 0 0,240-51 50 0 0,-529 75-447 0 0,75-9 76 0 0,-98 16-83 0 0,8-2 22 0 0,66 2-1 0 0,175-1 139 0 0,108-32 65 0 0,-44 3-43 0 0,-239 36-134 0 0,-26 2-19 0 0,286 2 167 0 0,-344-5-218 0 0,276 1 172 0 0,-222 3-119 0 0,123 21 1 0 0,-202-22-70 0 0,15 1 13 0 0,-1 2-1 0 0,1 1 1 0 0,43 18 0 0 0,25 15 32 0 0,41 17 34 0 0,-51-20-22 0 0,179 50 1 0 0,-145-58 37 0 0,157 18 0 0 0,-223-36-57 0 0,1 2-1 0 0,56 22 0 0 0,-50-15-4 0 0,71 14 0 0 0,283 11 97 0 0,-313-37-112 0 0,34-1 17 0 0,-66-5-2 0 0,100 16 0 0 0,-90-7 2 0 0,120 2-1 0 0,25-15 23 0 0,-78-8-25 0 0,-70 2-19 0 0,-4 2 1 0 0,77-5 8 0 0,59-2 20 0 0,459-10 47 0 0,-480 3-82 0 0,161-9 22 0 0,19 32-8 0 0,-82 1-6 0 0,-205-6-10 0 0,0-3-1 0 0,90-18 1 0 0,3 4 2 0 0,-77 11-9 0 0,-66 6-2 0 0,1 2 1 0 0,33 4-1 0 0,-17-1-1 0 0,15 1 2 0 0,-25-1 2 0 0,0-1 0 0 0,0-2 0 0 0,43-6 0 0 0,37-2 19 0 0,-91 6-20 0 0,41 1 0 0 0,11 1 4 0 0,-1-4 12 0 0,-1 3 0 0 0,1 3 0 0 0,135 23 0 0 0,-213-25-20 0 0,31 6 12 0 0,54 17 0 0 0,0 10 8 0 0,-28-9-5 0 0,1-3-1 0 0,88 19 1 0 0,-137-39-12 0 0,0 0 0 0 0,0 0 0 0 0,0 0 0 0 0,0-2 0 0 0,0 1-1 0 0,0-1 1 0 0,14-3 0 0 0,-22 3-2 0 0,1 1 0 0 0,-1-1 0 0 0,0 1-1 0 0,1-1 1 0 0,-1 0 0 0 0,0 0-1 0 0,0 0 1 0 0,0 0 0 0 0,0-1 0 0 0,0 1-1 0 0,0 0 1 0 0,0-1 0 0 0,0 1 0 0 0,-1-1-1 0 0,1 0 1 0 0,-1 0 0 0 0,1 1 0 0 0,-1-1-1 0 0,1 0 1 0 0,-1 0 0 0 0,0 0-1 0 0,0-1 1 0 0,0 1 0 0 0,0 0 0 0 0,0 0-1 0 0,-1 0 1 0 0,1-1 0 0 0,-1 1 0 0 0,1 0-1 0 0,-1-1 1 0 0,0 1 0 0 0,0-1 0 0 0,0 1-1 0 0,0 0 1 0 0,0-1 0 0 0,-1-2-1 0 0,-3-12 6 0 0,-2-2-5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35:45.29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0 106 11856 0 0,'25'2'144'0'0,"12"4"524"0"0,0-1 366 0 0,17-2 761 0 0,-46-3-1498 0 0,0-1 0 0 0,0 0 0 0 0,0 0 0 0 0,14-5 0 0 0,14-11 186 0 0,-24 12-249 0 0,0 0 1 0 0,1 0-1 0 0,0 1 0 0 0,0 1 1 0 0,0 0-1 0 0,0 1 0 0 0,15 0 1 0 0,14-4 467 0 0,330-48 593 0 0,-323 50-1266 0 0,-1 2 0 0 0,0 2 1 0 0,59 7-1 0 0,-3 13-31 0 0,195 64 0 0 0,-210-56-15 0 0,-62-21 5 0 0,1 0-1 0 0,-1-2 1 0 0,57 3 0 0 0,81-12-39 0 0,-34 0-25 0 0,-73 4 32 0 0,62 9 0 0 0,-102-6 27 0 0,0 0 0 0 0,0 0 0 0 0,0 2 0 0 0,-1 0 0 0 0,1 1 0 0 0,-1 1 0 0 0,28 16 0 0 0,-29-11-9 0 0,0 0 0 0 0,15 16 1 0 0,-14-13-2 0 0,-13-9 19 0 0,1-1 0 0 0,-1 1 0 0 0,0 0-1 0 0,0 0 1 0 0,0 1 0 0 0,-1-1 0 0 0,0 1 0 0 0,2 7 0 0 0,14 25-25 0 0,-18-35 25 0 0,2 12-3 0 0,-3-10-8 0 0,-1 2 11 0 0,8-6 6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41:44.58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919 0 7024 0 0,'13'7'19'0'0,"14"10"61"0"0,-26-16-73 0 0,0 0 1 0 0,0 0-1 0 0,-1-1 0 0 0,1 1 1 0 0,0 1-1 0 0,-1-1 1 0 0,1 0-1 0 0,0 0 0 0 0,-1 0 1 0 0,0 0-1 0 0,1 0 1 0 0,-1 0-1 0 0,0 1 0 0 0,1-1 1 0 0,-1 0-1 0 0,0 0 1 0 0,0 0-1 0 0,0 1 0 0 0,0-1 1 0 0,0 0-1 0 0,0 0 1 0 0,0 1-1 0 0,-1-1 0 0 0,1 2 1 0 0,-10 32 384 0 0,2 1 0 0 0,1 1 0 0 0,2-1 1 0 0,2 1-1 0 0,3 71 0 0 0,-1 29 170 0 0,0-57-377 0 0,2 11 18 0 0,2-46-123 0 0,-3 0-1 0 0,-1 0 1 0 0,-3 0-1 0 0,-12 63 1 0 0,-1-19 43 0 0,13-56-73 0 0,-11 35 1 0 0,7-35 9 0 0,-6 51 0 0 0,10-53-23 0 0,1-16-5 0 0,-1 0-1 0 0,-10 27 0 0 0,9-29-9 0 0,1 1 1 0 0,0 0-1 0 0,-2 15 0 0 0,3-9-1 0 0,1-2 3 0 0,-1 0-1 0 0,-9 31 1 0 0,12-48-23 0 0,-7 18 18 0 0,1 1-1 0 0,1-1 1 0 0,0 1 0 0 0,-1 23 0 0 0,5-17 3 0 0,1-12-2 0 0,-1-1 1 0 0,0 1-1 0 0,-6 23 1 0 0,2-17-1 0 0,0-6 2 0 0,1 1 0 0 0,1-1 0 0 0,-2 29 0 0 0,2-5 14 0 0,-2 1 1 0 0,-11 47-1 0 0,1 25 33 0 0,11-71-36 0 0,-10 39 0 0 0,-9 70 58 0 0,13-75-46 0 0,-29 195 143 0 0,-79 432 222 0 0,96-594-349 0 0,-17 68 80 0 0,-10 36 36 0 0,10-11 47 0 0,28-131-145 0 0,-5 62 17 0 0,-7 40 8 0 0,18-142-85 0 0,-2 5 29 0 0,-5 63 1 0 0,11-61-14 0 0,1-8 33 0 0,-8 52-1 0 0,6-68-52 0 0,-3 17 37 0 0,0 0 1 0 0,0 55-1 0 0,5-64-35 0 0,2 10 19 0 0,-2-1-1 0 0,-5 39 0 0 0,3-51-22 0 0,-3 12 23 0 0,2-1 1 0 0,0 40 0 0 0,3-53-17 0 0,2 14 43 0 0,-2 0 0 0 0,-5 37 0 0 0,-7 134 191 0 0,11-160-220 0 0,-10 73 69 0 0,-1 0 10 0 0,-1 96 216 0 0,2-61-91 0 0,-12 117 75 0 0,16-143-158 0 0,-2 73 42 0 0,6-2-40 0 0,10 227 214 0 0,17-108-155 0 0,-15-194-113 0 0,6 46 4 0 0,-8-120-86 0 0,13 130 52 0 0,-19-141-58 0 0,0 17 29 0 0,10 67 1 0 0,-3-73-2 0 0,-2-13 35 0 0,5 61-1 0 0,-11-88-72 0 0,0 29 60 0 0,2 0 1 0 0,11 61 0 0 0,-2-32 0 0 0,-2-1 0 0 0,0 69 0 0 0,3-35 12 0 0,-7-61-9 0 0,2 58 0 0 0,-3 62 134 0 0,-2 21-31 0 0,8 148 296 0 0,-4-70-205 0 0,-5-36-6 0 0,-1-164-201 0 0,-1 1 0 0 0,-10 57 0 0 0,8-32 23 0 0,4-59-40 0 0,-2 0 1 0 0,-4 33-1 0 0,0-21 57 0 0,-4 45-1 0 0,0-35-27 0 0,-1-1 5 0 0,9-33-59 0 0,0 0 0 0 0,-1 1-1 0 0,1-1 1 0 0,-1 0 0 0 0,-1 0-1 0 0,0 0 1 0 0,-4 8 0 0 0,0 18 35 0 0,7-30-43 0 0,-1 1-1 0 0,1-1 1 0 0,-1 0-1 0 0,0 0 1 0 0,0 0-1 0 0,-3 6 1 0 0,1-3 3 0 0,0 0 0 0 0,1 0 0 0 0,-1 0 0 0 0,1 0 1 0 0,1 0-1 0 0,-1 1 0 0 0,1 8 0 0 0,0-9 0 0 0,-1 0 1 0 0,0 0-1 0 0,0 1 0 0 0,0-1 0 0 0,-7 12 1 0 0,-5 17 26 0 0,7-7-13 0 0,4-15-16 0 0,-1 0 1 0 0,0-1-1 0 0,-1 1 1 0 0,-12 22-1 0 0,-10 20 10 0 0,-9 26-14 0 0,-3 0-34 0 0,32-64 11 0 0,1 1-1 0 0,1 0 0 0 0,-4 27 0 0 0,2-10 7 0 0,1 0-21 0 0,3-1 0 0 0,0 1-1 0 0,3 0 1 0 0,7 65 0 0 0,13 11-93 0 0,-1-77 56 0 0,-17-32 67 0 0,0 1 0 0 0,0-1-1 0 0,1 1 1 0 0,0-1 0 0 0,-1 0 0 0 0,1 0-1 0 0,0 0 1 0 0,0 0 0 0 0,1 0 0 0 0,-1-1-1 0 0,1 1 1 0 0,5 2 0 0 0,51 21-30 0 0,-39-19 3 0 0,-7-2 20 0 0,1-1 0 0 0,-1-1 0 0 0,21 2 0 0 0,8 1-4 0 0,294 34-91 0 0,-250-33 88 0 0,12-5 1 0 0,-1-4 0 0 0,159-23 0 0 0,-5 0-2 0 0,88-5 20 0 0,-9 14-6 0 0,-73 7 0 0 0,-23 0 1 0 0,179-1-1 0 0,-223 10-1 0 0,896 47-12 0 0,-216 85-10 0 0,-544-52 24 0 0,-181-41-8 0 0,-14-5 2 0 0,126 31-10 0 0,144 29-28 0 0,298 30-70 0 0,-470-87 87 0 0,674 103-120 0 0,220 27-81 0 0,-257-65 113 0 0,-366-58 65 0 0,279-1-2 0 0,-657-37 44 0 0,222 4-13 0 0,-229-6 18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43:06.10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546 1 3712 0 0,'0'0'304'0'0,"-3"0"-244"0"0,0 0-34 0 0,1 1 0 0 0,0-1 1 0 0,-1 1-1 0 0,1-1 0 0 0,0 1 0 0 0,0 0 0 0 0,0 0 1 0 0,0 0-1 0 0,0 0 0 0 0,0 0 0 0 0,0 1 1 0 0,0-1-1 0 0,0 1 0 0 0,0-1 0 0 0,1 1 0 0 0,-1 0 1 0 0,1-1-1 0 0,-1 1 0 0 0,1 0 0 0 0,-1 0 1 0 0,1 0-1 0 0,0 0 0 0 0,0 0 0 0 0,0 0 0 0 0,0 0 1 0 0,0 4-1 0 0,-36 162 1344 0 0,30-148-1243 0 0,-1 0 0 0 0,-18 32 0 0 0,0 0 55 0 0,16-30-128 0 0,6-13-25 0 0,-1 0 1 0 0,2 0-1 0 0,-1 1 1 0 0,-3 18-1 0 0,-13 46 113 0 0,15-58-106 0 0,0 1 0 0 0,1 0 0 0 0,-4 28 0 0 0,-4 38 260 0 0,1-18-106 0 0,-1 33 134 0 0,-3-35 67 0 0,-3 27 69 0 0,17-74-321 0 0,-2 0-1 0 0,0 0 1 0 0,-9 24 0 0 0,6-22 23 0 0,-6 36 0 0 0,6-21 120 0 0,-16 50 0 0 0,11-49 19 0 0,-6 44 0 0 0,-54 410 2091 0 0,67-455-2141 0 0,2 0-1 0 0,2 40 0 0 0,1-28 101 0 0,0 50 89 0 0,-3 102 414 0 0,-17 81 23 0 0,3-74-422 0 0,7 6-70 0 0,1-23-110 0 0,0-20-26 0 0,4-17-68 0 0,4-36-39 0 0,-6-14-36 0 0,-2 391 337 0 0,24-291-295 0 0,16 120 44 0 0,14 32-29 0 0,-36-269-104 0 0,25 267 154 0 0,-23-224-121 0 0,-4 24 39 0 0,-2-3-26 0 0,7 7 15 0 0,-1-48-39 0 0,-7-75-58 0 0,23 139 104 0 0,-6-11-22 0 0,-2-39 39 0 0,-13-89-96 0 0,4 55 0 0 0,0 212 220 0 0,-27-15-38 0 0,7-165-136 0 0,-9 54 62 0 0,10-44-73 0 0,-19 630 502 0 0,20-503-289 0 0,-2-158-127 0 0,8-66-117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45:24.4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44 54 5824 0 0,'4'-3'42'0'0,"14"-8"10"0"0,-16 9-37 0 0,-1 0-1 0 0,0 1 0 0 0,0-1 0 0 0,0 0 0 0 0,0 0 0 0 0,0 0 0 0 0,0 0 1 0 0,-1 0-1 0 0,1 0 0 0 0,-1 0 0 0 0,1 0 0 0 0,-1 0 0 0 0,0 0 0 0 0,1-10 1327 0 0,-19 26-910 0 0,13-8-355 0 0,1 1 0 0 0,-1 0 0 0 0,1 1 1 0 0,1-1-1 0 0,-1 1 0 0 0,1 0 0 0 0,1 0 1 0 0,-4 12-1 0 0,-8 75 316 0 0,8-42-222 0 0,4-31-18 0 0,0 43 1 0 0,3-21-10 0 0,-1-17-7 0 0,2 0 0 0 0,7 38 0 0 0,-4-36 16 0 0,2 52 1 0 0,2 111 276 0 0,-9 35 330 0 0,3 91 205 0 0,0-136-229 0 0,23 221 361 0 0,-25-247-449 0 0,-21 166 1 0 0,19-309-599 0 0,-3 117 181 0 0,-3 23 170 0 0,1-2-86 0 0,6-126-253 0 0,5 84 256 0 0,-2 45-22 0 0,-5 7 11 0 0,3-101-195 0 0,-1-47-97 0 0,-4 417 563 0 0,21-21-114 0 0,-10-322-400 0 0,14 47 69 0 0,-12-92-66 0 0,4 68 0 0 0,6 146 96 0 0,-3-131-28 0 0,-13-107-71 0 0,-2-16-46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45:28.68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1 246 6424 0 0,'14'2'9'0'0,"-6"0"3"0"0,4 2 13 0 0,11 1 26 0 0,-23-5-45 0 0,1 0-1 0 0,-1 0 0 0 0,1 0 1 0 0,-1 0-1 0 0,0 0 1 0 0,1 0-1 0 0,-1-1 1 0 0,1 1-1 0 0,-1 0 1 0 0,0 0-1 0 0,1-1 1 0 0,-1 1-1 0 0,0 0 0 0 0,1 0 1 0 0,-1-1-1 0 0,0 1 1 0 0,1 0-1 0 0,-1-1 1 0 0,0 1-1 0 0,0-1 1 0 0,1 1-1 0 0,-1 0 0 0 0,0-1 1 0 0,0 1-1 0 0,0-1 1 0 0,0 1-1 0 0,0 0 1 0 0,1-1-1 0 0,-1 1 1 0 0,0-1-1 0 0,0 1 0 0 0,0-1 1 0 0,0 1-1 0 0,0 0 1 0 0,0-1-1 0 0,0 1 1 0 0,-1-2-1 0 0,1 2 42 0 0,0 0 0 0 0,0-1 0 0 0,0 1 0 0 0,0-1 0 0 0,0 1 0 0 0,0-1 0 0 0,0 1 0 0 0,0-1 0 0 0,0 1 0 0 0,0 0 0 0 0,0-1 0 0 0,0 1 0 0 0,0-1 0 0 0,0 1-1 0 0,1-1 1 0 0,-1 1 0 0 0,0 0 0 0 0,0-1 0 0 0,0 1 0 0 0,1-1 0 0 0,-1 1 0 0 0,0 0 0 0 0,1-1 0 0 0,-1 1 0 0 0,0 0 0 0 0,1-1 0 0 0,-1 1 0 0 0,0 0 0 0 0,1 0 0 0 0,-1-1 0 0 0,0 1 0 0 0,1 0 0 0 0,-1 0 0 0 0,1 0 0 0 0,-1-1-1 0 0,1 1 1 0 0,-1 0 0 0 0,0 0 0 0 0,1 0 0 0 0,-1 0 0 0 0,1 0 0 0 0,-1 0 0 0 0,1 0 0 0 0,0 0 0 0 0,19 8 343 0 0,-18-6-367 0 0,1-1 1 0 0,0 0-1 0 0,-1 1 1 0 0,1-1 0 0 0,0 0-1 0 0,0-1 1 0 0,0 1-1 0 0,0-1 1 0 0,3 1-1 0 0,-4-1-12 0 0,0 1 1 0 0,-1-1-1 0 0,1 1 0 0 0,-1-1 0 0 0,1 1 0 0 0,-1 0 0 0 0,1 0 0 0 0,-1-1 0 0 0,1 1 0 0 0,-1 0 1 0 0,0 0-1 0 0,2 2 0 0 0,11 5 132 0 0,17 15 80 0 0,-24-20-189 0 0,1-1 0 0 0,0 1 0 0 0,0-1 0 0 0,0 0 0 0 0,0-1 0 0 0,0 0 0 0 0,10 0 0 0 0,71-1 143 0 0,-52-3-18 0 0,60-14 0 0 0,6 1 153 0 0,-86 12-214 0 0,1 2 0 0 0,-1 1 0 0 0,0 0 1 0 0,0 1-1 0 0,21 2 0 0 0,33 0 202 0 0,122-19 552 0 0,-129 9-508 0 0,75-4 260 0 0,-121 11-479 0 0,1 2 1 0 0,-1 0-1 0 0,1 2 1 0 0,-1 0 0 0 0,27 8-1 0 0,84 30 377 0 0,-88-28-249 0 0,1-2 0 0 0,0-1 0 0 0,63 4 0 0 0,-103-13-241 0 0,242 21 846 0 0,-205-18-692 0 0,-22-1-82 0 0,1-1 1 0 0,0-1-1 0 0,0 0 1 0 0,0-2-1 0 0,0 0 1 0 0,35-7-1 0 0,-24 1 64 0 0,55-23 0 0 0,-57 18-43 0 0,2 1-1 0 0,0 1 0 0 0,41-8 1 0 0,-33 8 12 0 0,-28 7-75 0 0,0 0 0 0 0,0 1 0 0 0,1 0-1 0 0,14-1 1 0 0,-14 2-14 0 0,-1 0 0 0 0,1 0-1 0 0,-1-1 1 0 0,1-1 0 0 0,-1 0-1 0 0,0 0 1 0 0,0 0 0 0 0,12-8-1 0 0,24-8 76 0 0,-14 5-49 0 0,-23 10-32 0 0,-1 0-1 0 0,1 1 1 0 0,-1 0-1 0 0,12-2 1 0 0,97-25 272 0 0,-43 13-70 0 0,116-59 279 0 0,-159 65-400 0 0,0 2 1 0 0,0 1-1 0 0,1 1 0 0 0,0 2 1 0 0,37-2-1 0 0,-56 6-72 0 0,1 1 0 0 0,-1 1-1 0 0,1 0 1 0 0,-1 1 0 0 0,1 0 0 0 0,-1 1-1 0 0,0 0 1 0 0,0 1 0 0 0,0 1 0 0 0,0 0-1 0 0,19 11 1 0 0,-1 2 61 0 0,-2 2-1 0 0,0 1 0 0 0,26 26 1 0 0,78 60 183 0 0,-72-60-113 0 0,-19-17-50 0 0,2-2 0 0 0,0-1 1 0 0,2-3-1 0 0,1-1 0 0 0,54 18 0 0 0,-51-26 11 0 0,1-1-1 0 0,70 9 0 0 0,-96-19-65 0 0,42 3 61 0 0,1-2 0 0 0,109-7 0 0 0,-110 0-57 0 0,5-3 38 0 0,71-13 0 0 0,21-3 70 0 0,-41 9-45 0 0,65-2 65 0 0,119 3 36 0 0,26 0-9 0 0,-58 6 15 0 0,53-22-117 0 0,-266 20-83 0 0,188-26 100 0 0,383-31 189 0 0,-432 61-173 0 0,296 35-1 0 0,-342-14-83 0 0,176 23 4 0 0,283 83 82 0 0,-432-83-133 0 0,-4 0 7 0 0,-43-8 23 0 0,212 24 0 0 0,149-19-1 0 0,-346-27-24 0 0,259 11 33 0 0,-143-10-16 0 0,-186-10-30 0 0,59-2 8 0 0,121-14 5 0 0,84-6 6 0 0,-209 12-24 0 0,78-9 4 0 0,-112 8-4 0 0,32-4 0 0 0,79-6-3 0 0,-45 8 0 0 0,37-1 0 0 0,365-43-1 0 0,-170 26-7 0 0,12-2 1 0 0,-234 21 7 0 0,-92 6 0 0 0,101-3 2 0 0,200-17 6 0 0,71-19 21 0 0,-258 27-5 0 0,17 3-3 0 0,45-5 10 0 0,46-10-3 0 0,-71-2-4 0 0,-23 0 17 0 0,104 6 9 0 0,-208 11-23 0 0,-52 5-5 0 0,82 0-1 0 0,265-9 99 0 0,-203 13-65 0 0,-123 5-30 0 0,106 7 38 0 0,-122-3-29 0 0,1 2-1 0 0,109 29 1 0 0,-94-19 2 0 0,128 42 43 0 0,-169-45-57 0 0,-1 2-1 0 0,51 31 1 0 0,-63-33-14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45:33.35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232 288 5416 0 0,'1'4'39'0'0,"-1"0"-524"0"0,5 26 3613 0 0,-4-28-2937 0 0,31 4 322 0 0,10-1-353 0 0,-22-2-45 0 0,1-1 0 0 0,0-1 0 0 0,0-1 0 0 0,38-4 0 0 0,92-20 542 0 0,-91 14-495 0 0,-17 2 141 0 0,78-3-1 0 0,-89 11-72 0 0,0-1-1 0 0,0-1 1 0 0,48-11 0 0 0,-64 10-152 0 0,1 1 1 0 0,-1 1 0 0 0,1 0 0 0 0,18 3 0 0 0,-17-1 23 0 0,1-1 1 0 0,36-5 0 0 0,-45 4-56 0 0,1 0 0 0 0,0 1-1 0 0,-1 0 1 0 0,16 2 0 0 0,14 1 49 0 0,21 0 31 0 0,-43-1-25 0 0,1-1-1 0 0,24-1 1 0 0,-3-1 152 0 0,0 1 1 0 0,0 2 0 0 0,0 2-1 0 0,59 14 1 0 0,-10 9 41 0 0,-58-17-74 0 0,33 8 1 0 0,-19-6 70 0 0,-31-8-223 0 0,-1-1-1 0 0,1 0 0 0 0,17 2 1 0 0,92 12 512 0 0,49 11 236 0 0,-84-10-169 0 0,-55-13-535 0 0,162 32 482 0 0,-153-27-401 0 0,0 2 0 0 0,60 27 0 0 0,-17-10 227 0 0,-31-11-262 0 0,-33-12-71 0 0,0 0 0 0 0,1-1 0 0 0,0-1 0 0 0,-1-1-1 0 0,38 0 1 0 0,111-12 371 0 0,-19 0-37 0 0,-79 5-242 0 0,-44 2 0 0 0,49 2 0 0 0,114 10 340 0 0,257-6 247 0 0,-43-24-130 0 0,-245 8-456 0 0,-99 6-68 0 0,0 2 1 0 0,69 5-1 0 0,-56 3 65 0 0,145-8-1 0 0,-181 2-93 0 0,70 7 0 0 0,-65-1 34 0 0,48-3 0 0 0,459-52 523 0 0,-323 33-435 0 0,26-4 4 0 0,194-31 105 0 0,-342 43-199 0 0,2 4-1 0 0,-1 5 0 0 0,107 13 1 0 0,-178-9-87 0 0,315 33 193 0 0,-43 15-88 0 0,-239-36-51 0 0,0 4 0 0 0,93 37-1 0 0,-2 6 14 0 0,3-8-1 0 0,1-7 0 0 0,190 30 1 0 0,-230-61 11 0 0,131 0 1 0 0,-244-15-97 0 0,334-15 170 0 0,-231 6-135 0 0,239-26 53 0 0,-234 27-71 0 0,213-8 56 0 0,326 12 23 0 0,-393 9-60 0 0,-136-1-15 0 0,380 19 120 0 0,-137-22-55 0 0,-233-2-69 0 0,457-9 114 0 0,163-13-30 0 0,-593 1-87 0 0,21 0-3 0 0,-78 9-2 0 0,111-27-1 0 0,-58 8 2 0 0,573-97 50 0 0,-624 109-61 0 0,98-15 2 0 0,26-3 14 0 0,89-10-5 0 0,99 0-8 0 0,-356 40-12 0 0,149-8 5 0 0,278 26 33 0 0,-250-4-25 0 0,144 15 9 0 0,-299-18-19 0 0,28 3 6 0 0,2 4 9 0 0,-65-8-6 0 0,93 19 0 0 0,2 4 3 0 0,-110-19 3 0 0,62 2 0 0 0,-66-6-8 0 0,-19-1-4 0 0,-1-1-1 0 0,1 0 0 0 0,15-3 0 0 0,-18 2 3 0 0,-1 0-1 0 0,0 0 0 0 0,0 1 1 0 0,13 3-1 0 0,28 2 46 0 0,-45-6-67 0 0,-6 0 15 0 0,-1 0 0 0 0,1 1 0 0 0,0-1 0 0 0,-1 0 0 0 0,1 0 0 0 0,-1 0 0 0 0,1 0 0 0 0,0 0 0 0 0,-1 0 0 0 0,1 0 0 0 0,0 0 0 0 0,-1 0 0 0 0,1 0 0 0 0,0 0 0 0 0,-1 0 0 0 0,1 0 0 0 0,-1-1 0 0 0,1 1 0 0 0,0 0 0 0 0,-1 0 0 0 0,1-1 0 0 0,-1 1 0 0 0,1 0 0 0 0,-1-1 0 0 0,1 1 0 0 0,-1-1 0 0 0,1 1 0 0 0,-1 0 0 0 0,1-1 0 0 0,-1 1 0 0 0,1-1 0 0 0,-1 1 0 0 0,0-1 0 0 0,1 0 0 0 0,-1 1 0 0 0,0-1 0 0 0,0 1 0 0 0,1-2 0 0 0,-1 1 5 0 0,1-33 31 0 0,-10 20-29 0 0,-2 0 0 0 0,0 0 0 0 0,0 1 0 0 0,-2 0 0 0 0,1 1 0 0 0,-1 1 0 0 0,-1 0 0 0 0,-24-15 0 0 0,20 17-5 0 0,0 1-1 0 0,-1 1 0 0 0,0 0 0 0 0,-34-6 0 0 0,22 5-2 0 0,-11 0 5 0 0,-1 2 0 0 0,-70-3-1 0 0,48 6-1 0 0,-164 5 11 0 0,151 1-16 0 0,-515 21 23 0 0,273-16-17 0 0,156-5-4 0 0,-214-3-2 0 0,114-11 0 0 0,64 0 0 0 0,-436-27 0 0 0,286 9 0 0 0,-401-43-1 0 0,174 28-14 0 0,481 41 14 0 0,-394 0-14 0 0,68 16 0 0 0,54-9-7 0 0,168-4 3 0 0,-85-10-11 0 0,193 5 21 0 0,-395-6-79 0 0,385 9 75 0 0,-55 4-24 0 0,-77-4-15 0 0,28-1 2 0 0,52 2 4 0 0,15-1 3 0 0,74 3 28 0 0,-106 8-33 0 0,7 8 1 0 0,-146 22-58 0 0,-102 28 15 0 0,150-27 26 0 0,59-9-4 0 0,-234 6 1 0 0,412-36 64 0 0,-234-2-34 0 0,-142-14-49 0 0,290 13 60 0 0,-103 4-6 0 0,64 0 15 0 0,-347-23-43 0 0,352 12 46 0 0,-52-7-13 0 0,-30-2-7 0 0,89 8 19 0 0,-94-1-11 0 0,-103-3-23 0 0,186 4 34 0 0,-231-32-14 0 0,-52-2-12 0 0,240 34 34 0 0,-218 1-11 0 0,141 5 6 0 0,138-1 8 0 0,-158-11-4 0 0,-13-1 0 0 0,-62 0-14 0 0,282 13 20 0 0,-129 5-7 0 0,34-3-1 0 0,1 7-1 0 0,-262 41 1 0 0,123-10-1 0 0,207-20-2 0 0,17-1 6 0 0,-243 38-26 0 0,226-34 5 0 0,-120 5 0 0 0,112-16 11 0 0,33-1-12 0 0,0-3-1 0 0,-120-11 1 0 0,-79-13-48 0 0,80 7 35 0 0,177 12 30 0 0,1 1 0 0 0,-1 1 0 0 0,0 0 0 0 0,0 2 0 0 0,1 1 0 0 0,0 1 0 0 0,-26 9 0 0 0,42-10 3 0 0,0 3-6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45:37.91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1865 15176 0 0,'8'1'6'0'0,"5"0"44"0"0,-1 1 109 0 0,7 0 832 0 0,12 6 2570 0 0,-8-2-3529 0 0,0-2 0 0 0,1-1 0 0 0,31 1 0 0 0,-25-2-32 0 0,74-5-498 0 0,-77 3 337 0 0,51-8-1 0 0,-24 2-177 0 0,79-9-338 0 0,34-2 28 0 0,7 16 217 0 0,-73 2 309 0 0,0 4 0 0 0,106 19-1 0 0,-32 2 28 0 0,85 15 40 0 0,429 56 55 0 0,-453-87 19 0 0,-1 1 47 0 0,38-1 31 0 0,-54 2 4 0 0,-8-8 109 0 0,-31-3 15 0 0,-83-3-127 0 0,186 6 458 0 0,218 17 252 0 0,-390-20-672 0 0,15 1 152 0 0,171 18 421 0 0,54 4-208 0 0,67-13 112 0 0,-2-36-38 0 0,-32-7-264 0 0,820-32 546 0 0,-928 52-719 0 0,-145 5-72 0 0,521 9 345 0 0,-572 3-380 0 0,269 23 176 0 0,59 14 172 0 0,-185-21-233 0 0,-16-13-22 0 0,-72-5-2 0 0,32-2 21 0 0,-80-2-81 0 0,226 3 193 0 0,201 8 150 0 0,-221-2-226 0 0,-78-10-80 0 0,-111-1-52 0 0,-5 0-1 0 0,65 0 54 0 0,83 1 38 0 0,73 18 56 0 0,217 16 78 0 0,-219-42-117 0 0,-144 0-65 0 0,-2-5 32 0 0,0-1 10 0 0,-88 10-85 0 0,41-1 53 0 0,319-15 224 0 0,-404 19-293 0 0,124-5 68 0 0,26-3 12 0 0,-11 5-30 0 0,31-2 34 0 0,18 0-9 0 0,-95 0-58 0 0,116-11 31 0 0,-102 8-25 0 0,-73 7-33 0 0,329-23 114 0 0,-274 25-106 0 0,-44 2-14 0 0,64 6 28 0 0,-18 1 2 0 0,-53-6-22 0 0,149-6 14 0 0,-59-9-4 0 0,-111 5-19 0 0,-1-3-1 0 0,59-20 0 0 0,-13 3 15 0 0,-82 24-17 0 0,0-1-1 0 0,-1 0 0 0 0,0-2 1 0 0,0 0-1 0 0,0-1 0 0 0,-1-1 1 0 0,-1 0-1 0 0,0-2 0 0 0,0 0 1 0 0,-1-1-1 0 0,-1 0 0 0 0,0-1 1 0 0,-1-1-1 0 0,0-1 0 0 0,-2 0 1 0 0,18-27-1 0 0,83-145 63 0 0,-80 135-31 0 0,-32 50-37 0 0,0 0 0 0 0,0 0 0 0 0,0-1 0 0 0,-1 1 0 0 0,1-1 0 0 0,-1 1-1 0 0,0 0 1 0 0,0-7 0 0 0,0-8 7 0 0,2 15-8 0 0,-4-11 3 0 0,0 6-6 0 0,1 4 2 0 0,-1 1 0 0 0,1-1 0 0 0,-1 0-1 0 0,0 1 1 0 0,-1-1 0 0 0,1 1 0 0 0,-5-5 0 0 0,1 2-1 0 0,0 0 1 0 0,-1 1 0 0 0,0-1 0 0 0,0 2-1 0 0,-1-1 1 0 0,0 1 0 0 0,-14-7-1 0 0,-64-17 11 0 0,58 23-12 0 0,0 1 0 0 0,-1 1 0 0 0,1 2 0 0 0,0 1 0 0 0,-35 4 0 0 0,29-2 0 0 0,-39 5 0 0 0,-91 21 0 0 0,53-7 0 0 0,-80 15 0 0 0,-60 9 0 0 0,91-19-5 0 0,-105 11-6 0 0,-164-8-5 0 0,-409-23-74 0 0,713-9 84 0 0,-237-4-42 0 0,118 5 8 0 0,-17-1-16 0 0,-105 4-6 0 0,32 0-4 0 0,-64-4 20 0 0,367 3 43 0 0,-684 10-83 0 0,602-6 77 0 0,-71-2 0 0 0,19 4-2 0 0,61-1 6 0 0,-255 7-11 0 0,100-2 1 0 0,-559 9-10 0 0,118-23 9 0 0,-97 8-6 0 0,-664-3-28 0 0,1285-2 44 0 0,-85 2-3 0 0,70 2 2 0 0,-44 1-7 0 0,81 5 9 0 0,-412 25-17 0 0,347-19 19 0 0,-510 48-17 0 0,311-24 7 0 0,280-28-7 0 0,-146 7-4 0 0,97-8 1 0 0,77-3 5 0 0,-366 17-40 0 0,78 2-39 0 0,-177-2-60 0 0,8-39 6 0 0,380 11 99 0 0,-114-5-30 0 0,22-17 22 0 0,27 2 14 0 0,116 6 1 0 0,15 1 17 0 0,-123-16-61 0 0,-93-22-107 0 0,314 51 163 0 0,0-1 1 0 0,-31-10 0 0 0,46 12 20 0 0,0 0 1 0 0,0 0 0 0 0,1-1 0 0 0,-1 0 0 0 0,1-1 0 0 0,0 0 0 0 0,0 0 0 0 0,0 0 0 0 0,-9-11 0 0 0,-40-38-104 0 0,55 53 109 0 0,1 1 0 0 0,-1-1-1 0 0,1 0 1 0 0,0 1 0 0 0,-1-1 0 0 0,1 0 0 0 0,0 0 0 0 0,0 1 0 0 0,0-1-1 0 0,0 0 1 0 0,-1 0 0 0 0,1 1 0 0 0,0-1 0 0 0,0 0 0 0 0,1 0 0 0 0,-1 0 0 0 0,0 1-1 0 0,0-1 1 0 0,0 0 0 0 0,0 0 0 0 0,1 1 0 0 0,-1-1 0 0 0,0 0 0 0 0,1 1-1 0 0,-1-1 1 0 0,0 0 0 0 0,1 1 0 0 0,-1-1 0 0 0,1 0 0 0 0,-1 1 0 0 0,1-1-1 0 0,-1 1 1 0 0,1-1 0 0 0,0 1 0 0 0,-1-1 0 0 0,1 1 0 0 0,0-1 0 0 0,-1 1-1 0 0,1 0 1 0 0,1-1 0 0 0,40-22-11 0 0,-22 12-23 0 0,20-10-12 0 0,-31 17 39 0 0,0-1 0 0 0,-1 1-1 0 0,0-1 1 0 0,0-1-1 0 0,10-8 1 0 0,-17 13 9 0 0,1 0 0 0 0,-1-1 0 0 0,1 1 0 0 0,-1-1 0 0 0,1 1 0 0 0,-1-1 0 0 0,0 0 0 0 0,0 1 0 0 0,0-1 0 0 0,0 0 0 0 0,0 0 0 0 0,0 0 0 0 0,-1 0 0 0 0,1 0 0 0 0,0 0 0 0 0,-1 0 1 0 0,0 0-1 0 0,1 0 0 0 0,-1 0 0 0 0,0 0 0 0 0,0 0 0 0 0,-1-4 0 0 0,1-9-32 0 0,-2 1 17 0 0,-50-83-153 0 0,31 55 65 0 0,-2 0-1 0 0,-2 1 0 0 0,-35-44 1 0 0,-86-72-377 0 0,101 110 390 0 0,37 39 63 0 0,1-1-1 0 0,0 0 0 0 0,1 0 1 0 0,0-1-1 0 0,0 0 0 0 0,1 0 1 0 0,-7-19-1 0 0,2-2-71 0 0,-7-44 0 0 0,11 49 57 0 0,1 4-24 0 0,-14-33 0 0 0,-1-1-34 0 0,11 36 68 0 0,8 19 32 0 0,0-1 0 0 0,0 1-1 0 0,0-1 1 0 0,0 0 0 0 0,0 1-1 0 0,1-1 1 0 0,-1 0-1 0 0,1 1 1 0 0,-1-1 0 0 0,1 0-1 0 0,0 0 1 0 0,-1 0 0 0 0,1 1-1 0 0,0-1 1 0 0,1-3 0 0 0,0-5-12 0 0,0 1 1 0 0,1 0-1 0 0,0-1 1 0 0,0 1 0 0 0,1 1-1 0 0,0-1 1 0 0,1 0-1 0 0,0 1 1 0 0,1-1 0 0 0,8-12-1 0 0,0 5 8 0 0,1 1-1 0 0,0 1 1 0 0,1 0-1 0 0,1 0 1 0 0,0 1 0 0 0,0 2-1 0 0,2-1 1 0 0,27-13-1 0 0,-18 13-2 0 0,1 1 0 0 0,0 2-1 0 0,1 0 1 0 0,0 2 0 0 0,37-5-1 0 0,26-4 12 0 0,35-3 0 0 0,30-1 0 0 0,65-5 0 0 0,443 37 0 0 0,-416-8 0 0 0,-173-5 0 0 0,401-5-24 0 0,-115 9-26 0 0,203 19-66 0 0,-179 30-38 0 0,-16-2-7 0 0,-165-30 44 0 0,99 7-54 0 0,-192-23 115 0 0,453 9-175 0 0,-458-11 197 0 0,97-4-58 0 0,103-3-67 0 0,-72 4 59 0 0,-108-2 64 0 0,411-27-145 0 0,-285 7 82 0 0,-55 6 72 0 0,175 2-3 0 0,0 33 28 0 0,-279-9 5 0 0,58 1 2 0 0,-23-6 27 0 0,187 29-1 0 0,-275-27-16 0 0,-2 2-1 0 0,1 1 1 0 0,-1 2 0 0 0,52 22-1 0 0,28 22 44 0 0,-103-46-45 0 0,2 1 13 0 0,-1-1 0 0 0,35 11 1 0 0,-20-4 4 0 0,-28-14-27 0 0,-1 0 1 0 0,1 0 0 0 0,-1 0-1 0 0,1 0 1 0 0,0 0 0 0 0,0-1-1 0 0,0 0 1 0 0,0 0 0 0 0,0 0 0 0 0,5 0-1 0 0,-5 0 1 0 0,-1 0 1 0 0,0 0-1 0 0,1 1 0 0 0,-1-1 0 0 0,0 1 0 0 0,0-1 0 0 0,0 1 0 0 0,0 0 0 0 0,0 0 0 0 0,-1 0 1 0 0,6 5-1 0 0,-2 1-1 0 0,-5-7-3 0 0,-1 0 0 0 0,0 0-1 0 0,0 0 1 0 0,0 0 0 0 0,0 0-1 0 0,0 1 1 0 0,0-1-1 0 0,0 0 1 0 0,0 0 0 0 0,-1 0-1 0 0,1 0 1 0 0,0 0 0 0 0,-1 0-1 0 0,1 0 1 0 0,0 1 0 0 0,-1-1-1 0 0,0 0 1 0 0,1-1-1 0 0,-1 1 1 0 0,0 0 0 0 0,1 0-1 0 0,-1 0 1 0 0,-1 1 0 0 0,-5 5 0 0 0,1 0 0 0 0,-2 0 1 0 0,1-1-1 0 0,-14 9 0 0 0,-3 3-1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45:43.9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88 3854 8936 0 0,'4'-2'737'0'0,"0"0"-479"0"0,3-1 256 0 0,-1 0 0 0 0,1-1 0 0 0,-1 0 0 0 0,0 0-1 0 0,9-7 1 0 0,-11 7-321 0 0,0 1-1 0 0,1-1 0 0 0,0 1 0 0 0,-1 0 1 0 0,1 1-1 0 0,1-1 0 0 0,-1 1 1 0 0,0 0-1 0 0,10-2 0 0 0,1-2 115 0 0,8-1-20 0 0,0 0 0 0 0,35-4 0 0 0,-9 1-82 0 0,2 3-169 0 0,1 2 0 0 0,0 2 0 0 0,71 5 0 0 0,-27 0-11 0 0,66-3-35 0 0,332 8-50 0 0,92 26 35 0 0,31-3 33 0 0,-423-28 9 0 0,-48-2-4 0 0,-38-1-1 0 0,35 2 59 0 0,237 21 259 0 0,-9 0 93 0 0,-95-15 16 0 0,-76-4-113 0 0,-14 6-10 0 0,-101-7 9 0 0,130 20 0 0 0,-38 13 17 0 0,13 3 265 0 0,236 16 0 0 0,52-21 111 0 0,-21-2-110 0 0,-368-26-524 0 0,199 5 200 0 0,-138-7-135 0 0,-74 0-3 0 0,98-9-1 0 0,225-13 209 0 0,-213 14-220 0 0,64 2 65 0 0,82-5 58 0 0,-11-2 15 0 0,70-5 78 0 0,-135-1-213 0 0,141-14 119 0 0,-152 8-99 0 0,-186 18-117 0 0,138-9 66 0 0,263-28 138 0 0,104-20 113 0 0,-432 63-272 0 0,-39 1 15 0 0,22 0 0 0 0,61-2 103 0 0,74-12 48 0 0,-225 8-222 0 0,-1-1 0 0 0,1-1 1 0 0,-1-1-1 0 0,-1-1 0 0 0,1-2 1 0 0,37-17-1 0 0,-8-1 59 0 0,-1-1 0 0 0,59-43 0 0 0,-104 64-78 0 0,1-1 0 0 0,-1 0 0 0 0,-1 0 0 0 0,0 0-1 0 0,0-1 1 0 0,-1 0 0 0 0,0 0 0 0 0,0-1 0 0 0,-1 0 0 0 0,0 0 0 0 0,5-18 0 0 0,4-13 32 0 0,11-65 0 0 0,-24 103-41 0 0,3-18 19 0 0,-2 1 1 0 0,2-30-1 0 0,-4 45-15 0 0,-1 0-1 0 0,1-1 1 0 0,-1 1-1 0 0,0 0 1 0 0,0 0 0 0 0,0 0-1 0 0,-1 0 1 0 0,0 0-1 0 0,0 0 1 0 0,0 0-1 0 0,-1 1 1 0 0,1-1 0 0 0,-1 1-1 0 0,0-1 1 0 0,-4-3-1 0 0,1 2 3 0 0,0 0-1 0 0,-1 0 0 0 0,0 1 0 0 0,0 0 0 0 0,0 0 1 0 0,-1 1-1 0 0,0-1 0 0 0,-11-3 0 0 0,-2 1 5 0 0,0 0 0 0 0,0 2 0 0 0,0 0 1 0 0,-1 2-1 0 0,0 0 0 0 0,-32 0 0 0 0,-141 11 45 0 0,69-1-23 0 0,-192 11 16 0 0,187-8-33 0 0,-111 1 23 0 0,71-8-10 0 0,-10 0-9 0 0,-424-11 35 0 0,213 1-35 0 0,-163 3 8 0 0,-230 44-12 0 0,349-12-7 0 0,89-10 2 0 0,121-9-7 0 0,-161-5 15 0 0,223-5-14 0 0,-152-22 2 0 0,214 12-5 0 0,-417-47 36 0 0,84 2 11 0 0,339 41-42 0 0,-462-67 49 0 0,-14 38 17 0 0,230 53-39 0 0,182-2-25 0 0,-137 20 20 0 0,119-7-13 0 0,-151 27 17 0 0,151-18-17 0 0,-578 61 38 0 0,669-83-43 0 0,-343 15 34 0 0,191-20-15 0 0,152-4-22 0 0,-38-3 2 0 0,-48-5 2 0 0,-59-8 8 0 0,172 10-16 0 0,-94-17 18 0 0,109 16-17 0 0,25 6-3 0 0,1 0 1 0 0,-1-2-1 0 0,-29-11 1 0 0,-65-22 5 0 0,30 11-1 0 0,45 16-2 0 0,-1 1 0 0 0,-1 2 0 0 0,0 1 0 0 0,-65-1 0 0 0,87 7-5 0 0,-29-1 0 0 0,27 2 0 0 0,0-1 0 0 0,-41-7 0 0 0,53 6 0 0 0,0-3 0 0 0,1-4 0 0 0,7 9 0 0 0,1-1 0 0 0,0 1 0 0 0,-1-1 0 0 0,1 1 0 0 0,-1-1 0 0 0,1 1 0 0 0,0-1 0 0 0,-1 0 0 0 0,1 1 0 0 0,0-1 0 0 0,0 0 0 0 0,-1 1 0 0 0,1-1 0 0 0,0 0 0 0 0,0 1 0 0 0,0-1 0 0 0,0 0 0 0 0,0 1 0 0 0,0-1 0 0 0,0 0 0 0 0,0 0 0 0 0,0 1 0 0 0,0-1 0 0 0,0 0 0 0 0,1 1 0 0 0,-1-1 0 0 0,0 0 0 0 0,0 1 0 0 0,1-1 0 0 0,-1 0 0 0 0,0 1 0 0 0,1-2 0 0 0,0 2 0 0 0,1-8 0 0 0,1 0 0 0 0,0 0 0 0 0,1 1 0 0 0,0-1 0 0 0,0 1 0 0 0,0 0 0 0 0,1 0 0 0 0,0 0 0 0 0,0 1 0 0 0,7-7 0 0 0,14-18 0 0 0,-1-2 0 0 0,47-48 0 0 0,-71 79 0 0 0,93-88-4 0 0,-65 64 2 0 0,0-1-1 0 0,-2-2 1 0 0,-1 0 0 0 0,35-54-1 0 0,42-65-29 0 0,-34 34-15 0 0,-27 34 13 0 0,-10 13-20 0 0,6 6-17 0 0,-27 42 47 0 0,1 0 0 0 0,20-25-1 0 0,44-58-63 0 0,-20 23 4 0 0,-42 59 33 0 0,-2 0-1 0 0,17-38 1 0 0,-24 52 1 0 0,6-12-23 0 0,-11 18 71 0 0,0 0 1 0 0,0 0-1 0 0,0 0 1 0 0,1 0-1 0 0,-1-1 1 0 0,0 1-1 0 0,0 0 1 0 0,0 0-1 0 0,1 0 1 0 0,-1-1-1 0 0,0 1 0 0 0,0 0 1 0 0,0 0-1 0 0,0 0 1 0 0,0-1-1 0 0,0 1 1 0 0,0 0-1 0 0,0 0 1 0 0,1-1-1 0 0,-1 1 1 0 0,0 0-1 0 0,0 0 0 0 0,0-1 1 0 0,0 1-1 0 0,0 0 1 0 0,0 0-1 0 0,0-1 1 0 0,0 1-1 0 0,-1 0 1 0 0,1 0-1 0 0,0-1 1 0 0,0 1-1 0 0,0 0 1 0 0,0 0-1 0 0,0-1 0 0 0,0 1 1 0 0,0 0-1 0 0,0 0 1 0 0,-1 0-1 0 0,1-1 1 0 0,0 1-1 0 0,0 0 1 0 0,-1 0-1 0 0,27-3-193 0 0,-9 5 156 0 0,-1 0 0 0 0,1-2 0 0 0,19 0-1 0 0,22 1-10 0 0,3 3-2 0 0,-39-4 21 0 0,0 2 1 0 0,31 6-1 0 0,-17-1-17 0 0,49 2 1 0 0,19 3-28 0 0,255 32-150 0 0,-151-31 135 0 0,245 21-57 0 0,-150 10 43 0 0,-231-35 88 0 0,238 36-66 0 0,-264-34 85 0 0,-22-2-270 0 0,-40-8 194 0 0,1-1-1 0 0,-24-3 1 0 0,-7 0 21 0 0,-52 1-51 0 0,-78 2-168 0 0,-258 44-117 0 0,-81 6 94 0 0,286-25 180 0 0,-81 5-13 0 0,209-21 95 0 0,-45 0-15 0 0,29-8 2 0 0,-354-16-110 0 0,335 4 120 0 0,40 4 5 0 0,-123-25 1 0 0,202 28 26 0 0,1 0 1 0 0,-1-2 0 0 0,1 0-1 0 0,0 0 1 0 0,-20-12 0 0 0,28 13 1 0 0,0-1 0 0 0,-1 0 0 0 0,2-1 0 0 0,-1 1 0 0 0,1-2 0 0 0,0 1 0 0 0,0-1-1 0 0,1 0 1 0 0,0 0 0 0 0,-5-10 0 0 0,9 14 1 0 0,1 1 0 0 0,0-1 0 0 0,0 0 0 0 0,0 0 0 0 0,0 1 0 0 0,1-1 0 0 0,0 0 0 0 0,-1 0 0 0 0,1 0 0 0 0,1-5 0 0 0,6-41 0 0 0,-7 50 0 0 0,5-23 1 0 0,1 0-1 0 0,1 0 0 0 0,1 1 1 0 0,1 0-1 0 0,12-21 1 0 0,68-102 3 0 0,-12 28 7 0 0,-19 9 5 0 0,29-43 12 0 0,-61 108-18 0 0,30-64 0 0 0,-28 49 5 0 0,0 2 4 0 0,-3-1-1 0 0,22-73 0 0 0,-8-27 62 0 0,-35 139-53 0 0,0-1 1 0 0,-2 1-1 0 0,0 0 0 0 0,-1-25 0 0 0,-9 5-2 0 0,2 18-11 0 0,6 17-11 0 0,-1 0-1 0 0,0 0 1 0 0,0-1-1 0 0,0 1 1 0 0,-1 0-1 0 0,1 0 1 0 0,-1 1 0 0 0,-3-6-1 0 0,-6-11 10 0 0,11 16-10 0 0,-8-8 2 0 0,-1 0-2 0 0,-1 1 2 0 0,8 8 2 0 0,-13-8-2 0 0,7 6-4 0 0,-4 0 0 0 0,0 4 0 0 0,-66 17-9 0 0,70-15 2 0 0,-2 2-1 0 0,1-2-1 0 0,7-1 8 0 0,1 0 0 0 0,-1-1 0 0 0,0 1 0 0 0,1-1 0 0 0,-1 1 0 0 0,0-1-1 0 0,0 0 1 0 0,0 1 0 0 0,1-1 0 0 0,-1 0 0 0 0,0 0 0 0 0,0 0 0 0 0,0-1 0 0 0,1 1 0 0 0,-1 0 0 0 0,0-1 0 0 0,0 1 0 0 0,1-1 0 0 0,-1 1 0 0 0,-3-3 0 0 0,4 3 0 0 0,-17-9 1 0 0,0 1 0 0 0,-1 1 0 0 0,0 1 0 0 0,0 0 0 0 0,-1 1 0 0 0,0 2 0 0 0,-29-3 0 0 0,41 5 0 0 0,-13-3 0 0 0,-1 0 0 0 0,1-1 0 0 0,-22-9 0 0 0,35 8 0 0 0,-3-2 0 0 0,2-2 0 0 0,2 2 0 0 0,3-3 0 0 0,4-1 0 0 0,1 1 2 0 0,4 1 3 0 0,-3 8-4 0 0,0 0 1 0 0,1 0-1 0 0,-1-1 1 0 0,0 1-1 0 0,1 0 1 0 0,-1 1-1 0 0,1-1 1 0 0,0 0-1 0 0,-1 1 1 0 0,1 0-1 0 0,0-1 1 0 0,0 1-1 0 0,0 0 1 0 0,0 0-1 0 0,0 1 1 0 0,0-1-1 0 0,0 1 0 0 0,4-1 1 0 0,1 0 2 0 0,9 0 0 0 0,0 1-1 0 0,0 0 1 0 0,-1 2 0 0 0,1-1 0 0 0,0 2-1 0 0,-1 0 1 0 0,31 11 0 0 0,-19-6 3 0 0,39 6 0 0 0,-25-7 12 0 0,0 2 0 0 0,55 20 1 0 0,21 6 14 0 0,17-2 2 0 0,96 20 3 0 0,219 28 14 0 0,349 27-29 0 0,-551-81-48 0 0,-55-8 7 0 0,-99-12 3 0 0,276 23-48 0 0,46-5-22 0 0,-195-10-11 0 0,-86-5 50 0 0,20 0-37 0 0,-60-12 33 0 0,62 2-12 0 0,-53 1 12 0 0,141-15 0 0 0,-12-4-29 0 0,62-16 25 0 0,-116 12 32 0 0,-12-2 18 0 0,36-3-2 0 0,205-22 5 0 0,-181 25 8 0 0,174-19 18 0 0,29 7 70 0 0,-412 35-91 0 0,216-6 52 0 0,64 0 129 0 0,-125 0-72 0 0,-28 1-31 0 0,212-1 132 0 0,113 0 61 0 0,-345 8-229 0 0,134 5 72 0 0,64-4 27 0 0,-72-4-26 0 0,-42-6 11 0 0,-36 0-46 0 0,61 1 28 0 0,15 0-29 0 0,538 7 211 0 0,-478-12-186 0 0,104-3 34 0 0,114 17 10 0 0,-326 13-90 0 0,-81-5-31 0 0,951 97 198 0 0,-998-99-219 0 0,52 7 12 0 0,178 20 38 0 0,-70-10-4 0 0,1-8 4 0 0,-146-12-42 0 0,166-8 37 0 0,-161 0-40 0 0,167-16 39 0 0,90 0 10 0 0,-184 18-43 0 0,36 1 27 0 0,81-2-12 0 0,-90-2-15 0 0,198-3 31 0 0,-250 3-42 0 0,291-3 50 0 0,-179 4-26 0 0,44 2-6 0 0,-93-1-13 0 0,-113 6-10 0 0,129 1 29 0 0,-130-4 0 0 0,94 15-1 0 0,-104-8-23 0 0,-25-2 6 0 0,102 24-1 0 0,26 24 47 0 0,-155-47-45 0 0,0 2 1 0 0,0 0-1 0 0,47 24 0 0 0,-64-26-7 0 0,-8-5-8 0 0,-1 0 0 0 0,1-1 0 0 0,-1 1 0 0 0,1-1 0 0 0,0 1 0 0 0,-1-1 0 0 0,1 0 0 0 0,0 0 0 0 0,0-1 0 0 0,0 1 0 0 0,5 0 0 0 0,5 14 45 0 0,-13-15-46 0 0,1 1 0 0 0,-1 0 1 0 0,1-1-1 0 0,-1 1 0 0 0,0 0 1 0 0,1 0-1 0 0,-1-1 0 0 0,0 1 1 0 0,1 0-1 0 0,-1 0 0 0 0,0 0 1 0 0,0-1-1 0 0,0 1 1 0 0,0 0-1 0 0,0 0 0 0 0,0 0 1 0 0,0 0-1 0 0,0-1 0 0 0,0 1 1 0 0,0 0-1 0 0,0 0 0 0 0,0 0 1 0 0,-1 0-1 0 0,1-1 0 0 0,0 1 1 0 0,-1 0-1 0 0,0 1 0 0 0,-115 130 60 0 0,58-57-30 0 0,32-35-4 0 0,-58 69 0 0 0,71-92-14 0 0,-23 36 1 0 0,0 1 5 0 0,22-33-15 0 0,0 0 0 0 0,2 0 0 0 0,0 2 0 0 0,2-1 1 0 0,-11 34-1 0 0,-25 122 11 0 0,12-37-8 0 0,22-89-3 0 0,-10 89 1 0 0,0 7 0 0 0,9-65-6 0 0,8-48 0 0 0,-12 48 0 0 0,-49 190 0 0 0,-4 13 0 0 0,58-242 0 0 0,-1-2 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45:54.54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244 16 4416 0 0,'20'-8'35'0'0,"18"1"108"0"0,-36 7-133 0 0,1 0 1 0 0,0 0 0 0 0,0 0 0 0 0,-1 0 0 0 0,1 0 0 0 0,0 1 0 0 0,0-1 0 0 0,-1 1 0 0 0,1 0-1 0 0,0 0 1 0 0,-1 0 0 0 0,1 0 0 0 0,-1 0 0 0 0,1 0 0 0 0,-1 1 0 0 0,0-1 0 0 0,1 1 0 0 0,-1 0 0 0 0,0 0-1 0 0,0 0 1 0 0,2 2 0 0 0,16 26 337 0 0,-1 2 0 0 0,15 34 0 0 0,-14-28 8 0 0,16 55 491 0 0,-25-56-558 0 0,-2 0 0 0 0,-1 1 0 0 0,-2 0 0 0 0,-1 0 0 0 0,-1 47 0 0 0,1-13-31 0 0,-3 66 60 0 0,-2-32-76 0 0,-6 67 126 0 0,0-53-200 0 0,-10 168 82 0 0,-10 109 95 0 0,10-198-204 0 0,-14 80 12 0 0,7-76 15 0 0,7-40 4 0 0,-15 182 120 0 0,-14 315 161 0 0,4 855 403 0 0,31-835-593 0 0,9-636-237 0 0,-33 1069 535 0 0,12-450-155 0 0,17-495-304 0 0,-8 158 46 0 0,-3-59-27 0 0,-8 102 151 0 0,3-85-53 0 0,9-94-111 0 0,-12 8-13 0 0,12-115-28 0 0,-2 97 0 0 0,14-121-26 0 0,-9 154 151 0 0,-13 75 42 0 0,14-34-82 0 0,-4 95 110 0 0,12-316-213 0 0,-8 115 179 0 0,3-90-100 0 0,2 60 0 0 0,5-96-102 0 0,0 34 59 0 0,-4 64 0 0 0,-1-92-57 0 0,0 5 28 0 0,1 1 0 0 0,3 42 0 0 0,3-36 46 0 0,0-14 45 0 0,-1 36 0 0 0,-8-1 61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47:56.39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 10544 0 0,'46'256'2025'0'0,"-23"-131"-1045"0"0,-13-66-552 0 0,-2-14-152 0 0,-3-21-239 0 0,-2-9 34 0 0,99 445 1044 0 0,-87-381-970 0 0,7 157 1 0 0,-11-90-41 0 0,-5 182 213 0 0,-7-203-189 0 0,32 714 694 0 0,26-388-340 0 0,-49-355-410 0 0,-6-61-7 0 0,9 55-1 0 0,25 144 306 0 0,-23-129-268 0 0,9 136 84 0 0,2 114 156 0 0,-21-260-282 0 0,-5 97 46 0 0,5-47-43 0 0,-3 136 101 0 0,-7 19 46 0 0,7-263-195 0 0,-9 112 62 0 0,1 16 20 0 0,9-131-75 0 0,1 13 40 0 0,-5 59 0 0 0,-2-23 35 0 0,10 131 0 0 0,-5-213-98 0 0,3 109 63 0 0,3 47 35 0 0,2 26 56 0 0,1 6 3 0 0,7 58 0 0 0,4 10 75 0 0,22 197 183 0 0,-40-439-400 0 0,110 791 786 0 0,-85-513-538 0 0,-13-115-101 0 0,10 162 172 0 0,-21-228-196 0 0,-14 116 0 0 0,4-180-61 0 0,-1 0 0 0 0,-21 64 1 0 0,20-88-48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49:59.36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685 1 11656 0 0,'7'13'2'0'0,"5"6"11"0"0,5 8 15 0 0,-15-23-25 0 0,0-1 0 0 0,-1 1 1 0 0,0-1-1 0 0,1 1 0 0 0,-1-1 0 0 0,-1 1 0 0 0,1 0 0 0 0,0-1 1 0 0,-1 1-1 0 0,0 0 0 0 0,0 4 0 0 0,-5 33 58 0 0,-14 57 0 0 0,11-64 63 0 0,2 0 0 0 0,-5 67 1 0 0,10-63-5 0 0,-9 43 0 0 0,3-24 72 0 0,6-27-16 0 0,1 0 0 0 0,5 50 0 0 0,10 43 33 0 0,-4-31-75 0 0,-3-37-57 0 0,4 17 27 0 0,21 74 0 0 0,9 52-11 0 0,-32-106-24 0 0,-4 0 0 0 0,-6 98 0 0 0,-36 184 172 0 0,28-306-191 0 0,-18 93 40 0 0,-34 186 133 0 0,35-182-79 0 0,-34 304 204 0 0,44-34 90 0 0,17-323-361 0 0,0-40-26 0 0,-7 74 0 0 0,-11 114 74 0 0,-2-13 17 0 0,-32 338 73 0 0,49-575-212 0 0,-105 1583 453 0 0,25-494-127 0 0,54-868-269 0 0,-1 12-9 0 0,-1 25 4 0 0,1-12-14 0 0,1 69 12 0 0,22-218-41 0 0,-19 90 16 0 0,0 12 0 0 0,20-130-6 0 0,-4 0-1 0 0,-22 99 0 0 0,14-88 4 0 0,14-66-11 0 0,-2-1 0 0 0,-1 1 0 0 0,-15 43-1 0 0,15-46 0 0 0,5-19-12 0 0,0 0-1 0 0,0-1 1 0 0,0 1 0 0 0,0 0 0 0 0,-1-1-1 0 0,1 1 1 0 0,-1 0 0 0 0,1-1-1 0 0,-1 1 1 0 0,1-1 0 0 0,-1 1 0 0 0,0-1-1 0 0,-1 2 1 0 0,-9-4 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51:01.1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 4720 0 0,'5'18'16'0'0,"2"3"10"0"0,2 11 26 0 0,-6-20-28 0 0,-1 0 0 0 0,0 0 0 0 0,-1 1 0 0 0,0 21 1 0 0,-1-1 169 0 0,5 38 0 0 0,0 16 53 0 0,-4 104 395 0 0,5 2-256 0 0,2-63 86 0 0,3 71 56 0 0,-39 364-24 0 0,8-265-270 0 0,30 1240 959 0 0,11-1237-970 0 0,-12-185-174 0 0,45 641 302 0 0,-42-487-192 0 0,7 100 18 0 0,-15-331-164 0 0,24 421 118 0 0,-26-186-59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51:01.47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 8936 0 0,'4'28'0'0'0,"9"48"0"0"0,3 28 0 0 0,3-1 144 0 0,0 8 0 0 0,-3 18 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51:02.47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270 1 5824 0 0,'-3'11'4'0'0,"4"2"16"0"0,0-10-9 0 0,1-1-1 0 0,-1 0 1 0 0,0 0-1 0 0,1 0 1 0 0,-1 0 0 0 0,1-1-1 0 0,0 1 1 0 0,-1 0 0 0 0,1-1-1 0 0,0 1 1 0 0,3 1 0 0 0,11 10 102 0 0,-14-10-78 0 0,-1-1 0 0 0,0 0 0 0 0,0 1 0 0 0,-1-1 0 0 0,1 0 0 0 0,0 1 1 0 0,-1-1-1 0 0,1 1 0 0 0,-1-1 0 0 0,0 1 0 0 0,0-1 0 0 0,0 1 0 0 0,0-1 0 0 0,0 1 0 0 0,-1-1 0 0 0,1 1 0 0 0,-1-1 0 0 0,-1 5 0 0 0,0 1 43 0 0,-1 0-1 0 0,1 0 1 0 0,-1 0-1 0 0,-8 13 0 0 0,6-14-5 0 0,1 1 0 0 0,0 0 0 0 0,0 0 0 0 0,0 0 0 0 0,1 0 0 0 0,-2 12 0 0 0,3-14 9 0 0,0-1-1 0 0,0 1 1 0 0,-1-1 0 0 0,0 1-1 0 0,-5 6 1 0 0,5-6-8 0 0,0-1 0 0 0,0 0 0 0 0,0 1 1 0 0,0-1-1 0 0,-2 12 0 0 0,-4 13 82 0 0,6-23-101 0 0,1 1-1 0 0,0-1 1 0 0,0 0 0 0 0,1 1 0 0 0,-1 15-1 0 0,2-17-15 0 0,-1 1-1 0 0,-1-1 1 0 0,1 1-1 0 0,-1-1 1 0 0,0 1-1 0 0,0-1 0 0 0,-1 0 1 0 0,-3 6-1 0 0,-8 20 84 0 0,-32 86 237 0 0,30-65-229 0 0,-72 281 57 0 0,81-288-170 0 0,3-1 1 0 0,1 57-1 0 0,2-19 20 0 0,1-27 39 0 0,4-1-1 0 0,16 90 1 0 0,-10-80-20 0 0,8 71 155 0 0,14 86 88 0 0,1 45 155 0 0,-14-82-163 0 0,-3-18 279 0 0,-1-6-148 0 0,22 128 278 0 0,-2-85-203 0 0,-22-130-375 0 0,-7-42-63 0 0,0-1 0 0 0,1 55 0 0 0,-7-51 30 0 0,1 0 1 0 0,12 63 0 0 0,-10-77-10 0 0,-1 0 1 0 0,-1 25-1 0 0,3 25 90 0 0,3 45 20 0 0,-4-49-75 0 0,8 139 214 0 0,-10-192-298 0 0,-1 0 0 0 0,-3 23 0 0 0,2-25 8 0 0,0 0 0 0 0,0 0-1 0 0,3 22 1 0 0,-1 21 125 0 0,-2-28-78 0 0,0-10-24 0 0,-1 0 0 0 0,0 0 1 0 0,-7 23-1 0 0,5-25-20 0 0,1 0-1 0 0,0 0 1 0 0,1 0-1 0 0,0 22 1 0 0,-4 39 149 0 0,2-43 9 0 0,5-32-126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53:23.24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237 1 6520 0 0,'12'23'34'0'0,"-4"-10"12"0"0,6 8 47 0 0,20 35 159 0 0,-17-18 419 0 0,-11-28-537 0 0,-1 1 0 0 0,0 0-1 0 0,-1 0 1 0 0,-1 0-1 0 0,0 0 1 0 0,2 13 0 0 0,-2 11 68 0 0,-2 0 0 0 0,-6 58 0 0 0,4-91-191 0 0,-21 139 464 0 0,1-12-225 0 0,6 24 247 0 0,7 250 0 0 0,12-247-148 0 0,-18 170 0 0 0,-75 269 297 0 0,37-299-442 0 0,-4 115 278 0 0,-4 482 0 0 0,42 1692 1036 0 0,22-2278-1404 0 0,29 1130 702 0 0,13-532-137 0 0,73 141 209 0 0,-102-951-816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54:06.8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59 23 5416 0 0,'0'0'48'0'0,"-26"-20"-32"0"0,14 18-8 0 0,1 2 16 0 0,1 0-16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54:09.7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150 217 4816 0 0,'11'3'27'0'0,"9"4"5"0"0,-7-8 129 0 0,-27 25 178 0 0,5-11-117 0 0,-1 0 0 0 0,0-1 0 0 0,-14 13 0 0 0,10-12 42 0 0,0 2 1 0 0,-17 25-1 0 0,16-20-137 0 0,9-11-35 0 0,0-1 0 0 0,0 1 0 0 0,1 0 0 0 0,0 0 1 0 0,0 1-1 0 0,-5 16 0 0 0,8-17-58 0 0,0-4 18 0 0,1-1 0 0 0,0 1 0 0 0,0 0 0 0 0,0 0 0 0 0,0-1 0 0 0,1 1 0 0 0,0 0 0 0 0,0 0 0 0 0,0-1 0 0 0,2 7 0 0 0,-2-9-36 0 0,1 0-1 0 0,-1 0 1 0 0,1 0-1 0 0,0 0 1 0 0,-1-1-1 0 0,1 1 0 0 0,0 0 1 0 0,0-1-1 0 0,0 1 1 0 0,0 0-1 0 0,1-1 1 0 0,-1 0-1 0 0,0 1 0 0 0,3 1 1 0 0,9 13 170 0 0,-11-15-170 0 0,0 1 1 0 0,0-1 0 0 0,0 0 0 0 0,0 0-1 0 0,0 0 1 0 0,0 0 0 0 0,1 0-1 0 0,-1 0 1 0 0,4 0 0 0 0,-2 0 5 0 0,-1 0 0 0 0,0 0-1 0 0,1 0 1 0 0,-1 0-1 0 0,0 0 1 0 0,1-1 0 0 0,-1 1-1 0 0,1-1 1 0 0,-1 0-1 0 0,0 0 1 0 0,1 0 0 0 0,-1-1-1 0 0,1 1 1 0 0,-1-1-1 0 0,7-2 1 0 0,-1-1 33 0 0,0 0 0 0 0,0-1 0 0 0,13-9 0 0 0,1 0 38 0 0,-14 8-65 0 0,-1-1-1 0 0,-1 1 0 0 0,1-2 1 0 0,-1 1-1 0 0,0-1 0 0 0,-1 0 0 0 0,0 0 1 0 0,0-1-1 0 0,-1 0 0 0 0,0 0 1 0 0,0 0-1 0 0,-1 0 0 0 0,0-1 0 0 0,-1 0 1 0 0,0 0-1 0 0,2-14 0 0 0,-4 13 13 0 0,-1 1-1 0 0,0 0 1 0 0,0-1-1 0 0,-1 1 1 0 0,-1 0-1 0 0,1 0 1 0 0,-2 0-1 0 0,1 0 1 0 0,-8-17-1 0 0,8 23-21 0 0,1 1 1 0 0,-1-1-1 0 0,0 1 0 0 0,0-1 0 0 0,0 1 0 0 0,0 0 1 0 0,-1 0-1 0 0,1 0 0 0 0,-1 0 0 0 0,0 0 0 0 0,0 1 1 0 0,0-1-1 0 0,0 1 0 0 0,-1 0 0 0 0,1 0 0 0 0,0 0 1 0 0,-1 0-1 0 0,0 0 0 0 0,1 1 0 0 0,-1 0 0 0 0,0 0 1 0 0,0 0-1 0 0,0 0 0 0 0,1 0 0 0 0,-1 1 0 0 0,0 0 1 0 0,0-1-1 0 0,-7 2 0 0 0,6 0 1 0 0,-1 0-1 0 0,1 0 1 0 0,0 1 0 0 0,-1-1-1 0 0,1 1 1 0 0,0 1 0 0 0,0-1-1 0 0,1 1 1 0 0,-1-1 0 0 0,0 1-1 0 0,1 1 1 0 0,0-1 0 0 0,-1 1-1 0 0,1-1 1 0 0,1 1 0 0 0,-1 1-1 0 0,1-1 1 0 0,-4 5 0 0 0,0 3 34 0 0,0 0 0 0 0,0 1-1 0 0,1 0 1 0 0,1 0 0 0 0,-6 21 0 0 0,9-27-19 0 0,0 0 1 0 0,1-1-1 0 0,-1 1 0 0 0,1 0 1 0 0,1 0-1 0 0,0 0 0 0 0,0 11 0 0 0,0-16-24 0 0,1 0-1 0 0,-1 0 1 0 0,1 0-1 0 0,-1 0 1 0 0,1 0-1 0 0,0 0 1 0 0,0 0-1 0 0,0 0 1 0 0,0-1-1 0 0,0 1 1 0 0,0 0-1 0 0,1-1 1 0 0,-1 1-1 0 0,0 0 1 0 0,1-1-1 0 0,-1 0 0 0 0,1 1 1 0 0,0-1-1 0 0,-1 0 1 0 0,1 0-1 0 0,0 0 1 0 0,0 0-1 0 0,0 0 1 0 0,0 0-1 0 0,-1-1 1 0 0,1 1-1 0 0,0 0 1 0 0,1-1-1 0 0,3 1 1 0 0,-2-1 8 0 0,1 0 0 0 0,-1 0 1 0 0,1 0-1 0 0,-1-1 0 0 0,1 1 1 0 0,-1-1-1 0 0,1 0 0 0 0,-1-1 1 0 0,0 1-1 0 0,0-1 0 0 0,1 1 1 0 0,-1-1-1 0 0,0-1 0 0 0,6-3 1 0 0,6-6 27 0 0,-1 0 0 0 0,16-16-1 0 0,-16 13-19 0 0,71-69 80 0 0,-82 80-103 0 0,2-2 13 0 0,1 0 0 0 0,-1 0 0 0 0,1 1 0 0 0,0 0 1 0 0,15-8-1 0 0,-21 12-14 0 0,0 1 0 0 0,0-1 1 0 0,1 1-1 0 0,-1 0 1 0 0,0-1-1 0 0,0 1 0 0 0,1 0 1 0 0,-1 0-1 0 0,0 0 0 0 0,1 0 1 0 0,-1 0-1 0 0,0 0 1 0 0,0 0-1 0 0,1 1 0 0 0,-1-1 1 0 0,0 0-1 0 0,0 1 0 0 0,3 0 1 0 0,-3 0-3 0 0,1 1 1 0 0,-1-1 0 0 0,1 1-1 0 0,-1-1 1 0 0,1 1-1 0 0,-1-1 1 0 0,0 1 0 0 0,0 0-1 0 0,0-1 1 0 0,0 1-1 0 0,0 0 1 0 0,0 0 0 0 0,0 0-1 0 0,-1 0 1 0 0,1 3-1 0 0,2 5 4 0 0,0-1 0 0 0,-2 1-1 0 0,1 0 1 0 0,-1 0 0 0 0,0 0 0 0 0,-1 0-1 0 0,0 0 1 0 0,-1 0 0 0 0,0 0-1 0 0,-1 0 1 0 0,0 0 0 0 0,0-1 0 0 0,-1 1-1 0 0,0-1 1 0 0,-1 1 0 0 0,0-1 0 0 0,0 0-1 0 0,-7 9 1 0 0,-4-2 36 0 0,15-16-39 0 0,0 0 0 0 0,0 0 0 0 0,-1 1 0 0 0,1-1 0 0 0,0 0-1 0 0,0 0 1 0 0,0 0 0 0 0,0 0 0 0 0,-1 0 0 0 0,1 0 0 0 0,0 0 0 0 0,0 0 0 0 0,0 0 0 0 0,-1 0 0 0 0,1 0 0 0 0,0 0 0 0 0,0 0 0 0 0,0 0 0 0 0,-1 0 0 0 0,1 0 0 0 0,0 0 0 0 0,0 0 0 0 0,0 0 0 0 0,-1 0 0 0 0,1 0 0 0 0,0 0 0 0 0,0 0 0 0 0,0 0 0 0 0,0 0 0 0 0,-1-1 0 0 0,1 1 0 0 0,0 0 0 0 0,0 0 0 0 0,0 0 0 0 0,0 0 0 0 0,-1 0 0 0 0,1-1 0 0 0,0 1 0 0 0,0 0 0 0 0,0 0 0 0 0,0 0 0 0 0,0-1 0 0 0,-1-1 2 0 0,1 0 1 0 0,0 0 0 0 0,0-1 0 0 0,0 1-1 0 0,0 0 1 0 0,0-1 0 0 0,0 1 0 0 0,0 0-1 0 0,1-1 1 0 0,-1 1 0 0 0,2-3 0 0 0,3-7 3 0 0,0 1-1 0 0,0-1 1 0 0,2 1 0 0 0,-1 0 0 0 0,1 1 0 0 0,1-1 0 0 0,8-8 0 0 0,4-7 27 0 0,-19 25-32 0 0,0 0 1 0 0,-1 0-1 0 0,1 0 1 0 0,0 0-1 0 0,0 0 0 0 0,0 0 1 0 0,0 0-1 0 0,0 0 1 0 0,0 0-1 0 0,0 0 1 0 0,0 1-1 0 0,0-1 0 0 0,0 0 1 0 0,0 1-1 0 0,0-1 1 0 0,1 1-1 0 0,-1-1 0 0 0,0 1 1 0 0,0 0-1 0 0,1-1 1 0 0,-1 1-1 0 0,0 0 1 0 0,0 0-1 0 0,1 0 0 0 0,-1 0 1 0 0,0 0-1 0 0,1 0 1 0 0,-1 0-1 0 0,0 1 1 0 0,0-1-1 0 0,1 0 0 0 0,-1 1 1 0 0,0-1-1 0 0,0 1 1 0 0,0-1-1 0 0,1 1 0 0 0,-1-1 1 0 0,0 1-1 0 0,0 0 1 0 0,0 0-1 0 0,1 1 1 0 0,4 3 10 0 0,-1 1 0 0 0,0-1 0 0 0,0 1 0 0 0,-1 1 0 0 0,6 8 0 0 0,-10-15-13 0 0,10 18 10 0 0,-9-14-7 0 0,1 0 1 0 0,0-1-1 0 0,0 1 1 0 0,1 0-1 0 0,-1-1 1 0 0,1 1-1 0 0,-1-1 1 0 0,1 0-1 0 0,0 0 1 0 0,1 0-1 0 0,-1 0 1 0 0,0-1-1 0 0,7 5 1 0 0,-8-6-4 0 0,0 0 0 0 0,1-1 1 0 0,-1 1-1 0 0,1 0 1 0 0,-1-1-1 0 0,0 1 0 0 0,1-1 1 0 0,-1 0-1 0 0,1 0 1 0 0,-1 0-1 0 0,1 0 0 0 0,-1 0 1 0 0,1-1-1 0 0,-1 1 0 0 0,1-1 1 0 0,-1 0-1 0 0,0 1 1 0 0,1-1-1 0 0,2-2 0 0 0,0 1 2 0 0,2-1 0 0 0,1-1 0 0 0,-1 0-1 0 0,0 0 1 0 0,0-1 0 0 0,0 0 0 0 0,0 0 0 0 0,-1-1-1 0 0,0 1 1 0 0,0-1 0 0 0,-1-1 0 0 0,0 1 0 0 0,0-1-1 0 0,0 0 1 0 0,5-11 0 0 0,-1 0 3 0 0,0 0 0 0 0,-2-1 1 0 0,0 0-1 0 0,7-35 0 0 0,-12 42 0 0 0,-1 0-1 0 0,0 0 0 0 0,-1-1 1 0 0,0 1-1 0 0,-2-13 1 0 0,0 1 11 0 0,1 16-4 0 0,-1 0-1 0 0,0 1 1 0 0,0-1 0 0 0,-1 0-1 0 0,0 1 1 0 0,0 0 0 0 0,0-1-1 0 0,-1 1 1 0 0,0 1-1 0 0,-7-9 1 0 0,-6-13 57 0 0,16 27-64 0 0,1 0 0 0 0,0 1-1 0 0,-1-1 1 0 0,1 0 0 0 0,-1 1-1 0 0,1-1 1 0 0,-1 1-1 0 0,1-1 1 0 0,-1 1 0 0 0,1-1-1 0 0,-1 1 1 0 0,0-1 0 0 0,1 1-1 0 0,-1-1 1 0 0,1 1 0 0 0,-1 0-1 0 0,0-1 1 0 0,1 1 0 0 0,-1 0-1 0 0,0 0 1 0 0,0-1 0 0 0,1 1-1 0 0,-1 0 1 0 0,0 0 0 0 0,0 0-1 0 0,1 0 1 0 0,-1 0 0 0 0,0 0-1 0 0,0 0 1 0 0,1 0-1 0 0,-1 0 1 0 0,0 0 0 0 0,0 1-1 0 0,1-1 1 0 0,-1 0 0 0 0,0 1-1 0 0,1-1 1 0 0,-1 0 0 0 0,0 1-1 0 0,1-1 1 0 0,-1 0 0 0 0,0 1-1 0 0,0 0 1 0 0,-23 24 95 0 0,23-23-83 0 0,-5 7 6 0 0,0 1 1 0 0,1 0-1 0 0,0 1 1 0 0,0-1-1 0 0,1 1 1 0 0,1 0-1 0 0,0 0 1 0 0,0 0 0 0 0,1 0-1 0 0,0 15 1 0 0,-5 17 54 0 0,4-32-25 0 0,-3 20 119 0 0,-4 46 0 0 0,10-68-132 0 0,0 0 1 0 0,0 0 0 0 0,0 0 0 0 0,1 0 0 0 0,1 0 0 0 0,0 0 0 0 0,0-1-1 0 0,0 1 1 0 0,8 15 0 0 0,-10-23-34 0 0,1 1 1 0 0,-1-1-1 0 0,1 0 0 0 0,0 0 0 0 0,0 1 1 0 0,-1-1-1 0 0,1 0 0 0 0,0 0 0 0 0,0 0 0 0 0,0 0 1 0 0,1 0-1 0 0,-1 0 0 0 0,0 0 0 0 0,0 0 0 0 0,0 0 1 0 0,1-1-1 0 0,-1 1 0 0 0,0 0 0 0 0,1-1 1 0 0,-1 1-1 0 0,1-1 0 0 0,-1 0 0 0 0,1 1 0 0 0,-1-1 1 0 0,0 0-1 0 0,1 0 0 0 0,-1 0 0 0 0,1 0 1 0 0,-1 0-1 0 0,1 0 0 0 0,-1 0 0 0 0,1-1 0 0 0,-1 1 1 0 0,1 0-1 0 0,-1-1 0 0 0,0 1 0 0 0,1-1 1 0 0,-1 0-1 0 0,0 1 0 0 0,1-1 0 0 0,-1 0 0 0 0,2-2 1 0 0,5-3 29 0 0,0 0 0 0 0,0 0 0 0 0,-1-1 0 0 0,0 0 0 0 0,6-9 1 0 0,0-2 63 0 0,22-40 0 0 0,-5 7 51 0 0,-29 49-134 0 0,6-1 26 0 0,-4 2-16 0 0,-1 9-22 0 0,0 10 19 0 0,-1 0 1 0 0,0 26-1 0 0,-2-32-10 0 0,1 1 1 0 0,0-1-1 0 0,1 1 1 0 0,0-1 0 0 0,1 1-1 0 0,1-1 1 0 0,4 14-1 0 0,-7-25-12 0 0,0 0 1 0 0,1 0-1 0 0,-1 0 0 0 0,0-1 0 0 0,1 1 0 0 0,-1 0 1 0 0,1 0-1 0 0,-1-1 0 0 0,1 1 0 0 0,-1 0 0 0 0,1-1 1 0 0,-1 1-1 0 0,1 0 0 0 0,0-1 0 0 0,-1 1 1 0 0,1-1-1 0 0,0 1 0 0 0,0-1 0 0 0,-1 1 0 0 0,1-1 1 0 0,0 0-1 0 0,0 1 0 0 0,0-1 0 0 0,-1 0 0 0 0,1 0 1 0 0,0 0-1 0 0,1 1 0 0 0,0-2 2 0 0,0 1 0 0 0,0 0 0 0 0,-1-1 0 0 0,1 1 1 0 0,0-1-1 0 0,0 0 0 0 0,-1 1 0 0 0,1-1 0 0 0,-1 0 0 0 0,1 0 0 0 0,-1 0 0 0 0,3-2 1 0 0,4-4 23 0 0,-1 0 1 0 0,1-1-1 0 0,8-11 1 0 0,-14 16-13 0 0,0 1-9 0 0,0-2 14 0 0,1 0 1 0 0,0 0 0 0 0,1 0-1 0 0,-1 1 1 0 0,1-1 0 0 0,-1 1 0 0 0,1 0-1 0 0,0 0 1 0 0,0 0 0 0 0,0 0-1 0 0,6-2 1 0 0,-8 5 8 0 0,8 46 141 0 0,-11-26-123 0 0,0-1 0 0 0,-1 1 0 0 0,-1 0 0 0 0,-1-1 0 0 0,-1 0 0 0 0,0 0 1 0 0,-1 0-1 0 0,-2 0 0 0 0,1-1 0 0 0,-2 0 0 0 0,-17 26 0 0 0,13-26 6 0 0,7-8-25 0 0,-1 0 0 0 0,1-1 0 0 0,-2 0 0 0 0,1 0 0 0 0,-1-1-1 0 0,-1 0 1 0 0,0 0 0 0 0,-17 12 0 0 0,21-19-9 0 0,1 1-1 0 0,-1-1 0 0 0,1 1 1 0 0,-1-1-1 0 0,-9 0 1 0 0,12 0-12 0 0,1-1-6 0 0,1-1 0 0 0,-1 1-1 0 0,0 0 1 0 0,1 0 0 0 0,-1 0 0 0 0,0 0-1 0 0,1-1 1 0 0,-1 1 0 0 0,1 0 0 0 0,-1-1-1 0 0,0 1 1 0 0,1 0 0 0 0,-1-1 0 0 0,1 1-1 0 0,-1-1 1 0 0,1 1 0 0 0,-1-1 0 0 0,1 1-1 0 0,-1-1 1 0 0,1 1 0 0 0,0-1 0 0 0,-1 0-1 0 0,1 1 1 0 0,0-1 0 0 0,0 1 0 0 0,-1-1-1 0 0,1 0 1 0 0,0 1 0 0 0,0-1-1 0 0,0 0 1 0 0,0 1 0 0 0,0-1 0 0 0,0 0-1 0 0,0 1 1 0 0,0-2 0 0 0,-1-25 60 0 0,1 25-54 0 0,2-14 16 0 0,0-1 1 0 0,0 0 0 0 0,2 1-1 0 0,0 0 1 0 0,1 0-1 0 0,8-20 1 0 0,51-87 78 0 0,-50 98-81 0 0,-3 5-7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54:13.4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1 719 11760 0 0,'0'0'456'0'0,"3"-3"-224"0"0,33-23 764 0 0,45-47 0 0 0,-68 60-896 0 0,-12 11-86 0 0,0 0 0 0 0,0 1 0 0 0,1-1 0 0 0,-1 1 0 0 0,1-1 0 0 0,-1 1 0 0 0,1 0 0 0 0,0 0 0 0 0,0 0 0 0 0,3-2 0 0 0,-3 2 13 0 0,-1 0-27 0 0,5-4-3 0 0,-4 4-11 0 0,-7 4-325 0 0,1 0 291 0 0,-1 1 0 0 0,1-1 0 0 0,0 1 0 0 0,0 0 0 0 0,0 1 0 0 0,-5 7 0 0 0,-3 6-87 0 0,1 0 1 0 0,0 1 0 0 0,-11 27-1 0 0,19-37 61 0 0,0 0 1 0 0,0 0-1 0 0,1 0 0 0 0,0 0 0 0 0,1 1 0 0 0,0-1 0 0 0,1 1 1 0 0,0-1-1 0 0,2 19 0 0 0,-2-27 39 0 0,0 0 31 0 0,0 0-1 0 0,0-1 1 0 0,1 1-1 0 0,-1 0 1 0 0,0-1-1 0 0,1 1 1 0 0,-1 0-1 0 0,1-1 1 0 0,-1 1-1 0 0,1-1 0 0 0,-1 1 1 0 0,1 0-1 0 0,-1-1 1 0 0,1 1-1 0 0,-1-1 1 0 0,1 1-1 0 0,0-1 1 0 0,-1 0-1 0 0,1 1 1 0 0,0-1-1 0 0,-1 0 1 0 0,1 1-1 0 0,0-1 1 0 0,0 0-1 0 0,-1 0 1 0 0,1 0-1 0 0,0 0 1 0 0,1 1-1 0 0,23 1-80 0 0,-23-2 81 0 0,-1 0-1 0 0,1 1-1 0 0,0-1 1 0 0,-1 0-1 0 0,1 0 1 0 0,0 0 0 0 0,0 0-1 0 0,-1-1 1 0 0,1 1-1 0 0,0 0 1 0 0,-1-1-1 0 0,1 0 1 0 0,0 1-1 0 0,-1-1 1 0 0,1 0 0 0 0,-1 1-1 0 0,1-1 1 0 0,-1 0-1 0 0,3-2 1 0 0,-1-2-1 0 0,-1 0 0 0 0,1 0 0 0 0,-1 0-1 0 0,-1 0 1 0 0,1 0 0 0 0,-1 0 0 0 0,1 0 0 0 0,-2-1 0 0 0,1 1 0 0 0,0-10 0 0 0,1-3 3 0 0,0 1 0 0 0,6-20 1 0 0,-7 31 2 0 0,1 0 0 0 0,-2-1 0 0 0,1 1 0 0 0,-1 0 0 0 0,0 0 0 0 0,0-1 0 0 0,-1 1 0 0 0,1 0 0 0 0,-1 0 0 0 0,-3-8 0 0 0,0 1 1 0 0,4 12-1 0 0,0 0 1 0 0,0 0-1 0 0,0 0 1 0 0,0 0-1 0 0,-1 0 1 0 0,1 0-1 0 0,0 0 1 0 0,-1 0-1 0 0,1 0 1 0 0,-1 0-1 0 0,1 0 1 0 0,-1 0-1 0 0,1 0 1 0 0,-1 0-1 0 0,0 1 1 0 0,1-1-1 0 0,-1 0 1 0 0,-1-1-1 0 0,-2 0 30 0 0,3 2-30 0 0,1-1 1 0 0,0 1 0 0 0,-1 0 0 0 0,1 0 0 0 0,0 0-1 0 0,-1 0 1 0 0,1 0 0 0 0,0-1 0 0 0,-1 1-1 0 0,1 0 1 0 0,-1 0 0 0 0,1 0 0 0 0,0 0 0 0 0,-1 0-1 0 0,1 0 1 0 0,0 0 0 0 0,-1 0 0 0 0,1 0-1 0 0,-1 0 1 0 0,1 1 0 0 0,0-1 0 0 0,-1 0 0 0 0,1 0-1 0 0,0 0 1 0 0,-1 0 0 0 0,1 0 0 0 0,0 1-1 0 0,-1-1 1 0 0,1 0 0 0 0,0 0 0 0 0,-1 1 0 0 0,1-1-1 0 0,0 0 1 0 0,0 0 0 0 0,-1 1 0 0 0,1-1-1 0 0,0 0 1 0 0,0 1 0 0 0,0-1 0 0 0,-1 0 0 0 0,1 1-1 0 0,0-1 1 0 0,0 0 0 0 0,0 1 0 0 0,0 0-1 0 0,-5 16 36 0 0,5-16-30 0 0,-2 8 15 0 0,0 0-1 0 0,1 0 1 0 0,0 0-1 0 0,1 0 1 0 0,0 0 0 0 0,0 0-1 0 0,1 0 1 0 0,0 0-1 0 0,0 0 1 0 0,1 0-1 0 0,0 0 1 0 0,1 0 0 0 0,0 0-1 0 0,0-1 1 0 0,1 0-1 0 0,0 1 1 0 0,11 14 0 0 0,-14-22-11 0 0,0 0 1 0 0,0 0-1 0 0,0 0 0 0 0,1 0 1 0 0,-1-1-1 0 0,0 1 1 0 0,1 0-1 0 0,-1 0 1 0 0,1-1-1 0 0,-1 1 1 0 0,1-1-1 0 0,-1 1 1 0 0,1-1-1 0 0,-1 0 1 0 0,1 0-1 0 0,-1 0 1 0 0,1 1-1 0 0,-1-1 0 0 0,1-1 1 0 0,0 1-1 0 0,-1 0 1 0 0,1 0-1 0 0,-1-1 1 0 0,1 1-1 0 0,-1 0 1 0 0,3-2-1 0 0,1 0 12 0 0,0 1 0 0 0,-1-1-1 0 0,1 0 1 0 0,-1-1 0 0 0,0 1 0 0 0,5-4-1 0 0,16-19 45 0 0,-1-1 0 0 0,0-1-1 0 0,19-30 1 0 0,0 0 5 0 0,-3 2 22 0 0,-39 54-81 0 0,0-5 29 0 0,1 10 25 0 0,-2 12-14 0 0,-15 25 9 0 0,2 0 0 0 0,-12 65 1 0 0,25-104-59 0 0,0-1-1 0 0,0 1 1 0 0,0-1 0 0 0,0 1 0 0 0,1-1 0 0 0,-1 1 0 0 0,0-1 0 0 0,1 0 0 0 0,-1 1 0 0 0,1-1 0 0 0,0 1 0 0 0,-1-1 0 0 0,1 0 0 0 0,0 1 0 0 0,0-1-1 0 0,0 0 1 0 0,0 0 0 0 0,0 0 0 0 0,0 0 0 0 0,0 0 0 0 0,0 0 0 0 0,1 0 0 0 0,-1 0 0 0 0,0 0 0 0 0,1-1 0 0 0,-1 1 0 0 0,0 0 0 0 0,1-1 0 0 0,-1 1-1 0 0,1-1 1 0 0,-1 1 0 0 0,3-1 0 0 0,3 2 10 0 0,1 0 0 0 0,-1 0-1 0 0,1-1 1 0 0,13 0 0 0 0,-11-1 9 0 0,0-2 1 0 0,0 1 0 0 0,0-1 0 0 0,-1-1 0 0 0,1 0-1 0 0,0 0 1 0 0,-1-1 0 0 0,0 0 0 0 0,0-1 0 0 0,0 0-1 0 0,0 0 1 0 0,-1-1 0 0 0,0 0 0 0 0,8-7-1 0 0,3-4 143 0 0,-1-2-1 0 0,0 0 0 0 0,-2 0 0 0 0,19-30 0 0 0,-25 33 235 0 0,-18 24-40 0 0,-16 26-107 0 0,17-16-141 0 0,1 0 1 0 0,0 1-1 0 0,-5 35 1 0 0,10-48-95 0 0,1 0 0 0 0,0 0 0 0 0,0-1-1 0 0,0 1 1 0 0,1 0 0 0 0,0 0 0 0 0,0-1 0 0 0,0 1 0 0 0,1-1-1 0 0,0 1 1 0 0,0-1 0 0 0,0 1 0 0 0,0-1 0 0 0,1 0 0 0 0,0 0-1 0 0,0 0 1 0 0,1-1 0 0 0,-1 1 0 0 0,1-1 0 0 0,0 0 0 0 0,0 0-1 0 0,1 0 1 0 0,6 4 0 0 0,-8-5-13 0 0,0-1-1 0 0,0 0 1 0 0,1 0 0 0 0,-1 0-1 0 0,0 0 1 0 0,1-1-1 0 0,0 1 1 0 0,-1-1 0 0 0,1 0-1 0 0,0 0 1 0 0,0 0-1 0 0,-1-1 1 0 0,1 1 0 0 0,0-1-1 0 0,0 0 1 0 0,0 0-1 0 0,0-1 1 0 0,-1 1 0 0 0,1-1-1 0 0,0 1 1 0 0,0-1-1 0 0,0 0 1 0 0,-1-1 0 0 0,1 1-1 0 0,-1-1 1 0 0,6-2-1 0 0,1-1-2 0 0,0 0 0 0 0,0-1-1 0 0,-1 0 1 0 0,0-1 0 0 0,0 0-1 0 0,-1 0 1 0 0,0-1-1 0 0,0 0 1 0 0,0 0 0 0 0,-1-1-1 0 0,0 0 1 0 0,5-11-1 0 0,-3 5 1 0 0,-2 0 0 0 0,1-1 0 0 0,-2 0 0 0 0,0 0 0 0 0,-1 0 0 0 0,-1-1 0 0 0,3-20 0 0 0,-7 28-1 0 0,-4 0 0 0 0,-5 7 0 0 0,-1 12 0 0 0,1-1 3 0 0,2 2-1 0 0,-1-1 0 0 0,1 1 1 0 0,1 0-1 0 0,0 1 0 0 0,0-1 0 0 0,1 1 1 0 0,1 0-1 0 0,0 1 0 0 0,1-1 1 0 0,0 1-1 0 0,1-1 0 0 0,-1 17 0 0 0,2-28-2 0 0,1 0 0 0 0,0 0 0 0 0,0 0 0 0 0,0 0 0 0 0,0 0 0 0 0,0 0 0 0 0,0 0 0 0 0,0 0 0 0 0,0 0 0 0 0,1 0 0 0 0,-1 0 0 0 0,0 0 0 0 0,1 0 0 0 0,-1 0 0 0 0,0-1 0 0 0,1 1 0 0 0,-1 0 0 0 0,1 0 0 0 0,0 1 0 0 0,1 1 0 0 0,7 9 0 0 0,-9-11 0 0 0,1 0 0 0 0,0 0 0 0 0,-1-1 0 0 0,1 1 0 0 0,0 0 0 0 0,0 0 0 0 0,0-1 0 0 0,-1 1 0 0 0,1 0 0 0 0,0-1 0 0 0,0 1 0 0 0,0-1 0 0 0,0 1 0 0 0,0-1 0 0 0,0 0 0 0 0,0 1 0 0 0,0-1 0 0 0,0 0 0 0 0,0 0 0 0 0,0 0 0 0 0,0 1 0 0 0,0-1 0 0 0,0 0 0 0 0,1-1 0 0 0,-1 1 0 0 0,0 0 0 0 0,2 0 0 0 0,0-1 0 0 0,-2 1 0 0 0,33 0 4 0 0,62 7-1 0 0,-86-5-2 0 0,0 0-1 0 0,0 0 1 0 0,0 1 0 0 0,0 1 0 0 0,0 0-1 0 0,-1 0 1 0 0,0 1 0 0 0,1 0 0 0 0,-2 0-1 0 0,13 10 1 0 0,-16-13 1 0 0,-4-1-1 0 0,1 0 0 0 0,-1-1 0 0 0,0 1 1 0 0,0 0-1 0 0,1 0 0 0 0,-1 0 0 0 0,0 0 0 0 0,0 0 0 0 0,0 0 0 0 0,0 0 0 0 0,0 0 0 0 0,0 0 1 0 0,-1 0-1 0 0,1 0 0 0 0,0 1 0 0 0,-1-1 0 0 0,1 0 0 0 0,0 1 0 0 0,-1-1 0 0 0,1 2 0 0 0,0-1 4 0 0,0 1-1 0 0,1-1 0 0 0,-1 1 1 0 0,0 0-1 0 0,0-1 0 0 0,-1 1 1 0 0,1-1-1 0 0,-1 1 0 0 0,1 0 1 0 0,-1 4-1 0 0,0-5-1 0 0,0-1 0 0 0,0 0 0 0 0,0 0 1 0 0,-1 0-1 0 0,1 1 0 0 0,0-1 0 0 0,-1 0 0 0 0,1 0 0 0 0,-1 0 0 0 0,1 0 1 0 0,-1 0-1 0 0,0 0 0 0 0,1 0 0 0 0,-1 0 0 0 0,0 0 0 0 0,0 0 0 0 0,-1 1 1 0 0,-1 0 8 0 0,0-1 1 0 0,0 1 0 0 0,0-1 0 0 0,0 0 0 0 0,0 0-1 0 0,-1 0 1 0 0,1 0 0 0 0,0 0 0 0 0,0-1 0 0 0,-1 1-1 0 0,1-1 1 0 0,0 0 0 0 0,-1 0 0 0 0,-5-1-1 0 0,7 1-5 0 0,0 0-1 0 0,0 0 1 0 0,0-1-1 0 0,0 1 1 0 0,1-1-1 0 0,-1 1 1 0 0,0-1-1 0 0,0 1 1 0 0,0-1-1 0 0,1 0 1 0 0,-1 0-1 0 0,0 0 1 0 0,1 0-1 0 0,-1 0 1 0 0,1 0-1 0 0,-1 0 1 0 0,1-1-1 0 0,0 1 1 0 0,-1 0-1 0 0,1-1 1 0 0,0 1-1 0 0,0-1 0 0 0,0 0 1 0 0,0 1-1 0 0,0-1 1 0 0,0 0-1 0 0,1 0 1 0 0,-1 1-1 0 0,1-1 1 0 0,-1 0-1 0 0,1 0 1 0 0,-1 0-1 0 0,1 0 1 0 0,0 1-1 0 0,0-1 1 0 0,0 0-1 0 0,0 0 1 0 0,0 0-1 0 0,1 0 1 0 0,-1 0-1 0 0,0 0 1 0 0,2-3-1 0 0,0-3 17 0 0,0 0 1 0 0,0 0-1 0 0,1 0 0 0 0,0 1 0 0 0,1-1 0 0 0,-1 1 1 0 0,1 0-1 0 0,1 0 0 0 0,0 0 0 0 0,0 0 0 0 0,0 1 1 0 0,12-11-1 0 0,-13 13-10 0 0,0 1 0 0 0,0 0 0 0 0,1 0-1 0 0,-1 1 1 0 0,1-1 0 0 0,0 1 0 0 0,0 0 0 0 0,0 1 0 0 0,0-1 0 0 0,0 1 0 0 0,0 0 0 0 0,0 0-1 0 0,0 0 1 0 0,0 1 0 0 0,1 0 0 0 0,-1 0 0 0 0,0 0 0 0 0,0 1 0 0 0,0-1 0 0 0,1 1 0 0 0,5 2-1 0 0,-7-2-2 0 0,0 0-1 0 0,0 0 0 0 0,0 1 0 0 0,0-1 0 0 0,-1 1 0 0 0,1 0 0 0 0,0 0 1 0 0,-1 0-1 0 0,0 0 0 0 0,1 1 0 0 0,-1 0 0 0 0,0-1 0 0 0,0 1 0 0 0,0 0 1 0 0,-1 0-1 0 0,1 1 0 0 0,-1-1 0 0 0,1 0 0 0 0,-1 1 0 0 0,0 0 0 0 0,-1-1 1 0 0,1 1-1 0 0,-1 0 0 0 0,1 0 0 0 0,-1 0 0 0 0,0 0 0 0 0,-1 0 0 0 0,1 0 1 0 0,-1 0-1 0 0,1 0 0 0 0,-1 0 0 0 0,0 0 0 0 0,-1 1 0 0 0,0 5 0 0 0,0-9-3 0 0,0 0 0 0 0,0 0 0 0 0,0-1 0 0 0,1 1 0 0 0,-1 0 0 0 0,0 0-1 0 0,0-1 1 0 0,0 1 0 0 0,0-1 0 0 0,0 1 0 0 0,0-1 0 0 0,0 1 0 0 0,0-1-1 0 0,0 0 1 0 0,0 1 0 0 0,0-1 0 0 0,0 0 0 0 0,-1 0 0 0 0,1 0-1 0 0,0 0 1 0 0,0 0 0 0 0,0 0 0 0 0,0 0 0 0 0,0 0 0 0 0,0 0 0 0 0,-1 0-1 0 0,1-1 1 0 0,0 1 0 0 0,0 0 0 0 0,0-1 0 0 0,0 1 0 0 0,0-1 0 0 0,0 0-1 0 0,0 1 1 0 0,0-1 0 0 0,1 1 0 0 0,-1-1 0 0 0,0 0 0 0 0,0 0 0 0 0,-1-1-1 0 0,-1-8 21 0 0,1 8-16 0 0,1 0 1 0 0,0 0-1 0 0,1 0 1 0 0,-1-1-1 0 0,0 1 0 0 0,0 0 1 0 0,1-1-1 0 0,0 1 1 0 0,-1-1-1 0 0,1 1 1 0 0,0 0-1 0 0,0-1 1 0 0,0 1-1 0 0,1-1 0 0 0,-1 1 1 0 0,0 0-1 0 0,1-1 1 0 0,0 1-1 0 0,-1 0 1 0 0,1-1-1 0 0,0 1 1 0 0,0 0-1 0 0,2-3 0 0 0,-2 2-2 0 0,1 1-1 0 0,-1 0 0 0 0,1-1 1 0 0,-1 1-1 0 0,1 0 0 0 0,0 0 1 0 0,0 0-1 0 0,-1 0 0 0 0,1 0 1 0 0,1 1-1 0 0,-1-1 0 0 0,3-2 1 0 0,-3 4-5 0 0,0-1 1 0 0,-1 1-1 0 0,1 0 0 0 0,0 0 1 0 0,0-1-1 0 0,-1 1 1 0 0,1 0-1 0 0,0 0 1 0 0,0 1-1 0 0,-1-1 1 0 0,1 0-1 0 0,0 1 0 0 0,-1-1 1 0 0,1 1-1 0 0,0-1 1 0 0,-1 1-1 0 0,1 0 1 0 0,-1-1-1 0 0,3 3 0 0 0,27 17 38 0 0,-25-16-26 0 0,0 1 0 0 0,1-2-1 0 0,-1 1 1 0 0,1-1 0 0 0,7 3 0 0 0,-11-5-6 0 0,0 0 0 0 0,1-1 0 0 0,-1 1 0 0 0,0-1-1 0 0,0 0 1 0 0,0 0 0 0 0,1 0 0 0 0,-1 0 0 0 0,0-1 0 0 0,0 1 0 0 0,0-1 0 0 0,1 0 0 0 0,-1 0 0 0 0,0 0-1 0 0,4-2 1 0 0,-1-1 8 0 0,0 1-1 0 0,-1-1 0 0 0,0-1 0 0 0,1 1 0 0 0,-1-1 0 0 0,-1 0 1 0 0,1 0-1 0 0,-1 0 0 0 0,0-1 0 0 0,6-9 0 0 0,1-4 29 0 0,-2 1-1 0 0,9-24 0 0 0,12-54 58 0 0,-9 24 115 0 0,-21 71-80 0 0,0 33 32 0 0,-1-23-142 0 0,1 0 0 0 0,-2 0 0 0 0,-3 14 0 0 0,3-17-4 0 0,1 0-1 0 0,-1-1 1 0 0,1 1 0 0 0,0 0-1 0 0,1 0 1 0 0,0 0 0 0 0,-1 0 0 0 0,2 0-1 0 0,-1 0 1 0 0,3 9 0 0 0,-1-5 17 0 0,2-1 1 0 0,-1 0 0 0 0,1 0 0 0 0,0-1-1 0 0,1 1 1 0 0,0-1 0 0 0,0 0-1 0 0,1 0 1 0 0,0-1 0 0 0,10 10 0 0 0,-13-14-30 0 0,0-1 0 0 0,0 0 1 0 0,0 1-1 0 0,0-1 0 0 0,0 0 0 0 0,0-1 1 0 0,0 1-1 0 0,1-1 0 0 0,-1 1 1 0 0,1-1-1 0 0,-1 0 0 0 0,1 0 1 0 0,0 0-1 0 0,-1-1 0 0 0,1 0 1 0 0,0 1-1 0 0,-1-1 0 0 0,1 0 1 0 0,0-1-1 0 0,-1 1 0 0 0,1-1 0 0 0,0 1 1 0 0,-1-1-1 0 0,1 0 0 0 0,-1-1 1 0 0,1 1-1 0 0,-1 0 0 0 0,1-1 1 0 0,-1 0-1 0 0,6-4 0 0 0,-2 0 2 0 0,0 0 0 0 0,0-1 0 0 0,-1 0 0 0 0,0 0 0 0 0,0 0 0 0 0,0-1-1 0 0,-1 0 1 0 0,0 0 0 0 0,-1 0 0 0 0,0-1 0 0 0,0 1 0 0 0,4-18 0 0 0,3-14 31 0 0,10-63 0 0 0,-20 96-40 0 0,2-16 2 0 0,-1 0 0 0 0,0 0-1 0 0,-2 1 1 0 0,0-1-1 0 0,-2 0 1 0 0,-1 0 0 0 0,0 1-1 0 0,-2-1 1 0 0,-14-41-1 0 0,19 63-5 0 0,0 0 0 0 0,-1 0 0 0 0,1 0 0 0 0,0 0 0 0 0,0 0 0 0 0,-1 0 0 0 0,1 0 0 0 0,-1 0 0 0 0,1 0 0 0 0,-1 0 0 0 0,1 0 0 0 0,-1 1 0 0 0,0-1 0 0 0,1 0 0 0 0,-1 0 0 0 0,0 1 0 0 0,0-1 0 0 0,0 0 0 0 0,1 1 0 0 0,-1-1 0 0 0,0 0 0 0 0,-1 0 0 0 0,-1 0 0 0 0,-10 0 0 0 0,11 3 0 0 0,0-1 0 0 0,0 1 0 0 0,0 0 0 0 0,0 0 0 0 0,0 0 0 0 0,0 0 0 0 0,1 0 0 0 0,-1 0 0 0 0,1 0 0 0 0,0 1 0 0 0,-1-1 0 0 0,1 0 0 0 0,0 1 0 0 0,0-1 0 0 0,-1 5 0 0 0,-10 46 0 0 0,9-36 0 0 0,-3 7 7 0 0,1 0-1 0 0,1 1 1 0 0,1-1 0 0 0,2 0-1 0 0,0 1 1 0 0,1 0-1 0 0,2-1 1 0 0,0 0-1 0 0,2 1 1 0 0,1-1-1 0 0,7 24 1 0 0,-9-38 7 0 0,1-1-1 0 0,0 0 1 0 0,0 0-1 0 0,0 0 1 0 0,1-1-1 0 0,1 1 1 0 0,-1-1-1 0 0,1-1 1 0 0,1 1-1 0 0,-1-1 1 0 0,1 0-1 0 0,0 0 1 0 0,12 8-1 0 0,-17-15-9 0 0,-1 1 0 0 0,1 0 1 0 0,-1-1-1 0 0,1 1 0 0 0,0-1 0 0 0,-1 0 0 0 0,1 0 0 0 0,-1 1 0 0 0,1-1 0 0 0,0 0 0 0 0,0 0 0 0 0,-1 0 0 0 0,1-1 0 0 0,0 1 0 0 0,-1 0 0 0 0,1-1 1 0 0,-1 1-1 0 0,1-1 0 0 0,0 1 0 0 0,-1-1 0 0 0,1 0 0 0 0,-1 1 0 0 0,0-1 0 0 0,1 0 0 0 0,-1 0 0 0 0,1 0 0 0 0,-1 0 0 0 0,0-1 0 0 0,0 1 0 0 0,0 0 0 0 0,0 0 1 0 0,0-1-1 0 0,2-2 0 0 0,3-6 11 0 0,1 0 0 0 0,-2-1 1 0 0,9-19-1 0 0,-8 15-1 0 0,86-172 56 0 0,-80 167-70 0 0,-9 18 0 0 0,5-1 0 0 0,-7 3 1 0 0,0 1-1 0 0,0-1 1 0 0,0 0-1 0 0,1 0 0 0 0,-1 1 1 0 0,0-1-1 0 0,0 1 1 0 0,0-1-1 0 0,0 1 1 0 0,0-1-1 0 0,0 1 1 0 0,0 0-1 0 0,0-1 0 0 0,0 1 1 0 0,0 0-1 0 0,-1 0 1 0 0,1 0-1 0 0,0 0 1 0 0,0-1-1 0 0,-1 1 0 0 0,1 0 1 0 0,0 0-1 0 0,-1 1 1 0 0,1-1-1 0 0,-1 0 1 0 0,0 0-1 0 0,1 2 0 0 0,2 3 4 0 0,25 39 68 0 0,-27-45-69 0 0,-1 1-1 0 0,1 0 0 0 0,-1-1 0 0 0,1 1 1 0 0,0-1-1 0 0,-1 1 0 0 0,1-1 0 0 0,0 1 1 0 0,0-1-1 0 0,-1 1 0 0 0,1-1 0 0 0,0 0 1 0 0,0 0-1 0 0,-1 1 0 0 0,1-1 1 0 0,0 0-1 0 0,0 0 0 0 0,0 0 0 0 0,0 0 1 0 0,-1 0-1 0 0,1 0 0 0 0,0 0 0 0 0,0 0 1 0 0,0 0-1 0 0,0 0 0 0 0,-1 0 0 0 0,1 0 1 0 0,0-1-1 0 0,0 1 0 0 0,0 0 0 0 0,-1-1 1 0 0,1 1-1 0 0,0 0 0 0 0,-1-1 1 0 0,1 1-1 0 0,0-1 0 0 0,-1 1 0 0 0,1-1 1 0 0,0 0-1 0 0,-1 1 0 0 0,1-1 0 0 0,-1 1 1 0 0,1-1-1 0 0,0-1 0 0 0,20-31 32 0 0,-9 0-21 0 0,-1 0 0 0 0,-2 0-1 0 0,8-53 1 0 0,-4 20 0 0 0,-8 34-11 0 0,-1 0-1 0 0,-1-1 0 0 0,-2 1 1 0 0,-1 0-1 0 0,-5-38 0 0 0,-1 45-1 0 0,5 25 0 0 0,1-1 0 0 0,0 0 0 0 0,-1 0 0 0 0,1 1 0 0 0,-1-1 0 0 0,1 0 0 0 0,-1 1 0 0 0,1-1 0 0 0,-1 1 0 0 0,1-1 0 0 0,-1 1 0 0 0,0-1 0 0 0,1 1 0 0 0,-1-1 0 0 0,0 1 0 0 0,0-1 0 0 0,1 1 0 0 0,-1 0 0 0 0,0 0 0 0 0,0-1 0 0 0,1 1 0 0 0,-1 0 0 0 0,0 0 0 0 0,0 0 0 0 0,0 0 0 0 0,0 0 0 0 0,1 0 0 0 0,-1 0 0 0 0,0 0 0 0 0,0 0 0 0 0,0 0 0 0 0,1 0 0 0 0,-1 1 0 0 0,0-1 0 0 0,0 0 0 0 0,1 0 0 0 0,-1 1 0 0 0,0-1 0 0 0,0 1 0 0 0,1-1 0 0 0,-1 1 0 0 0,0-1 0 0 0,1 1 0 0 0,-1-1 0 0 0,1 1 0 0 0,-1-1 0 0 0,1 1 0 0 0,-1 0 0 0 0,1-1 0 0 0,-1 1 0 0 0,1 0 0 0 0,-1 0 0 0 0,1-1 0 0 0,0 1 0 0 0,-1 1 0 0 0,-9 16 0 0 0,2 0 0 0 0,-1 1 0 0 0,2 0 0 0 0,0 0 0 0 0,2 1 0 0 0,0 0 0 0 0,-3 31 0 0 0,2 4 0 0 0,3 83 0 0 0,4-109 0 0 0,1-1 0 0 0,1 1 0 0 0,1-1 0 0 0,1 1 0 0 0,2-1 0 0 0,1-1 0 0 0,1 0 0 0 0,20 43 0 0 0,-25-64 1 0 0,-1 1-1 0 0,1-1 0 0 0,0-1 1 0 0,0 1-1 0 0,1 0 0 0 0,0-1 1 0 0,0 0-1 0 0,0 0 0 0 0,1 0 1 0 0,-1-1-1 0 0,1 0 0 0 0,0 0 1 0 0,0 0-1 0 0,1-1 0 0 0,-1 0 1 0 0,1 0-1 0 0,13 3 0 0 0,-14-4 1 0 0,0-2-1 0 0,1 1 1 0 0,-1-1-1 0 0,1 0 1 0 0,-1 0-1 0 0,1-1 1 0 0,-1 0-1 0 0,0 0 1 0 0,1 0-1 0 0,-1-1 1 0 0,0 0-1 0 0,0 0 0 0 0,0 0 1 0 0,0-1-1 0 0,-1 0 1 0 0,1 0-1 0 0,-1-1 1 0 0,1 0-1 0 0,-1 0 1 0 0,6-5-1 0 0,-3 0 4 0 0,-1 1-1 0 0,1-1 0 0 0,-2 0 0 0 0,1-1 1 0 0,-1 0-1 0 0,0 0 0 0 0,-1 0 1 0 0,0-1-1 0 0,3-13 0 0 0,-4 15 2 0 0,-1-1-1 0 0,-1 1 1 0 0,0-1 0 0 0,0 0-1 0 0,-1 0 1 0 0,0 0-1 0 0,-1 0 1 0 0,0 1 0 0 0,-1-1-1 0 0,0 0 1 0 0,-2-11-1 0 0,2 19-2 0 0,0-1 0 0 0,1 1 0 0 0,-1 0 0 0 0,0 0 0 0 0,0 0 0 0 0,-1 0 0 0 0,1 0 0 0 0,0 0 0 0 0,-1 0 0 0 0,1 0 0 0 0,-1 0 0 0 0,0 0 0 0 0,1 1 0 0 0,-1-1 0 0 0,0 1 0 0 0,0-1 0 0 0,0 1 0 0 0,-4-2 0 0 0,5 3-1 0 0,0-1 0 0 0,-1 1 0 0 0,1 0 0 0 0,0 0 0 0 0,0 0-1 0 0,-1 0 1 0 0,1 0 0 0 0,0 0 0 0 0,-1 0 0 0 0,1 0 0 0 0,0 0 0 0 0,0 0 0 0 0,-1 1 0 0 0,1-1 0 0 0,0 1 0 0 0,0-1 0 0 0,0 1-1 0 0,-1-1 1 0 0,1 1 0 0 0,0 0 0 0 0,0 0 0 0 0,0-1 0 0 0,0 1 0 0 0,0 0 0 0 0,0 0 0 0 0,1 0 0 0 0,-1 0 0 0 0,0 0 0 0 0,0 0-1 0 0,1 0 1 0 0,-1 0 0 0 0,0 0 0 0 0,1 1 0 0 0,-1-1 0 0 0,0 2 0 0 0,-8 16 1 0 0,1 1-1 0 0,0-1 1 0 0,2 1 0 0 0,0 0 0 0 0,1 1-1 0 0,1-1 1 0 0,1 1 0 0 0,1 0 0 0 0,1 36-1 0 0,4-23-1 0 0,0-21 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54:13.8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14368 0 0,'0'0'0'0'0,"20"4"0"0"0,6-2 288 0 0,0 7 712 0 0,-20 1-760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54:23.6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83 552 9344 0 0,'3'0'17'0'0,"0"-1"-1"0"0,-1 0 1 0 0,1 1 0 0 0,-1-1 0 0 0,1 0 0 0 0,-1-1-1 0 0,1 1 1 0 0,-1 0 0 0 0,0-1 0 0 0,3-1 0 0 0,-2 0 12 0 0,1-1 0 0 0,-1 1 0 0 0,1-1 0 0 0,-1 0 1 0 0,0 0-1 0 0,-1 0 0 0 0,1-1 0 0 0,2-6 0 0 0,2-7 128 0 0,0 0-1 0 0,6-35 1 0 0,-11 46-108 0 0,33-118 306 0 0,-30 102-317 0 0,-1 0 0 0 0,-1-1 0 0 0,-1 1-1 0 0,-1-44 1 0 0,-1 58-35 0 0,-1 0 0 0 0,-1 0 0 0 0,1 0-1 0 0,-6-16 1 0 0,6 22-2 0 0,0 0 0 0 0,0-1 0 0 0,0 1-1 0 0,-1 0 1 0 0,0 0 0 0 0,0 0 0 0 0,1 0 0 0 0,-2 0-1 0 0,1 0 1 0 0,0 0 0 0 0,-1 1 0 0 0,1-1 0 0 0,-5-3 0 0 0,4 5-1 0 0,1-1 0 0 0,-1 1 0 0 0,1 0 0 0 0,-1 0 0 0 0,0 0 0 0 0,0 0 0 0 0,1 1 0 0 0,-1-1 0 0 0,0 1 0 0 0,0 0 0 0 0,0-1 0 0 0,1 1 0 0 0,-1 0 0 0 0,0 1 0 0 0,0-1 0 0 0,0 0 0 0 0,0 1 0 0 0,-3 1 0 0 0,1 0 1 0 0,0 0-1 0 0,1 0 0 0 0,0 1 0 0 0,-1 0 0 0 0,1 0 0 0 0,0 0 1 0 0,0 0-1 0 0,1 1 0 0 0,-7 6 0 0 0,1 1 1 0 0,1 0-1 0 0,0 1 1 0 0,1 0-1 0 0,0 1 1 0 0,1-1 0 0 0,-7 22-1 0 0,8-15 7 0 0,0 1-1 0 0,2-1 0 0 0,0 1 0 0 0,1 0 1 0 0,1-1-1 0 0,2 22 0 0 0,0-23 18 0 0,1-1-1 0 0,0 1 1 0 0,2-1-1 0 0,0 0 1 0 0,1 0-1 0 0,0 0 0 0 0,2-1 1 0 0,15 30-1 0 0,-14-34 31 0 0,0 1 0 0 0,1-1 0 0 0,1-1 0 0 0,0 0 0 0 0,0 0 0 0 0,1-1 1 0 0,0 0-1 0 0,1-1 0 0 0,0 0 0 0 0,25 13 0 0 0,-34-21-32 0 0,1 1 0 0 0,-1 0 0 0 0,0-1 1 0 0,1 0-1 0 0,-1 0 0 0 0,0 0 0 0 0,1 0 1 0 0,-1-1-1 0 0,1 1 0 0 0,0-1 1 0 0,-1 0-1 0 0,1 0 0 0 0,-1 0 0 0 0,1 0 1 0 0,-1-1-1 0 0,1 0 0 0 0,-1 1 0 0 0,6-3 1 0 0,-4 0 4 0 0,0 1 0 0 0,0-1 0 0 0,0 0 0 0 0,0-1 0 0 0,0 1 0 0 0,-1-1 0 0 0,0 0 0 0 0,0 0 0 0 0,0 0 0 0 0,5-8 0 0 0,2-5 37 0 0,-1-1 1 0 0,0 0-1 0 0,-1 0 1 0 0,-1-1-1 0 0,8-29 0 0 0,-14 41-30 0 0,0 0 0 0 0,0 0 0 0 0,-1-1 0 0 0,0 1 0 0 0,0-11 0 0 0,-1 16 0 0 0,-11-10 274 0 0,6 14-288 0 0,0 2 1 0 0,1-1-1 0 0,-1 0 1 0 0,1 1-1 0 0,-1 0 1 0 0,1 0 0 0 0,1 0-1 0 0,-1 1 1 0 0,0-1-1 0 0,-4 9 1 0 0,-27 58 173 0 0,13-23-65 0 0,18-42-94 0 0,1 1 1 0 0,0 0-1 0 0,0 0 1 0 0,1 1-1 0 0,-1-1 0 0 0,2 0 1 0 0,-1 1-1 0 0,0 11 1 0 0,2-10 111 0 0,3-3-64 0 0,-2-5-32 0 0,21-9 116 0 0,1-10-86 0 0,-1-2 1 0 0,-1 0 0 0 0,-1-1 0 0 0,25-34 0 0 0,-5 7 34 0 0,-5-1 5 0 0,-29 38-42 0 0,2 0-1 0 0,-1 0 0 0 0,18-17 1 0 0,-23 26 258 0 0,-1 4-325 0 0,-1 0-1 0 0,1 0 1 0 0,-1 0 0 0 0,0 0 0 0 0,1 0 0 0 0,-1 0-1 0 0,0 0 1 0 0,-1 0 0 0 0,1 0 0 0 0,0 0 0 0 0,0 0-1 0 0,-2 3 1 0 0,-2 6 43 0 0,1 0 0 0 0,0 0-1 0 0,1 1 1 0 0,0-1 0 0 0,0 1-1 0 0,2 0 1 0 0,0 22-1 0 0,0-33-43 0 0,0 0-1 0 0,0 0 0 0 0,0 0 0 0 0,1-1 0 0 0,-1 1 0 0 0,0 0 0 0 0,0 0 0 0 0,1 0 0 0 0,-1-1 0 0 0,0 1 0 0 0,1 0 0 0 0,-1 0 0 0 0,1-1 0 0 0,-1 1 0 0 0,1 0 0 0 0,-1-1 0 0 0,1 1 0 0 0,0 0 0 0 0,-1-1 0 0 0,1 1 0 0 0,0-1 1 0 0,0 1-1 0 0,-1-1 0 0 0,1 0 0 0 0,0 1 0 0 0,0-1 0 0 0,-1 0 0 0 0,1 1 0 0 0,1-1 0 0 0,0 0 2 0 0,0 0 0 0 0,0-1 0 0 0,0 1 0 0 0,-1 0 0 0 0,1-1 0 0 0,0 1 0 0 0,0-1 0 0 0,0 0 0 0 0,-1 0 0 0 0,1 0 0 0 0,0 0 0 0 0,2-1 0 0 0,5-6 29 0 0,1 0-1 0 0,-1 0 1 0 0,8-10-1 0 0,-15 16-22 0 0,23-26 100 0 0,23-33 0 0 0,-35 37-39 0 0,-11 20-61 0 0,-1 1 0 0 0,1 0 1 0 0,0 0-1 0 0,0 0 0 0 0,0 0 0 0 0,0 0 0 0 0,0 0 1 0 0,1 0-1 0 0,3-3 0 0 0,-4 5 17 0 0,1 3 40 0 0,-2-2-73 0 0,-1 0 0 0 0,0 0 0 0 0,1 0 0 0 0,-1 1 0 0 0,0-1 0 0 0,1 0 0 0 0,-1 0 0 0 0,0 0 0 0 0,1 1 0 0 0,-1-1 0 0 0,0 0 0 0 0,1 0 0 0 0,-1 1 0 0 0,0-1 0 0 0,0 0 0 0 0,1 0-1 0 0,-1 1 1 0 0,0-1 0 0 0,0 0 0 0 0,0 1 0 0 0,0-1 0 0 0,1 0 0 0 0,-1 1 0 0 0,0-1 0 0 0,0 1 0 0 0,0-1 0 0 0,0 0 0 0 0,0 1 0 0 0,0-1 0 0 0,0 0 0 0 0,0 1 0 0 0,0-1 0 0 0,0 1 0 0 0,0-1 0 0 0,0 0 0 0 0,0 1 0 0 0,0-1 0 0 0,-1 1 0 0 0,-8 87 114 0 0,7-59-80 0 0,-1 0 0 0 0,-10 44 0 0 0,-8 7 34 0 0,7-24-15 0 0,-2 0 0 0 0,-30 66 1 0 0,43-115-48 0 0,-23 50 68 0 0,-34 54 0 0 0,51-97-53 0 0,1 0 0 0 0,-2-1 0 0 0,0 0 0 0 0,0-1 0 0 0,-1 0 0 0 0,-1 0 0 0 0,0-1 0 0 0,-1-1 0 0 0,-24 16 0 0 0,34-24-15 0 0,-1-1 1 0 0,1 1-1 0 0,-1-1 0 0 0,0 0 0 0 0,1 0 0 0 0,-1 0 0 0 0,0 0 0 0 0,0-1 0 0 0,0 1 0 0 0,0-1 0 0 0,0 0 0 0 0,1 0 0 0 0,-1-1 0 0 0,0 1 0 0 0,-6-2 1 0 0,8 1-4 0 0,0 0 0 0 0,0 0 1 0 0,0 1-1 0 0,0-1 1 0 0,0-1-1 0 0,0 1 1 0 0,0 0-1 0 0,1 0 0 0 0,-1-1 1 0 0,0 1-1 0 0,1-1 1 0 0,-1 0-1 0 0,1 1 1 0 0,-1-1-1 0 0,1 0 1 0 0,0 0-1 0 0,0 0 0 0 0,0 0 1 0 0,0 0-1 0 0,0 0 1 0 0,0 0-1 0 0,1 0 1 0 0,-1 0-1 0 0,1 0 1 0 0,-1-1-1 0 0,1-3 0 0 0,-1-30 44 0 0,2 0 1 0 0,2 1-1 0 0,12-60 0 0 0,-10 68-31 0 0,0-2-1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54:25.3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0 490 11048 0 0,'24'-8'73'0'0,"8"-9"331"0"0,-30 15-366 0 0,1 0-1 0 0,-1 0 1 0 0,0 0-1 0 0,1-1 1 0 0,-1 1-1 0 0,0-1 1 0 0,0 1-1 0 0,-1-1 1 0 0,1 0-1 0 0,0 0 1 0 0,-1 0-1 0 0,0 1 0 0 0,0-1 1 0 0,0-1-1 0 0,0 1 1 0 0,1-4-1 0 0,2-28 649 0 0,5-18 158 0 0,-1 27-672 0 0,-2 0 0 0 0,5-40 1 0 0,0 1-10 0 0,-7 47-130 0 0,-3 15-31 0 0,-1 0 0 0 0,1 0 0 0 0,-1 0-1 0 0,0 0 1 0 0,1 0 0 0 0,-1 0 0 0 0,0 0 0 0 0,-1-1 0 0 0,0-3 0 0 0,-2-8-2 0 0,1 15-6 0 0,1-1-18 0 0,-8 2-44 0 0,0 24-11 0 0,6-21 57 0 0,1 1 1 0 0,0 0 0 0 0,0 0 0 0 0,1 0 0 0 0,0 0 0 0 0,0 1 0 0 0,0-1 0 0 0,0 7 0 0 0,1 27-56 0 0,-1-22 36 0 0,2 0 0 0 0,2 21 0 0 0,0 50-135 0 0,0-72 148 0 0,0 0 0 0 0,1-1 1 0 0,0 1-1 0 0,2-1 0 0 0,0 0 0 0 0,0-1 0 0 0,2 1 1 0 0,-1-1-1 0 0,2-1 0 0 0,0 1 0 0 0,1-1 0 0 0,21 22 1 0 0,-27-33 20 0 0,0 1 0 0 0,0-1 0 0 0,0 0 0 0 0,0 0 0 0 0,0-1 0 0 0,1 1 0 0 0,-1-1 0 0 0,0 0 0 0 0,1 0 0 0 0,0 0 0 0 0,8 0 0 0 0,-1-1-6 0 0,-1 0 0 0 0,1 0 0 0 0,17-4 0 0 0,-19 1 7 0 0,-1-1 1 0 0,0 0 0 0 0,0-1-1 0 0,0 1 1 0 0,0-2 0 0 0,-1 1-1 0 0,0-1 1 0 0,0-1 0 0 0,-1 1-1 0 0,1-1 1 0 0,9-13 0 0 0,-8 7 4 0 0,-1 0 1 0 0,-1 0-1 0 0,0-1 1 0 0,-1 0 0 0 0,-1 0-1 0 0,0-1 1 0 0,-1 1-1 0 0,0-1 1 0 0,2-24 0 0 0,-2-2-2 0 0,-1 0 1 0 0,-5-55 0 0 0,1 76 7 0 0,-1 1 0 0 0,0-1 1 0 0,-2 1-1 0 0,0 0 1 0 0,-11-28-1 0 0,14 46-4 0 0,1 0-1 0 0,0 1 0 0 0,-1-1 0 0 0,1 0 1 0 0,-1 0-1 0 0,1 0 0 0 0,-1 0 1 0 0,1 0-1 0 0,-1 1 0 0 0,0-1 0 0 0,0 0 1 0 0,1 1-1 0 0,-1-1 0 0 0,0 0 0 0 0,0 1 1 0 0,0-1-1 0 0,1 1 0 0 0,-1-1 1 0 0,0 1-1 0 0,0-1 0 0 0,0 1 0 0 0,0 0 1 0 0,0 0-1 0 0,0-1 0 0 0,0 1 1 0 0,0 0-1 0 0,0 0 0 0 0,0 0 0 0 0,0 0 1 0 0,0 0-1 0 0,0 0 0 0 0,0 0 1 0 0,0 1-1 0 0,0-1 0 0 0,0 0 0 0 0,0 0 1 0 0,0 1-1 0 0,0-1 0 0 0,0 0 0 0 0,1 1 1 0 0,-1-1-1 0 0,0 1 0 0 0,0 0 1 0 0,0-1-1 0 0,1 1 0 0 0,-1 0 0 0 0,-1 0 1 0 0,-3 3 6 0 0,0 1 1 0 0,1-1-1 0 0,-1 1 0 0 0,1 0 1 0 0,-7 10-1 0 0,-7 21 15 0 0,1 1-1 0 0,1 0 1 0 0,-17 69 0 0 0,7-22 8 0 0,16-56-7 0 0,1 0 0 0 0,2 0 0 0 0,1 1 1 0 0,-5 50-1 0 0,11-78-22 0 0,0-1 1 0 0,1 1-1 0 0,-1 0 0 0 0,0-1 1 0 0,0 1-1 0 0,0-1 0 0 0,0 1 1 0 0,0-1-1 0 0,1 1 0 0 0,-1-1 1 0 0,0 1-1 0 0,0-1 0 0 0,1 1 1 0 0,-1-1-1 0 0,0 1 1 0 0,1-1-1 0 0,-1 1 0 0 0,0-1 1 0 0,1 1-1 0 0,-1-1 0 0 0,1 0 1 0 0,-1 1-1 0 0,1-1 0 0 0,-1 0 1 0 0,1 1-1 0 0,-1-1 0 0 0,1 0 1 0 0,-1 0-1 0 0,1 1 0 0 0,-1-1 1 0 0,1 0-1 0 0,0 0 0 0 0,-1 0 1 0 0,1 0-1 0 0,-1 0 1 0 0,2 0-1 0 0,-1 0 2 0 0,1 0 0 0 0,-1 0 0 0 0,1 0 0 0 0,-1-1 0 0 0,1 1 0 0 0,-1 0 0 0 0,1-1 0 0 0,-1 1 0 0 0,0-1 0 0 0,1 1 0 0 0,-1-1 0 0 0,0 0 0 0 0,1 0 0 0 0,-1 0 0 0 0,2-1 0 0 0,55-63 129 0 0,-42 45-50 0 0,0 1 0 0 0,1 1 0 0 0,37-30 0 0 0,-54 48-81 0 0,33-19 222 0 0,-32 19-212 0 0,0-1 1 0 0,0 1 0 0 0,0 0-1 0 0,0-1 1 0 0,0 1 0 0 0,0 0-1 0 0,0 0 1 0 0,0 0 0 0 0,1 0-1 0 0,-1 0 1 0 0,0 0 0 0 0,0 0-1 0 0,0 0 1 0 0,0 1 0 0 0,0-1-1 0 0,0 0 1 0 0,0 0-1 0 0,0 1 1 0 0,0-1 0 0 0,0 1-1 0 0,0-1 1 0 0,0 1 0 0 0,0-1-1 0 0,-1 1 1 0 0,1 0 0 0 0,0-1-1 0 0,0 1 1 0 0,0 0 0 0 0,1 1-1 0 0,2 16 161 0 0,-2-2-111 0 0,9 15 231 0 0,27 58-1 0 0,-36-86-264 0 0,0 1-1 0 0,0-1 1 0 0,1 0 0 0 0,-1 0-1 0 0,1 0 1 0 0,0 0-1 0 0,0-1 1 0 0,0 1-1 0 0,0-1 1 0 0,0 0 0 0 0,0 0-1 0 0,1 0 1 0 0,-1 0-1 0 0,1 0 1 0 0,5 1 0 0 0,-7-3-15 0 0,0-1 0 0 0,0 1 1 0 0,0-1-1 0 0,0 1 0 0 0,0-1 1 0 0,0 0-1 0 0,0 0 0 0 0,0 0 1 0 0,0 0-1 0 0,-1 0 0 0 0,1-1 1 0 0,0 1-1 0 0,-1 0 0 0 0,1-1 1 0 0,1-1-1 0 0,23-27 139 0 0,-14 13-91 0 0,0-2-1 0 0,-1 0 1 0 0,13-33 0 0 0,-20 43-45 0 0,-1 0-1 0 0,-1-1 1 0 0,1 0 0 0 0,-1 0-1 0 0,-1 0 1 0 0,0 1 0 0 0,0-1 0 0 0,-1 0-1 0 0,-1 0 1 0 0,-1-15 0 0 0,2 25-15 0 0,-1-1 0 0 0,1 0 1 0 0,0 0-1 0 0,0 0 0 0 0,-1 1 1 0 0,1-1-1 0 0,0 0 0 0 0,-1 0 1 0 0,1 1-1 0 0,-1-1 0 0 0,1 0 1 0 0,-1 1-1 0 0,1-1 0 0 0,-1 0 1 0 0,0 1-1 0 0,1-1 0 0 0,-1 1 1 0 0,0-1-1 0 0,1 1 0 0 0,-1-1 1 0 0,0 1-1 0 0,1 0 0 0 0,-1-1 1 0 0,0 1-1 0 0,0 0 0 0 0,0 0 1 0 0,1-1-1 0 0,-1 1 0 0 0,0 0 1 0 0,0 0-1 0 0,0 0 0 0 0,0 0 1 0 0,0 0-1 0 0,1 0 0 0 0,-1 0 0 0 0,0 0 1 0 0,-1 1-1 0 0,0-1 1 0 0,0 1 1 0 0,0-1-1 0 0,0 1 1 0 0,0-1-1 0 0,1 1 0 0 0,-1 0 1 0 0,0 0-1 0 0,0 0 0 0 0,1 0 1 0 0,-1 0-1 0 0,0 0 0 0 0,1 1 1 0 0,-1-1-1 0 0,1 0 0 0 0,-2 3 1 0 0,-8 11 2 0 0,1 1 1 0 0,1 0 0 0 0,1 1-1 0 0,0 0 1 0 0,2 0 0 0 0,0 0-1 0 0,0 1 1 0 0,2 0 0 0 0,0 0-1 0 0,1 1 1 0 0,1-1 0 0 0,0 28-1 0 0,0-14 8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54:25.8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11048 0 0,'0'0'2136'0'0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54:28.5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1 382 9344 0 0,'12'-2'31'0'0,"17"-3"142"0"0,-13-1 45 0 0,-14 6-150 0 0,10-16 171 0 0,20-34 424 0 0,-31 48-646 0 0,0 1 0 0 0,1-1 0 0 0,0 0 0 0 0,-1 0 0 0 0,1 1 0 0 0,0-1 0 0 0,0 1 0 0 0,0-1 0 0 0,0 1 0 0 0,0 0 0 0 0,2-1 1 0 0,-2 1-6 0 0,0 0 1 0 0,-1 0 0 0 0,1 0 0 0 0,0 0 0 0 0,-1-1 0 0 0,1 1 0 0 0,0 0 0 0 0,-1-1 0 0 0,0 1-1 0 0,1-1 1 0 0,-1 1 0 0 0,0-1 0 0 0,2-3 0 0 0,-1 2 3 0 0,0 0-1 0 0,0 0 1 0 0,0 0 0 0 0,1 1 0 0 0,-1-1-1 0 0,1 1 1 0 0,0-1 0 0 0,0 1 0 0 0,0 0-1 0 0,0 0 1 0 0,0 0 0 0 0,0 1 0 0 0,0-1-1 0 0,1 1 1 0 0,-1-1 0 0 0,1 1 0 0 0,3-1-1 0 0,4 0 5 0 0,0 0 0 0 0,1 0 0 0 0,-1 1 0 0 0,13 0 0 0 0,-18 1-16 0 0,0 1 1 0 0,-1 0 0 0 0,1 0 0 0 0,0 0 0 0 0,0 0-1 0 0,-1 1 1 0 0,1 0 0 0 0,-1 1 0 0 0,0-1 0 0 0,1 1-1 0 0,-1 0 1 0 0,0 0 0 0 0,0 0 0 0 0,5 6 0 0 0,-8-8-3 0 0,0 1 0 0 0,-1-1 0 0 0,1 1 1 0 0,-1-1-1 0 0,0 1 0 0 0,0 0 0 0 0,1 0 0 0 0,-1-1 1 0 0,0 1-1 0 0,-1 0 0 0 0,1 0 0 0 0,0 0 1 0 0,0 0-1 0 0,-1 0 0 0 0,1 0 0 0 0,-1 0 1 0 0,0 0-1 0 0,1 1 0 0 0,-1 2 0 0 0,-1-1 2 0 0,1 0 0 0 0,-1 0-1 0 0,0 0 1 0 0,0 1 0 0 0,0-2 0 0 0,-1 1-1 0 0,1 0 1 0 0,-1 0 0 0 0,-4 6 0 0 0,3-5 5 0 0,0 0 1 0 0,-1 1 0 0 0,0-1-1 0 0,0-1 1 0 0,-1 1 0 0 0,1-1 0 0 0,-1 1-1 0 0,0-1 1 0 0,0-1 0 0 0,-1 1-1 0 0,1-1 1 0 0,-12 6 0 0 0,15-9 4 0 0,0 0 1 0 0,0 0 0 0 0,0 0 0 0 0,1 0-1 0 0,-1 0 1 0 0,0-1 0 0 0,0 1-1 0 0,0 0 1 0 0,0-1 0 0 0,1 1 0 0 0,-1-1-1 0 0,0 0 1 0 0,0 0 0 0 0,1 0 0 0 0,-1 1-1 0 0,0-1 1 0 0,1-1 0 0 0,-1 1-1 0 0,1 0 1 0 0,0 0 0 0 0,-1-1 0 0 0,1 1-1 0 0,0 0 1 0 0,0-1 0 0 0,0 0 0 0 0,0 1-1 0 0,0-1 1 0 0,0 1 0 0 0,0-1-1 0 0,0 0 1 0 0,1 0 0 0 0,-1 0 0 0 0,1 1-1 0 0,-1-1 1 0 0,1 0 0 0 0,0 0 0 0 0,-1 0-1 0 0,1 0 1 0 0,0 0 0 0 0,0 0-1 0 0,1 1 1 0 0,0-5 0 0 0,-1 5 26 0 0,2-12 117 0 0,0 11-146 0 0,1 1 0 0 0,0-1 0 0 0,0 0 0 0 0,0 1 0 0 0,0 0 0 0 0,0 0 0 0 0,0 0 0 0 0,0 0 0 0 0,0 0 0 0 0,0 1 0 0 0,0-1 0 0 0,4 1 0 0 0,47 1 36 0 0,-25 0-26 0 0,-17-3-11 0 0,1 0 1 0 0,0-1-1 0 0,-1-1 0 0 0,1 0 0 0 0,13-7 1 0 0,-13 6-2 0 0,-7 2-6 0 0,0 0 1 0 0,0 0 0 0 0,0-1 0 0 0,0 1-1 0 0,-1-2 1 0 0,0 1 0 0 0,1 0 0 0 0,-1-1-1 0 0,-1 0 1 0 0,1 0 0 0 0,-1-1 0 0 0,0 1 0 0 0,0-1-1 0 0,-1 0 1 0 0,1 0 0 0 0,2-7 0 0 0,0-1 16 0 0,-1-1 0 0 0,-1 1 0 0 0,0-1 0 0 0,-1 0 0 0 0,3-30 1 0 0,-6 35 8 0 0,-1-1 1 0 0,0 1 0 0 0,-1 0-1 0 0,-6-20 1 0 0,8 30-26 0 0,-1-1 0 0 0,1 0 0 0 0,-1 0 0 0 0,0 0 0 0 0,1 1 0 0 0,-1-1 0 0 0,0 0 0 0 0,0 1 0 0 0,0-1 0 0 0,1 0 1 0 0,-1 1-1 0 0,0-1 0 0 0,0 1 0 0 0,0 0 0 0 0,0-1 0 0 0,0 1 0 0 0,0 0 0 0 0,0-1 0 0 0,0 1 0 0 0,0 0 0 0 0,0 0 0 0 0,0 0 0 0 0,0 0 0 0 0,0 0 0 0 0,0 0 0 0 0,-2 0 0 0 0,-24 6 106 0 0,21-1-83 0 0,0 0 0 0 0,0 1 0 0 0,1-1-1 0 0,0 1 1 0 0,0 0 0 0 0,1 0 0 0 0,0 0 0 0 0,-6 12 0 0 0,-23 59 155 0 0,30-70-152 0 0,1-2-2 0 0,0 1-1 0 0,0 0 1 0 0,0 0-1 0 0,1 0 1 0 0,0 0 0 0 0,0 0-1 0 0,0 1 1 0 0,1-1 0 0 0,0 0-1 0 0,0 0 1 0 0,1 0-1 0 0,-1 0 1 0 0,2 1 0 0 0,-1-1-1 0 0,0 0 1 0 0,1-1 0 0 0,0 1-1 0 0,4 6 1 0 0,-4-12-11 0 0,0 1-1 0 0,0-1 1 0 0,1 0 0 0 0,-1 0-1 0 0,0 0 1 0 0,0-1 0 0 0,0 1-1 0 0,1-1 1 0 0,3 0 0 0 0,0-1 84 0 0,6-2-44 0 0,0 0 0 0 0,0-1 0 0 0,0-1 1 0 0,-1 0-1 0 0,0-1 0 0 0,19-14 0 0 0,12-7 149 0 0,-9 7-91 0 0,-27 16-71 0 0,1 0 0 0 0,0 1-1 0 0,0 0 1 0 0,0 0 0 0 0,0 0 0 0 0,0 1 0 0 0,1 1 0 0 0,-1-1 0 0 0,1 1 0 0 0,8-1 0 0 0,-9 1-4 0 0,0 2 1 0 0,1-1 0 0 0,-1 1 0 0 0,0 0-1 0 0,0 0 1 0 0,1 1 0 0 0,-1 0 0 0 0,0 0 0 0 0,0 0-1 0 0,0 1 1 0 0,0 1 0 0 0,0-1 0 0 0,-1 1-1 0 0,13 7 1 0 0,-16-8-20 0 0,0 0 1 0 0,-1 0-1 0 0,1 0 0 0 0,-1 1 0 0 0,0-1 1 0 0,0 1-1 0 0,0 0 0 0 0,0 0 0 0 0,0 0 0 0 0,-1 0 1 0 0,1 0-1 0 0,-1 0 0 0 0,0 0 0 0 0,1 0 1 0 0,-2 0-1 0 0,1 1 0 0 0,0-1 0 0 0,-1 0 1 0 0,1 1-1 0 0,-1-1 0 0 0,0 0 0 0 0,0 1 0 0 0,0-1 1 0 0,-2 7-1 0 0,0-3 10 0 0,0-1 0 0 0,-1 1 0 0 0,0-1 0 0 0,0 0 0 0 0,-1 1 0 0 0,0-1 0 0 0,0-1 0 0 0,0 1 0 0 0,0-1 0 0 0,-9 8 0 0 0,5-4 14 0 0,-1-1 0 0 0,0 0 0 0 0,0-1 0 0 0,0 0-1 0 0,-1-1 1 0 0,0 1 0 0 0,-1-2 0 0 0,1 0 0 0 0,-13 5 0 0 0,21-10-33 0 0,1 0-1 0 0,0 1 1 0 0,-1-1 0 0 0,1 0-1 0 0,0 0 1 0 0,-1 0 0 0 0,1 0 0 0 0,-1 0-1 0 0,1 0 1 0 0,-1 0 0 0 0,1 0 0 0 0,0-1-1 0 0,-1 1 1 0 0,1-1 0 0 0,0 1 0 0 0,-1-1-1 0 0,1 1 1 0 0,0-1 0 0 0,0 0-1 0 0,-1 1 1 0 0,1-1 0 0 0,-2-2 0 0 0,1 1 3 0 0,1 0 1 0 0,-1 0 0 0 0,1-1 0 0 0,-1 1-1 0 0,1-1 1 0 0,0 1 0 0 0,-1-1 0 0 0,2 1-1 0 0,-1-1 1 0 0,-1-5 0 0 0,0 0 12 0 0,1 0 0 0 0,1 1 1 0 0,-1-1-1 0 0,1 0 0 0 0,1 0 0 0 0,-1 0 0 0 0,3-8 0 0 0,-2 10-7 0 0,0 0 0 0 0,0 0 0 0 0,1 1 0 0 0,0-1 0 0 0,0 0 0 0 0,0 1-1 0 0,1-1 1 0 0,0 1 0 0 0,0 0 0 0 0,0 0 0 0 0,0 0 0 0 0,1 0 0 0 0,0 1 0 0 0,7-7-1 0 0,3 0 68 0 0,-12 9-73 0 0,1 0 0 0 0,0 0 0 0 0,-1 0 0 0 0,1 1 0 0 0,0-1 0 0 0,0 0 0 0 0,0 1 0 0 0,0 0 0 0 0,0 0 0 0 0,0 0 0 0 0,0 0-1 0 0,6 0 1 0 0,2-2 25 0 0,0 2-1 0 0,0 0 1 0 0,0 0-1 0 0,0 1 1 0 0,0 0 0 0 0,0 1-1 0 0,0 0 1 0 0,0 1-1 0 0,-1 0 1 0 0,1 1-1 0 0,0 0 1 0 0,-1 1-1 0 0,0 0 1 0 0,1 1-1 0 0,-2 0 1 0 0,1 0-1 0 0,11 9 1 0 0,-20-13-28 0 0,0 0 0 0 0,0 0 0 0 0,0 0 1 0 0,-1 0-1 0 0,1 0 0 0 0,0 0 0 0 0,-1 0 0 0 0,1 0 1 0 0,0 0-1 0 0,-1 1 0 0 0,0-1 0 0 0,1 0 0 0 0,-1 0 1 0 0,0 0-1 0 0,1 1 0 0 0,-1-1 0 0 0,0 0 1 0 0,0 1-1 0 0,0-1 0 0 0,0 0 0 0 0,0 1 0 0 0,-1-1 1 0 0,1 0-1 0 0,0 0 0 0 0,0 1 0 0 0,-1-1 0 0 0,1 0 1 0 0,-1 0-1 0 0,1 0 0 0 0,-1 1 0 0 0,-1 0 0 0 0,-25 34 77 0 0,23-31-68 0 0,-1 1-8 0 0,0-1-1 0 0,-1 1 0 0 0,0-1 0 0 0,0 0 1 0 0,0-1-1 0 0,0 1 0 0 0,-7 3 0 0 0,11-7-10 0 0,0 0 0 0 0,0 0 0 0 0,-1 0 0 0 0,1-1 0 0 0,0 1 0 0 0,0-1 0 0 0,0 1 0 0 0,-1-1 0 0 0,1 0 0 0 0,0 1 0 0 0,-1-1 0 0 0,1 0 0 0 0,0-1-1 0 0,0 1 1 0 0,-1 0 0 0 0,1-1 0 0 0,0 1 0 0 0,0-1 0 0 0,0 1 0 0 0,-1-1 0 0 0,1 0 0 0 0,0 0 0 0 0,0 0 0 0 0,0-1 0 0 0,0 1 0 0 0,1 0 0 0 0,-1-1 0 0 0,0 1 0 0 0,0-1-1 0 0,1 1 1 0 0,-3-3 0 0 0,-2-5-3 0 0,2 0 0 0 0,7 1 0 0 0,8 1-2 0 0,-2 4-9 0 0,0 0 1 0 0,0 1-1 0 0,1 0 1 0 0,-1 1 0 0 0,20-1-1 0 0,-19 2-2 0 0,1 0 0 0 0,-1-1 0 0 0,0-1 0 0 0,1 0 0 0 0,13-4-1 0 0,-13 2 0 0 0,0-1 0 0 0,0 0 0 0 0,-1 0 0 0 0,0-1 0 0 0,0-1 0 0 0,0 1 0 0 0,-1-2 0 0 0,1 1 0 0 0,-2-1 0 0 0,1-1 0 0 0,-1 1 0 0 0,-1-1 0 0 0,0-1 0 0 0,0 1 0 0 0,10-21 0 0 0,-1 3-22 0 0,-12 21 25 0 0,0 0 0 0 0,-1 0 0 0 0,1 0 0 0 0,-1-1 0 0 0,3-9 0 0 0,-6 16 10 0 0,0-1 1 0 0,-1 1-1 0 0,1 0 1 0 0,0-1-1 0 0,0 1 1 0 0,0 0-1 0 0,0-1 1 0 0,0 1-1 0 0,0 0 0 0 0,0-1 1 0 0,-1 1-1 0 0,1 0 1 0 0,0-1-1 0 0,0 1 1 0 0,0 0-1 0 0,-1 0 1 0 0,1-1-1 0 0,0 1 1 0 0,0 0-1 0 0,-1 0 1 0 0,1-1-1 0 0,0 1 1 0 0,-1 0-1 0 0,1 0 1 0 0,0 0-1 0 0,0 0 1 0 0,-1-1-1 0 0,1 1 0 0 0,0 0 1 0 0,-1 0-1 0 0,1 0 1 0 0,-1 0-1 0 0,1 0 1 0 0,0 0-1 0 0,-1 0 1 0 0,1 0-1 0 0,0 0 1 0 0,-1 0-1 0 0,1 0 1 0 0,0 0-1 0 0,-1 0 1 0 0,1 0-1 0 0,0 0 1 0 0,-1 1-1 0 0,1-1 1 0 0,0 0-1 0 0,-1 0 0 0 0,1 0 1 0 0,0 0-1 0 0,-1 1 1 0 0,1-1-1 0 0,0 0 1 0 0,0 0-1 0 0,-1 1 1 0 0,1-1-1 0 0,0 0 1 0 0,0 0-1 0 0,0 1 1 0 0,-1-1-1 0 0,1 1 1 0 0,-3 2 0 0 0,-1 1-1 0 0,1 0 1 0 0,0 0 0 0 0,0 0 0 0 0,1 1 0 0 0,-1-1 0 0 0,1 1 0 0 0,0-1-1 0 0,0 1 1 0 0,-2 10 0 0 0,-9 52 0 0 0,13-65 2 0 0,0-1 0 0 0,0 1 0 0 0,0 0 0 0 0,0 0 0 0 0,1 0 0 0 0,-1-1 0 0 0,1 1 0 0 0,-1 0 0 0 0,1 0 0 0 0,0-1 0 0 0,0 1 0 0 0,-1-1 0 0 0,1 1 0 0 0,0 0 0 0 0,1-1 0 0 0,-1 0 0 0 0,0 1 0 0 0,0-1 0 0 0,1 0 0 0 0,-1 1 0 0 0,0-1 0 0 0,1 0 0 0 0,-1 0-1 0 0,1 0 1 0 0,0 0 0 0 0,-1-1 0 0 0,1 1 0 0 0,0 0 0 0 0,-1-1 0 0 0,1 1 0 0 0,0-1 0 0 0,0 1 0 0 0,0-1 0 0 0,-1 0 0 0 0,4 0 0 0 0,2-2 13 0 0,1-1 1 0 0,0 1-1 0 0,-1-2 1 0 0,1 1-1 0 0,-1-1 1 0 0,0 0-1 0 0,8-7 1 0 0,47-40 134 0 0,-35 27-60 0 0,60-62 278 0 0,-88 86-305 0 0,-10 12-21 0 0,1 0-1 0 0,1 0 0 0 0,0 1 0 0 0,0 0 0 0 0,-10 23 1 0 0,-3 13-6 0 0,13-29-12 0 0,-12 38 1 0 0,19-51-19 0 0,0 0-1 0 0,1 0 1 0 0,0 0 0 0 0,0 0 0 0 0,1 0-1 0 0,0 1 1 0 0,0-1 0 0 0,1 0 0 0 0,2 12-1 0 0,-3-17-4 0 0,1 0 0 0 0,-1 0 0 0 0,1 0 0 0 0,-1 0 0 0 0,1 0-1 0 0,0 0 1 0 0,0-1 0 0 0,0 1 0 0 0,0 0 0 0 0,0 0 0 0 0,0-1 0 0 0,1 1 0 0 0,-1-1-1 0 0,1 1 1 0 0,-1-1 0 0 0,1 1 0 0 0,-1-1 0 0 0,1 0 0 0 0,0 0 0 0 0,-1 0-1 0 0,1 0 1 0 0,2 1 0 0 0,0-1 2 0 0,-1 0 0 0 0,1-1 0 0 0,-1 1 0 0 0,0-1 0 0 0,1 0 0 0 0,-1 0 0 0 0,1 0 0 0 0,-1-1 0 0 0,1 1-1 0 0,-1-1 1 0 0,0 0 0 0 0,5-1 0 0 0,4-2 5 0 0,-1-1 0 0 0,0-1-1 0 0,0 0 1 0 0,0 0 0 0 0,-1-1 0 0 0,14-11-1 0 0,-14 9-4 0 0,-2 0-1 0 0,1 0 0 0 0,-1-1 0 0 0,-1 0 1 0 0,0 0-1 0 0,12-23 0 0 0,-15 26 0 0 0,-1-1-1 0 0,0 0 1 0 0,0 0-1 0 0,-1-1 1 0 0,0 1-1 0 0,0-1 1 0 0,-1 1-1 0 0,0-1 0 0 0,0 1 1 0 0,-2-18-1 0 0,1 24 0 0 0,0 0 0 0 0,0 0 0 0 0,0 0-1 0 0,0 0 1 0 0,-1 0 0 0 0,1 1 0 0 0,-1-1-1 0 0,1 0 1 0 0,-1 0 0 0 0,0 0 0 0 0,0 0-1 0 0,0 1 1 0 0,0-1 0 0 0,0 0 0 0 0,0 1 0 0 0,0-1-1 0 0,0 1 1 0 0,-1 0 0 0 0,1-1 0 0 0,0 1-1 0 0,-1 0 1 0 0,0-1 0 0 0,1 1 0 0 0,-1 0-1 0 0,0 0 1 0 0,1 1 0 0 0,-1-1 0 0 0,0 0-1 0 0,0 0 1 0 0,0 1 0 0 0,1-1 0 0 0,-1 1-1 0 0,-3-1 1 0 0,0 2 2 0 0,1-1 0 0 0,0 0-1 0 0,-1 1 1 0 0,1 0 0 0 0,0 0 0 0 0,0 0-1 0 0,0 0 1 0 0,0 1 0 0 0,0 0 0 0 0,-7 4-1 0 0,5-2 6 0 0,1 0-1 0 0,0 0 1 0 0,0 1-1 0 0,0-1 1 0 0,1 1-1 0 0,-1 0 1 0 0,1 1-1 0 0,0-1 1 0 0,1 1-1 0 0,0 0 1 0 0,-1 0-1 0 0,-1 7 1 0 0,5-13-7 0 0,0 1 0 0 0,0-1 0 0 0,0 1 0 0 0,0-1 0 0 0,0 1 0 0 0,0-1 0 0 0,0 1 0 0 0,0-1 0 0 0,0 1 1 0 0,0-1-1 0 0,1 1 0 0 0,-1-1 0 0 0,0 1 0 0 0,0-1 0 0 0,0 0 0 0 0,1 1 0 0 0,-1-1 0 0 0,0 1 0 0 0,1-1 0 0 0,-1 0 1 0 0,0 1-1 0 0,1-1 0 0 0,-1 0 0 0 0,0 1 0 0 0,1-1 0 0 0,-1 0 0 0 0,1 1 0 0 0,-1-1 0 0 0,1 0 0 0 0,-1 0 0 0 0,0 0 0 0 0,1 0 1 0 0,-1 1-1 0 0,1-1 0 0 0,-1 0 0 0 0,1 0 0 0 0,-1 0 0 0 0,1 0 0 0 0,18 3 15 0 0,-19-3-18 0 0,8-1 5 0 0,0 1 0 0 0,0-1 0 0 0,-1-1 0 0 0,15-3 0 0 0,-13 2-2 0 0,-1 1 0 0 0,0 1 0 0 0,1-1 0 0 0,-1 1 1 0 0,1 1-1 0 0,0-1 0 0 0,-1 2 0 0 0,1-1 0 0 0,-1 1 0 0 0,1 0 0 0 0,-1 1 0 0 0,10 3 0 0 0,-17-5 0 0 0,-1 0-1 0 0,1 1 1 0 0,-1-1-1 0 0,1 1 1 0 0,0-1-1 0 0,-1 1 1 0 0,0-1-1 0 0,1 1 1 0 0,-1 0 0 0 0,1-1-1 0 0,-1 1 1 0 0,0-1-1 0 0,1 1 1 0 0,-1 0-1 0 0,0-1 1 0 0,0 1-1 0 0,1 0 1 0 0,-1-1 0 0 0,0 1-1 0 0,0 0 1 0 0,0-1-1 0 0,0 1 1 0 0,0 0-1 0 0,0 0 1 0 0,0-1-1 0 0,0 1 1 0 0,0 0 0 0 0,0-1-1 0 0,-1 2 1 0 0,-4 22 13 0 0,5-23-12 0 0,-19 77 125 0 0,18-76-100 0 0,-6 3 70 0 0,24-29-53 0 0,-14 17-39 0 0,1 1 0 0 0,0-1 1 0 0,0 1-1 0 0,1 0 0 0 0,0 1 0 0 0,0-1 0 0 0,0 1 0 0 0,0 0 0 0 0,1 1 0 0 0,0-1 0 0 0,0 1 0 0 0,0 0 0 0 0,1 0 0 0 0,-1 1 0 0 0,14-5 0 0 0,-10 7-5 0 0,1 6 0 0 0,-8-1 0 0 0,0 0 0 0 0,-1 0 0 0 0,0 0 0 0 0,0 0 0 0 0,0 0 0 0 0,0 0 0 0 0,0 1 0 0 0,-1-1 0 0 0,0 0 0 0 0,0 1 0 0 0,0-1 0 0 0,0 1 0 0 0,-1 0 0 0 0,0 5 0 0 0,6 26 0 0 0,-2-24 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54:28.8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13360 0 0,'0'0'0'0'0,"41"6"272"0"0,-15 5 264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54:29.4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 8240 0 0,'13'-1'23'0'0,"7"0"133"0"0,0 0 175 0 0,9 1 567 0 0,-7 0 183 0 0,-21 0-125 0 0,9 21-692 0 0,-4 207-260 0 0,-6-211-50 0 0,0 0 1 0 0,-2 0-1 0 0,-4 26 1 0 0,-2 12-78 0 0,-2-10-89 0 0,8-36 144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54:29.7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7136 0 0,'32'1'84'0'0,"17"-1"88"0"0,72 10 744 0 0,-116-10-867 0 0,-1 0 0 0 0,1 0 0 0 0,-1 0 0 0 0,1 0 0 0 0,0-1 0 0 0,7-2 0 0 0,25 0 216 0 0,30 11 51 0 0,-55-6-252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54:30.1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34 7736 0 0,'0'0'0'0'0,"41"-8"0"0"0,-2 5 72 0 0,14-5 72 0 0,-35 7-64 0 0,-4-1-40 0 0,-2-1 16 0 0,-2 1 48 0 0,3-1 168 0 0,-5-1-136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54:30.6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 6928 0 0,'4'-1'56'0'0,"-3"1"-43"0"0,0 0 0 0 0,0 0 0 0 0,1 0-1 0 0,-1 0 1 0 0,0 0 0 0 0,0 0 0 0 0,0 0 0 0 0,0 0 0 0 0,1 0 0 0 0,-1 0 0 0 0,0 1 0 0 0,0-1 0 0 0,0 0 0 0 0,0 1-1 0 0,0-1 1 0 0,0 1 0 0 0,0-1 0 0 0,0 1 0 0 0,0 0 0 0 0,0-1 0 0 0,1 2 0 0 0,0 0 21 0 0,-1 0 1 0 0,1 0-1 0 0,-1 0 1 0 0,0 1-1 0 0,0-1 0 0 0,0 0 1 0 0,0 1-1 0 0,0-1 1 0 0,0 0-1 0 0,-1 1 1 0 0,1 2-1 0 0,7 49 277 0 0,-1 62-1 0 0,1 0-14 0 0,-7-92-200 0 0,-1 37-1 0 0,-1-23 62 0 0,1-36-115 0 0,0 14 356 0 0,-2-51-235 0 0,-8-45 0 0 0,1 14-41 0 0,-15-132 366 0 0,24 196-469 0 0,0 0-1 0 0,-1 0 0 0 0,1 0 1 0 0,0 0-1 0 0,0 0 1 0 0,0 0-1 0 0,0 0 0 0 0,0 0 1 0 0,1 0-1 0 0,-1 0 0 0 0,1 0 1 0 0,-1 0-1 0 0,1 0 0 0 0,0 0 1 0 0,0 0-1 0 0,0 0 1 0 0,1-2-1 0 0,-1 3-7 0 0,0 0 1 0 0,0 0-1 0 0,0 0 1 0 0,1 0-1 0 0,-1 0 1 0 0,0 1-1 0 0,0-1 0 0 0,1 0 1 0 0,-1 1-1 0 0,0-1 1 0 0,1 1-1 0 0,-1 0 1 0 0,0-1-1 0 0,1 1 0 0 0,-1 0 1 0 0,1 0-1 0 0,-1 0 1 0 0,1 0-1 0 0,1 0 1 0 0,2 1 12 0 0,0 0 1 0 0,0 0 0 0 0,0 0 0 0 0,0 1 0 0 0,0-1 0 0 0,0 1-1 0 0,0 1 1 0 0,0-1 0 0 0,-1 1 0 0 0,1 0 0 0 0,7 6 0 0 0,-5-2 5 0 0,-1 0 0 0 0,0 0 0 0 0,-1 1 0 0 0,0 0 0 0 0,0 0 0 0 0,0 0 0 0 0,-1 1 0 0 0,5 15 0 0 0,-3-9 21 0 0,-2 1 0 0 0,0 0-1 0 0,0 1 1 0 0,0 17 0 0 0,-4-27-6 0 0,-1 1 1 0 0,-1-1 0 0 0,1 1 0 0 0,-1-1 0 0 0,-1 0-1 0 0,1 0 1 0 0,-1 0 0 0 0,-1 0 0 0 0,1 0 0 0 0,-1-1-1 0 0,0 1 1 0 0,-1-1 0 0 0,1 0 0 0 0,-1 0 0 0 0,0-1-1 0 0,-8 7 1 0 0,9-8 30 0 0,-2 0 0 0 0,1 0 0 0 0,0-1 0 0 0,-1 1 0 0 0,1-1 0 0 0,-1 0 0 0 0,-13 4-1 0 0,18-7-48 0 0,-1 1 0 0 0,-1 0 0 0 0,1-1 0 0 0,0 1 0 0 0,0-1 0 0 0,0 0 0 0 0,0 0 0 0 0,0 0 0 0 0,0 0 0 0 0,0 0 0 0 0,0 0 0 0 0,-1 0 0 0 0,1-1 0 0 0,0 1 0 0 0,0-1 0 0 0,0 0 0 0 0,0 1 0 0 0,0-1 0 0 0,0 0 0 0 0,1 0 0 0 0,-1 0 0 0 0,0 0 0 0 0,0-1 0 0 0,1 1 0 0 0,-1 0 0 0 0,0-1 0 0 0,-1-2 0 0 0,-3-4 120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54:38.34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510 0 5224 0 0,'3'2'0'0'0,"21"9"20"0"0,-12-4 2 0 0,4 5 19 0 0,-15-10-37 0 0,1 0 1 0 0,0 0 0 0 0,-1 1-1 0 0,1-1 1 0 0,-1 0-1 0 0,0 0 1 0 0,0 1 0 0 0,0-1-1 0 0,0 1 1 0 0,0-1 0 0 0,0 1-1 0 0,-1 0 1 0 0,1-1-1 0 0,-1 1 1 0 0,1-1 0 0 0,-1 1-1 0 0,0 0 1 0 0,0-1 0 0 0,-1 1-1 0 0,0 4 1 0 0,-4 19 85 0 0,-1-1 1 0 0,-13 35-1 0 0,10-36 86 0 0,2 1 0 0 0,-8 41-1 0 0,-9 203 397 0 0,22-237-388 0 0,-7 40-1 0 0,4-40-17 0 0,0 41 0 0 0,-10 183 281 0 0,-12 40 11 0 0,26-251-423 0 0,-17 174 110 0 0,11-177-117 0 0,-22 168 115 0 0,-8 103 86 0 0,8-93-42 0 0,-11 65 15 0 0,-9 92 109 0 0,-1 1032 271 0 0,9-49-110 0 0,5-935-287 0 0,10-205-7 0 0,6-69-36 0 0,-28 617 387 0 0,47-750-520 0 0,3 321 220 0 0,9-164-79 0 0,17 180 68 0 0,8 24 83 0 0,-10-93-112 0 0,6 459 522 0 0,-32-725-648 0 0,-1 0-1 0 0,-1 0 1 0 0,0 0 0 0 0,-11 36-1 0 0,7-44 46 0 0,-6-6-2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57:55.66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606 469 6016 0 0,'15'3'10'0'0,"7"0"33"0"0,16 4 41 0 0,-38-7-82 0 0,0 0 1 0 0,1 0-1 0 0,-1 0 0 0 0,0 1 0 0 0,0-1 1 0 0,1 0-1 0 0,-1 0 0 0 0,0 0 0 0 0,0 0 1 0 0,1 0-1 0 0,-1 1 0 0 0,0-1 0 0 0,0 0 1 0 0,0 0-1 0 0,0 0 0 0 0,1 1 0 0 0,-1-1 1 0 0,0 0-1 0 0,0 0 0 0 0,0 0 0 0 0,0 1 1 0 0,0-1-1 0 0,1 0 0 0 0,-1 0 1 0 0,0 1-1 0 0,0-1 0 0 0,0 0 0 0 0,0 1 1 0 0,0-1-1 0 0,0 0 0 0 0,0 0 0 0 0,0 1 1 0 0,0-1-1 0 0,0 0 0 0 0,0 0 0 0 0,0 1 1 0 0,0-1-1 0 0,0 0 0 0 0,-1 0 0 0 0,1 1 1 0 0,-8 14 392 0 0,-3 6 365 0 0,22 43-49 0 0,-3 9-212 0 0,-1 12-252 0 0,-7-26-104 0 0,1-33-32 0 0,-6 46 1 0 0,-1 28 59 0 0,4-50-88 0 0,1 10 24 0 0,2-46-65 0 0,-1-1 0 0 0,-3 26 1 0 0,-14 155 211 0 0,14-140-204 0 0,1 26 42 0 0,2-55-26 0 0,-4 38 0 0 0,-11 154 183 0 0,11-132-186 0 0,-9 198 299 0 0,10-121-184 0 0,-5 65 14 0 0,-2 187 457 0 0,-3-176-412 0 0,-12 205 422 0 0,3-215-423 0 0,-25 183 416 0 0,9-200-417 0 0,31-171-175 0 0,-62 308 468 0 0,19-150-310 0 0,-44 150 336 0 0,65-241-438 0 0,-6 35 90 0 0,-17 105 221 0 0,-12 68 169 0 0,47-242-354 0 0,4 0 0 0 0,3 1 0 0 0,0 85 0 0 0,9-115-91 0 0,0-20-62 0 0,0-1 0 0 0,2 1 0 0 0,0-1 0 0 0,2 1-1 0 0,1-1 1 0 0,12 43 0 0 0,-11-57-53 0 0,0 0-1 0 0,0 0 1 0 0,1-1 0 0 0,8 10 0 0 0,15 21 96 0 0,-23-32-114 0 0,-1 0 0 0 0,2 0 0 0 0,-1 0 0 0 0,1 0 0 0 0,0-1 0 0 0,0 0 0 0 0,1-1 0 0 0,0 0 0 0 0,0 0 0 0 0,9 4 0 0 0,-1-1 12 0 0,1-1-1 0 0,-1-1 1 0 0,1-1 0 0 0,29 6-1 0 0,45 0 107 0 0,133-1-1 0 0,-6-1 60 0 0,379 27 319 0 0,-407-34-392 0 0,69 4 40 0 0,-28 10-21 0 0,615 51 158 0 0,-625-45-237 0 0,396 35 139 0 0,-501-50-162 0 0,495 26 261 0 0,-330-17-231 0 0,269 5 23 0 0,57 4 64 0 0,1056 71 336 0 0,-1127-74-308 0 0,214 11 39 0 0,-669-28-201 0 0,1200 103 485 0 0,-980-79-344 0 0,-77-9-78 0 0,1031 107 262 0 0,-1221-124-342 0 0,673 46 174 0 0,-396-31-99 0 0,135-4 41 0 0,-43-3-25 0 0,-161-6-63 0 0,140-5 5 0 0,-199-1-29 0 0,562-15-8 0 0,-627 12-1 0 0,193-12 0 0 0,-70 0-1 0 0,280-31-7 0 0,-415 32 2 0 0,203-36-17 0 0,457-161-67 0 0,-137 8 28 0 0,-583 187 58 0 0,-1-2 1 0 0,-1-3 0 0 0,-1-1-1 0 0,-1-2 1 0 0,-1-1-1 0 0,51-45 1 0 0,8-17-17 0 0,96-110 0 0 0,-100 87 16 0 0,-5-5 1 0 0,116-191 0 0 0,-123 155 3 0 0,86-213 0 0 0,-111 230 0 0 0,7-36 4 0 0,53-207 0 0 0,-105 329-4 0 0,76-294 23 0 0,3-69 3 0 0,-50 205-19 0 0,160-875-53 0 0,-172 833 27 0 0,-16 119 4 0 0,16-221-14 0 0,-19 204 12 0 0,10-235-1 0 0,-10 158 17 0 0,5-178-3 0 0,-31 3 1 0 0,8 343 3 0 0,-3 0 0 0 0,-17-58 0 0 0,16 80 0 0 0,-1 0 0 0 0,-2 2 0 0 0,-1 0 0 0 0,-28-46 0 0 0,26 53 0 0 0,-1 0 0 0 0,-1 1 0 0 0,0 1 0 0 0,-2 0 0 0 0,-1 2 0 0 0,-1 0 0 0 0,-1 2 0 0 0,0 0 0 0 0,-2 1 0 0 0,0 2 0 0 0,0 1 0 0 0,-2 0 0 0 0,0 2 0 0 0,-41-14 0 0 0,22 15 2 0 0,-1 1-1 0 0,1 2 1 0 0,-1 2 0 0 0,-71-1-1 0 0,20 10 3 0 0,-112 15 0 0 0,74-5-5 0 0,-98 15-6 0 0,-138 32-31 0 0,167-28 8 0 0,-336 43-127 0 0,-176-16-124 0 0,524-46 246 0 0,-616 20-241 0 0,727-30 252 0 0,-722-10-87 0 0,270-3 95 0 0,-98-9 16 0 0,304 6 0 0 0,-342-17 8 0 0,416 19-6 0 0,-394-12 4 0 0,234 12-17 0 0,-282-2-19 0 0,-26 11-42 0 0,-832-17-191 0 0,1193 6 215 0 0,-298-10-49 0 0,441 14 60 0 0,-106-6-5 0 0,-205-9-15 0 0,387 20 44 0 0,-273-13-13 0 0,65 12 9 0 0,158 5 9 0 0,-295 3-8 0 0,-43 12 4 0 0,136 1 8 0 0,-1181 30-41 0 0,1119-14-4 0 0,-710 141 0 0 0,740-75 19 0 0,106-22 12 0 0,46-5 10 0 0,216-59 8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49:36.54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735 1 7328 0 0,'28'8'1'0'0,"-12"-2"41"0"0,7 6 59 0 0,-21-11-90 0 0,0 1 0 0 0,0-1 0 0 0,-1 1 0 0 0,1-1 0 0 0,0 1 0 0 0,-1 0 0 0 0,1 0 0 0 0,-1 0 0 0 0,1 0 0 0 0,-1 0 0 0 0,0 0-1 0 0,0 0 1 0 0,0 0 0 0 0,0 1 0 0 0,0-1 0 0 0,0 0 0 0 0,-1 0 0 0 0,1 1 0 0 0,-1-1 0 0 0,0 1 0 0 0,1-1 0 0 0,-1 0 0 0 0,0 1 0 0 0,-1-1 0 0 0,1 1 0 0 0,0-1-1 0 0,-2 4 1 0 0,2 2 93 0 0,0 0 0 0 0,0 0 0 0 0,1 0 0 0 0,0 0 0 0 0,1 0 0 0 0,-1 0 0 0 0,2 0 0 0 0,2 7 0 0 0,0 2-42 0 0,13 82 574 0 0,-4-15-130 0 0,-11-60-391 0 0,-1-1-1 0 0,-1 1 0 0 0,-1 0 0 0 0,-4 35 1 0 0,1-22-53 0 0,-15 133 226 0 0,1-26-119 0 0,1 59-15 0 0,-27 282 243 0 0,-25 114 123 0 0,27-322-281 0 0,-6 50 52 0 0,39-252-170 0 0,-8 108 124 0 0,13-97-133 0 0,-16 88 0 0 0,7-35 36 0 0,2-12 40 0 0,4-81-104 0 0,3 1 1 0 0,2 51 0 0 0,1-82-70 0 0,3 23 35 0 0,-2 0 1 0 0,-6 47-1 0 0,-16 199 235 0 0,10-162-100 0 0,5-80-76 0 0,0 68 0 0 0,7-95-94 0 0,0 36 59 0 0,-7 81 1 0 0,-1-79-33 0 0,-13 125 242 0 0,-35 348 470 0 0,-81 447 176 0 0,48-201-28 0 0,84-724-872 0 0,-31 310 369 0 0,-18 197-11 0 0,25-321-232 0 0,8-88-34 0 0,13 4-6 0 0,0 0-17 0 0,-30 255 238 0 0,37-369-296 0 0,4 38 1 0 0,-1-38 3 0 0,-2 51 1 0 0,-2-56-15 0 0,1 0 0 0 0,2 0 0 0 0,1 0-1 0 0,9 38 1 0 0,6 50 67 0 0,-13-77-59 0 0,2 0 1 0 0,2 0 0 0 0,23 70-1 0 0,-5-53 1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55:57.70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 4416 0 0,'19'1'93'0'0,"-15"0"-18"0"0,8 25 870 0 0,0 5 83 0 0,-10-27-939 0 0,0-1 1 0 0,0 1 0 0 0,0 0-1 0 0,0 0 1 0 0,-1 0-1 0 0,0 0 1 0 0,1 8-1 0 0,14 67 596 0 0,-13-48-421 0 0,8 36 1 0 0,3 20 32 0 0,-2 332 1383 0 0,-2-141-791 0 0,7-42-167 0 0,-10-171-527 0 0,7 82 469 0 0,-11-132-492 0 0,-2-14-152 0 0,-1 1 0 0 0,0-1 0 0 0,1 1 0 0 0,-1-1 1 0 0,0 1-1 0 0,0-1 0 0 0,1 1 0 0 0,-1-1 0 0 0,0 1 0 0 0,-1 0 0 0 0,1-1 0 0 0,0 1 0 0 0,0-1 0 0 0,-2 3 1 0 0,2-2 40 0 0,1 0 1 0 0,1 0 1 0 0,-1 0 0 0 0,0 0-1 0 0,0 0 1 0 0,0 1-1 0 0,0-1 1 0 0,0 0-1 0 0,-1 1 1 0 0,1-1-1 0 0,0 4 1 0 0,-1 2-12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57:41.87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419 19 5920 0 0,'14'-3'69'0'0,"-20"-3"65"0"0,3 4-67 0 0,0 1-1 0 0,-1 0 1 0 0,1-1-1 0 0,0 1 1 0 0,-1 0 0 0 0,1 1-1 0 0,-5-1 1 0 0,-35 17 1981 0 0,40-14-1915 0 0,0 1 1 0 0,1 0 0 0 0,-1 0 0 0 0,0 0-1 0 0,1 0 1 0 0,-5 7 0 0 0,-4 39 207 0 0,2 2 1 0 0,-6 92-1 0 0,6-41 5 0 0,-4 203 948 0 0,8-178-840 0 0,1 19 109 0 0,1 18 163 0 0,0-44-181 0 0,1-88-364 0 0,-1 0 0 0 0,-12 52 0 0 0,10-61-59 0 0,-3 29 133 0 0,5-32-170 0 0,0-1 0 0 0,-9 28 1 0 0,-9 34 306 0 0,-17 121 1 0 0,27-20-63 0 0,9-113-216 0 0,-8 255 375 0 0,18-140-205 0 0,1-55-93 0 0,10 310 282 0 0,2 280 95 0 0,-37-471-417 0 0,6-147-91 0 0,-23 176 88 0 0,1-103-64 0 0,17-82-37 0 0,-12 89 30 0 0,6 1 0 0 0,15-104-25 0 0,-5 105 59 0 0,5 47 41 0 0,5-50 109 0 0,3-53-50 0 0,-4-77-70 0 0,1-44-112 0 0,0 0 0 0 0,0 1 0 0 0,1 0 0 0 0,0-1 0 0 0,0 1-1 0 0,1-1 1 0 0,0 1 0 0 0,2 8 0 0 0,7-8 112 0 0,-9-6-69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58:15.9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1 186 5016 0 0,'9'1'1'0'0,"5"0"5"0"0,6 1 9 0 0,0-1 5 0 0,9 0 9 0 0,-28-1-23 0 0,-1 0 1 0 0,1-1 0 0 0,0 1 0 0 0,-1-1 0 0 0,1 1 0 0 0,-1-1 0 0 0,1 1-1 0 0,0-1 1 0 0,-1 1 0 0 0,1-1 0 0 0,-1 1 0 0 0,1-1 0 0 0,-1 0 0 0 0,0 1 0 0 0,1-1-1 0 0,-1 0 1 0 0,0 0 0 0 0,1 1 0 0 0,-1-1 0 0 0,0 0 0 0 0,0 0 0 0 0,0 1-1 0 0,1-1 1 0 0,-1-1 0 0 0,3-20 215 0 0,-3 21-203 0 0,1-1 37 0 0,-1-1 0 0 0,1 0 0 0 0,0 1 0 0 0,0-1 0 0 0,0 0 0 0 0,0 1 1 0 0,0-1-1 0 0,1 1 0 0 0,-1 0 0 0 0,1-1 0 0 0,2-2 0 0 0,-1 1 77 0 0,-2 2-4 0 0,37 2 317 0 0,-22 4-374 0 0,-1-2 0 0 0,1 0 0 0 0,-1-1-1 0 0,1 0 1 0 0,22-2 0 0 0,-1 0 26 0 0,-7-2 16 0 0,-24 1-95 0 0,0 2 0 0 0,-1-1 0 0 0,1 1 0 0 0,0 0 0 0 0,0 0 0 0 0,6 1 0 0 0,26 7 141 0 0,37 4 46 0 0,45-8 76 0 0,-93-6-130 0 0,50-8-1 0 0,-50 5 32 0 0,52-2 0 0 0,-38 6-19 0 0,-7 1 12 0 0,0 0-1 0 0,40 7 1 0 0,-17 2 91 0 0,1-3 0 0 0,90-2 0 0 0,-45-6 32 0 0,-75 0-100 0 0,39 4 1 0 0,-40 0-52 0 0,45-4-1 0 0,-56 2 25 0 0,0 0 0 0 0,-1 1-1 0 0,30 6 1 0 0,-15-2-59 0 0,83 19 343 0 0,-81-16-210 0 0,0-1 0 0 0,1-1-1 0 0,49 2 1 0 0,84-16 451 0 0,-78 2-490 0 0,-19 0 3 0 0,-24 2 94 0 0,57 3-1 0 0,110 20 399 0 0,-64-18-317 0 0,-2-21 107 0 0,-114 13-354 0 0,0 2 0 0 0,0 2 0 0 0,1 0-1 0 0,52 4 1 0 0,-38 3 130 0 0,-19-2-66 0 0,0 1 0 0 0,39 10-1 0 0,-22-1 67 0 0,1-1-1 0 0,-1-3 0 0 0,2-1 0 0 0,85 1 0 0 0,-15-19 125 0 0,-81 9-226 0 0,52-8-1 0 0,16-2 87 0 0,-33 9-94 0 0,176-13 493 0 0,-175 7-449 0 0,0-4 0 0 0,-1-2-1 0 0,102-37 1 0 0,-10 5 187 0 0,-149 42-343 0 0,0 2-1 0 0,0 0 1 0 0,1 1-1 0 0,-1 0 1 0 0,1 1 0 0 0,-1 1-1 0 0,24 2 1 0 0,2 4 109 0 0,54 16 1 0 0,-38-8-40 0 0,-12-7-7 0 0,-1-1-1 0 0,83-1 1 0 0,-33-3 35 0 0,4-4 5 0 0,-24 2-82 0 0,-35 0 48 0 0,62 7-1 0 0,84 8 161 0 0,-10-22-31 0 0,-71 1-71 0 0,184-17 314 0 0,-138 9-207 0 0,-74 5-172 0 0,139 2 0 0 0,-74 16 76 0 0,-3 0 72 0 0,202-10 1 0 0,-108-24-89 0 0,53-4 29 0 0,-205 25-109 0 0,126 9 0 0 0,-101 8-11 0 0,-1 5 0 0 0,-1 5 0 0 0,-1 4-1 0 0,113 45 1 0 0,-101-29-21 0 0,6 3 55 0 0,216 53 1 0 0,-328-98-111 0 0,317 64 41 0 0,-251-54-11 0 0,0-3 0 0 0,146-4 0 0 0,-138-15 2 0 0,0-3 1 0 0,-2-4-1 0 0,97-34 1 0 0,60-15 25 0 0,-142 45-43 0 0,118-25 12 0 0,-159 39-19 0 0,1 1 1 0 0,57 1-1 0 0,-40 7 4 0 0,-1 3 0 0 0,0 3 0 0 0,0 3-1 0 0,85 24 1 0 0,173 38 43 0 0,-245-61-33 0 0,161-2-1 0 0,-212-10-17 0 0,0-1 1 0 0,0-2-1 0 0,60-15 0 0 0,-34 2 1 0 0,63-28 1 0 0,42-28-4 0 0,-86 36-1 0 0,2 4 0 0 0,113-33 0 0 0,-129 53 1 0 0,0 3 0 0 0,0 3 0 0 0,1 2 0 0 0,105 7 0 0 0,-33-5 5 0 0,-20 3-2 0 0,32 0 12 0 0,341 20 32 0 0,-443-17-42 0 0,643 66 148 0 0,-48 44-32 0 0,-407-66-69 0 0,-91-16-20 0 0,-67-13-4 0 0,90 9 0 0 0,218 32 74 0 0,-288-42-75 0 0,-65-11-15 0 0,56 7 9 0 0,8 1-6 0 0,-32-2 1 0 0,-45-8-7 0 0,0 0 1 0 0,34 1-1 0 0,-37 1 2 0 0,-6-5-13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58:18.5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41 1 8032 0 0,'7'1'80'0'0,"3"0"293"0"0,5 0 551 0 0,7 3 553 0 0,-65 11 1501 0 0,-4 9 140 0 0,47-24-3107 0 0,-1 0-1 0 0,1 1 1 0 0,0-1-1 0 0,0 0 0 0 0,0 0 1 0 0,-1 0-1 0 0,1 0 1 0 0,0 1-1 0 0,0-1 1 0 0,-1 0-1 0 0,1 0 1 0 0,0 0-1 0 0,0 1 1 0 0,0-1-1 0 0,0 0 0 0 0,0 0 1 0 0,-1 1-1 0 0,1-1 1 0 0,0 0-1 0 0,0 0 1 0 0,0 1-1 0 0,0-1 1 0 0,0 0-1 0 0,0 0 1 0 0,0 1-1 0 0,0-1 0 0 0,0 0 1 0 0,0 0-1 0 0,0 1 1 0 0,0-1-1 0 0,0 0 1 0 0,0 1-1 0 0,0-1 1 0 0,0 0-1 0 0,0 0 1 0 0,0 1-1 0 0,0-1 1 0 0,1 0-1 0 0,-1 0 0 0 0,0 1 1 0 0,0-1-1 0 0,0 0 1 0 0,0 0-1 0 0,0 0 1 0 0,1 1-1 0 0,-1-1 1 0 0,0 0-1 0 0,0 0 1 0 0,1 0-1 0 0,-1 0 0 0 0,0 1 1 0 0,0-1-1 0 0,0 0 1 0 0,1 0-1 0 0,-1 0 1 0 0,0 0-1 0 0,0 0 1 0 0,1 0-1 0 0,-1 0 1 0 0,0 0-1 0 0,1 0 1 0 0,16 10-40 0 0,6-2-6 0 0,-13-5-203 0 0,0 0 0 0 0,-1 1-1 0 0,16 9 1 0 0,-13-2-37 0 0,0-2 74 0 0,-2-6 94 0 0,0-2 0 0 0,0 1 0 0 0,1-1 0 0 0,-1-1 0 0 0,0 0-1 0 0,1 0 1 0 0,-1-1 0 0 0,0-1 0 0 0,0 1 0 0 0,11-4 0 0 0,37-5-212 0 0,22-3 99 0 0,-57 8 131 0 0,42-4-1 0 0,-43 8 51 0 0,-5-1 9 0 0,0 1 0 0 0,1 1 0 0 0,-1 1-1 0 0,0 0 1 0 0,0 1 0 0 0,29 7 0 0 0,6 5-9 0 0,19 7-9 0 0,-44-11 46 0 0,0-2 0 0 0,1 0 0 0 0,0-2 0 0 0,52 4 0 0 0,120-6 19 0 0,-132-5-8 0 0,0 1 35 0 0,0 4 0 0 0,0 2 0 0 0,84 18 0 0 0,-118-16 19 0 0,18 5 109 0 0,82 8 0 0 0,-33-8 48 0 0,36 3 446 0 0,234 2 738 0 0,-47 13-153 0 0,-165-11-761 0 0,-45-6-22 0 0,-58-5-176 0 0,0-3 1 0 0,101-2 0 0 0,14-13 108 0 0,203-18 436 0 0,-64 14-188 0 0,-49 4-59 0 0,-68 4-188 0 0,28-3 67 0 0,178-24 61 0 0,-156-4-181 0 0,-133 16-117 0 0,139-5-1 0 0,-149 27-65 0 0,132 18-1 0 0,67 4 178 0 0,-50-10-136 0 0,-160-7-106 0 0,184 24 207 0 0,-232-25-220 0 0,70 19 0 0 0,-9-1 20 0 0,-68-18-64 0 0,27 6 57 0 0,79 4-1 0 0,14-2 99 0 0,16 0 5 0 0,388 10 477 0 0,-256-17-325 0 0,242-2 114 0 0,-250-19-299 0 0,-53 11 58 0 0,124 1-83 0 0,-248 4-103 0 0,148 10 100 0 0,93 22-23 0 0,-141-21-68 0 0,-51-4-33 0 0,64 1 20 0 0,-136-7-22 0 0,227 19 74 0 0,97 2 10 0 0,-307-25-32 0 0,-6-1-20 0 0,109 12 1 0 0,-163-6-29 0 0,1-2 1 0 0,54-5-1 0 0,-86 0-12 0 0,0 0 0 0 0,-1-1 1 0 0,1-1-1 0 0,-1 0 0 0 0,0-2 0 0 0,32-16 0 0 0,-35 15-3 0 0,-1-1 0 0 0,-1 0 0 0 0,19-15 0 0 0,-18 10 2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58:20.31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13983 239 17887 0 0,'0'0'1563'0'0,"-4"0"-1431"0"0,-20 2 991 0 0,-10-2 157 0 0,27 0-1208 0 0,1 0-1 0 0,-1-1 1 0 0,0 0 0 0 0,1 0 0 0 0,-1-1 0 0 0,1 1 0 0 0,-1-1 0 0 0,1-1 0 0 0,0 1-1 0 0,-7-5 1 0 0,7 5-70 0 0,5 1 0 0 0,-29-22-20 0 0,22 18-71 0 0,-1-1 1 0 0,0 1-1 0 0,0 0 1 0 0,0 1-1 0 0,-1 0 1 0 0,1 1 0 0 0,-1 0-1 0 0,-18-4 1 0 0,0 4-490 0 0,-57 0 0 0 0,19 6-331 0 0,-121 19 0 0 0,97-8 654 0 0,-132 26 72 0 0,178-29 181 0 0,-71 13 2 0 0,75-18 5 0 0,0 1 15 0 0,-1-3-1 0 0,-59 0 0 0 0,-1-2 42 0 0,61 0 18 0 0,-18-2 57 0 0,34-1-69 0 0,1 0 0 0 0,-38 5-1 0 0,36-2 89 0 0,-48-2-1 0 0,38-1 7 0 0,-63 5 1 0 0,-2 0 249 0 0,-255-13 747 0 0,277 10-889 0 0,-91-3 129 0 0,122 0-249 0 0,14 1-29 0 0,0-1 0 0 0,1-1 0 0 0,-59-15 0 0 0,-110-32 470 0 0,135 33-330 0 0,-133-15 0 0 0,70 23-10 0 0,-5-7-15 0 0,-27-2 47 0 0,-67-11 28 0 0,146 15-193 0 0,0 4 1 0 0,-124-1-1 0 0,-300 22 437 0 0,229-2-347 0 0,-33 2 55 0 0,-133 2 94 0 0,251-12-232 0 0,-368-9 120 0 0,327-1-135 0 0,-234-17 78 0 0,328 18-133 0 0,-154-14 45 0 0,82 11-22 0 0,53 5-29 0 0,-215-3 80 0 0,-263 11 79 0 0,540 0-182 0 0,-477-2 182 0 0,276 2-71 0 0,-311 3 85 0 0,598-4-218 0 0,-582 38 182 0 0,255-11-89 0 0,-364 66 97 0 0,301-24-121 0 0,116-33-16 0 0,56-10-10 0 0,-84 13 3 0 0,56 3-14 0 0,90-11 1 0 0,141-29-35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59:45.68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240 8 19183 0 0,'-42'0'8'0'0,"-4"-5"8"0"0,-3 3-8 0 0,1 2 0 0 0,-7 2 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59:47.25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1 104 10752 0 0,'10'-2'49'0'0,"22"-5"98"0"0,-11 2 50 0 0,-20 4-162 0 0,0 1 0 0 0,-1-1-1 0 0,1 1 1 0 0,0-1 0 0 0,-1 1 0 0 0,1-1 0 0 0,-1 0 0 0 0,1 1-1 0 0,-1-1 1 0 0,1 0 0 0 0,-1 1 0 0 0,0-1 0 0 0,1 0 0 0 0,-1 0 0 0 0,0 1-1 0 0,1-1 1 0 0,-1 0 0 0 0,0 0 0 0 0,0 0 0 0 0,0 0 0 0 0,0 1-1 0 0,0-1 1 0 0,0 0 0 0 0,0 0 0 0 0,0 0 0 0 0,0 1 0 0 0,0-2-1 0 0,-5-20 896 0 0,-3 12-601 0 0,-1-5-338 0 0,12 12-125 0 0,10 5 36 0 0,18 6-207 0 0,0-2 1 0 0,53 3-1 0 0,-36-4 58 0 0,139 1-425 0 0,-164-6 624 0 0,10 0-36 0 0,321 7-304 0 0,-184 11 337 0 0,-101-10 41 0 0,13-1-4 0 0,92-9 139 0 0,192-27 0 0 0,-86 7 113 0 0,-125 13 5 0 0,137 4 367 0 0,38-3 291 0 0,-180 1-480 0 0,-37 3-36 0 0,119-4 693 0 0,412 38 0 0 0,-181 0-1 0 0,-236-10-612 0 0,-62-3-123 0 0,-13 4-43 0 0,-71-7-190 0 0,12 2 25 0 0,98 10 212 0 0,-20-9-120 0 0,135 5 157 0 0,64 0-21 0 0,131 26 246 0 0,-363-46-431 0 0,-34-1-84 0 0,237 0 303 0 0,58 3 115 0 0,-289 3-367 0 0,62 2 29 0 0,242-2 238 0 0,-2-16-98 0 0,-146 0-189 0 0,-175 6-88 0 0,54-1 10 0 0,145 4 16 0 0,-57 2-20 0 0,323-10-2 0 0,-172-14-18 0 0,-3 12-6 0 0,-203 15 15 0 0,-116-3 2 0 0,84 11 1 0 0,-26-1 19 0 0,64 1 28 0 0,-125-13-34 0 0,-42 0-28 0 0,0 0 0 0 0,22 2 0 0 0,45 6 56 0 0,-58-7-26 0 0,0 2 1 0 0,-1 0-1 0 0,50 14 0 0 0,-19-4 34 0 0,-45-11-52 0 0,-1 0-1 0 0,0 0 1 0 0,1 1-1 0 0,-1 1 0 0 0,0-1 1 0 0,18 11-1 0 0,-17-6 2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59:03.60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 6632 0 0,'0'0'0'0'0,"28"19"24"0"0,-18-19 32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59:04.37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313 0 6928 0 0,'9'1'11'0'0,"4"1"21"0"0,15 9 302 0 0,-26-10-270 0 0,0 19 1280 0 0,-7-14-1159 0 0,1 0 1 0 0,0 0-1 0 0,0 0 1 0 0,1 0-1 0 0,-4 8 0 0 0,-5 9 184 0 0,11-21-255 0 0,-1 3-8 0 0,1-1 0 0 0,-1 1 0 0 0,0-1 0 0 0,0 1 0 0 0,-5 7 0 0 0,-4 9 62 0 0,-10 51 151 0 0,3 0 0 0 0,4 1 0 0 0,-10 138 0 0 0,11-62 83 0 0,-14 115 307 0 0,25-245-683 0 0,-23 93 243 0 0,2-11 79 0 0,-4 98 76 0 0,10-80-107 0 0,9-72-205 0 0,2 0 0 0 0,0 65 1 0 0,-1 31 191 0 0,0-35-132 0 0,-1 127 141 0 0,1-165-161 0 0,3-47-53 0 0,1 46 0 0 0,-2 44 57 0 0,0 2-6 0 0,1 36 195 0 0,0-39-116 0 0,-4-54-132 0 0,6-48-69 0 0,0 0 0 0 0,1 0-1 0 0,0 0 1 0 0,0 18-1 0 0,4 6 184 0 0,-5 58-1 0 0,2-76-144 0 0,1 1 0 0 0,3 26 0 0 0,2 17 40 0 0,1 17 42 0 0,-4-54-40 0 0,-1-1 0 0 0,-1 32 0 0 0,-1-21 67 0 0,4 47-1 0 0,-1-46-67 0 0,-1 51 0 0 0,-4 56 211 0 0,3-76-143 0 0,12 116 187 0 0,-10-16-41 0 0,-2-133-234 0 0,8 51-1 0 0,0-14-6 0 0,-4-11 14 0 0,27 364 407 0 0,-30 3-197 0 0,-24-148-89 0 0,17-202-158 0 0,4-43-30 0 0,-1-1 1 0 0,-8 33 0 0 0,-3 12 93 0 0,3 1-1 0 0,1 87 1 0 0,5-134-80 0 0,2-26-20 0 0,2 1 0 0 0,-1-1-1 0 0,0 1 1 0 0,1-1 0 0 0,0 1-1 0 0,0-1 1 0 0,0 1 0 0 0,1-1 0 0 0,1 5-1 0 0,10 31 235 0 0,-12-40-253 0 0,0 1 0 0 0,0-1-1 0 0,1 0 1 0 0,-1 1 0 0 0,0-1 0 0 0,0 0-1 0 0,0 1 1 0 0,0-1 0 0 0,0 0 0 0 0,0 1 0 0 0,1-1-1 0 0,-1 0 1 0 0,0 1 0 0 0,0-1 0 0 0,0 0 0 0 0,1 1-1 0 0,-1-1 1 0 0,0 0 0 0 0,0 0 0 0 0,1 0 0 0 0,-1 1-1 0 0,0-1 1 0 0,1 0 0 0 0,-1 0 0 0 0,0 0-1 0 0,1 1 1 0 0,-1-1 0 0 0,4 5 53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59:05.48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610 0 6632 0 0,'0'0'6544'0'0,"0"5"-6400"0"0,-3 37 2 0 0,2 0 1 0 0,7 67 0 0 0,-3-78-208 0 0,-1 1 1 0 0,-2-1 0 0 0,-5 48-1 0 0,4 32-168 0 0,-12 103-52 0 0,6-35 112 0 0,4-72 91 0 0,1 212-47 0 0,2-201 90 0 0,-4 51 26 0 0,-37 251 1 0 0,16-244 26 0 0,-42 238 57 0 0,12-125-2 0 0,-33 215 345 0 0,33-233 38 0 0,47-232-370 0 0,-17 49 1 0 0,5-20 36 0 0,-49 183 271 0 0,6-32-52 0 0,15-56 98 0 0,42-142-385 0 0,3-14 11 0 0,1-1-1 0 0,0 1 1 0 0,1 0 0 0 0,0 0 0 0 0,0 0 0 0 0,0-1 0 0 0,1 1 0 0 0,0 9 0 0 0,8-14 76 0 0,-7-2-76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59:28.84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44 208 6016 0 0,'17'13'19'0'0,"-8"-6"-6"0"0,-9-7-12 0 0,0 0 1 0 0,1 0-1 0 0,-1 0 1 0 0,0 1-1 0 0,1-1 1 0 0,-1 0-1 0 0,0 0 1 0 0,0 1-1 0 0,1-1 1 0 0,-1 0-1 0 0,0 0 1 0 0,0 1-1 0 0,0-1 1 0 0,1 0-1 0 0,-1 1 1 0 0,0-1-1 0 0,0 0 1 0 0,0 1-1 0 0,0-1 1 0 0,0 0-1 0 0,0 1 1 0 0,0-1-1 0 0,0 0 1 0 0,0 1-1 0 0,0-1 1 0 0,0 0-1 0 0,0 1 0 0 0,0-1 1 0 0,0 0-1 0 0,0 1 1 0 0,0-1-1 0 0,0 0 1 0 0,0 1-1 0 0,0-1 1 0 0,0 0-1 0 0,0 1 1 0 0,-1-1-1 0 0,1 0 1 0 0,0 0-1 0 0,0 1 1 0 0,0-1-1 0 0,-1 0 1 0 0,1 0-1 0 0,0 1 1 0 0,0-1-1 0 0,-1 0 1 0 0,1 0-1 0 0,0 1 1 0 0,0-1-1 0 0,-1 0 1 0 0,1 0-1 0 0,0 0 1 0 0,-1 0-1 0 0,1 0 1 0 0,-1 1-1 0 0,-18 6 23 0 0,18-7-17 0 0,-36 10 263 0 0,35-9-173 0 0,-7-2 255 0 0,9-5-297 0 0,1 1-1 0 0,-1-1 0 0 0,1 1 1 0 0,0 0-1 0 0,0-1 0 0 0,0 1 1 0 0,1 0-1 0 0,0-1 1 0 0,0 1-1 0 0,3-6 0 0 0,30-50 211 0 0,-26 48-181 0 0,0 1 0 0 0,0-1 1 0 0,1 2-1 0 0,1-1 0 0 0,0 1 1 0 0,19-14-1 0 0,-24 21-62 0 0,0 0 1 0 0,1 0-1 0 0,-1 0 1 0 0,1 0-1 0 0,0 1 1 0 0,1 1-1 0 0,-1-1 0 0 0,0 1 1 0 0,1 0-1 0 0,-1 1 1 0 0,1-1-1 0 0,-1 2 1 0 0,1-1-1 0 0,0 1 1 0 0,8 1-1 0 0,13 3 35 0 0,0 2 0 0 0,0 1 0 0 0,35 15 0 0 0,-44-17-19 0 0,0-1-1 0 0,-1 0 1 0 0,34 1 0 0 0,8 1 16 0 0,-24-2-3 0 0,44 0 0 0 0,18 1 74 0 0,71 21 61 0 0,-111-15-132 0 0,446 83 499 0 0,-389-75-207 0 0,188 7 0 0 0,-298-26-330 0 0,285-1 483 0 0,88-19 438 0 0,356 3 673 0 0,-362 17-958 0 0,-158-4-302 0 0,-137 4-219 0 0,174-4 388 0 0,-55 8-302 0 0,-59 1-20 0 0,-63-5-33 0 0,0 4-1 0 0,134 25 1 0 0,270 33 597 0 0,-477-62-760 0 0,303 16 477 0 0,-193-10-370 0 0,94 8 181 0 0,-110-4-134 0 0,62 9 3 0 0,131 22 212 0 0,-125-20-90 0 0,211 1 1 0 0,-257-17-195 0 0,137-3 172 0 0,120 0 12 0 0,-187 5-69 0 0,50 8 34 0 0,95-2 99 0 0,-104-8-167 0 0,-21 1 103 0 0,92-5 45 0 0,-57 2 26 0 0,-142-2-128 0 0,144 19 0 0 0,-196-15-147 0 0,368 75 333 0 0,-291-50-231 0 0,244 26 0 0 0,254-60 189 0 0,-432-3-250 0 0,105-8 82 0 0,187-48 126 0 0,-407 52-265 0 0,114-22 119 0 0,99-30 68 0 0,-93 23-88 0 0,-73 15-25 0 0,137-8 0 0 0,-200 27-62 0 0,-35 3-8 0 0,0 0 0 0 0,0 2 1 0 0,46 3-1 0 0,-24 4-12 0 0,124 19 167 0 0,-160-23-194 0 0,-7-1 0 0 0,-1 0-1 0 0,1 0 1 0 0,0 0 0 0 0,-1 0-1 0 0,1 0 1 0 0,-1 1-1 0 0,1 0 1 0 0,-1 0-1 0 0,0 0 1 0 0,0 1 0 0 0,4 2-1 0 0,-7-4 2 0 0,3 4 9 0 0,-4-5-22 0 0,0 0-1 0 0,1 0 0 0 0,-1 1 0 0 0,0-1 1 0 0,1 0-1 0 0,-1 0 0 0 0,0 1 1 0 0,1-1-1 0 0,-1 0 0 0 0,0 1 1 0 0,0-1-1 0 0,1 0 0 0 0,-1 1 1 0 0,0-1-1 0 0,0 0 0 0 0,0 1 1 0 0,0-1-1 0 0,0 1 0 0 0,1-1 0 0 0,-1 0 1 0 0,0 1-1 0 0,0-1 0 0 0,0 1 1 0 0,0-1-1 0 0,0 0 0 0 0,0 1 1 0 0,0-1-1 0 0,0 1 0 0 0,0-1 1 0 0,0 0-1 0 0,-1 1 0 0 0,1-1 0 0 0,0 1 1 0 0,0-1-1 0 0,0 0 0 0 0,0 1 1 0 0,-1-1-1 0 0,1 0 0 0 0,0 1 1 0 0,0-1-1 0 0,-1 0 0 0 0,1 1 1 0 0,-1-1-1 0 0,-3 6 15 0 0,3-5-1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59:32.02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17 5920 0 0,'10'0'347'0'0,"-2"0"254"0"0,3 0 592 0 0,0 1 31 0 0,3 4-116 0 0,-10-4-835 0 0,1 0 0 0 0,-1 0 0 0 0,0 0-1 0 0,0-1 1 0 0,1 0 0 0 0,7 0 0 0 0,3 1-56 0 0,90 14 301 0 0,-48-6-457 0 0,86 2 1 0 0,-61-8-84 0 0,34-1 0 0 0,-17-2-5 0 0,-59 1 10 0 0,43-4 0 0 0,14-1-5 0 0,18-3 2 0 0,35-4-4 0 0,-100 8 21 0 0,54 4-1 0 0,-34 0-2 0 0,57-3 4 0 0,-51-1 3 0 0,121 11-1 0 0,206 22 88 0 0,-247-21-58 0 0,46-9 74 0 0,51-1 173 0 0,-100-1-103 0 0,-47 1-38 0 0,185 5 367 0 0,-65 0-131 0 0,-205-4-322 0 0,446-18 634 0 0,-80-9-101 0 0,-103 19-212 0 0,-125 6-177 0 0,0 0 102 0 0,176 21 0 0 0,766 87 819 0 0,-731-80-626 0 0,-278-20-330 0 0,175 18 367 0 0,-3 7 43 0 0,-106-14-184 0 0,83 3 335 0 0,-209-18-601 0 0,45-2-1 0 0,16 0 33 0 0,194 5 490 0 0,-262-7-552 0 0,42-10 1 0 0,-25 4-18 0 0,170-27 297 0 0,-175 29-273 0 0,0-3 0 0 0,46-15 0 0 0,-56 17-38 0 0,1 0 0 0 0,36-2 0 0 0,-36 6 3 0 0,-1-1-1 0 0,46-14 1 0 0,-65 16-47 0 0,-1 0 1 0 0,1 1 0 0 0,0-1-1 0 0,10 1 1 0 0,26-5 89 0 0,-18 1-50 0 0,1 0-1 0 0,44-2 0 0 0,11-1 35 0 0,-34 3 2 0 0,51 0 0 0 0,-14 2 2 0 0,2-6 12 0 0,70-4 40 0 0,147 3 79 0 0,-287 10-211 0 0,208 6 88 0 0,-175-3-87 0 0,0-3-1 0 0,0-2 1 0 0,55-9 0 0 0,80-12 1 0 0,-149 20-14 0 0,1 1 0 0 0,62 6 0 0 0,-57-1 0 0 0,62-3 0 0 0,32-2-1 0 0,-71 3-6 0 0,-19 0 3 0 0,75-7-1 0 0,-37 2-16 0 0,-17 2-3 0 0,-7-5 7 0 0,-34 3 6 0 0,-1 2 0 0 0,40 0 0 0 0,17-2-20 0 0,-59 2 17 0 0,-1 1 0 0 0,25 1 0 0 0,109 2-55 0 0,101-1-77 0 0,-189-2 133 0 0,71 9 0 0 0,-5-1-7 0 0,221 20 11 0 0,36 0 0 0 0,97 6 23 0 0,-352-19-12 0 0,9 1-2 0 0,261 17 0 0 0,-152-13-4 0 0,-27-1-1 0 0,427 4-2 0 0,-136 5 7 0 0,-337-30 6 0 0,-99 0-4 0 0,194-7 21 0 0,-93 0 4 0 0,-144 7-21 0 0,85-3 35 0 0,151 10 0 0 0,-204 0-21 0 0,-14-1 21 0 0,0 2 0 0 0,81 17 1 0 0,-111-16-28 0 0,-3-1 2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59:58.2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0 201 4416 0 0,'1'1'5'0'0,"1"2"-1"0"0,3 3 2 0 0,3 3 3 0 0,-5-5 23 0 0,22 5 699 0 0,-20-8-608 0 0,0 0 0 0 0,0 0 0 0 0,0-1 1 0 0,0 0-1 0 0,1 0 0 0 0,-1 0 1 0 0,0-1-1 0 0,0 1 0 0 0,0-1 1 0 0,0-1-1 0 0,0 1 0 0 0,-1-1 1 0 0,6-2-1 0 0,-3 2-2 0 0,0 0 0 0 0,0 1-1 0 0,1 0 1 0 0,-1 0 0 0 0,0 0 0 0 0,1 1-1 0 0,-1 0 1 0 0,1 0 0 0 0,8 2 0 0 0,12 0 52 0 0,-11-3-28 0 0,0-1 0 0 0,28-7-1 0 0,13-2 32 0 0,8 2 306 0 0,68-19 0 0 0,-114 23-326 0 0,-3 1-101 0 0,-6 2 40 0 0,-1 0 1 0 0,1-1-1 0 0,-1 0 1 0 0,0-1-1 0 0,0 0 0 0 0,0 0 1 0 0,9-7-1 0 0,-3 2 48 0 0,1 1 0 0 0,0 1 1 0 0,0 1-1 0 0,36-8 0 0 0,-24 6 100 0 0,26-4 356 0 0,2 2-1 0 0,92-4 1 0 0,5-1 325 0 0,48 2-18 0 0,-148 11-565 0 0,-12 2-143 0 0,60 8 1 0 0,-2 1 181 0 0,41 9-6 0 0,-107-14-182 0 0,35 9-1 0 0,21 3 36 0 0,-46-11-142 0 0,28 2 216 0 0,93-1-1 0 0,-86-5-173 0 0,-45 0-11 0 0,1-1 1 0 0,-1-2 0 0 0,65-11 0 0 0,20-11 284 0 0,-99 20-301 0 0,0 1-1 0 0,1 1 1 0 0,-1 1 0 0 0,0 1-1 0 0,1 1 1 0 0,-1 0 0 0 0,35 8-1 0 0,-2 1 292 0 0,-40-8-281 0 0,-1 0 0 0 0,1 0 0 0 0,-1 1 0 0 0,0 1 0 0 0,0 0 1 0 0,22 11-1 0 0,-8-3 35 0 0,-22-11-102 0 0,1 0-1 0 0,-1 1 0 0 0,0 0 0 0 0,0 0 0 0 0,0 0 0 0 0,0 1 0 0 0,-1-1 0 0 0,1 1 0 0 0,3 3 0 0 0,1 0 37 0 0,0-1-1 0 0,1 0 1 0 0,-1 0 0 0 0,1-1-1 0 0,13 4 1 0 0,-9-2 51 0 0,1 3 48 0 0,-13-7-151 0 0,1-1 1 0 0,-1 0-1 0 0,1 0 1 0 0,-1 1-1 0 0,1-1 1 0 0,-1-1-1 0 0,1 1 1 0 0,0 0-1 0 0,0 0 1 0 0,-1-1 0 0 0,1 1-1 0 0,3 0 1 0 0,10 2 109 0 0,0 1 1 0 0,-1 1 0 0 0,1 0 0 0 0,20 11 0 0 0,-24-13-34 0 0,-10-3-95 0 0,0 0 0 0 0,0 0 0 0 0,0 0 0 0 0,-1 0 0 0 0,1 0 0 0 0,0 1 0 0 0,0-1 0 0 0,0 0 0 0 0,-1 0 0 0 0,1 1-1 0 0,0-1 1 0 0,0 1 0 0 0,-1-1 0 0 0,1 0 0 0 0,0 1 0 0 0,-1-1 0 0 0,1 1 0 0 0,0 0 0 0 0,0 0 0 0 0,12 6 42 0 0,0 0 316 0 0,-13-7-363 0 0,0 0 0 0 0,0 1 0 0 0,0-1-1 0 0,1 0 1 0 0,-1 0 0 0 0,0 1 0 0 0,0-1-1 0 0,0 0 1 0 0,0 1 0 0 0,0-1 0 0 0,0 0-1 0 0,0 0 1 0 0,0 1 0 0 0,0-1 0 0 0,0 0-1 0 0,0 0 1 0 0,0 1 0 0 0,0-1 0 0 0,0 0 0 0 0,0 1-1 0 0,0-1 1 0 0,-1 0 0 0 0,1 0 0 0 0,0 1-1 0 0,0-1 1 0 0,0 0 0 0 0,0 0 0 0 0,0 0-1 0 0,-1 1 1 0 0,1-1 0 0 0,0 0 0 0 0,0 0-1 0 0,0 0 1 0 0,-1 1 0 0 0,1-1 0 0 0,0 0-1 0 0,0 0 1 0 0,-1 0 0 0 0,1 0 0 0 0,0 0 0 0 0,0 1-1 0 0,-1-1 1 0 0,1 0 0 0 0,-1 0 0 0 0,-6 3 34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59:59.21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 15472 0 0,'8'3'37'0'0,"8"2"182"0"0,8 5 532 0 0,-24-4-410 0 0,1-6-326 0 0,-1 1-1 0 0,0-1 0 0 0,0 0 0 0 0,0 1 1 0 0,0-1-1 0 0,-7 9 1279 0 0,7-7-1222 0 0,0 1-1 0 0,1-1 1 0 0,-1 1-1 0 0,1-1 1 0 0,0 0-1 0 0,0 0 1 0 0,0 1-1 0 0,0-1 1 0 0,0 0-1 0 0,0 0 1 0 0,1 0-1 0 0,-1 0 1 0 0,1 0-1 0 0,-1 0 1 0 0,1-1-1 0 0,0 1 1 0 0,-1 0-1 0 0,1-1 1 0 0,0 0-1 0 0,0 1 1 0 0,0-1-1 0 0,0 0 1 0 0,1 0-1 0 0,-1 0 1 0 0,3 1-1 0 0,0 0-43 0 0,0 0 0 0 0,0 0 1 0 0,1-1-1 0 0,-1 0 0 0 0,1 0 0 0 0,-1 0 0 0 0,1 0 0 0 0,0-1 0 0 0,8-1 0 0 0,17-2 28 0 0,49 2 0 0 0,-13 1-29 0 0,105 1-47 0 0,-55 1-4 0 0,-40 1-16 0 0,1 3 0 0 0,-1 4 1 0 0,98 25-1 0 0,-133-28 17 0 0,-1-1 1 0 0,1-2-1 0 0,55-2 1 0 0,-46-2-9 0 0,77 10 1 0 0,170 16-10 0 0,-117-14 24 0 0,-10-4 19 0 0,-101-6 26 0 0,-1-4 0 0 0,118-18 0 0 0,-145 14 12 0 0,41-8 143 0 0,88-27 0 0 0,-155 37-69 0 0,0 2-1 0 0,0-1 0 0 0,1 2 1 0 0,21 0-1 0 0,-36 1-60 0 0,9 8 185 0 0,-7-5-189 0 0,0-1 0 0 0,0 1 0 0 0,0-1 0 0 0,0 0 1 0 0,0 0-1 0 0,0-1 0 0 0,6 3 0 0 0,-2-2-24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5:00:02.8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4313 3 10952 0 0,'0'0'80'0'0,"4"-1"0"0"0,-3 1-70 0 0,0-1 0 0 0,1 1 0 0 0,-1 0 1 0 0,0 0-1 0 0,1 0 0 0 0,-1 0 1 0 0,1 0-1 0 0,-1 0 0 0 0,0 0 0 0 0,1 0 1 0 0,-1 1-1 0 0,0-1 0 0 0,1 0 1 0 0,-1 1-1 0 0,0-1 0 0 0,0 1 0 0 0,1 0 1 0 0,-1-1-1 0 0,0 1 0 0 0,0 0 0 0 0,0 0 1 0 0,0-1-1 0 0,0 1 0 0 0,0 0 1 0 0,0 0-1 0 0,0 0 0 0 0,0 1 0 0 0,0-1 1 0 0,-1 0-1 0 0,1 0 0 0 0,0 0 0 0 0,-1 0 1 0 0,1 1-1 0 0,-1-1 0 0 0,1 0 1 0 0,-1 1-1 0 0,0-1 0 0 0,1 0 0 0 0,-1 1 1 0 0,0 1-1 0 0,3 11 115 0 0,0 0 0 0 0,-2 0 1 0 0,1 1-1 0 0,-2-1 0 0 0,0 1 0 0 0,0-1 1 0 0,-2 0-1 0 0,0 1 0 0 0,0-1 0 0 0,-1 0 1 0 0,-1 0-1 0 0,0 0 0 0 0,-1-1 0 0 0,-1 0 1 0 0,-9 17-1 0 0,12-25-103 0 0,-1-1 0 0 0,0 1-1 0 0,0-1 1 0 0,0 0 0 0 0,-1-1 0 0 0,1 1 0 0 0,-1-1-1 0 0,-8 5 1 0 0,-22 17 11 0 0,-44 40 25 0 0,-47 47 14 0 0,118-107-67 0 0,0 1 0 0 0,0-2 0 0 0,0 1 0 0 0,-1-1 0 0 0,0-1 0 0 0,-14 5 0 0 0,-5 2 9 0 0,-4 1 12 0 0,-1-2-1 0 0,0-1 1 0 0,-34 4 0 0 0,-14-8 28 0 0,2-1 40 0 0,-119 10 180 0 0,117-10-135 0 0,-73-5 50 0 0,47-1-45 0 0,47 0-80 0 0,-14 1 46 0 0,-81 1 111 0 0,-64 4 41 0 0,31-2-37 0 0,58-1-18 0 0,-29 2 10 0 0,-11 9 56 0 0,-2 15 7 0 0,88-11-157 0 0,-124 27 192 0 0,157-29-205 0 0,1 1 0 0 0,0 4 0 0 0,2 1 0 0 0,-63 35 0 0 0,94-44-85 0 0,2 2 1 0 0,-1 0-1 0 0,-14 16 1 0 0,-26 20 66 0 0,32-28-13 0 0,-37 40 0 0 0,8-7 3 0 0,-81 81 196 0 0,73-69-173 0 0,15-15-33 0 0,5-4 29 0 0,1 1 0 0 0,3 2 0 0 0,-51 91 0 0 0,54-86-22 0 0,-43 77 94 0 0,49-78-77 0 0,2 1-1 0 0,-19 62 1 0 0,23-48 1 0 0,-16 84 0 0 0,24-86-45 0 0,-34 94 0 0 0,30-102-27 0 0,2 0 0 0 0,-13 83 0 0 0,9-35 4 0 0,17-81-23 0 0,0-1-1 0 0,2 1 0 0 0,1 0 0 0 0,3 33 0 0 0,0-16 7 0 0,1 13 8 0 0,13 65 1 0 0,-10-83-20 0 0,1 7 38 0 0,1 0 0 0 0,2-1-1 0 0,23 56 1 0 0,-18-61-11 0 0,-12-25 5 0 0,1 0 0 0 0,1 0 1 0 0,0 0-1 0 0,1-1 1 0 0,0 0-1 0 0,1 0 0 0 0,1 0 1 0 0,14 15-1 0 0,15 6 219 0 0,53 36 0 0 0,-81-61-202 0 0,1-1 1 0 0,0-1-1 0 0,1 0 1 0 0,0 0-1 0 0,23 8 1 0 0,3-2 118 0 0,-31-9-140 0 0,1 0 0 0 0,0 0 1 0 0,-1-1-1 0 0,1-1 1 0 0,0 1-1 0 0,15 0 0 0 0,73 3 203 0 0,-70-5-153 0 0,1 2-1 0 0,27 4 0 0 0,38 1 161 0 0,13-16-2 0 0,134 3 300 0 0,-217 5-464 0 0,39-7-1 0 0,-3 0 7 0 0,31-2-7 0 0,89-3 66 0 0,-120 14-22 0 0,101 14 0 0 0,-126-9-64 0 0,0 2 1 0 0,-1 0-1 0 0,0 2 1 0 0,44 21-1 0 0,-35-15 45 0 0,-30-12-73 0 0,-1 0 1 0 0,1 1-1 0 0,15 9 1 0 0,-7-2 6 0 0,140 97 119 0 0,-131-87-124 0 0,-1 1 0 0 0,-1 0 0 0 0,32 40 0 0 0,-29-30 83 0 0,-18-20-76 0 0,-1-1 1 0 0,0 1-1 0 0,16 28 1 0 0,-19-31 0 0 0,-6-9-32 0 0,-1-1 1 0 0,1 1 0 0 0,0 0 0 0 0,-1-1 0 0 0,1 1 0 0 0,-1 0 0 0 0,1 0 0 0 0,-1-1 0 0 0,1 1-1 0 0,-1 0 1 0 0,0 0 0 0 0,1 0 0 0 0,-1 0 0 0 0,0 0 0 0 0,0 0 0 0 0,0-1 0 0 0,0 1 0 0 0,0 0-1 0 0,0 0 1 0 0,0 0 0 0 0,0 0 0 0 0,0 1 0 0 0,10 24 70 0 0,-10-17-65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5:00:09.80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 9240 0 0,'18'5'13'0'0,"3"0"30"0"0,11 1 56 0 0,0-4 8 0 0,-26-3-93 0 0,0 1 0 0 0,1-1 0 0 0,-1 0 1 0 0,0 0-1 0 0,0-1 0 0 0,6-2 0 0 0,-6 2 51 0 0,0 1 0 0 0,0-1 0 0 0,0 1 0 0 0,0 0 0 0 0,0 1 0 0 0,0-1 1 0 0,0 1-1 0 0,0 0 0 0 0,0 1 0 0 0,1 0 0 0 0,-1 0 0 0 0,0 0 0 0 0,8 3 0 0 0,6 3 253 0 0,0 1-1 0 0,26 15 1 0 0,-39-19-287 0 0,1-1 26 0 0,0 0 0 0 0,1-1-1 0 0,-1 1 1 0 0,1-2 0 0 0,16 2 0 0 0,3 1 16 0 0,202 48 294 0 0,-121-27-255 0 0,14-12 1 0 0,-8-10-40 0 0,0-5 0 0 0,164-25 0 0 0,-190 19-22 0 0,92 3 0 0 0,-49 2-4 0 0,23 2 12 0 0,76-5 18 0 0,27-11 14 0 0,122-3 153 0 0,-282 17-90 0 0,112 10 1 0 0,-76 0 99 0 0,349-21 550 0 0,69-17 190 0 0,-216 45-545 0 0,-213-5-248 0 0,126 17 95 0 0,23 1 94 0 0,-195-22-316 0 0,60 1 104 0 0,326 14 459 0 0,-398-14-549 0 0,454 66 364 0 0,-452-58-399 0 0,47 7 49 0 0,-60-13-48 0 0,-15-2 16 0 0,55 1-1 0 0,126 7 349 0 0,-121-6-109 0 0,-65-1-212 0 0,10 0 18 0 0,-27-6-12 0 0,0 1-1 0 0,25 5 1 0 0,-31-4-44 0 0,-1-1 0 0 0,1 0 1 0 0,-1-1-1 0 0,1 0 0 0 0,0-1 0 0 0,0 0 0 0 0,-1 0 1 0 0,1-1-1 0 0,12-3 0 0 0,19-2 142 0 0,-34 6-159 0 0,-1-1 0 0 0,1 0 0 0 0,-1 0 0 0 0,10-4 0 0 0,1 2 11 0 0,0 0 1 0 0,0 1 0 0 0,1 0-1 0 0,-1 2 1 0 0,0 0-1 0 0,26 4 1 0 0,-39-4-41 0 0,15 3 37 0 0,0 0 0 0 0,0 1 1 0 0,24 8-1 0 0,-24-9 135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5:00:13.98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79 506 7024 0 0,'9'2'1'0'0,"3"1"7"0"0,1-1 6 0 0,2-1 19 0 0,-9-3 61 0 0,-18-3-29 0 0,-9-6 48 0 0,19 10-61 0 0,2 0-35 0 0,1 1 0 0 0,-1-1 0 0 0,0 1 0 0 0,0-1 0 0 0,0 0 0 0 0,0 1 1 0 0,0-1-1 0 0,0 0 0 0 0,0 1 0 0 0,0-1 0 0 0,0 0 0 0 0,0 1 0 0 0,0-1 0 0 0,0 0 1 0 0,0 1-1 0 0,0-1 0 0 0,0 1 0 0 0,-1-1 0 0 0,1 0 0 0 0,0 1 0 0 0,0-1 0 0 0,-1 1 1 0 0,1-1-1 0 0,-1 0 0 0 0,-43-44 495 0 0,41 42-495 0 0,0 1 0 0 0,0-1-1 0 0,0 0 1 0 0,0 0 0 0 0,1-1 0 0 0,-1 1 0 0 0,1-1 0 0 0,0 1 0 0 0,0-1 0 0 0,0 0 0 0 0,0 1-1 0 0,1-1 1 0 0,-2-5 0 0 0,-10-58 134 0 0,10 42-80 0 0,1 8-16 0 0,2 0-1 0 0,0 0 1 0 0,1 0-1 0 0,1 0 1 0 0,0 0-1 0 0,6-18 1 0 0,-7 33-6 0 0,-1 2-40 0 0,0-1 0 0 0,0 1 0 0 0,0 0 1 0 0,0-1-1 0 0,0 1 0 0 0,0 0 0 0 0,0-1 0 0 0,0 1 0 0 0,0 0 1 0 0,1-1-1 0 0,-1 1 0 0 0,0 0 0 0 0,0-1 0 0 0,0 1 0 0 0,1 0 0 0 0,-1 0 1 0 0,0-1-1 0 0,0 1 0 0 0,1 0 0 0 0,-1 0 0 0 0,0-1 0 0 0,0 1 0 0 0,1 0 1 0 0,-1 0-1 0 0,0 0 0 0 0,1 0 0 0 0,-1-1 0 0 0,0 1 0 0 0,1 0 0 0 0,-1 0 1 0 0,0 0-1 0 0,1 0 0 0 0,-1 0 0 0 0,0 0 0 0 0,1 0 0 0 0,-1 0 0 0 0,0 0 1 0 0,1 0-1 0 0,-1 0 0 0 0,0 0 0 0 0,1 0 0 0 0,-1 0 0 0 0,0 0 0 0 0,1 1 1 0 0,-1-1-1 0 0,0 0 0 0 0,1 0 0 0 0,-1 1 0 0 0,27 5 53 0 0,-18-3-43 0 0,60 10 93 0 0,112 15 340 0 0,-150-27-372 0 0,0-1 0 0 0,0-1 0 0 0,0-2 0 0 0,0-1 0 0 0,-1-2 0 0 0,32-9 0 0 0,-4 0 45 0 0,41-12 90 0 0,-54 13-39 0 0,81-13 0 0 0,-71 18-7 0 0,-1 3 0 0 0,1 2 0 0 0,-1 2-1 0 0,67 7 1 0 0,-39-1 180 0 0,122-9 0 0 0,-99 0-12 0 0,238 1 366 0 0,-194 11-393 0 0,23-6 238 0 0,-22 0-325 0 0,4-1 116 0 0,103-7 126 0 0,-131 6-161 0 0,-65 2-150 0 0,106 7 139 0 0,37 0 172 0 0,-30-6-176 0 0,-6 4 158 0 0,85 7 30 0 0,-154-5-185 0 0,73 14 13 0 0,-98-16-177 0 0,50 1 83 0 0,269-43 396 0 0,-284 28-351 0 0,1 5 0 0 0,158 14 0 0 0,-125-2-119 0 0,-19-9 82 0 0,246-32-1 0 0,-141-1-80 0 0,-215 31-128 0 0,475-43 269 0 0,-464 45-268 0 0,268 5 158 0 0,95 10 95 0 0,-286-10-205 0 0,81 8 117 0 0,83 16 41 0 0,-224-25-196 0 0,214 29 229 0 0,-95-3-104 0 0,246 37 276 0 0,103 9 59 0 0,-118 8-249 0 0,-56-9-44 0 0,-195-44-68 0 0,28 5-4 0 0,85 1-7 0 0,226 28 106 0 0,-89-11-52 0 0,77-1-6 0 0,-337-45-124 0 0,93 1 41 0 0,-125-7-38 0 0,126-5 21 0 0,378-56 40 0 0,-329 14-50 0 0,433-125 63 0 0,-291 59-73 0 0,-343 93-35 0 0,10-3 5 0 0,1 3 0 0 0,111-9-1 0 0,-74 22-2 0 0,86-5 7 0 0,-149 7-8 0 0,101 8 0 0 0,30-1 7 0 0,-85-8 2 0 0,133 10 0 0 0,-69 9-3 0 0,329 19 14 0 0,-313-34-19 0 0,84 2 8 0 0,-110 1-5 0 0,37 3 5 0 0,38 11 31 0 0,-42-4 39 0 0,225 43 1 0 0,-378-52 43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5:00:15.68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0 262 10544 0 0,'23'15'570'0'0,"-7"-6"-68"0"0,2-2 395 0 0,-5-2 46 0 0,-3-1-509 0 0,0 0 0 0 0,0 1 0 0 0,17 11 0 0 0,23 11 1263 0 0,-1-9-982 0 0,63 12 0 0 0,167 25 361 0 0,-125-27-861 0 0,81-1-57 0 0,-115-17-143 0 0,500 28 0 0 0,207-41-128 0 0,-265-2 67 0 0,-175 15 5 0 0,211 19 10 0 0,-349-21 31 0 0,275 12 3 0 0,-195-15 70 0 0,-226-6-53 0 0,55-6 14 0 0,-21-1 43 0 0,202-16 158 0 0,-224 13-181 0 0,222-23 154 0 0,272-21 360 0 0,-103 16-181 0 0,-396 29-332 0 0,9 0 25 0 0,414-44 228 0 0,-224 18-18 0 0,-97 11-145 0 0,13-2-27 0 0,21-3-27 0 0,41-9 9 0 0,-104 16-67 0 0,-38 6-13 0 0,433-63 24 0 0,-181 51-30 0 0,-107 13-1 0 0,70-9 33 0 0,-63 1 17 0 0,-12 25-2 0 0,-188 3-33 0 0,145 18 32 0 0,29 1 16 0 0,-248-23-73 0 0,377-6 82 0 0,89-5 106 0 0,-397 15-83 0 0,0 3 1 0 0,129 28-1 0 0,-20-6 35 0 0,106 39 158 0 0,-153-27-85 0 0,-68-16-55 0 0,-35-10-88 0 0,47 16 156 0 0,73 18 143 0 0,-117-37-178 0 0,1-3 0 0 0,87 4 1 0 0,-141-13-51 0 0,-11-10-74 0 0,-25-13-14 0 0,10 11-32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5:00:18.21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0 331 10952 0 0,'18'-1'97'0'0,"10"1"357"0"0,0-1 231 0 0,15 1 566 0 0,-29 0-898 0 0,-1 1 1 0 0,1 0 0 0 0,0 1-1 0 0,0 1 1 0 0,19 6 0 0 0,75 25 3076 0 0,-97-32-3284 0 0,1 0 0 0 0,0-1-1 0 0,-1-1 1 0 0,1 1-1 0 0,0-2 1 0 0,-1 1 0 0 0,1-2-1 0 0,0 0 1 0 0,20-5-1 0 0,-6 0-125 0 0,160-36 303 0 0,-157 39-277 0 0,1 1 1 0 0,-1 1 0 0 0,1 1 0 0 0,41 5-1 0 0,196 27-46 0 0,-122-19-6 0 0,-87-9 4 0 0,41 1-58 0 0,174-15 0 0 0,93-37-81 0 0,-335 44 138 0 0,50-4-40 0 0,1 4 0 0 0,92 7 0 0 0,35-1 4 0 0,160 4-15 0 0,-237-1 38 0 0,254 15-10 0 0,-254-18 26 0 0,48 3 0 0 0,130 6 53 0 0,-221-9-42 0 0,-4 0 9 0 0,26 2 45 0 0,-1-5 1 0 0,143-20-1 0 0,111-35 378 0 0,194-30 436 0 0,-507 78-793 0 0,43-6 92 0 0,108-4-1 0 0,-11 3 96 0 0,-27 1-99 0 0,448-27 380 0 0,-38-32-371 0 0,-472 66-138 0 0,172 12 1 0 0,-185 3-14 0 0,0 4 0 0 0,-1 3 0 0 0,-1 5 0 0 0,161 59 0 0 0,-157-47 28 0 0,2-4 0 0 0,153 27 0 0 0,-175-45-14 0 0,0-3 0 0 0,1-3 0 0 0,-1-3 0 0 0,91-11 0 0 0,200-55 136 0 0,-228 37-53 0 0,223-19 0 0 0,-146 43-48 0 0,-165 6-49 0 0,1 2-1 0 0,68 15 0 0 0,-99-15-23 0 0,295 74 128 0 0,-228-56-65 0 0,132 18 1 0 0,88-10 60 0 0,-96-20-46 0 0,50 4 10 0 0,145 45 80 0 0,-213-15-94 0 0,-30-10 2 0 0,-23-3-10 0 0,149 14 0 0 0,-268-42-69 0 0,366 26 139 0 0,-113-13-39 0 0,-191-8-45 0 0,-1 4-1 0 0,90 26 1 0 0,301 84 128 0 0,-411-109-148 0 0,0-4 0 0 0,109 5 0 0 0,-67-8 11 0 0,-26-4-6 0 0,79-7 0 0 0,-70 1 1 0 0,24 5 32 0 0,1 4 0 0 0,-2 5 1 0 0,118 26-1 0 0,39 0 14 0 0,-194-28-66 0 0,0-3 0 0 0,0-4 1 0 0,108-10-1 0 0,-102 1 6 0 0,-1-3 0 0 0,-1-4 0 0 0,78-26 0 0 0,-45 13 20 0 0,169-24 0 0 0,86 25 31 0 0,-238 23-41 0 0,139-23 0 0 0,-40-6 14 0 0,-129 21-8 0 0,1 3 1 0 0,168 8-1 0 0,-90 21 41 0 0,-148-15-76 0 0,-1 1-1 0 0,0 1 1 0 0,0 1 0 0 0,-1 1 0 0 0,24 13-1 0 0,5 3 19 0 0,-28-14 11 0 0,37 23 0 0 0,-58-32-34 0 0,18 2 56 0 0,-14-4-56 0 0,1 0 0 0 0,-4-1 1 0 0,-2 1-8 0 0,-1 0 0 0 0,1-1 0 0 0,0 1-1 0 0,0-1 1 0 0,-1 1 0 0 0,1-1-1 0 0,0 1 1 0 0,0-1 0 0 0,-1 0 0 0 0,1 1-1 0 0,-1-1 1 0 0,1 0 0 0 0,-1 0-1 0 0,1 1 1 0 0,-1-1 0 0 0,1 0 0 0 0,-1 0-1 0 0,0 0 1 0 0,1 1 0 0 0,-1-1-1 0 0,0 0 1 0 0,0 0 0 0 0,0 0 0 0 0,1 0-1 0 0,-1 0 1 0 0,0 0 0 0 0,0 0-1 0 0,0 1 1 0 0,0-1 0 0 0,-1 0 0 0 0,1 0-1 0 0,0 0 1 0 0,0 0 0 0 0,-1 0-1 0 0,1 0 1 0 0,0 1 0 0 0,-1-1 0 0 0,1 0-1 0 0,0 0 1 0 0,-1 0 0 0 0,1 1-1 0 0,-2-2 1 0 0,-4-7 0 0 0,0 0 0 0 0,-1 0 0 0 0,0 1 0 0 0,0 0 0 0 0,-1 0-1 0 0,0 1 1 0 0,0 0 0 0 0,-15-9 0 0 0,-17-9-1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5:00:19.61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1 214 10448 0 0,'32'-7'353'0'0,"-13"4"93"0"0,9-1 320 0 0,-11 2-341 0 0,-18-1-195 0 0,0 0 0 0 0,0 0 0 0 0,0 0 0 0 0,0 0 0 0 0,-1 0 0 0 0,0 0 0 0 0,1 0 0 0 0,-1 0-1 0 0,-4-3 46 0 0,-11-23 2105 0 0,14 24-2193 0 0,0-1-1 0 0,0 1 1 0 0,-1 0 0 0 0,1 0-1 0 0,-9-8 1 0 0,9 10-161 0 0,0 1-1 0 0,1-1 1 0 0,-1 0 0 0 0,0 0 0 0 0,1 0-1 0 0,0 0 1 0 0,0 0 0 0 0,0 0-1 0 0,0-1 1 0 0,0 1 0 0 0,1 0-1 0 0,-1-1 1 0 0,1 0 0 0 0,0 1-1 0 0,0-1 1 0 0,0 0 0 0 0,1 0-1 0 0,-1 1 1 0 0,1-1 0 0 0,0 0-1 0 0,0 0 1 0 0,1-5 0 0 0,0 9-30 0 0,1 0 1 0 0,-1-1 0 0 0,0 1-1 0 0,1 0 1 0 0,-1 0-1 0 0,0 0 1 0 0,1 0 0 0 0,-1 0-1 0 0,0 0 1 0 0,1 0-1 0 0,-1 0 1 0 0,0 0 0 0 0,1 1-1 0 0,-1-1 1 0 0,0 1-1 0 0,0-1 1 0 0,3 2 0 0 0,3 0-7 0 0,69 11-54 0 0,-40-6-37 0 0,43 4 1 0 0,48-3-143 0 0,200 9-434 0 0,278 50 149 0 0,-325-43 386 0 0,-160-17 98 0 0,301 14-41 0 0,-14-2 74 0 0,-314-17 19 0 0,1-5 0 0 0,172-26 0 0 0,108-38 122 0 0,-128 21 41 0 0,260-13 0 0 0,4 48 293 0 0,-195 23-24 0 0,-47 0-150 0 0,151 3 225 0 0,99 1 284 0 0,-486-16-760 0 0,435 7 740 0 0,-331 1-418 0 0,187 35 0 0 0,4 19 169 0 0,-193-42-143 0 0,204 4 0 0 0,-174-31-31 0 0,-27 0-145 0 0,-51 11-50 0 0,-1 3 0 0 0,1 3 0 0 0,143 39 0 0 0,-119-18-35 0 0,-34-8 82 0 0,150 24-1 0 0,-191-43-125 0 0,-12 0 25 0 0,0-2-1 0 0,45-1 1 0 0,-26-2 47 0 0,-34 2-129 0 0,0-1 0 0 0,0 0 0 0 0,0-1 0 0 0,0 1 0 0 0,-1-2 0 0 0,1 1 0 0 0,0-1 0 0 0,0 0 0 0 0,13-6 0 0 0,9-9 27 0 0,-20 9-22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59:12.22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 11256 0 0,'21'21'92'0'0,"8"11"294"0"0,-19-20-165 0 0,-1 0 0 0 0,0 1 0 0 0,10 21-1 0 0,-9-13-131 0 0,1 5 263 0 0,27 58 660 0 0,-32-72-844 0 0,0 0-1 0 0,-1 0 0 0 0,-1 1 1 0 0,0 0-1 0 0,0-1 0 0 0,-2 1 1 0 0,3 21-1 0 0,-2-18-85 0 0,0 0-1 0 0,2-1 1 0 0,10 28 0 0 0,-6-18-41 0 0,25 98 104 0 0,-1 16-26 0 0,-16-85-85 0 0,-3 1-1 0 0,-1 0 1 0 0,9 110 0 0 0,-11-51 1 0 0,-3-48 3 0 0,-1 88-1 0 0,-8 2 4 0 0,2-60 3 0 0,-20 166 1 0 0,11-187 2 0 0,3 148 1 0 0,1 2 80 0 0,-10 94 63 0 0,14-223-138 0 0,-1 18 38 0 0,-2 13 4 0 0,3-82-54 0 0,-5 59 0 0 0,-4 55 53 0 0,8-98-26 0 0,-9 33 57 0 0,6-68-78 0 0,1 1-1 0 0,0 31 1 0 0,-5 119 94 0 0,5-146-115 0 0,4 50 50 0 0,1-60-40 0 0,-2 0 1 0 0,0 1 0 0 0,-5 30-1 0 0,3-41-22 0 0,-2 5 15 0 0,2 0-1 0 0,-1 0 1 0 0,2 0-1 0 0,1 31 0 0 0,8 100 110 0 0,1 14 35 0 0,-7-71-24 0 0,-2-66-84 0 0,4 44 0 0 0,2-23 30 0 0,1 76 0 0 0,6 59 145 0 0,-10-93-108 0 0,-1-46-47 0 0,-4 58 1 0 0,0-58 19 0 0,3 66-1 0 0,-4-51 7 0 0,2-44-80 0 0,0 0 0 0 0,1 0 0 0 0,0 0 0 0 0,2 15 0 0 0,2 4 39 0 0,0 36 1 0 0,-3-39 10 0 0,7 45 1 0 0,0 29 127 0 0,9-15 63 0 0,7 108 1 0 0,-21-162-222 0 0,-1-5 2 0 0,7 55 176 0 0,-8-76-204 0 0,0-1-1 0 0,1 0 1 0 0,0 0 0 0 0,0 0 0 0 0,0 0-1 0 0,1 0 1 0 0,-1 0 0 0 0,1 0 0 0 0,6 8-1 0 0,2 3 86 0 0,-10-16-106 0 0,-1 0 0 0 0,1 0 1 0 0,-1 0-1 0 0,1 0 1 0 0,0 0-1 0 0,-1 1 0 0 0,1-1 1 0 0,0 0-1 0 0,0 0 0 0 0,0-1 1 0 0,0 1-1 0 0,0 0 1 0 0,0 0-1 0 0,0 0 0 0 0,0-1 1 0 0,0 1-1 0 0,0 0 1 0 0,0-1-1 0 0,0 1 0 0 0,0-1 1 0 0,1 1-1 0 0,-1-1 1 0 0,2 1-1 0 0,6-1 29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59:21.41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80 8336 0 0,'0'0'57'0'0,"4"4"4"0"0,19 18 142 0 0,-22-20-156 0 0,3 14 231 0 0,-3-14-245 0 0,1 0-1 0 0,-1 0 1 0 0,1 0-1 0 0,-1 0 1 0 0,1 0-1 0 0,0 0 1 0 0,0 0-1 0 0,0-1 1 0 0,0 1-1 0 0,0-1 1 0 0,0 1-1 0 0,0-1 1 0 0,0 0-1 0 0,1 0 1 0 0,-1 0-1 0 0,0 0 1 0 0,1 0-1 0 0,-1 0 1 0 0,1-1-1 0 0,-1 1 1 0 0,1-1-1 0 0,2 1 0 0 0,6-1 38 0 0,1-1-1 0 0,-1 0 0 0 0,0 0 0 0 0,12-3 0 0 0,-14 1-22 0 0,1 2 0 0 0,0-1 0 0 0,0 1 0 0 0,19 1 0 0 0,154 22 491 0 0,-127-17-194 0 0,1-3 1 0 0,90-7-1 0 0,-112 3-280 0 0,255-10 823 0 0,-221 10-732 0 0,22 0 139 0 0,132 4 209 0 0,136 9 169 0 0,3-13-129 0 0,-274-2-472 0 0,212-3 119 0 0,76-3 42 0 0,326 18 324 0 0,-443-6-367 0 0,-161-3-129 0 0,336 2 273 0 0,-160-5-202 0 0,100 4 91 0 0,601 44 352 0 0,-587-47-414 0 0,-120-1-23 0 0,54-2 23 0 0,-45 1-13 0 0,67 2 58 0 0,795 72 715 0 0,-1099-66-880 0 0,399 2 490 0 0,-250-7-377 0 0,423-9 361 0 0,175 12-159 0 0,-612 2-291 0 0,346-9 40 0 0,-16-18-61 0 0,-292 18-31 0 0,-88 5-3 0 0,250 6 15 0 0,14-2 9 0 0,-26-11-9 0 0,195-35 40 0 0,-497 37-56 0 0,101-8 16 0 0,151-16 24 0 0,26 8 18 0 0,-196 17-32 0 0,53 6 107 0 0,-21 0-60 0 0,-39-5 27 0 0,511-19 317 0 0,-366 3-222 0 0,-46 0 2 0 0,-147 15-121 0 0,78-1 31 0 0,66 8 115 0 0,222 10 70 0 0,271 2 178 0 0,-640-16-432 0 0,171 1 102 0 0,-204 3-127 0 0,146 11 40 0 0,-168-9-49 0 0,1 1 0 0 0,-1 2 0 0 0,-1 1 0 0 0,41 16 0 0 0,-62-20-11 0 0,0 0 1 0 0,-1 1 0 0 0,0 1 0 0 0,1-1 0 0 0,10 13 0 0 0,-12-13 1 0 0,0 1 1 0 0,0-1-1 0 0,1 0 1 0 0,-1 0 0 0 0,1 0-1 0 0,8 3 1 0 0,-15-8-4 0 0,1 0 0 0 0,-1 0 0 0 0,0 0 0 0 0,1 0 1 0 0,-1 0-1 0 0,1 0 0 0 0,-1 0 0 0 0,0 1 0 0 0,1-1 1 0 0,-1 0-1 0 0,0 0 0 0 0,1 0 0 0 0,-1 1 0 0 0,0-1 1 0 0,1 0-1 0 0,-1 0 0 0 0,0 1 0 0 0,0-1 0 0 0,1 0 1 0 0,-1 1-1 0 0,0-1 0 0 0,0 0 0 0 0,1 1 1 0 0,-1-1-1 0 0,0 0 0 0 0,0 1 0 0 0,0-1 0 0 0,0 1 1 0 0,0-1-1 0 0,0 0 0 0 0,1 1 0 0 0,-1-1 0 0 0,0 1 1 0 0,-4 3-2 0 0,-4 2 1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59:23.34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51 123 8432 0 0,'0'34'3561'0'0,"-29"-24"-253"0"0,23-13-3284 0 0,5 2-23 0 0,1 0 1 0 0,-1 1-1 0 0,0-1 1 0 0,1 1 0 0 0,-1-1-1 0 0,1 1 1 0 0,-1-1-1 0 0,0 1 1 0 0,1 0 0 0 0,-1-1-1 0 0,0 1 1 0 0,1 0-1 0 0,-1-1 1 0 0,0 1 0 0 0,0 0-1 0 0,1 0 1 0 0,-1-1-1 0 0,0 1 1 0 0,0 0 0 0 0,-1 0-1 0 0,9 1-22 0 0,10 2-3 0 0,-1 0-1 0 0,1-2 1 0 0,0 0 0 0 0,-1-1-1 0 0,1-1 1 0 0,22-3-1 0 0,13-4-68 0 0,69-1 0 0 0,-99 8 81 0 0,40-10-12 0 0,5 6 7 0 0,-49 3 11 0 0,-1 1 0 0 0,1 0 0 0 0,25 3 1 0 0,102 12 5 0 0,-1-7 1 0 0,160-11 0 0 0,-241 1 12 0 0,95-8-4 0 0,79-11 31 0 0,47-7 70 0 0,-10 2 8 0 0,328-19 377 0 0,-547 44-430 0 0,166 5 111 0 0,-61 2 28 0 0,-56 0-32 0 0,1 6 0 0 0,135 30 1 0 0,-133-20-60 0 0,-54-11-65 0 0,-5-1 62 0 0,82 7 0 0 0,25 1 43 0 0,-100-9-63 0 0,76 2 0 0 0,111-15 126 0 0,-84 10-71 0 0,-107 0-70 0 0,79-5 0 0 0,61 0 86 0 0,-126-2-83 0 0,68 7-1 0 0,-58-1-6 0 0,81-4 79 0 0,27 1-44 0 0,-32 0 8 0 0,-37-2-27 0 0,-80 2-70 0 0,253 14 366 0 0,-259-13-331 0 0,38-3 0 0 0,21 1 53 0 0,117 1 226 0 0,-163-2-282 0 0,306-26 444 0 0,91 0 22 0 0,-291 18-366 0 0,-17 0 6 0 0,193-5 255 0 0,-53 0-42 0 0,324-20 78 0 0,-320 32-131 0 0,98 1 15 0 0,-196 2-181 0 0,-21 1-55 0 0,110-2 49 0 0,-50 8-17 0 0,-103-1-40 0 0,87 13 23 0 0,-61-4-66 0 0,-36-6-1 0 0,-28-1-1 0 0,85-3 1 0 0,0-1 2 0 0,-95 0-11 0 0,90-7 0 0 0,-88-1-4 0 0,129 13 1 0 0,-15 0 9 0 0,-115-7-14 0 0,0 3 0 0 0,79 18 0 0 0,63 7 14 0 0,-153-27-25 0 0,-14 0 2 0 0,79-3 0 0 0,-57-3-1 0 0,76 8 0 0 0,31-1 10 0 0,3 2-4 0 0,-100-1-17 0 0,-41-3 0 0 0,47 12-1 0 0,-53-9 0 0 0,0-2 0 0 0,50 4 0 0 0,-56-8-3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4:59:23.9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68 14464 0 0,'0'0'246'0'0,"4"0"-4"0"0,37-2 149 0 0,66-13 1 0 0,-58 7-197 0 0,27-7 535 0 0,-42 8-313 0 0,38-4 0 0 0,33 4 12 0 0,0 5 1 0 0,186 18-1 0 0,-125 13-362 0 0,-56-8-61 0 0,45 5-6 0 0,-115-17 0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5:00:52.52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0 166 8032 0 0,'0'0'297'0'0,"1"-4"-201"0"0,16-57 831 0 0,-16 57-826 0 0,0-1 0 0 0,-1 0 1 0 0,1 0-1 0 0,-1 0 0 0 0,0 0 1 0 0,0 0-1 0 0,-1 1 0 0 0,-1-7 1 0 0,-3-6 206 0 0,4 15-219 0 0,0 0 1 0 0,0-1-1 0 0,0 1 0 0 0,0-1 1 0 0,1 1-1 0 0,-1-1 0 0 0,1 1 0 0 0,0-1 1 0 0,-1-4-1 0 0,2 7-82 0 0,-1-1 1 0 0,1 1-1 0 0,0-1 0 0 0,-1 1 1 0 0,1-1-1 0 0,0 1 0 0 0,-1-1 1 0 0,1 1-1 0 0,0 0 0 0 0,-1 0 1 0 0,1-1-1 0 0,0 1 0 0 0,-1 0 0 0 0,1 0 1 0 0,0 0-1 0 0,0-1 0 0 0,-1 1 1 0 0,1 0-1 0 0,0 0 0 0 0,0 0 1 0 0,-1 0-1 0 0,1 1 0 0 0,0-1 1 0 0,0 0-1 0 0,0 0 0 0 0,22 3 80 0 0,8 2 0 0 0,-1-2 0 0 0,60-2-1 0 0,-56-1-28 0 0,139 8 123 0 0,-145-6-153 0 0,0 1 1 0 0,-1 1 0 0 0,44 13-1 0 0,-34-7 9 0 0,40 4 0 0 0,79 11 46 0 0,-13-4 32 0 0,-98-12-34 0 0,1-2 0 0 0,52 0 0 0 0,112 4 339 0 0,-141-8-168 0 0,108 19 0 0 0,67 30 312 0 0,-56-10-132 0 0,-80-17 24 0 0,192 22 0 0 0,113-28 64 0 0,-354-20-448 0 0,115 5 114 0 0,-8 3 69 0 0,45 6 187 0 0,1-7-83 0 0,-160-6-224 0 0,355-29 547 0 0,-349 23-538 0 0,180-30 262 0 0,0 11 4 0 0,-120 15-149 0 0,306-14 422 0 0,-184 24-367 0 0,268 1 286 0 0,-228 1-338 0 0,-6 3-18 0 0,1-5 3 0 0,80 6 51 0 0,211-6 112 0 0,-312-4-268 0 0,-157 2-88 0 0,113 2 48 0 0,95 5 82 0 0,-116-4-100 0 0,302-10 136 0 0,-191 0-129 0 0,79 13 72 0 0,-127-6-57 0 0,90-3 88 0 0,-13-9-40 0 0,43-3 16 0 0,97 18 32 0 0,-193 6-95 0 0,576-29 171 0 0,-602 11-217 0 0,34 13-3 0 0,-128 3-23 0 0,369 16 43 0 0,-165-22-36 0 0,43 2 42 0 0,-77 18 13 0 0,13 0-32 0 0,-203-10-32 0 0,20-1 2 0 0,-19-2 22 0 0,48-2 1 0 0,70-11 89 0 0,465 48 1 0 0,-259 8-40 0 0,-17 12-15 0 0,-427-59-88 0 0,1 0 0 0 0,-1 1 1 0 0,1 1-1 0 0,-1 1 0 0 0,0 0 0 0 0,29 15 1 0 0,-45-20-8 0 0,-1 1 0 0 0,1-1 1 0 0,-1 1-1 0 0,1-1 0 0 0,-1 1 1 0 0,1 0-1 0 0,-1-1 1 0 0,0 1-1 0 0,1 0 0 0 0,-1-1 1 0 0,0 1-1 0 0,0 0 1 0 0,0-1-1 0 0,1 1 0 0 0,-1 0 1 0 0,0 0-1 0 0,0-1 1 0 0,0 1-1 0 0,0 0 0 0 0,0 0 1 0 0,0-1-1 0 0,0 1 0 0 0,-1 0 1 0 0,1 0-1 0 0,0-1 1 0 0,0 1-1 0 0,-1 0 0 0 0,1-1 1 0 0,0 1-1 0 0,-1 0 1 0 0,1-1-1 0 0,0 1 0 0 0,-1 0 1 0 0,1-1-1 0 0,-1 1 1 0 0,1-1-1 0 0,-1 1 0 0 0,1-1 1 0 0,-1 1-1 0 0,0-1 0 0 0,0 1 1 0 0,-25 22 13 0 0,3-12-14 0 0,-6-6 0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5:00:54.2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0 257 12960 0 0,'11'6'-22'0'0,"6"4"84"0"0,-6-3 40 0 0,6 3 137 0 0,-12-8-108 0 0,-1 0-1 0 0,0 0 1 0 0,1 0-1 0 0,0 0 0 0 0,-1-1 1 0 0,1 0-1 0 0,9 1 1 0 0,73 11 787 0 0,-61-7-6 0 0,52 2 0 0 0,-24-5-269 0 0,-27-1-438 0 0,-1-1-1 0 0,1-1 1 0 0,-1-2-1 0 0,49-8 1 0 0,-33 1 13 0 0,0 1 0 0 0,0 3 0 0 0,54-1 0 0 0,52 0 27 0 0,182 2 52 0 0,-171 10-274 0 0,161 13 9 0 0,-200-9-31 0 0,153-8 0 0 0,-79-3-8 0 0,407-13-38 0 0,-269 1 0 0 0,-232 12 34 0 0,84-4-11 0 0,406-48-63 0 0,83-6 24 0 0,-542 49 42 0 0,367-29 0 0 0,-274 26 7 0 0,-104 8 3 0 0,354-23-1 0 0,404-20 12 0 0,-451 44 12 0 0,-40 7 18 0 0,-275-5-17 0 0,101-5 14 0 0,321-15 204 0 0,-419 20-186 0 0,204 7 217 0 0,-102 5-129 0 0,-126-4-70 0 0,118 15 158 0 0,-36-4-64 0 0,286 33 254 0 0,-256-25-252 0 0,238 15 203 0 0,1 8-56 0 0,-93-16-54 0 0,-335-31-245 0 0,210 23 142 0 0,-68-6-46 0 0,240 18 98 0 0,-47-16 1 0 0,-152-10-112 0 0,68-9 33 0 0,-61-2-45 0 0,-2-2 4 0 0,39 1 16 0 0,-32 9-23 0 0,144 11 54 0 0,137 24 84 0 0,32-14 18 0 0,-287-32-148 0 0,-168 2-65 0 0,-26 1-8 0 0,290-18 144 0 0,-160-14-74 0 0,-114 20-21 0 0,88-9 0 0 0,-90 15 8 0 0,90-22 0 0 0,-20 3 28 0 0,230-34 152 0 0,-275 47-185 0 0,0 4 0 0 0,0 4 1 0 0,82 5-1 0 0,237 31 221 0 0,-295-14-228 0 0,27 1 42 0 0,-119-16-82 0 0,1 0 1 0 0,0 1-1 0 0,-1 0 1 0 0,1 1-1 0 0,16 8 1 0 0,-28-12-16 0 0,-1 1-1 0 0,0-1 1 0 0,1 0 0 0 0,-1 1-1 0 0,0-1 1 0 0,1 0 0 0 0,-1 1 0 0 0,0-1-1 0 0,1 1 1 0 0,-1-1 0 0 0,0 1-1 0 0,0-1 1 0 0,0 1 0 0 0,1-1 0 0 0,-1 1-1 0 0,0-1 1 0 0,0 1 0 0 0,0-1 0 0 0,0 1-1 0 0,0-1 1 0 0,0 1 0 0 0,0 0-1 0 0,0-1 1 0 0,0 1 0 0 0,0-1 0 0 0,0 1-1 0 0,0-1 1 0 0,-1 1 0 0 0,1-1-1 0 0,0 1 1 0 0,0-1 0 0 0,0 1 0 0 0,-1-1-1 0 0,1 0 1 0 0,0 1 0 0 0,-1-1-1 0 0,1 1 1 0 0,0-1 0 0 0,-1 0 0 0 0,1 1-1 0 0,-1-1 1 0 0,1 0 0 0 0,0 1-1 0 0,-2-1 1 0 0,-6 6 14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5:00:56.37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71 7632 0 0,'9'-5'515'0'0,"-7"4"-369"0"0,0 0 1 0 0,-1 0-1 0 0,1 0 0 0 0,0 1 1 0 0,0-1-1 0 0,27-5 4144 0 0,-8-5-4060 0 0,57-8 3293 0 0,43 5-3260 0 0,-67 9 119 0 0,28-1-280 0 0,114 7 1 0 0,82 20-379 0 0,-238-17 225 0 0,129 2-309 0 0,421 13-775 0 0,-317-15 664 0 0,209 36 69 0 0,-436-35 373 0 0,310 60-155 0 0,-248-41 163 0 0,59 15-3 0 0,82 16-5 0 0,-73-24 27 0 0,195 28 4 0 0,-101-16 20 0 0,-115-16 1 0 0,109 19 128 0 0,357 40 302 0 0,31-66 287 0 0,369 28 670 0 0,-795-40-1075 0 0,-69-5-150 0 0,168-16 158 0 0,-206 4-119 0 0,406-32 441 0 0,-181 21-101 0 0,180-11 155 0 0,-87 7-275 0 0,9-7 28 0 0,-292 20-345 0 0,165-20 150 0 0,-140 6-41 0 0,170-28 85 0 0,-63 8 67 0 0,-104 18-222 0 0,266-28 141 0 0,-318 42-204 0 0,190-8 102 0 0,-111 10-28 0 0,409-22 308 0 0,84-3-145 0 0,-568 42-227 0 0,-42-1-47 0 0,237 16 136 0 0,-75-2-63 0 0,63 12 1 0 0,-62-4-19 0 0,-136-12-48 0 0,-76-8-34 0 0,0-1 1 0 0,52-1-1 0 0,-3-3 57 0 0,127 18 0 0 0,-19 0 16 0 0,-106-14-52 0 0,149 10 75 0 0,-63-8 6 0 0,-55-4-73 0 0,-52 0-25 0 0,23 3 24 0 0,1-4 0 0 0,162-15 0 0 0,-36-5-1 0 0,5 1 20 0 0,-145 6-37 0 0,111 1-1 0 0,58-4 46 0 0,3 0-21 0 0,-193 13-61 0 0,195-4 67 0 0,-191 3-40 0 0,74 10 0 0 0,-66-4 0 0 0,-32 3 10 0 0,-39-5-33 0 0,-8 2-5 0 0,-10 4 2 0 0,4-6-5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5:00:57.9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 11048 0 0,'44'7'7296'0'0,"-26"-2"-5993"0"0,220 19-852 0 0,444 32-358 0 0,10 29-93 0 0,-178-35-6 0 0,-6-40-2 0 0,-118-20 6 0 0,207 2 2 0 0,213 37 20 0 0,-206-5-8 0 0,-162-23 20 0 0,5 3 68 0 0,524 20 432 0 0,-426 9-84 0 0,91 3-89 0 0,503-16 620 0 0,-726-37-637 0 0,-49 1-108 0 0,-121 8-144 0 0,124-3 106 0 0,153-13 180 0 0,-185 4-150 0 0,85-6-61 0 0,-113 6-28 0 0,-129 5-39 0 0,51-1 12 0 0,34-3 5 0 0,-59 2-36 0 0,811-41 343 0 0,-705 31-286 0 0,-10 1 26 0 0,141 10 84 0 0,-77 28 12 0 0,358 42 94 0 0,-371-40-218 0 0,-97-7-39 0 0,-142-6-54 0 0,17 0 9 0 0,576 46 212 0 0,-248-10-102 0 0,-244-27-81 0 0,107-5 52 0 0,-56-2 11 0 0,-227-4-116 0 0,-26 1-11 0 0,-1-1 1 0 0,0 2 0 0 0,0-1-1 0 0,15 4 1 0 0,-23-4 72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5:00:59.19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22 13464 0 0,'18'-3'47'0'0,"9"0"182"0"0,1 1 155 0 0,13 0 391 0 0,-6 1-33 0 0,105 5 1453 0 0,-129-4-2170 0 0,123-4 1456 0 0,-56-2-379 0 0,22 1-651 0 0,43 6 86 0 0,96 5 589 0 0,-178-2-1021 0 0,1157 109 191 0 0,-680-44-416 0 0,-118-26-32 0 0,-266-29 103 0 0,336 15-288 0 0,-287-21 250 0 0,116 11-13 0 0,742 29-293 0 0,-658-29 267 0 0,898 51-179 0 0,-580-26 184 0 0,-288-26 89 0 0,-162-10 22 0 0,-132-1 7 0 0,513 26-10 0 0,139 19 29 0 0,-651-43 3 0 0,87 8 10 0 0,307 56 157 0 0,-341-46-42 0 0,-146-22-77 0 0,0-2 1 0 0,1-2 0 0 0,76-9-1 0 0,-2 1 160 0 0,-96 6-180 0 0,-9 0-1 0 0,0 1 0 0 0,0 0 0 0 0,0 1 0 0 0,18 4 0 0 0,-18 0 34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5:01:01.25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10420 1724 13672 0 0,'-4'-7'218'0'0,"-1"0"-1"0"0,0 0 1 0 0,0 1 0 0 0,-9-10 0 0 0,5 8 95 0 0,0 0 0 0 0,-1 0-1 0 0,0 1 1 0 0,-17-10 0 0 0,-7 1 492 0 0,-60-20 1 0 0,80 31-757 0 0,-10-3 83 0 0,-1 2-1 0 0,0 1 1 0 0,0 1 0 0 0,-27-2 0 0 0,-105 3-18 0 0,113 4-98 0 0,-93 3-3 0 0,-64-2-1 0 0,-13-8-60 0 0,99 4 5 0 0,42 1-7 0 0,-109-14 1 0 0,5-9-41 0 0,-26-6 33 0 0,-343-53-4 0 0,-18 40 58 0 0,-1 42 76 0 0,96 6 81 0 0,135 3-29 0 0,24-10 70 0 0,-374 1 374 0 0,347-3-296 0 0,-149-24 101 0 0,335 15-158 0 0,78 7-149 0 0,-3-1 64 0 0,-117 5 0 0 0,-51 1 195 0 0,36-1-101 0 0,-106 4 31 0 0,-51-6 5 0 0,149 0-94 0 0,-38 2-10 0 0,-234 21 231 0 0,-59-21-67 0 0,287-19-69 0 0,65-12-34 0 0,91 12-149 0 0,-61-16 99 0 0,138 30-110 0 0,0-3-1 0 0,1 0 1 0 0,-49-26 0 0 0,18 7 96 0 0,40 21-106 0 0,1 0-1 0 0,0-1 1 0 0,-17-13 0 0 0,26 17-19 0 0,0-1 0 0 0,1 0-1 0 0,-1 0 1 0 0,1-1 0 0 0,1 0 0 0 0,-1 0 0 0 0,1 0-1 0 0,1-1 1 0 0,-1 1 0 0 0,1-1 0 0 0,1 0 0 0 0,-6-16-1 0 0,6 12 8 0 0,1-1 1 0 0,0 1-1 0 0,1-1 0 0 0,0 1 0 0 0,1-1 0 0 0,0 1 0 0 0,1-1 0 0 0,3-15 0 0 0,3-2 20 0 0,1 0-1 0 0,2 0 1 0 0,1 1-1 0 0,1 0 1 0 0,1 1-1 0 0,27-41 1 0 0,32-29 74 0 0,-52 75-93 0 0,-2-2 0 0 0,0 0-1 0 0,24-47 1 0 0,-30 48-15 0 0,1 2 0 0 0,1-1 0 0 0,1 2 0 0 0,1 0 0 0 0,0 1 0 0 0,2 0 0 0 0,21-18 0 0 0,-18 20 8 0 0,0 0 0 0 0,2 1 0 0 0,0 2 0 0 0,0 0 0 0 0,27-11 0 0 0,-37 20-22 0 0,0 1 0 0 0,1 0 1 0 0,0 1-1 0 0,0 1 1 0 0,0 0-1 0 0,0 1 0 0 0,1 1 1 0 0,-1 0-1 0 0,0 0 0 0 0,1 2 1 0 0,20 2-1 0 0,157 20 58 0 0,-22 5-20 0 0,0-2-34 0 0,-48-9-8 0 0,97 11 1 0 0,-30-5-2 0 0,278 29-3 0 0,-188-24-1 0 0,-237-23 0 0 0,599 53-13 0 0,-370-39 8 0 0,33 2-2 0 0,96-9 6 0 0,4 1 2 0 0,207 4 0 0 0,-36-10 0 0 0,-501-7 0 0 0,224 7 0 0 0,283 17 0 0 0,-414-15 0 0 0,109 8 0 0 0,536 22 0 0 0,-713-36 0 0 0,1308-1 8 0 0,-541 5 0 0 0,-214 33-16 0 0,-300 6 8 0 0,-262-32-1 0 0,58 12-6 0 0,-79-12 7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5:01:02.12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12513 1321 12864 0 0,'-28'-17'74'0'0,"-6"-3"152"0"0,-19-8 160 0 0,10 3 166 0 0,-69-52 0 0 0,87 59-428 0 0,-83-70 856 0 0,30 21-573 0 0,38 36-272 0 0,-45-38 145 0 0,-3 4 0 0 0,-105-58-1 0 0,-171-55-259 0 0,281 139-28 0 0,28 16-27 0 0,-113-29-1 0 0,52 19 3 0 0,-241-69-87 0 0,240 74 85 0 0,-74-13 5 0 0,100 28 23 0 0,-557-58-9 0 0,-188 66 96 0 0,601 7-12 0 0,140-3-48 0 0,-160-7 70 0 0,-258-14 155 0 0,250 2-73 0 0,-237-9 192 0 0,327 19-243 0 0,20 0 17 0 0,-231 1 151 0 0,57 17-20 0 0,-153 45 197 0 0,366-36-373 0 0,-52 10 70 0 0,-87 12 145 0 0,150-25-218 0 0,-591 80 901 0 0,448-66-612 0 0,-76 13-81 0 0,48-8 107 0 0,127-18-239 0 0,-286 16 365 0 0,303-29-412 0 0,17 0 73 0 0,-126-14 1 0 0,-295-52 400 0 0,368 43-390 0 0,-209 2-1 0 0,266 22-107 0 0,1 6 0 0 0,-1 4 0 0 0,2 5 0 0 0,0 4 0 0 0,-109 39 0 0 0,144-38-50 0 0,-12 3-4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5:01:15.2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 2808 0 0,'0'0'0'0'0,"6"55"0"0"0,54 0 0 0 0,-3 0 0 0 0,-25 1 0 0 0,-19 2 0 0 0,3 1 8 0 0,0-9-8 0 0,-5-8 0 0 0,-6 0 0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5:01:15.58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 7832 0 0,'0'0'0'0'0,"11"44"0"0"0,24 1 0 0 0,0 5 552 0 0,-5 2-8 0 0,-7 4 8 0 0,-2 6-8 0 0,-3 2-400 0 0,-6 1 0 0 0,-8 2 0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5:01:15.97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 11760 0 0,'3'25'0'0'0,"5"39"0"0"0,46 25 0 0 0,-9 13 144 0 0,-15 1-8 0 0,-5 9 8 0 0,-2-7 16 0 0,2-7-80 0 0,-5-3 0 0 0,-2 12 0 0 0,-2-4 0 0 0,1-13 120 0 0,-4-7 0 0 0,-3 1 8 0 0,0 3 0 0 0,0-7-112 0 0,-4-7 8 0 0,-2-2-8 0 0</inkml:trace>
  <inkml:trace contextRef="#ctx0" brushRef="#br0" timeOffset="1">226 3171 9744 0 0,'0'0'0'0'0,"-2"62"0"0"0,9 7 0 0 0,8 2 120 0 0,-5 4-8 0 0,-8 12 8 0 0,-4 7 8 0 0,2-6-56 0 0,2-3 0 0 0,-2 2 0 0 0,-2 8 0 0 0,2-4 104 0 0,2-5 16 0 0,-6 4-8 0 0,-6-13 8 0 0,2-7-104 0 0,-1-14 8 0 0,-4-8 8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5:01:16.52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 9144 0 0,'0'0'0'0'0,"4"61"0"0"0,10 4 0 0 0,1 10 96 0 0,-6 1 16 0 0,-2 2-16 0 0,-1 6 16 0 0,-1 11-56 0 0,0 8 8 0 0,-5 12 0 0 0,0 5 8 0 0,0-11 88 0 0,0-11 16 0 0,0 2-8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5:01:16.90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 0 10248 0 0,'0'0'0'0'0,"-3"50"0"0"0,23-2 0 0 0,2 10 80 0 0,-3 1 8 0 0,-7 5 8 0 0,-4 0-8 0 0,2-2-32 0 0,0-6-8 0 0,-4-1 8 0 0,-2 10 8 0 0,4-8 136 0 0,0-2-8 0 0,-3 3 8 0 0,-5 7 0 0 0,3-3-104 0 0,0-7 0 0 0,-2 7 8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5:01:19.8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 9040 0 0,'13'1'93'0'0,"-5"0"36"0"0,4 1 128 0 0,-9-1-169 0 0,0 0-1 0 0,0 0 0 0 0,0-1 1 0 0,0 1-1 0 0,0-1 0 0 0,0 0 0 0 0,0 0 1 0 0,6-1-1 0 0,-8 1-56 0 0,0 0-1 0 0,0-1 1 0 0,0 1-1 0 0,0 0 1 0 0,0 0-1 0 0,0 0 1 0 0,0 0-1 0 0,0 0 1 0 0,0 0-1 0 0,0 1 1 0 0,0-1-1 0 0,0 0 1 0 0,0 0-1 0 0,0 1 1 0 0,0-1-1 0 0,0 1 1 0 0,0-1-1 0 0,0 1 1 0 0,0-1-1 0 0,-1 1 1 0 0,1-1-1 0 0,0 1 1 0 0,0 0-1 0 0,-1 0 1 0 0,1-1-1 0 0,0 1 1 0 0,-1 0-1 0 0,1 0 1 0 0,-1 0-1 0 0,1-1 1 0 0,-1 1-1 0 0,1 0 1 0 0,-1 0-1 0 0,1 0 1 0 0,-1 0-1 0 0,0 0 1 0 0,1 2 0 0 0,0 4 170 0 0,1-1 1 0 0,-1 1 0 0 0,-1 0 0 0 0,1 10 0 0 0,-1 20 152 0 0,1-12-201 0 0,-1 0 0 0 0,-1 1 0 0 0,-7 38 0 0 0,-60 330 1575 0 0,59-309-1472 0 0,4-1 1 0 0,11 162 0 0 0,9-133-77 0 0,36 139 0 0 0,-33-178-126 0 0,-2-1 2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5:01:20.14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 11448 0 0,'0'0'0'0'0,"0"63"0"0"0,30-1 0 0 0,-3-3 216 0 0,-11 4 8 0 0,-5 4 0 0 0,5-1 8 0 0,0 1-136 0 0,-3 0 8 0 0,-6 11 8 0 0,8 2-8 0 0,3-3 256 0 0,-7-5 8 0 0,-10 3 0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5:01:20.54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8 0 10344 0 0,'-1'23'0'0'0,"-5"39"0"0"0,48 32 0 0 0,-6 21 176 0 0,-21-1-8 0 0,-24 7 0 0 0,13-5 16 0 0,1-4-96 0 0,-8-8 0 0 0,-13 13 0 0 0</inkml:trace>
  <inkml:trace contextRef="#ctx0" brushRef="#br0" timeOffset="1">24 5638 9536 0 0,'0'29'0'0'0,"-3"50"0"0"0,49 2 0 0 0,-14-1 136 0 0,-16 2 0 0 0,-11 9 0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5:01:39.98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83 0 8432 0 0,'10'2'29'0'0,"6"0"98"0"0,-5 0-7 0 0,30 7 269 0 0,-30-9-148 0 0,-10 0-217 0 0,-1 0 1 0 0,1 0 0 0 0,-1 0 0 0 0,0 0-1 0 0,1 0 1 0 0,-1 0 0 0 0,1 0 0 0 0,-1 0 0 0 0,0 0-1 0 0,1 0 1 0 0,6 5 1069 0 0,-6-5-1063 0 0,-1 0 0 0 0,0 0 0 0 0,1 0 0 0 0,-1 0 0 0 0,0 0 1 0 0,0 0-1 0 0,1 0 0 0 0,-1 0 0 0 0,0 1 0 0 0,1-1 0 0 0,-1 0 1 0 0,0 0-1 0 0,0 0 0 0 0,1 0 0 0 0,-1 0 0 0 0,0 1 0 0 0,0-1 0 0 0,1 0 1 0 0,-1 0-1 0 0,0 1 0 0 0,0-1 0 0 0,1 0 0 0 0,-1 0 0 0 0,0 1 0 0 0,0-1 1 0 0,0 0-1 0 0,0 0 0 0 0,0 1 0 0 0,1-1 0 0 0,-1 0 0 0 0,0 1 1 0 0,0-1-1 0 0,0 0 0 0 0,0 0 0 0 0,0 1 0 0 0,0-1 0 0 0,0 0 0 0 0,0 1 1 0 0,0-1-1 0 0,0 1 0 0 0,-4 18 165 0 0,1 4-124 0 0,4-21-43 0 0,15 33 319 0 0,-16-22-285 0 0,0 1-1 0 0,-1 0 0 0 0,0 0 1 0 0,-7 25-1 0 0,5-18 21 0 0,0-1-1 0 0,1 1 0 0 0,2 0 1 0 0,2 35-1 0 0,0-2 128 0 0,-11 200 687 0 0,2-21-385 0 0,5 39-29 0 0,7 278 241 0 0,3-200-421 0 0,-2 3-44 0 0,0 3 28 0 0,-2-50-95 0 0,-3-137-66 0 0,-4 544 300 0 0,-5-286-137 0 0,-10 105 19 0 0,-12-72-60 0 0,-12-6 74 0 0,30-332-235 0 0,-36 471 177 0 0,10 500 144 0 0,54-384-41 0 0,35-10 98 0 0,-15-452-193 0 0,-26-195-192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5:01:45.4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1 894 9240 0 0,'25'-5'77'0'0,"-7"4"-4"0"0,7-2 130 0 0,-6 0 5 0 0,-15 2-133 0 0,0 0 0 0 0,0 1 0 0 0,1-1-1 0 0,-1 1 1 0 0,0 0 0 0 0,0 0 0 0 0,0 0-1 0 0,1 0 1 0 0,-1 1 0 0 0,0 0 0 0 0,5 1-1 0 0,0 1-6 0 0,0-2 0 0 0,1 1 0 0 0,-1-1-1 0 0,1-1 1 0 0,15 0 0 0 0,8 0-36 0 0,-6 0 12 0 0,36-4 1 0 0,-20 1-6 0 0,140-23-31 0 0,-63 7-108 0 0,38-9-72 0 0,369-72-669 0 0,-136 53 231 0 0,-294 40 519 0 0,145-8-63 0 0,109-26-79 0 0,-317 36 214 0 0,387-44-83 0 0,-417 49 101 0 0,190-6-9 0 0,-78 5 6 0 0,-48 2 4 0 0,-29-1 0 0 0,43-4 0 0 0,132-2 4 0 0,-55 4 1 0 0,89-1 64 0 0,140-4 77 0 0,-164 6-28 0 0,118 0 116 0 0,-267 0-194 0 0,138 10 101 0 0,-40 0-36 0 0,248 9 147 0 0,119-13 102 0 0,-521-5-333 0 0,425-17 442 0 0,-212 0-206 0 0,251-17 373 0 0,-393 27-515 0 0,141-24 227 0 0,441-61 151 0 0,-359 47-281 0 0,-152 25-128 0 0,75-13 52 0 0,-105 14-78 0 0,50-9 9 0 0,157-19 51 0 0,-174 29-38 0 0,370-37 126 0 0,-158 30-34 0 0,-161 14-109 0 0,211 7 83 0 0,-232 6-77 0 0,207-10 6 0 0,-163 2-25 0 0,329-2 66 0 0,-342 11-58 0 0,104 0 28 0 0,-185-14-37 0 0,-40 2-21 0 0,-97 9-26 0 0,131-13 38 0 0,-108 8-32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5:01:46.53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0 120 8840 0 0,'24'-6'8'0'0,"11"-1"30"0"0,1 2 17 0 0,19-1 29 0 0,6-4 134 0 0,-46 6-127 0 0,0 2 1 0 0,1-1-1 0 0,25 1 1 0 0,91-4 604 0 0,-113 5-635 0 0,263-8 477 0 0,-142 18-484 0 0,-20 1-28 0 0,-9-3-15 0 0,40 0 2 0 0,173 0-50 0 0,-159 0 16 0 0,396 22-105 0 0,273 13 47 0 0,133-36 78 0 0,-621-17 1 0 0,22-5 17 0 0,-183 4-9 0 0,306-12 55 0 0,13-2 27 0 0,-127 1 54 0 0,29-6 24 0 0,-91 13-30 0 0,-251 15-90 0 0,111-8 88 0 0,-139 7-99 0 0,40 2 0 0 0,-27 4-3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5:01:52.2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162 226 4912 0 0,'10'-3'6'0'0,"4"-1"3"0"0,-1 3 8 0 0,10-25 56 0 0,-22 25-64 0 0,0 0 0 0 0,-1 0 0 0 0,1 0 0 0 0,0 0 0 0 0,0 0 0 0 0,-1 0-1 0 0,1-1 1 0 0,-1 1 0 0 0,1 0 0 0 0,-1 0 0 0 0,0 0 0 0 0,1-1 0 0 0,-1 1 0 0 0,0 0 0 0 0,0-1-1 0 0,0 1 1 0 0,0-2 0 0 0,0 2 69 0 0,-31-14 82 0 0,-15-25-15 0 0,45 39-123 0 0,1 3-16 0 0,-1-1-2 0 0,0-1-3 0 0,0 0 0 0 0,0 0-1 0 0,-1 0 1 0 0,1 0 0 0 0,0 0 0 0 0,-1 1 0 0 0,1-1-1 0 0,0 0 1 0 0,0 1 0 0 0,-1-1 0 0 0,1 1 0 0 0,0 0-1 0 0,0-1 1 0 0,0 1 0 0 0,0 0 0 0 0,0 0-1 0 0,0-1 1 0 0,0 1 0 0 0,-2 2 0 0 0,-2 1 3 0 0,-4 2 5 0 0,0-1 0 0 0,1 2 0 0 0,-1-1 0 0 0,2 1 1 0 0,-1 0-1 0 0,1 1 0 0 0,0 0 0 0 0,0 0 1 0 0,-8 14-1 0 0,9-13 32 0 0,5-8-31 0 0,1-1 1 0 0,-1 1-1 0 0,1 0 0 0 0,-1-1 0 0 0,1 1 0 0 0,-1 0 1 0 0,1 0-1 0 0,0 0 0 0 0,-1-1 0 0 0,1 1 1 0 0,0 0-1 0 0,0 0 0 0 0,-1 0 0 0 0,1 0 0 0 0,0-1 1 0 0,0 1-1 0 0,0 1 0 0 0,-23 52 2055 0 0,23-54-2052 0 0,0 0 0 0 0,0 0 0 0 0,0 0 1 0 0,0 1-1 0 0,0-1 0 0 0,0 0 1 0 0,0 0-1 0 0,1 0 0 0 0,-1 0 1 0 0,0 1-1 0 0,0-1 0 0 0,0 0 1 0 0,0 0-1 0 0,0 0 0 0 0,0 0 1 0 0,0 1-1 0 0,1-1 0 0 0,-1 0 1 0 0,0 0-1 0 0,0 0 0 0 0,0 0 1 0 0,0 0-1 0 0,0 0 0 0 0,1 0 1 0 0,-1 1-1 0 0,0-1 0 0 0,0 0 1 0 0,0 0-1 0 0,1 0 0 0 0,-1 0 1 0 0,0 0-1 0 0,0 0 0 0 0,0 0 1 0 0,0 0-1 0 0,1 0 0 0 0,-1 0 1 0 0,0 0-1 0 0,0 0 0 0 0,0 0 1 0 0,1 0-1 0 0,-1 0 0 0 0,0 0 1 0 0,0 0-1 0 0,0 0 0 0 0,1-1 0 0 0,-1 1 1 0 0,0 0-1 0 0,0 0 0 0 0,0 0 1 0 0,0 0-1 0 0,0 0 0 0 0,1 0 1 0 0,-1 0-1 0 0,0-1 0 0 0,0 1 1 0 0,2-3 116 0 0,0 0 1 0 0,1 0-1 0 0,-1 0 1 0 0,0 0-1 0 0,1 0 1 0 0,0 1-1 0 0,0-1 1 0 0,0 1-1 0 0,0 0 1 0 0,0-1-1 0 0,7-2 1 0 0,4-4 587 0 0,16 11 243 0 0,-12-3-626 0 0,-1-1 0 0 0,35-8 0 0 0,-37 6-196 0 0,0 1 0 0 0,-1 1 0 0 0,2 0 0 0 0,-1 1 0 0 0,20 1 0 0 0,55 2 576 0 0,-65-3-449 0 0,1 2 1 0 0,36 4-1 0 0,-22 1 99 0 0,-1-2-1 0 0,75-3 0 0 0,-44 0 20 0 0,103 13 0 0 0,47 1 187 0 0,-154-11-382 0 0,178-4 297 0 0,-36 22-70 0 0,20 1 38 0 0,-160-25-234 0 0,94-15 0 0 0,-44 3-8 0 0,-11 1-14 0 0,-69 6-121 0 0,1 2 1 0 0,0 2 0 0 0,0 2-1 0 0,53 4 1 0 0,127 7 266 0 0,-70-7-218 0 0,-82-1-24 0 0,133-16 0 0 0,-142 8-40 0 0,83-1 74 0 0,25-3-8 0 0,250-14 149 0 0,-302 10-195 0 0,61-6 41 0 0,188 20 473 0 0,-339 1-574 0 0,729 31 718 0 0,-322 22-54 0 0,-275-30-574 0 0,72 4 240 0 0,300 0 0 0 0,-76-49-24 0 0,-222 6-193 0 0,-53 5-41 0 0,295-11 117 0 0,-59-4-43 0 0,-36-10-16 0 0,-99 18-52 0 0,300 21 0 0 0,-199 19-39 0 0,-196-11-34 0 0,591-7 196 0 0,-52-52-102 0 0,-495 27-79 0 0,45-2 12 0 0,-7 1-6 0 0,191-7 55 0 0,-453 28-102 0 0,79-4 20 0 0,429-3 61 0 0,-64 15-10 0 0,-22-2-1 0 0,-183-5-46 0 0,1-9-2 0 0,-83 1-3 0 0,89-11 18 0 0,-57 9-18 0 0,200-3 34 0 0,-37-2-7 0 0,-103 0-17 0 0,-28 5-12 0 0,-129 5-5 0 0,84 0 6 0 0,239 6 18 0 0,-369-3-34 0 0,275-12 51 0 0,-247 9-47 0 0,25 2 10 0 0,148 17 24 0 0,356 12 22 0 0,-232-34-29 0 0,-250 2-22 0 0,-70 1 6 0 0,103 5 0 0 0,17 21 20 0 0,-110-15-22 0 0,0 3 1 0 0,109 32-1 0 0,-145-34-12 0 0,-19-6-2 0 0,0 0 0 0 0,0 1 0 0 0,0 0 1 0 0,12 6-1 0 0,-12-5-1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5:01:54.67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1 424 7736 0 0,'9'7'5'0'0,"4"1"21"0"0,0 0 11 0 0,7 3 17 0 0,-18-10-50 0 0,0 0 56 0 0,18 31 1146 0 0,-15-26-1057 0 0,-1 1 1 0 0,1-1 0 0 0,0-1-1 0 0,0 1 1 0 0,0-1 0 0 0,1 0-1 0 0,0 0 1 0 0,0 0 0 0 0,13 6-1 0 0,0-2 104 0 0,0 0-1 0 0,25 6 1 0 0,-38-13-243 0 0,8 1 38 0 0,0 0 0 0 0,0-1 0 0 0,1-1 0 0 0,-1 0 0 0 0,0-1 1 0 0,24-3-1 0 0,12 1 16 0 0,95-6 68 0 0,-35 0-40 0 0,20-1 42 0 0,26-1-4 0 0,40-1 114 0 0,-56 2-121 0 0,595-23 841 0 0,-486 17-607 0 0,30-6 285 0 0,-46 2-295 0 0,44-3 327 0 0,-9 1-265 0 0,-68 5 44 0 0,100-1-12 0 0,-91 16-88 0 0,114 4 141 0 0,10 10-33 0 0,-118-6-159 0 0,343 47 407 0 0,-79 29-240 0 0,-311-52-274 0 0,162 40 53 0 0,665 55 308 0 0,-181-98-112 0 0,-186-40-219 0 0,-226-2-83 0 0,81-14-20 0 0,-333 16-56 0 0,215-26 87 0 0,211-40 151 0 0,-424 59-168 0 0,-55 8-56 0 0,-20 2 4 0 0,-25 4 50 0 0,1-2 1 0 0,-1-3 0 0 0,91-28 0 0 0,-129 33-78 0 0,-12 5-48 0 0,0-1 1 0 0,0 1-1 0 0,0-1 1 0 0,0 0 0 0 0,-1 1-1 0 0,1-1 1 0 0,0 0 0 0 0,-1 0-1 0 0,1 0 1 0 0,0 0 0 0 0,-1 0-1 0 0,1-1 1 0 0,0 0 0 0 0,0 0 30 0 0,4-12 82 0 0,-6 11-107 0 0,-1-1-1 0 0,1 0 1 0 0,-1 1-1 0 0,0-1 1 0 0,0 1-1 0 0,0-1 1 0 0,-1 1-1 0 0,1 0 1 0 0,-1-1-1 0 0,0 1 1 0 0,1 0-1 0 0,-1 0 1 0 0,-1 0-1 0 0,1 0 1 0 0,0 1-1 0 0,-1-1 1 0 0,0 0-1 0 0,1 1 1 0 0,-1 0 0 0 0,0 0-1 0 0,-7-4 1 0 0,-6-3 4 0 0,-2 0 1 0 0,1 2 0 0 0,-22-7 0 0 0,5 1 51 0 0,-18-5-9 0 0,26 8-9 0 0,-48-22 0 0 0,31 8 6 0 0,-2 2 0 0 0,0 2 0 0 0,-84-25 0 0 0,66 27-23 0 0,-47-11 26 0 0,-349-25 264 0 0,389 47-277 0 0,-167-3 150 0 0,142 8-118 0 0,-171 3 51 0 0,-51-2 15 0 0,206 6-94 0 0,24 0-9 0 0,-323 18 125 0 0,306-14-145 0 0,-268 23 24 0 0,121-4-11 0 0,3-1-11 0 0,34-1-7 0 0,39-3-10 0 0,-1060 74 60 0 0,748-68-37 0 0,-302 13 64 0 0,278-44-36 0 0,312-2-32 0 0,-163-16 34 0 0,201 9-22 0 0,-10-3-9 0 0,-76-3 12 0 0,176 16-34 0 0,-133-9 22 0 0,66-1-3 0 0,-61-8 0 0 0,-50-13 9 0 0,-98-17 8 0 0,261 33-35 0 0,-185-43 33 0 0,-30-21 11 0 0,282 75-49 0 0,-74-14 18 0 0,-147-11 1 0 0,200 26-15 0 0,-85-1 20 0 0,-68 12-13 0 0,136-3-8 0 0,42-2-5 0 0,1 0-1 0 0,-22 6 1 0 0,14-3-2 0 0,20-4-1 0 0,-6 0 4 0 0,1 1-1 0 0,-1 0 0 0 0,1 1 1 0 0,0 0-1 0 0,-1 0 1 0 0,1 0-1 0 0,0 1 0 0 0,-10 7 1 0 0,14-10 0 0 0,-11 12 1 0 0,8-4-5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5:02:03.7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33 6328 0 0,'32'-13'31'0'0,"-11"8"20"0"0,-17 5-15 0 0,-1-12 103 0 0,-3 12-101 0 0,-1-1-1 0 0,1 1 1 0 0,-1 0 0 0 0,1 0-1 0 0,0 0 1 0 0,-1-1-1 0 0,1 1 1 0 0,-1 0 0 0 0,1 0-1 0 0,0 0 1 0 0,-1 0-1 0 0,1 0 1 0 0,-1 0 0 0 0,1 0-1 0 0,-1 0 1 0 0,1 0 0 0 0,0 0-1 0 0,-1 0 1 0 0,1 0-1 0 0,-1 0 1 0 0,1 0 0 0 0,-1 0-1 0 0,1 0 1 0 0,0 0-1 0 0,-1 1 1 0 0,1-1 0 0 0,-1 0-1 0 0,0 1 1 0 0,4 11 498 0 0,21 22-195 0 0,-19-27-216 0 0,178 276 691 0 0,-180-278-809 0 0,10 20 88 0 0,33 43-1 0 0,-40-59-72 0 0,-1-1 0 0 0,0 1 0 0 0,0 0 0 0 0,-1 1 0 0 0,0-1-1 0 0,0 1 1 0 0,2 11 0 0 0,11 72 154 0 0,-15-79-140 0 0,-1-1 0 0 0,-1 1 0 0 0,-1 20 0 0 0,0-29-18 0 0,1 0 0 0 0,-1 0 0 0 0,0 0 0 0 0,0 1 1 0 0,-1-1-1 0 0,0 0 0 0 0,0 0 0 0 0,0-1 0 0 0,0 1 0 0 0,-1 0 0 0 0,-4 5 0 0 0,0-5 41 0 0,0-3-23 0 0,-1 2-5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5:02:04.1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0 161 7936 0 0,'29'4'56'0'0,"12"8"106"0"0,-22-4-18 0 0,0 2-1 0 0,34 23 0 0 0,-41-26 12 0 0,-1 0 0 0 0,1-1 0 0 0,20 8 0 0 0,-28-12-111 0 0,1-1 0 0 0,0 1-1 0 0,0-1 1 0 0,0 0 0 0 0,0 0 0 0 0,0-1-1 0 0,0 0 1 0 0,0 1 0 0 0,0-2 0 0 0,0 1-1 0 0,1-1 1 0 0,7-1 0 0 0,35-24 411 0 0,-48 25-448 0 0,1 1 1 0 0,0-1-1 0 0,-1 0 1 0 0,1 1 0 0 0,0-1-1 0 0,-1 0 1 0 0,1 0-1 0 0,-1 0 1 0 0,1 1-1 0 0,-1-1 1 0 0,1 0 0 0 0,-1 0-1 0 0,0 0 1 0 0,0 0-1 0 0,1 0 1 0 0,-1 0 0 0 0,0 0-1 0 0,0 0 1 0 0,0 0-1 0 0,0 0 1 0 0,0 0-1 0 0,0 0 1 0 0,0 0 0 0 0,0-1-1 0 0,-8-26 56 0 0,4 14-9 0 0,2 4-32 0 0,0 0 0 0 0,1 0 0 0 0,0-1 0 0 0,1 1-1 0 0,0 0 1 0 0,1 0 0 0 0,0 0 0 0 0,1 0 0 0 0,0 0-1 0 0,0 0 1 0 0,1 0 0 0 0,0 1 0 0 0,8-17 0 0 0,-1 8 63 0 0,-9 16-42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5:02:05.1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172 257 7936 0 0,'0'0'1637'0'0,"-2"4"-1521"0"0,-12 24 351 0 0,14-26-440 0 0,0 1 0 0 0,0-1 0 0 0,1 1-1 0 0,-1-1 1 0 0,0 0 0 0 0,1 1 0 0 0,-1-1 0 0 0,1 0 0 0 0,0 1 0 0 0,0-1 0 0 0,1 3 0 0 0,0-1 12 0 0,17 47 112 0 0,-2 0 0 0 0,-2 1-1 0 0,16 106 1 0 0,-25-117 160 0 0,-6-39 67 0 0,-10-6-196 0 0,4-1-152 0 0,0 0 1 0 0,1-1 0 0 0,-1 0 0 0 0,1 0-1 0 0,0 0 1 0 0,0-1 0 0 0,1 1 0 0 0,-7-14-1 0 0,-26-70 177 0 0,10 25-56 0 0,-21-44 129 0 0,45 103-259 0 0,1 0 0 0 0,-1 1 0 0 0,0-1 0 0 0,-1 1 1 0 0,1 0-1 0 0,-1 0 0 0 0,0 0 0 0 0,0 0 0 0 0,0 1 0 0 0,-1-1 0 0 0,0 1 0 0 0,0 0 0 0 0,-7-4 0 0 0,11 7 7 0 0,-1-1-5 0 0,1 1-15 0 0,-1-1 1 0 0,1 0 0 0 0,0 1 0 0 0,0-1 0 0 0,0 0 0 0 0,0 0 0 0 0,0 0-1 0 0,0 0 1 0 0,0 0 0 0 0,0 0 0 0 0,1 0 0 0 0,-1 0 0 0 0,0-3 0 0 0,2 2 3 0 0,0 0 0 0 0,0 0 1 0 0,1 0-1 0 0,-1 1 0 0 0,0-1 1 0 0,1 1-1 0 0,0-1 0 0 0,-1 1 1 0 0,1-1-1 0 0,0 1 0 0 0,4-3 1 0 0,6-7 30 0 0,0 0 0 0 0,1 1 0 0 0,0 1 0 0 0,0 0 1 0 0,1 1-1 0 0,27-13 0 0 0,95-31 449 0 0,-110 43-354 0 0,36-9 522 0 0,83-17 0 0 0,-143 36-492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5:02:05.5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67 11448 0 0,'41'0'516'0'0,"24"-12"697"0"0,37-20 472 0 0,-97 30-1649 0 0,39-14 422 0 0,-33 11-326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5:02:07.4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1 766 9848 0 0,'0'0'88'0'0,"3"-2"0"0"0,15-11 44 0 0,-2 0 0 0 0,0-1 1 0 0,-1-1-1 0 0,27-33 0 0 0,-11 13 60 0 0,-23 27-153 0 0,141-144 494 0 0,-127 137-512 0 0,-18 13-14 0 0,1-1 0 0 0,0-1 0 0 0,-1 1 1 0 0,0-1-1 0 0,7-6 0 0 0,-5 0 12 0 0,-1 4-14 0 0,-8 14 0 0 0,-53 72 11 0 0,39-52-10 0 0,12-21 4 0 0,0 1 0 0 0,1 0 0 0 0,0 0 0 0 0,-5 15 0 0 0,5-12 3 0 0,2 0 1 0 0,-1 0-1 0 0,1 0 0 0 0,1 1 0 0 0,0-1 0 0 0,1 0 0 0 0,0 1 0 0 0,2 13 0 0 0,-2-20-3 0 0,1 0 1 0 0,0 0-1 0 0,0 0 0 0 0,1 0 0 0 0,-1 0 0 0 0,1 0 0 0 0,1-1 0 0 0,-1 1 0 0 0,0 0 1 0 0,1-1-1 0 0,0 0 0 0 0,0 0 0 0 0,0 0 0 0 0,1 0 0 0 0,-1 0 0 0 0,1-1 0 0 0,0 1 1 0 0,0-1-1 0 0,0 0 0 0 0,5 3 0 0 0,-7-6-2 0 0,0 1-1 0 0,0 0 1 0 0,0 0 0 0 0,0-1-1 0 0,0 1 1 0 0,0-1-1 0 0,0 1 1 0 0,0-1 0 0 0,1 0-1 0 0,-1 0 1 0 0,0 0 0 0 0,0 0-1 0 0,0-1 1 0 0,0 1 0 0 0,0 0-1 0 0,0-1 1 0 0,0 1-1 0 0,0-1 1 0 0,2-1 0 0 0,1 0 4 0 0,0-1 0 0 0,0 0 1 0 0,0 0-1 0 0,-1 0 1 0 0,0-1-1 0 0,1 1 0 0 0,3-6 1 0 0,2-2 7 0 0,-2 1 1 0 0,1-2-1 0 0,-1 1 1 0 0,-1-1-1 0 0,6-13 1 0 0,-8 12 1 0 0,0 1 0 0 0,-1-1 1 0 0,0 0-1 0 0,-1 0 1 0 0,0 0-1 0 0,-1 0 1 0 0,0-18-1 0 0,-2 27-10 0 0,1 1-1 0 0,-1-1 1 0 0,-1 1-1 0 0,1 0 1 0 0,0-1-1 0 0,-1 1 1 0 0,0 0 0 0 0,0-1-1 0 0,0 1 1 0 0,0 0-1 0 0,0 0 1 0 0,0 0-1 0 0,-1 0 1 0 0,0 0-1 0 0,0 0 1 0 0,1 0 0 0 0,-2 1-1 0 0,1-1 1 0 0,0 0-1 0 0,0 1 1 0 0,-1 0-1 0 0,1 0 1 0 0,-1 0-1 0 0,0 0 1 0 0,0 0 0 0 0,0 0-1 0 0,0 1 1 0 0,0-1-1 0 0,0 1 1 0 0,0 0-1 0 0,0 0 1 0 0,-1 0-1 0 0,1 0 1 0 0,-5 0 0 0 0,4 0 15 0 0,0 1 0 0 0,0-1 0 0 0,0 1 0 0 0,0 0 1 0 0,0 0-1 0 0,0 1 0 0 0,0-1 0 0 0,0 1 1 0 0,0 0-1 0 0,0 0 0 0 0,0 0 0 0 0,0 1 0 0 0,0-1 1 0 0,0 1-1 0 0,1 0 0 0 0,-5 3 0 0 0,6-4-11 0 0,1 0-1 0 0,0 0 0 0 0,0 0 0 0 0,0 0 1 0 0,0 1-1 0 0,0-1 0 0 0,1 0 1 0 0,-1 0-1 0 0,0 1 0 0 0,0-1 0 0 0,1 1 1 0 0,-1-1-1 0 0,1 1 0 0 0,-1-1 1 0 0,1 1-1 0 0,0-1 0 0 0,0 2 0 0 0,-3 30 174 0 0,3-23-142 0 0,-1 34 200 0 0,2-41-230 0 0,0-1-1 0 0,0 1 1 0 0,0-1-1 0 0,0 1 0 0 0,0-1 1 0 0,0 1-1 0 0,0-1 0 0 0,1 0 1 0 0,-1 1-1 0 0,1-1 1 0 0,0 0-1 0 0,-1 0 0 0 0,1 0 1 0 0,2 1-1 0 0,-2-1 0 0 0,0 0 0 0 0,0-1 0 0 0,0 1 0 0 0,1-1 0 0 0,-1 1 1 0 0,0-1-1 0 0,0 0 0 0 0,1 0 0 0 0,-1 0 0 0 0,1 0 0 0 0,-1 0 0 0 0,1-1 0 0 0,-1 1 0 0 0,1-1 0 0 0,-1 0 0 0 0,1 1 0 0 0,0-1 0 0 0,-1 0 0 0 0,1-1 0 0 0,-1 1 0 0 0,1 0 0 0 0,-1-1 0 0 0,1 1 0 0 0,-1-1 0 0 0,1 0 0 0 0,-1 0 1 0 0,5-2-1 0 0,1 0 8 0 0,-1 0 1 0 0,0-1-1 0 0,0 1 1 0 0,0-1-1 0 0,0-1 1 0 0,0 1 0 0 0,-1-1-1 0 0,0-1 1 0 0,7-6-1 0 0,-3 0 24 0 0,0 0 0 0 0,-1-1-1 0 0,-1 1 1 0 0,9-19 0 0 0,-3-1 6 0 0,-1 0 0 0 0,-2-1 0 0 0,-1-1 0 0 0,-1 0 0 0 0,-3 0 1 0 0,0 0-1 0 0,-2-1 0 0 0,-2 0 0 0 0,-1 1 0 0 0,-8-70 1 0 0,6 97-45 0 0,-1 0 0 0 0,0 0 0 0 0,0 0 0 0 0,0 1 1 0 0,-5-10-1 0 0,-2-2 19 0 0,9 17-27 0 0,-1 1-1 0 0,1 0 1 0 0,-1 0-1 0 0,1 0 1 0 0,-1-1-1 0 0,1 1 1 0 0,-1 0-1 0 0,1 0 1 0 0,-1 0-1 0 0,0 0 1 0 0,1 0-1 0 0,-1 0 1 0 0,1 0-1 0 0,-1 0 1 0 0,1 0-1 0 0,-1 0 1 0 0,1 0-1 0 0,-1 1 1 0 0,1-1-1 0 0,-1 0 1 0 0,1 0-1 0 0,-1 1 1 0 0,1-1-1 0 0,-1 0 1 0 0,1 0 0 0 0,-1 1-1 0 0,1-1 1 0 0,-1 0-1 0 0,1 1 1 0 0,0-1-1 0 0,-1 1 1 0 0,1-1-1 0 0,-1 1 1 0 0,1-1-1 0 0,0 1 1 0 0,0-1-1 0 0,-1 1 1 0 0,-10 11 6 0 0,6-3-5 0 0,0-1 0 0 0,1 1 0 0 0,0 0 0 0 0,1 1 0 0 0,0-1 0 0 0,0 1 0 0 0,1-1 0 0 0,-2 16 0 0 0,0-5 7 0 0,-1 9-4 0 0,0 1 0 0 0,2-1 0 0 0,1 1 0 0 0,2 0 0 0 0,1 0 0 0 0,7 49 1 0 0,-7-73-1 0 0,0-1 1 0 0,1 0 0 0 0,-1 0 0 0 0,1 0 0 0 0,0 0 0 0 0,1 0-1 0 0,-1 0 1 0 0,1 0 0 0 0,0-1 0 0 0,0 1 0 0 0,0-1 0 0 0,1 0 0 0 0,-1 0-1 0 0,1 0 1 0 0,0 0 0 0 0,0-1 0 0 0,1 1 0 0 0,-1-1 0 0 0,1 0 0 0 0,-1-1-1 0 0,1 1 1 0 0,0-1 0 0 0,0 0 0 0 0,0 0 0 0 0,1 0 0 0 0,-1-1-1 0 0,0 0 1 0 0,10 1 0 0 0,-1 0 11 0 0,-5-1 13 0 0,0 0 0 0 0,1 0 0 0 0,-1-1 0 0 0,0-1 0 0 0,15-1 0 0 0,-21 1-20 0 0,0 0 1 0 0,1 0 0 0 0,-1 0 0 0 0,-1 0 0 0 0,1-1 0 0 0,0 0 0 0 0,0 1 0 0 0,0-1 0 0 0,-1 0 0 0 0,1 0 0 0 0,-1 0-1 0 0,0 0 1 0 0,0-1 0 0 0,1 1 0 0 0,-1-1 0 0 0,-1 1 0 0 0,1-1 0 0 0,0 0 0 0 0,-1 0 0 0 0,1 0 0 0 0,0-3-1 0 0,26-44 212 0 0,-22 41-165 0 0,0-1 0 0 0,-1 0 1 0 0,0-1-1 0 0,6-16 0 0 0,8-12 202 0 0,-19 37-215 0 0,-1-6 159 0 0,-8 14-179 0 0,0 0 0 0 0,1 0-1 0 0,0 1 1 0 0,0 0 0 0 0,0 1-1 0 0,1 0 1 0 0,0 0 0 0 0,1 0 0 0 0,0 1-1 0 0,0 0 1 0 0,1 0 0 0 0,0 1-1 0 0,0-1 1 0 0,-5 20 0 0 0,-5 9 61 0 0,12-32-65 0 0,0-1 0 0 0,0 1 1 0 0,1 0-1 0 0,0 0 1 0 0,-2 12-1 0 0,3-16-15 0 0,1 0-1 0 0,-1 0 0 0 0,1-1 0 0 0,0 1 0 0 0,0 0 0 0 0,0 0 0 0 0,0 0 0 0 0,0 0 1 0 0,0-1-1 0 0,0 1 0 0 0,0 0 0 0 0,1 0 0 0 0,-1 0 0 0 0,1-1 0 0 0,-1 1 0 0 0,1 0 0 0 0,0 0 1 0 0,-1-1-1 0 0,1 1 0 0 0,0-1 0 0 0,0 1 0 0 0,0 0 0 0 0,1-1 0 0 0,0 2 0 0 0,6 4 39 0 0,4-2-20 0 0,-8-4-16 0 0,0-1 0 0 0,-1-1-1 0 0,1 1 1 0 0,0 0 0 0 0,0-1-1 0 0,-1 0 1 0 0,1 0 0 0 0,0 0-1 0 0,-1 0 1 0 0,1 0 0 0 0,-1-1-1 0 0,1 0 1 0 0,-1 0 0 0 0,0 0-1 0 0,0 0 1 0 0,1 0 0 0 0,-2 0-1 0 0,4-4 1 0 0,5-5 12 0 0,0 0 1 0 0,-2 0 0 0 0,10-15-1 0 0,-16 22-6 0 0,-1 0 0 0 0,0 0 0 0 0,0-1-1 0 0,0 1 1 0 0,0-1 0 0 0,-1 1-1 0 0,0-1 1 0 0,0 0 0 0 0,0 0 0 0 0,0 1-1 0 0,-1-1 1 0 0,0 0 0 0 0,0 0 0 0 0,0 0-1 0 0,0 1 1 0 0,-3-11 0 0 0,2 12 0 0 0,0 1 0 0 0,0-1 1 0 0,0 0-1 0 0,-1 0 0 0 0,1 1 0 0 0,-1-1 1 0 0,1 1-1 0 0,-1-1 0 0 0,-4-3 1 0 0,5 5-9 0 0,1 1 0 0 0,-1-1 1 0 0,0 1-1 0 0,0-1 0 0 0,1 1 1 0 0,-1-1-1 0 0,0 1 1 0 0,0-1-1 0 0,0 1 0 0 0,0 0 1 0 0,0-1-1 0 0,0 1 0 0 0,0 0 1 0 0,0 0-1 0 0,0 0 1 0 0,0 0-1 0 0,0 0 0 0 0,0 0 1 0 0,0 0-1 0 0,0 0 0 0 0,1 0 1 0 0,-1 0-1 0 0,0 1 1 0 0,0-1-1 0 0,0 0 0 0 0,0 1 1 0 0,0-1-1 0 0,0 1 1 0 0,0-1-1 0 0,1 1 0 0 0,-1-1 1 0 0,0 1-1 0 0,0-1 0 0 0,1 1 1 0 0,-1 0-1 0 0,0-1 1 0 0,1 1-1 0 0,-1 0 0 0 0,0 0 1 0 0,1 0-1 0 0,-1 0 0 0 0,-3 5 15 0 0,-1 1 1 0 0,1-1-1 0 0,1 1 0 0 0,-1-1 0 0 0,1 1 0 0 0,1 0 0 0 0,-1 0 0 0 0,-1 11 0 0 0,3-15-9 0 0,0 1-1 0 0,0 0 1 0 0,1 0-1 0 0,-1 0 0 0 0,1 0 1 0 0,0 0-1 0 0,0 0 1 0 0,1 0-1 0 0,-1 0 1 0 0,1 0-1 0 0,0 0 1 0 0,0-1-1 0 0,0 1 1 0 0,1 0-1 0 0,-1 0 1 0 0,1-1-1 0 0,0 1 1 0 0,4 5-1 0 0,-5-8-7 0 0,0-1-1 0 0,0 1 0 0 0,0 0 1 0 0,0-1-1 0 0,0 0 1 0 0,0 1-1 0 0,1-1 0 0 0,-1 0 1 0 0,0 0-1 0 0,0 1 0 0 0,0-1 1 0 0,0 0-1 0 0,1 0 1 0 0,-1 0-1 0 0,0 0 0 0 0,0-1 1 0 0,0 1-1 0 0,0 0 0 0 0,0 0 1 0 0,1-1-1 0 0,-1 1 1 0 0,0-1-1 0 0,0 1 0 0 0,0-1 1 0 0,1 0-1 0 0,35-19 51 0 0,-25 13-30 0 0,-2 0-4 0 0,0 0-1 0 0,0 0 1 0 0,-1-1 0 0 0,0 0 0 0 0,-1-1 0 0 0,12-15 0 0 0,20-18 46 0 0,-26 24-25 0 0,-12 20-39 0 0,-1-1 0 0 0,0 1 0 0 0,1 0 0 0 0,-1 0 0 0 0,0 0 0 0 0,0 0 0 0 0,0 0-1 0 0,0 0 1 0 0,0 0 0 0 0,-1 0 0 0 0,2 4 0 0 0,2 19 2 0 0,-1-10 7 0 0,0 0-1 0 0,0-1 1 0 0,1 1 0 0 0,1-1-1 0 0,11 24 1 0 0,-15-36-9 0 0,0-1 1 0 0,-1 1-1 0 0,1-1 0 0 0,0 1 1 0 0,0-1-1 0 0,0 1 0 0 0,1-1 1 0 0,-1 1-1 0 0,0-1 0 0 0,0 0 0 0 0,1 0 1 0 0,-1 0-1 0 0,1 0 0 0 0,-1 0 1 0 0,1 0-1 0 0,-1 0 0 0 0,1 0 1 0 0,0 0-1 0 0,-1-1 0 0 0,1 1 1 0 0,0-1-1 0 0,0 1 0 0 0,2 0 1 0 0,-2-2 3 0 0,1 1 0 0 0,-1-1 0 0 0,0 1 0 0 0,1-1 1 0 0,-1 0-1 0 0,0 0 0 0 0,0 0 0 0 0,0 0 0 0 0,0 0 0 0 0,0-1 1 0 0,0 1-1 0 0,0-1 0 0 0,0 1 0 0 0,0-1 0 0 0,1-2 1 0 0,6-6 32 0 0,0-1 1 0 0,-1-1 0 0 0,0 0 0 0 0,8-17-1 0 0,7-13 114 0 0,-15 28-83 0 0,0 1-1 0 0,-1-1 1 0 0,-1 0 0 0 0,0-1-1 0 0,-1 1 1 0 0,5-24-1 0 0,-2-3 157 0 0,-8 40-189 0 0,-1-1-11 0 0,0 1 0 0 0,-1 0 0 0 0,1 0 1 0 0,0 0-1 0 0,-1 0 0 0 0,1 0 0 0 0,-1 0 0 0 0,0 0 0 0 0,1 0 0 0 0,-1 1 0 0 0,0-1 1 0 0,1 0-1 0 0,-1 1 0 0 0,-3-1 0 0 0,-27 2 315 0 0,31-1-340 0 0,1 0-1 0 0,-1 0 0 0 0,1 1 1 0 0,0-1-1 0 0,-1 0 1 0 0,1 1-1 0 0,-1-1 0 0 0,1 1 1 0 0,-1-1-1 0 0,1 1 1 0 0,0-1-1 0 0,-1 1 0 0 0,1-1 1 0 0,0 1-1 0 0,0-1 1 0 0,-1 1-1 0 0,1-1 0 0 0,0 1 1 0 0,0-1-1 0 0,0 1 0 0 0,0-1 1 0 0,0 1-1 0 0,-1 0 1 0 0,1-1-1 0 0,0 1 0 0 0,0-1 1 0 0,0 1-1 0 0,1 1 1 0 0,2 14 3 0 0,-2-14-4 0 0,9 41-79 0 0,23 57-1 0 0,-28-88 60 0 0,1 1 0 0 0,0-1 0 0 0,1 0 0 0 0,1 0 0 0 0,-1-1 0 0 0,2 0 0 0 0,0 0-1 0 0,15 14 1 0 0,-22-23 4 0 0,-1 0 0 0 0,1 0 0 0 0,0-1 0 0 0,0 1 0 0 0,0-1 0 0 0,0 1 0 0 0,0-1 0 0 0,0 0 0 0 0,0 0 0 0 0,1 0 0 0 0,-1 0-1 0 0,0 0 1 0 0,1 0 0 0 0,-1-1 0 0 0,0 1 0 0 0,1-1 0 0 0,-1 1 0 0 0,1-1 0 0 0,-1 0 0 0 0,1 0 0 0 0,2-1 0 0 0,-3 0 1 0 0,1 0 0 0 0,-1-1 1 0 0,0 1-1 0 0,0-1 0 0 0,0 0 0 0 0,0 1 1 0 0,0-1-1 0 0,0 0 0 0 0,0 0 0 0 0,-1-1 1 0 0,1 1-1 0 0,-1 0 0 0 0,1 0 1 0 0,-1-1-1 0 0,0 1 0 0 0,0-1 0 0 0,2-4 1 0 0,1-11-34 0 0,0 0 1 0 0,0 1 0 0 0,-2-2 0 0 0,0 1-1 0 0,-2 0 1 0 0,0-22 0 0 0,3-18-53 0 0,-2 47 70 0 0,1 0 1 0 0,-2 0-1 0 0,1-1 1 0 0,-2 1-1 0 0,1 0 0 0 0,-1 0 1 0 0,-1-1-1 0 0,-4-15 0 0 0,5 26 14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5:02:08.3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0 280 11856 0 0,'21'9'394'0'0,"-16"-6"-47"0"0,1 0-1 0 0,-1-1 1 0 0,1 0-1 0 0,-1 0 1 0 0,1 0-1 0 0,0-1 1 0 0,0 0-1 0 0,6 1 1 0 0,-10-3-320 0 0,-1-1 0 0 0,0 1 1 0 0,0-1-1 0 0,1 1 0 0 0,-1-1 1 0 0,0 0-1 0 0,-1 1 0 0 0,1-1 1 0 0,0 0-1 0 0,0 0 0 0 0,-1 0 1 0 0,1 1-1 0 0,-1-1 0 0 0,0 0 1 0 0,1 0-1 0 0,-1-3 0 0 0,1 2-10 0 0,13-62 213 0 0,-7 15-184 0 0,1 80-60 0 0,1 20 12 0 0,-6-30 0 0 0,1 0 1 0 0,1 1-1 0 0,9 22 1 0 0,-9-32 1 0 0,-4-10 1 0 0,-1 1 0 0 0,1-1 0 0 0,0 0 0 0 0,0 1 0 0 0,0-1 0 0 0,0 0 0 0 0,0 1 0 0 0,1-1 0 0 0,-1 0 0 0 0,0 0 0 0 0,0 0 0 0 0,1 0 0 0 0,-1 0 0 0 0,1 0 0 0 0,-1-1 0 0 0,3 2 0 0 0,-3-2 1 0 0,0 0 0 0 0,0 0 0 0 0,0 0 0 0 0,0 0 0 0 0,0 0 1 0 0,0 0-1 0 0,0 0 0 0 0,0 0 0 0 0,0 0 0 0 0,0-1 0 0 0,0 1 0 0 0,0 0 1 0 0,0-1-1 0 0,0 1 0 0 0,0-1 0 0 0,0 1 0 0 0,0-1 0 0 0,1 0 0 0 0,1-2 10 0 0,1-1 0 0 0,-1 1 0 0 0,0-1-1 0 0,0 0 1 0 0,0 1 0 0 0,4-9 0 0 0,-6 11-10 0 0,15-39 127 0 0,-14 35-112 0 0,-1 0 0 0 0,1 1 0 0 0,-1-1 0 0 0,1 0 0 0 0,1 1-1 0 0,-1 0 1 0 0,1-1 0 0 0,-1 1 0 0 0,1 0 0 0 0,5-5 0 0 0,-2-2 68 0 0,1-4 306 0 0,-6 15-384 0 0,-1-1-1 0 0,0 1 0 0 0,1 0 0 0 0,-1 0 1 0 0,0 0-1 0 0,1 0 0 0 0,-1 0 0 0 0,0 0 1 0 0,1 0-1 0 0,-1 0 0 0 0,0 0 0 0 0,1 0 1 0 0,-1 0-1 0 0,0 0 0 0 0,1 0 0 0 0,-1 0 1 0 0,0 0-1 0 0,1 0 0 0 0,-1 0 0 0 0,0 0 1 0 0,1 0-1 0 0,-1 1 0 0 0,0-1 0 0 0,1 0 1 0 0,-1 0-1 0 0,0 0 0 0 0,0 1 1 0 0,1-1-1 0 0,-1 0 0 0 0,0 0 0 0 0,0 0 1 0 0,1 1-1 0 0,-1-1 0 0 0,0 0 0 0 0,0 1 1 0 0,0-1-1 0 0,1 0 0 0 0,-1 1 0 0 0,0-1 1 0 0,0 0-1 0 0,0 1 0 0 0,0-1 0 0 0,0 0 1 0 0,0 1-1 0 0,0-1 0 0 0,0 1 0 0 0,7 12 111 0 0,0 0 0 0 0,-1 1-1 0 0,-1 0 1 0 0,5 18-1 0 0,-10-31-105 0 0,0 0 1 0 0,0 0-1 0 0,1 0 0 0 0,-1 0 1 0 0,1 0-1 0 0,-1 0 0 0 0,0 0 0 0 0,1 0 1 0 0,0 0-1 0 0,-1 0 0 0 0,1 0 0 0 0,0 0 1 0 0,-1-1-1 0 0,1 1 0 0 0,0 0 1 0 0,0 0-1 0 0,-1-1 0 0 0,1 1 0 0 0,0 0 1 0 0,0-1-1 0 0,0 1 0 0 0,0-1 0 0 0,0 0 1 0 0,1 1-1 0 0,1 0 1 0 0,0-1 1 0 0,-1 1-1 0 0,1-1 0 0 0,0 0 0 0 0,0 0 1 0 0,0 0-1 0 0,-1 0 0 0 0,1-1 0 0 0,4 0 1 0 0,3-1 9 0 0,0-2 0 0 0,0 1 0 0 0,-1-1 0 0 0,14-7 0 0 0,3-7 82 0 0,0 0 0 0 0,0-2 1 0 0,-2-1-1 0 0,-1-1 0 0 0,23-27 0 0 0,-27 29 36 0 0,-13 13-84 0 0,-1-1 1 0 0,1 1-1 0 0,-1-1 1 0 0,-1 0-1 0 0,1 0 1 0 0,-2-1-1 0 0,1 1 0 0 0,-1-1 1 0 0,0 0-1 0 0,-1 0 1 0 0,0 0-1 0 0,1-10 0 0 0,-2 18-46 0 0,-1 1-1 0 0,0-1 1 0 0,0 1-1 0 0,0-1 1 0 0,0 1-1 0 0,0-1 0 0 0,0 1 1 0 0,0-1-1 0 0,0 1 1 0 0,0-1-1 0 0,0 1 0 0 0,0-1 1 0 0,0 1-1 0 0,0-1 1 0 0,0 1-1 0 0,0 0 1 0 0,-1-1-1 0 0,1 1 0 0 0,0-1 1 0 0,0 1-1 0 0,0-1 1 0 0,-1 1-1 0 0,1 0 1 0 0,0-1-1 0 0,-1 1 0 0 0,1-1 1 0 0,0 1-1 0 0,-1 0 1 0 0,1-1-1 0 0,0 1 1 0 0,-1 0-1 0 0,1 0 0 0 0,-1-1 1 0 0,1 1-1 0 0,0 0 1 0 0,-1 0-1 0 0,1 0 1 0 0,-1-1-1 0 0,1 1 0 0 0,-1 0 1 0 0,1 0-1 0 0,-1 0 1 0 0,1 0-1 0 0,-1 0 1 0 0,1 0-1 0 0,-1 0 0 0 0,1 0 1 0 0,-1 0-1 0 0,1 0 1 0 0,-1 0-1 0 0,1 1 1 0 0,-1-1-1 0 0,1 0 0 0 0,0 0 1 0 0,-1 0-1 0 0,1 0 1 0 0,-1 1-1 0 0,0-1 1 0 0,-20 18 99 0 0,4 9-5 0 0,3 0 0 0 0,0 1 0 0 0,2 0 1 0 0,-15 49-1 0 0,24-68-61 0 0,1 0 0 0 0,0 0 0 0 0,0 0 0 0 0,1 0 0 0 0,1 0 0 0 0,-1 1 0 0 0,1-1 1 0 0,1 0-1 0 0,2 14 0 0 0,-3-19 17 0 0,0-4-56 0 0,1 0 0 0 0,-1 1-1 0 0,0-1 1 0 0,0 0 0 0 0,0 1 0 0 0,0-1 0 0 0,0 1 0 0 0,1-1 0 0 0,-1 0 0 0 0,0 1 0 0 0,0-1 0 0 0,0 0 0 0 0,1 0 0 0 0,-1 1 0 0 0,0-1 0 0 0,1 0-1 0 0,-1 0 1 0 0,0 1 0 0 0,1-1 0 0 0,-1 0 0 0 0,0 0 0 0 0,1 1 0 0 0,-1-1 0 0 0,0 0 0 0 0,1 0 0 0 0,-1 0 0 0 0,0 0 0 0 0,1 0 0 0 0,-1 0 0 0 0,1 0-1 0 0,-1 0 1 0 0,0 0 0 0 0,1 0 0 0 0,-1 0 0 0 0,1 0 0 0 0,-1 0 0 0 0,0 0 0 0 0,1 0 0 0 0,-1 0 0 0 0,1 0 0 0 0,18-7 83 0 0,-7-2-36 0 0,0-1-1 0 0,-1 0 1 0 0,20-22 0 0 0,-22 21-13 0 0,1 1 0 0 0,0 0-1 0 0,0 0 1 0 0,1 1 0 0 0,0 1 0 0 0,19-12 0 0 0,-28 20-34 0 0,-1-1 0 0 0,0 1 0 0 0,0 0 0 0 0,1-1 0 0 0,-1 1 0 0 0,0 0 0 0 0,1 0 0 0 0,-1 0 0 0 0,0 0 0 0 0,1 0 0 0 0,-1 0 0 0 0,0 1 0 0 0,1-1 0 0 0,-1 0 0 0 0,0 1 0 0 0,1-1 0 0 0,-1 0 1 0 0,0 1-1 0 0,0 0 0 0 0,1-1 0 0 0,-1 1 0 0 0,0 0 0 0 0,0 0 0 0 0,0-1 0 0 0,0 1 0 0 0,0 0 0 0 0,0 0 0 0 0,1 2 0 0 0,27 37 110 0 0,-20-25-79 0 0,-2-4-17 0 0,-1-1-1 0 0,0 1 1 0 0,-1 0-1 0 0,0 1 1 0 0,-1-1-1 0 0,-1 1 1 0 0,1 0-1 0 0,0 13 1 0 0,-2-14-2 0 0,0 0-1 0 0,-1 0 1 0 0,0 0 0 0 0,-1 0 0 0 0,0 0 0 0 0,-1 0 0 0 0,0 0 0 0 0,-1 0-1 0 0,0 0 1 0 0,-1 0 0 0 0,0-1 0 0 0,0 1 0 0 0,-1-1 0 0 0,-1 0 0 0 0,0 0-1 0 0,0 0 1 0 0,-1 0 0 0 0,-12 14 0 0 0,14-21-7 0 0,0 0 1 0 0,-1 0-1 0 0,1 0 0 0 0,-1-1 1 0 0,0 0-1 0 0,0 0 0 0 0,0 0 1 0 0,0 0-1 0 0,0-1 0 0 0,0 0 1 0 0,0 0-1 0 0,-1 0 0 0 0,1-1 1 0 0,0 0-1 0 0,-1 0 0 0 0,1 0 1 0 0,0-1-1 0 0,0 1 0 0 0,-1-1 1 0 0,1-1-1 0 0,0 1 0 0 0,-9-4 1 0 0,-6-8 25 0 0,1 0 0 0 0,0-2 0 0 0,-21-20 0 0 0,29 24-11 0 0,-8-6 14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5:02:08.7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15576 0 0,'0'0'0'0'0,"23"5"336"0"0,-13-3 8 0 0,-2 1-9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5:02:11.8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1 713 12552 0 0,'4'-2'38'0'0,"10"-5"210"0"0,4-3 359 0 0,-15 8-532 0 0,0 0 1 0 0,-1 0 0 0 0,1 0-1 0 0,-1 0 1 0 0,0 0 0 0 0,1-1-1 0 0,-1 1 1 0 0,0-1 0 0 0,0 1-1 0 0,-1-1 1 0 0,1 0 0 0 0,-1 0-1 0 0,1 0 1 0 0,1-5 0 0 0,0-1 24 0 0,1-1 1 0 0,1 0 0 0 0,0 1 0 0 0,0 0-1 0 0,1 0 1 0 0,0 1 0 0 0,1 0 0 0 0,0 0-1 0 0,0 0 1 0 0,0 1 0 0 0,1 0 0 0 0,0 0-1 0 0,1 1 1 0 0,-1 0 0 0 0,20-9 0 0 0,-27 14-53 0 0,0 0-8 0 0,0-5-31 0 0,0 3-4 0 0,-1-3-1 0 0,0 5 4 0 0,4 5-93 0 0,7 5 79 0 0,-1 1 1 0 0,-1 0-1 0 0,0 0 1 0 0,0 1 0 0 0,-1 1-1 0 0,0-1 1 0 0,-1 1-1 0 0,-1 0 1 0 0,10 26-1 0 0,-14-35 4 0 0,-1-1 0 0 0,-1 1 1 0 0,1 0-1 0 0,0 0 0 0 0,-1 0 0 0 0,1-1 0 0 0,-1 1 0 0 0,0 0 1 0 0,0 0-1 0 0,0 0 0 0 0,0 0 0 0 0,-1 0 0 0 0,0 4 0 0 0,-1-4 0 0 0,0 1-1 0 0,-1 0 0 0 0,1 0 0 0 0,-1-1 0 0 0,0 1 0 0 0,0-1 1 0 0,0 0-1 0 0,0 0 0 0 0,-1 0 0 0 0,1 0 0 0 0,-1 0 0 0 0,-3 1 1 0 0,-15 18-21 0 0,21-20 15 0 0,-5-1 6 0 0,-11-1-4 0 0,81 11 35 0 0,-46-9-20 0 0,-4 0-1 0 0,0 0-1 0 0,0-1 0 0 0,1-1 0 0 0,-1 0 0 0 0,0-1 0 0 0,0 0 0 0 0,1-1 0 0 0,-1-1 0 0 0,25-8 0 0 0,-11-1 4 0 0,-11 6-1 0 0,0-2-1 0 0,24-14 1 0 0,-37 19-8 0 0,0 1 0 0 0,-1-1 0 0 0,1 0 0 0 0,-1 0 0 0 0,0 0 0 0 0,0-1 0 0 0,0 1 0 0 0,0-1 0 0 0,-1 1 0 0 0,0-1 0 0 0,1 0 0 0 0,-1 0 0 0 0,-1 0 0 0 0,1 0 0 0 0,0 0 0 0 0,-1-1 0 0 0,0 1 0 0 0,0-1 0 0 0,0-6 0 0 0,0-1 7 0 0,-2-1 1 0 0,1 1-1 0 0,-2-1 0 0 0,0 1 0 0 0,-3-13 1 0 0,1 8 8 0 0,3 10-3 0 0,-1 0 1 0 0,1 0-1 0 0,-2 0 1 0 0,1 0-1 0 0,-1 0 1 0 0,0 1-1 0 0,0 0 1 0 0,-7-10-1 0 0,7 12 5 0 0,0 1 0 0 0,-1-1 0 0 0,0 1 0 0 0,0-1 0 0 0,0 1 0 0 0,0 0 0 0 0,0 1 0 0 0,0-1 0 0 0,-1 1-1 0 0,1 0 1 0 0,-1 0 0 0 0,-8-2 0 0 0,11 3-10 0 0,1 0-1 0 0,-1 0 0 0 0,0 1 1 0 0,0-1-1 0 0,0 1 1 0 0,1 0-1 0 0,-1-1 1 0 0,0 1-1 0 0,0 0 0 0 0,0 0 1 0 0,0 0-1 0 0,0 1 1 0 0,0-1-1 0 0,1 0 0 0 0,-1 1 1 0 0,0-1-1 0 0,0 1 1 0 0,0-1-1 0 0,1 1 1 0 0,-1 0-1 0 0,0 0 0 0 0,1 0 1 0 0,-1 0-1 0 0,1 0 1 0 0,-1 0-1 0 0,1 0 1 0 0,-1 1-1 0 0,1-1 0 0 0,0 0 1 0 0,0 1-1 0 0,-2 1 1 0 0,1 2 22 0 0,-1 1 1 0 0,1-1 0 0 0,1 0-1 0 0,-1 1 1 0 0,1-1 0 0 0,0 1-1 0 0,0 0 1 0 0,0-1-1 0 0,1 8 1 0 0,0-4 6 0 0,0-1 1 0 0,0 1-1 0 0,1-1 0 0 0,1 0 0 0 0,-1 1 0 0 0,2-1 1 0 0,-1 0-1 0 0,1 0 0 0 0,0 0 0 0 0,0-1 0 0 0,1 1 1 0 0,0-1-1 0 0,1 0 0 0 0,6 9 0 0 0,-8-13-4 0 0,0 0 1 0 0,0 0-1 0 0,1 0 0 0 0,-1 0 0 0 0,1 0 1 0 0,0-1-1 0 0,0 0 0 0 0,0 0 0 0 0,0 0 1 0 0,0 0-1 0 0,0 0 0 0 0,0-1 0 0 0,0 0 1 0 0,1 0-1 0 0,-1 0 0 0 0,1 0 1 0 0,-1-1-1 0 0,1 0 0 0 0,-1 0 0 0 0,1 0 1 0 0,-1 0-1 0 0,1-1 0 0 0,-1 0 0 0 0,0 0 1 0 0,1 0-1 0 0,-1 0 0 0 0,0-1 0 0 0,0 1 1 0 0,0-1-1 0 0,0 0 0 0 0,0 0 0 0 0,0-1 1 0 0,0 1-1 0 0,-1-1 0 0 0,4-3 0 0 0,9-11 146 0 0,91-112 660 0 0,-103 122-737 0 0,0-1 0 0 0,0 0 0 0 0,0 0 0 0 0,2-10 0 0 0,-6 17-52 0 0,18-6 157 0 0,-15 8-190 0 0,0 0 0 0 0,0 1 1 0 0,0-1-1 0 0,0 1 0 0 0,-1-1 0 0 0,1 1 1 0 0,0 0-1 0 0,-1 0 0 0 0,0 0 0 0 0,1 1 1 0 0,-1-1-1 0 0,0 0 0 0 0,0 1 0 0 0,0 0 1 0 0,1 2-1 0 0,23 50 136 0 0,-23-45-95 0 0,1-1 0 0 0,0 1 0 0 0,1-1 0 0 0,6 9 0 0 0,-1-2 147 0 0,-9-15-184 0 0,0 0 0 0 0,0 0 0 0 0,-1 1 0 0 0,1-1-1 0 0,0 0 1 0 0,0 0 0 0 0,0 0 0 0 0,0 0-1 0 0,0 0 1 0 0,0 0 0 0 0,1 0 0 0 0,-1 0 0 0 0,2 1-1 0 0,-2-2 34 0 0,1-1-30 0 0,70-96 235 0 0,-31 40-120 0 0,-40 55-132 0 0,0 1 0 0 0,0-1-1 0 0,0 1 1 0 0,0-1-1 0 0,1 1 1 0 0,-1 0 0 0 0,0 0-1 0 0,1 0 1 0 0,-1-1 0 0 0,1 1-1 0 0,-1 0 1 0 0,1 1 0 0 0,0-1-1 0 0,-1 0 1 0 0,1 0-1 0 0,0 1 1 0 0,0-1 0 0 0,-1 1-1 0 0,1-1 1 0 0,0 1 0 0 0,3 0-1 0 0,-4 0-1 0 0,1 1 0 0 0,0-1 0 0 0,-1 1 0 0 0,1 0 0 0 0,-1-1 0 0 0,1 1 0 0 0,-1 0 0 0 0,0 0 0 0 0,1 0-1 0 0,-1 0 1 0 0,0 0 0 0 0,0 0 0 0 0,1 1 0 0 0,-1-1 0 0 0,0 0 0 0 0,0 0 0 0 0,0 1 0 0 0,-1-1 0 0 0,1 1 0 0 0,0-1 0 0 0,0 1-1 0 0,-1-1 1 0 0,2 4 0 0 0,3 14 16 0 0,7 37 0 0 0,-11-45-18 0 0,1 0 1 0 0,0 0-1 0 0,0 0 0 0 0,2 0 0 0 0,-1 0 1 0 0,1 0-1 0 0,1-1 0 0 0,0 0 1 0 0,0 0-1 0 0,7 10 0 0 0,-10-17 3 0 0,2 4 0 0 0,-3-3 0 0 0,2 1 2 0 0,0-3 3 0 0,-2-3-12 0 0,1 0 0 0 0,-1 0 0 0 0,1-1 0 0 0,-1 1 0 0 0,0 0 0 0 0,1-1 1 0 0,-1 1-1 0 0,0-1 0 0 0,0 1 0 0 0,0-1 0 0 0,0 1 0 0 0,0-1 0 0 0,0 0 0 0 0,-1 1 0 0 0,2-4 0 0 0,1-1 1 0 0,0 0-1 0 0,-1 0 0 0 0,0-1 1 0 0,0 1-1 0 0,0 0 0 0 0,-1-1 0 0 0,2-10 1 0 0,5-22 3 0 0,-6 31-4 0 0,0 1 0 0 0,-1-1-1 0 0,0 1 1 0 0,1-11 0 0 0,-2 12-1 0 0,0 0 1 0 0,1-1-1 0 0,0 1 1 0 0,0 0 0 0 0,1 0-1 0 0,-1 0 1 0 0,5-8-1 0 0,-3 4 0 0 0,-2-2 0 0 0,2 4 0 0 0,4 8 0 0 0,-2 10 0 0 0,-2-4 1 0 0,-1 0 1 0 0,1 0-1 0 0,0 0 0 0 0,1 0 0 0 0,-1-1 0 0 0,1 1 0 0 0,0-1 0 0 0,1 0 0 0 0,-1 0 1 0 0,1 0-1 0 0,0-1 0 0 0,9 7 0 0 0,-10-8 2 0 0,0-1 0 0 0,0 1 0 0 0,0-1 0 0 0,1 0 0 0 0,-1 0 0 0 0,1-1 0 0 0,-1 1 0 0 0,1-1 0 0 0,-1 0 0 0 0,1 0 0 0 0,0-1 1 0 0,7 1-1 0 0,-1-1 3 0 0,0 0 1 0 0,0-1-1 0 0,0 0 0 0 0,13-3 1 0 0,-3-3-6 0 0,-10 0-1 0 0,-2-1 0 0 0,-2-2 0 0 0,-1 1 0 0 0,-3 1 0 0 0,1-1 0 0 0,-2 0 0 0 0,-1 1 0 0 0,0-2 0 0 0,5 2 0 0 0,2 5 0 0 0,0 3 0 0 0,-1 0-1 0 0,-4 0-4 0 0,2 0 2 0 0,-3-1-2 0 0,-1 1 4 0 0,0 0 0 0 0,-1 0 1 0 0,1 0-1 0 0,0 0 0 0 0,-1 0 0 0 0,1 0 1 0 0,-1-1-1 0 0,1 1 0 0 0,0 0 1 0 0,-1 0-1 0 0,1-1 0 0 0,-1 1 1 0 0,1 0-1 0 0,-1-1 0 0 0,1 1 1 0 0,-1-1-1 0 0,1 1 0 0 0,-1-1 0 0 0,0 1 1 0 0,1-1-1 0 0,-1 1 0 0 0,1-1 1 0 0,-1 1-1 0 0,0-1 0 0 0,0 1 1 0 0,1-2-1 0 0,11-12-23 0 0,-8 10 16 0 0,0 0-1 0 0,-1 0 1 0 0,1 0-1 0 0,-1-1 1 0 0,0 1-1 0 0,-1-1 1 0 0,1 1-1 0 0,-1-1 1 0 0,1 0 0 0 0,-1 0-1 0 0,-1 0 1 0 0,1-1-1 0 0,1-8 1 0 0,8-24-18 0 0,-7 30 22 0 0,-1-1 0 0 0,0 0 0 0 0,0 0 1 0 0,-1 0-1 0 0,-1 0 0 0 0,1 0 0 0 0,-1-18 0 0 0,0 24 4 0 0,0-1 0 0 0,-8-20 0 0 0,3 13 2 0 0,0 1 3 0 0,0 2-2 0 0,0 1 5 0 0,2 3 5 0 0,-3-2-4 0 0,3 3-1 0 0,-2-3 0 0 0,3 5 0 0 0,1-1 0 0 0,0-4 0 0 0,0 5 2 0 0,0-15 36 0 0,0 15-38 0 0,0-27 42 0 0,0 26-47 0 0,0 0 1 0 0,0 0-1 0 0,0 0 0 0 0,0 0 1 0 0,0 0-1 0 0,0 0 1 0 0,-1 0-1 0 0,1 0 1 0 0,-1 1-1 0 0,1-1 0 0 0,-1 0 1 0 0,0 0-1 0 0,0 0 1 0 0,1 1-1 0 0,-1-1 1 0 0,0 0-1 0 0,-1 1 1 0 0,1-1-1 0 0,0 1 0 0 0,0-1 1 0 0,-1 1-1 0 0,1 0 1 0 0,-1-1-1 0 0,1 1 1 0 0,-1 0-1 0 0,1 0 1 0 0,-4-1-1 0 0,3 2 2 0 0,0-1 0 0 0,1 1 0 0 0,-1 0 0 0 0,0 0 0 0 0,0 1 1 0 0,0-1-1 0 0,0 0 0 0 0,0 1 0 0 0,0-1 0 0 0,1 1 0 0 0,-1-1 0 0 0,0 1 0 0 0,0 0 0 0 0,1 0 0 0 0,-1 0 0 0 0,0 0 0 0 0,1 0 0 0 0,-1 0 1 0 0,1 0-1 0 0,-1 0 0 0 0,1 1 0 0 0,0-1 0 0 0,0 0 0 0 0,-1 1 0 0 0,1-1 0 0 0,0 1 0 0 0,-1 3 0 0 0,-4 5 16 0 0,0 0 0 0 0,2 1-1 0 0,-1 0 1 0 0,1 0 0 0 0,1 0-1 0 0,0 0 1 0 0,-2 13-1 0 0,-6 87 62 0 0,7-52-57 0 0,2-41-19 0 0,-1 53 12 0 0,5-37-7 0 0,10 46-1 0 0,-9-62-6 0 0,1-1 1 0 0,1 1-1 0 0,1-1 0 0 0,0 0 1 0 0,9 16-1 0 0,-9-24-3 0 0,0 0 0 0 0,0 0 0 0 0,1 0 0 0 0,0-1 0 0 0,0 0 0 0 0,10 7 0 0 0,-14-12 0 0 0,0-1-1 0 0,0 1 0 0 0,0-1 0 0 0,0 0 0 0 0,0 0 0 0 0,1 0 0 0 0,-1-1 1 0 0,1 1-1 0 0,-1-1 0 0 0,1 0 0 0 0,0 0 0 0 0,-1 0 0 0 0,1 0 1 0 0,0-1-1 0 0,0 1 0 0 0,-1-1 0 0 0,1 0 0 0 0,0 0 0 0 0,0 0 0 0 0,7-2 1 0 0,-7 0 0 0 0,0 0 1 0 0,1 0-1 0 0,-1 0 1 0 0,0 0 0 0 0,0-1-1 0 0,-1 0 1 0 0,1 0-1 0 0,0 0 1 0 0,-1 0-1 0 0,0 0 1 0 0,0-1 0 0 0,0 0-1 0 0,4-5 1 0 0,2-6 2 0 0,0-1-1 0 0,8-20 1 0 0,-7 13 0 0 0,-2 5-1 0 0,-1 0 0 0 0,-2-1 0 0 0,1 0-1 0 0,-2 0 1 0 0,3-36 0 0 0,-5 42-3 0 0,-2-4 0 0 0,-9-28 0 0 0,6 34 0 0 0,-2-2 0 0 0,4 12 0 0 0,1 1 0 0 0,0 0 0 0 0,0 0 0 0 0,-1-1 0 0 0,1 1 0 0 0,0 0 0 0 0,-1 0 0 0 0,1 0 0 0 0,0-1 0 0 0,-1 1 0 0 0,1 0 0 0 0,0 0 0 0 0,-1 0 0 0 0,1 0 0 0 0,0 0 0 0 0,-1 0 0 0 0,1 0 0 0 0,0 0 0 0 0,-1 0 0 0 0,1 0 0 0 0,-1 0 0 0 0,1 0 0 0 0,0 0 0 0 0,-1 0 0 0 0,1 0 0 0 0,0 0 0 0 0,-1 0 0 0 0,1 0 0 0 0,0 0 0 0 0,-1 0 0 0 0,1 1 0 0 0,0-1 0 0 0,-1 0 0 0 0,1 0 0 0 0,0 0 0 0 0,-1 1 0 0 0,1-1 0 0 0,-4 6 0 0 0,1 1 0 0 0,0-1 0 0 0,1 1 0 0 0,0 0 0 0 0,0 0 0 0 0,1 0 0 0 0,0 0 0 0 0,0 0 0 0 0,1 0 0 0 0,-1 0 0 0 0,3 14 0 0 0,-2 2 0 0 0,0-19 1 0 0,0 1-1 0 0,0 0 1 0 0,0 0-1 0 0,1 0 1 0 0,0-1-1 0 0,0 1 1 0 0,0 0-1 0 0,1-1 1 0 0,0 1-1 0 0,-1-1 1 0 0,2 1-1 0 0,-1-1 1 0 0,0 0-1 0 0,1 0 1 0 0,4 6-1 0 0,-5-8 1 0 0,0 0-1 0 0,0 0 0 0 0,1 0 1 0 0,-1 0-1 0 0,0 0 0 0 0,1 0 0 0 0,-1-1 1 0 0,1 1-1 0 0,0-1 0 0 0,-1 0 1 0 0,1 0-1 0 0,0 0 0 0 0,0 0 1 0 0,0 0-1 0 0,0-1 0 0 0,0 1 1 0 0,0-1-1 0 0,0 0 0 0 0,0 1 0 0 0,0-1 1 0 0,0-1-1 0 0,0 1 0 0 0,0 0 1 0 0,-1-1-1 0 0,5-1 0 0 0,1-1 1 0 0,-1 0 1 0 0,0-1-1 0 0,0 0 0 0 0,-1 0 0 0 0,1 0 0 0 0,-1-1 0 0 0,0 0 0 0 0,0 0 0 0 0,-1-1 0 0 0,1 0 1 0 0,-1 0-1 0 0,8-12 0 0 0,3-8 0 0 0,26-54-1 0 0,-33 57 0 0 0,-1-1 0 0 0,0 0 0 0 0,-2 0 0 0 0,-1 0 0 0 0,3-47 0 0 0,-7 62 0 0 0,-1 1 0 0 0,-1 0 0 0 0,1-1 0 0 0,-2 1 0 0 0,1 0 0 0 0,-1 0 0 0 0,-5-13 0 0 0,3 9 0 0 0,-3 7 0 0 0,4 12 0 0 0,5 6 0 0 0,0 0 0 0 0,1 1 0 0 0,1-1 0 0 0,0 0 0 0 0,8 16 0 0 0,-9-22 0 0 0,32 71 0 0 0,-18-43 0 0 0,22 67 0 0 0,-36-91 0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5:02:12.2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50 14968 0 0,'0'0'0'0'0,"49"4"0"0"0,-4-2 336 0 0,-7 1-8 0 0,-2-1 8 0 0,-1-2 8 0 0,-5-2-225 0 0,21-7 137 0 0,-25 4-128 0 0,0 2 296 0 0,-4 0 8 0 0,-2-5-8 0 0,0 0 8 0 0,1-1-296 0 0,5-5 136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15:02:19.0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 75 7832 0 0,'1'15'25'0'0,"-9"14"2107"0"0,18-29-1467 0 0,20 0-578 0 0,-1-2 0 0 0,1 0-1 0 0,54-13 1 0 0,-75 14-70 0 0,0 0 0 0 0,0 0 1 0 0,0 0-1 0 0,1 1 0 0 0,13 2 0 0 0,22 0 44 0 0,-22-3-33 0 0,1-1 0 0 0,-1 0 0 0 0,0-2 0 0 0,41-12 0 0 0,5-2 48 0 0,-18 5-33 0 0,-40 11-30 0 0,0 0 1 0 0,1 1 0 0 0,-1 0 0 0 0,12 0-1 0 0,34-3 80 0 0,-20-1 21 0 0,75-1 0 0 0,-73 5 47 0 0,66-8-1 0 0,-79 4-83 0 0,-1 2-1 0 0,1 1 0 0 0,0 1 0 0 0,0 1 0 0 0,29 3 1 0 0,1 1 175 0 0,12 1-15 0 0,23 8 53 0 0,20 5 160 0 0,35 7 1 0 0,163 28 837 0 0,-221-42-1018 0 0,-13-1 42 0 0,0-3 0 0 0,117-4 0 0 0,115-15 217 0 0,-178 9-241 0 0,225 23 405 0 0,-316-17-650 0 0,282 28 584 0 0,-52-26-119 0 0,-92-4-171 0 0,-82-1-209 0 0,71 4 175 0 0,66 21 83 0 0,39 1 112 0 0,-208-23-302 0 0,0-3 1 0 0,87-11-1 0 0,95-27 157 0 0,89-10 229 0 0,10 28-109 0 0,-149 19-280 0 0,192 7 329 0 0,-233-2-365 0 0,69 7 73 0 0,-74 1-74 0 0,-21-1 5 0 0,-60-6-90 0 0,49 0 65 0 0,51 6 117 0 0,-96-4-185 0 0,30 5 40 0 0,52 8 85 0 0,-66-11-50 0 0,-17-4-29 0 0,-44-4-15 0 0,49 9 0 0 0,-21-5 29 0 0,-25-4-76 0 0,-25-1-39 0 0,45 5 139 0 0,83-4 0 0 0,-71-1-51 0 0,10 0-8 0 0,-2-3 35 0 0,-61 9-2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55392" y="814069"/>
            <a:ext cx="4633214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21739" y="1916988"/>
            <a:ext cx="6309359" cy="3245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13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12" Type="http://schemas.openxmlformats.org/officeDocument/2006/relationships/customXml" Target="../ink/ink16.xml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.xml"/><Relationship Id="rId11" Type="http://schemas.openxmlformats.org/officeDocument/2006/relationships/image" Target="../media/image15.png"/><Relationship Id="rId5" Type="http://schemas.openxmlformats.org/officeDocument/2006/relationships/image" Target="../media/image12.png"/><Relationship Id="rId15" Type="http://schemas.openxmlformats.org/officeDocument/2006/relationships/image" Target="../media/image17.png"/><Relationship Id="rId10" Type="http://schemas.openxmlformats.org/officeDocument/2006/relationships/customXml" Target="../ink/ink15.xml"/><Relationship Id="rId4" Type="http://schemas.openxmlformats.org/officeDocument/2006/relationships/customXml" Target="../ink/ink12.xml"/><Relationship Id="rId9" Type="http://schemas.openxmlformats.org/officeDocument/2006/relationships/image" Target="../media/image14.png"/><Relationship Id="rId14" Type="http://schemas.openxmlformats.org/officeDocument/2006/relationships/customXml" Target="../ink/ink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23.xml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2.xml"/><Relationship Id="rId11" Type="http://schemas.openxmlformats.org/officeDocument/2006/relationships/image" Target="../media/image25.png"/><Relationship Id="rId5" Type="http://schemas.openxmlformats.org/officeDocument/2006/relationships/image" Target="../media/image22.png"/><Relationship Id="rId10" Type="http://schemas.openxmlformats.org/officeDocument/2006/relationships/customXml" Target="../ink/ink24.xml"/><Relationship Id="rId4" Type="http://schemas.openxmlformats.org/officeDocument/2006/relationships/customXml" Target="../ink/ink21.xml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6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2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0.xml"/><Relationship Id="rId5" Type="http://schemas.openxmlformats.org/officeDocument/2006/relationships/image" Target="../media/image32.png"/><Relationship Id="rId4" Type="http://schemas.openxmlformats.org/officeDocument/2006/relationships/customXml" Target="../ink/ink29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4.xml"/><Relationship Id="rId13" Type="http://schemas.openxmlformats.org/officeDocument/2006/relationships/image" Target="../media/image39.png"/><Relationship Id="rId18" Type="http://schemas.openxmlformats.org/officeDocument/2006/relationships/customXml" Target="../ink/ink39.xml"/><Relationship Id="rId26" Type="http://schemas.openxmlformats.org/officeDocument/2006/relationships/customXml" Target="../ink/ink43.xml"/><Relationship Id="rId3" Type="http://schemas.openxmlformats.org/officeDocument/2006/relationships/image" Target="../media/image34.png"/><Relationship Id="rId21" Type="http://schemas.openxmlformats.org/officeDocument/2006/relationships/image" Target="../media/image43.png"/><Relationship Id="rId7" Type="http://schemas.openxmlformats.org/officeDocument/2006/relationships/image" Target="../media/image36.png"/><Relationship Id="rId12" Type="http://schemas.openxmlformats.org/officeDocument/2006/relationships/customXml" Target="../ink/ink36.xml"/><Relationship Id="rId17" Type="http://schemas.openxmlformats.org/officeDocument/2006/relationships/image" Target="../media/image41.png"/><Relationship Id="rId25" Type="http://schemas.openxmlformats.org/officeDocument/2006/relationships/image" Target="../media/image45.png"/><Relationship Id="rId2" Type="http://schemas.openxmlformats.org/officeDocument/2006/relationships/customXml" Target="../ink/ink31.xml"/><Relationship Id="rId16" Type="http://schemas.openxmlformats.org/officeDocument/2006/relationships/customXml" Target="../ink/ink38.xml"/><Relationship Id="rId20" Type="http://schemas.openxmlformats.org/officeDocument/2006/relationships/customXml" Target="../ink/ink40.xml"/><Relationship Id="rId29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3.xml"/><Relationship Id="rId11" Type="http://schemas.openxmlformats.org/officeDocument/2006/relationships/image" Target="../media/image38.png"/><Relationship Id="rId24" Type="http://schemas.openxmlformats.org/officeDocument/2006/relationships/customXml" Target="../ink/ink42.xml"/><Relationship Id="rId5" Type="http://schemas.openxmlformats.org/officeDocument/2006/relationships/image" Target="../media/image35.png"/><Relationship Id="rId15" Type="http://schemas.openxmlformats.org/officeDocument/2006/relationships/image" Target="../media/image40.png"/><Relationship Id="rId23" Type="http://schemas.openxmlformats.org/officeDocument/2006/relationships/image" Target="../media/image44.png"/><Relationship Id="rId28" Type="http://schemas.openxmlformats.org/officeDocument/2006/relationships/customXml" Target="../ink/ink44.xml"/><Relationship Id="rId10" Type="http://schemas.openxmlformats.org/officeDocument/2006/relationships/customXml" Target="../ink/ink35.xml"/><Relationship Id="rId19" Type="http://schemas.openxmlformats.org/officeDocument/2006/relationships/image" Target="../media/image42.png"/><Relationship Id="rId4" Type="http://schemas.openxmlformats.org/officeDocument/2006/relationships/customXml" Target="../ink/ink32.xml"/><Relationship Id="rId9" Type="http://schemas.openxmlformats.org/officeDocument/2006/relationships/image" Target="../media/image37.png"/><Relationship Id="rId14" Type="http://schemas.openxmlformats.org/officeDocument/2006/relationships/customXml" Target="../ink/ink37.xml"/><Relationship Id="rId22" Type="http://schemas.openxmlformats.org/officeDocument/2006/relationships/customXml" Target="../ink/ink41.xml"/><Relationship Id="rId27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customXml" Target="../ink/ink4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customXml" Target="../ink/ink4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customXml" Target="../ink/ink4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customXml" Target="../ink/ink51.xml"/><Relationship Id="rId13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3.png"/><Relationship Id="rId12" Type="http://schemas.openxmlformats.org/officeDocument/2006/relationships/customXml" Target="../ink/ink53.xml"/><Relationship Id="rId2" Type="http://schemas.openxmlformats.org/officeDocument/2006/relationships/customXml" Target="../ink/ink4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0.xml"/><Relationship Id="rId11" Type="http://schemas.openxmlformats.org/officeDocument/2006/relationships/image" Target="../media/image55.png"/><Relationship Id="rId5" Type="http://schemas.openxmlformats.org/officeDocument/2006/relationships/image" Target="../media/image52.png"/><Relationship Id="rId15" Type="http://schemas.openxmlformats.org/officeDocument/2006/relationships/image" Target="../media/image57.png"/><Relationship Id="rId10" Type="http://schemas.openxmlformats.org/officeDocument/2006/relationships/customXml" Target="../ink/ink52.xml"/><Relationship Id="rId4" Type="http://schemas.openxmlformats.org/officeDocument/2006/relationships/customXml" Target="../ink/ink49.xml"/><Relationship Id="rId9" Type="http://schemas.openxmlformats.org/officeDocument/2006/relationships/image" Target="../media/image54.png"/><Relationship Id="rId14" Type="http://schemas.openxmlformats.org/officeDocument/2006/relationships/customXml" Target="../ink/ink54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customXml" Target="../ink/ink58.xml"/><Relationship Id="rId13" Type="http://schemas.openxmlformats.org/officeDocument/2006/relationships/image" Target="../media/image63.png"/><Relationship Id="rId18" Type="http://schemas.openxmlformats.org/officeDocument/2006/relationships/customXml" Target="../ink/ink63.xml"/><Relationship Id="rId26" Type="http://schemas.openxmlformats.org/officeDocument/2006/relationships/customXml" Target="../ink/ink67.xml"/><Relationship Id="rId3" Type="http://schemas.openxmlformats.org/officeDocument/2006/relationships/image" Target="../media/image58.png"/><Relationship Id="rId21" Type="http://schemas.openxmlformats.org/officeDocument/2006/relationships/image" Target="../media/image67.png"/><Relationship Id="rId7" Type="http://schemas.openxmlformats.org/officeDocument/2006/relationships/image" Target="../media/image60.png"/><Relationship Id="rId12" Type="http://schemas.openxmlformats.org/officeDocument/2006/relationships/customXml" Target="../ink/ink60.xml"/><Relationship Id="rId17" Type="http://schemas.openxmlformats.org/officeDocument/2006/relationships/image" Target="../media/image65.png"/><Relationship Id="rId25" Type="http://schemas.openxmlformats.org/officeDocument/2006/relationships/image" Target="../media/image69.png"/><Relationship Id="rId2" Type="http://schemas.openxmlformats.org/officeDocument/2006/relationships/customXml" Target="../ink/ink55.xml"/><Relationship Id="rId16" Type="http://schemas.openxmlformats.org/officeDocument/2006/relationships/customXml" Target="../ink/ink62.xml"/><Relationship Id="rId20" Type="http://schemas.openxmlformats.org/officeDocument/2006/relationships/customXml" Target="../ink/ink6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7.xml"/><Relationship Id="rId11" Type="http://schemas.openxmlformats.org/officeDocument/2006/relationships/image" Target="../media/image62.png"/><Relationship Id="rId24" Type="http://schemas.openxmlformats.org/officeDocument/2006/relationships/customXml" Target="../ink/ink66.xml"/><Relationship Id="rId5" Type="http://schemas.openxmlformats.org/officeDocument/2006/relationships/image" Target="../media/image59.png"/><Relationship Id="rId15" Type="http://schemas.openxmlformats.org/officeDocument/2006/relationships/image" Target="../media/image64.png"/><Relationship Id="rId23" Type="http://schemas.openxmlformats.org/officeDocument/2006/relationships/image" Target="../media/image68.png"/><Relationship Id="rId10" Type="http://schemas.openxmlformats.org/officeDocument/2006/relationships/customXml" Target="../ink/ink59.xml"/><Relationship Id="rId19" Type="http://schemas.openxmlformats.org/officeDocument/2006/relationships/image" Target="../media/image66.png"/><Relationship Id="rId4" Type="http://schemas.openxmlformats.org/officeDocument/2006/relationships/customXml" Target="../ink/ink56.xml"/><Relationship Id="rId9" Type="http://schemas.openxmlformats.org/officeDocument/2006/relationships/image" Target="../media/image61.png"/><Relationship Id="rId14" Type="http://schemas.openxmlformats.org/officeDocument/2006/relationships/customXml" Target="../ink/ink61.xml"/><Relationship Id="rId22" Type="http://schemas.openxmlformats.org/officeDocument/2006/relationships/customXml" Target="../ink/ink65.xml"/><Relationship Id="rId27" Type="http://schemas.openxmlformats.org/officeDocument/2006/relationships/image" Target="../media/image7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customXml" Target="../ink/ink71.xml"/><Relationship Id="rId13" Type="http://schemas.openxmlformats.org/officeDocument/2006/relationships/image" Target="../media/image76.png"/><Relationship Id="rId18" Type="http://schemas.openxmlformats.org/officeDocument/2006/relationships/customXml" Target="../ink/ink76.xml"/><Relationship Id="rId3" Type="http://schemas.openxmlformats.org/officeDocument/2006/relationships/image" Target="../media/image71.png"/><Relationship Id="rId21" Type="http://schemas.openxmlformats.org/officeDocument/2006/relationships/image" Target="../media/image80.png"/><Relationship Id="rId7" Type="http://schemas.openxmlformats.org/officeDocument/2006/relationships/image" Target="../media/image73.png"/><Relationship Id="rId12" Type="http://schemas.openxmlformats.org/officeDocument/2006/relationships/customXml" Target="../ink/ink73.xml"/><Relationship Id="rId17" Type="http://schemas.openxmlformats.org/officeDocument/2006/relationships/image" Target="../media/image78.png"/><Relationship Id="rId2" Type="http://schemas.openxmlformats.org/officeDocument/2006/relationships/customXml" Target="../ink/ink68.xml"/><Relationship Id="rId16" Type="http://schemas.openxmlformats.org/officeDocument/2006/relationships/customXml" Target="../ink/ink75.xml"/><Relationship Id="rId20" Type="http://schemas.openxmlformats.org/officeDocument/2006/relationships/customXml" Target="../ink/ink7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0.xml"/><Relationship Id="rId11" Type="http://schemas.openxmlformats.org/officeDocument/2006/relationships/image" Target="../media/image75.png"/><Relationship Id="rId5" Type="http://schemas.openxmlformats.org/officeDocument/2006/relationships/image" Target="../media/image72.png"/><Relationship Id="rId15" Type="http://schemas.openxmlformats.org/officeDocument/2006/relationships/image" Target="../media/image77.png"/><Relationship Id="rId23" Type="http://schemas.openxmlformats.org/officeDocument/2006/relationships/image" Target="../media/image81.png"/><Relationship Id="rId10" Type="http://schemas.openxmlformats.org/officeDocument/2006/relationships/customXml" Target="../ink/ink72.xml"/><Relationship Id="rId19" Type="http://schemas.openxmlformats.org/officeDocument/2006/relationships/image" Target="../media/image79.png"/><Relationship Id="rId4" Type="http://schemas.openxmlformats.org/officeDocument/2006/relationships/customXml" Target="../ink/ink69.xml"/><Relationship Id="rId9" Type="http://schemas.openxmlformats.org/officeDocument/2006/relationships/image" Target="../media/image74.png"/><Relationship Id="rId14" Type="http://schemas.openxmlformats.org/officeDocument/2006/relationships/customXml" Target="../ink/ink74.xml"/><Relationship Id="rId22" Type="http://schemas.openxmlformats.org/officeDocument/2006/relationships/customXml" Target="../ink/ink78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customXml" Target="../ink/ink82.xml"/><Relationship Id="rId3" Type="http://schemas.openxmlformats.org/officeDocument/2006/relationships/image" Target="../media/image82.png"/><Relationship Id="rId7" Type="http://schemas.openxmlformats.org/officeDocument/2006/relationships/image" Target="../media/image84.png"/><Relationship Id="rId2" Type="http://schemas.openxmlformats.org/officeDocument/2006/relationships/customXml" Target="../ink/ink7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1.xml"/><Relationship Id="rId11" Type="http://schemas.openxmlformats.org/officeDocument/2006/relationships/image" Target="../media/image86.png"/><Relationship Id="rId5" Type="http://schemas.openxmlformats.org/officeDocument/2006/relationships/image" Target="../media/image83.png"/><Relationship Id="rId10" Type="http://schemas.openxmlformats.org/officeDocument/2006/relationships/customXml" Target="../ink/ink83.xml"/><Relationship Id="rId4" Type="http://schemas.openxmlformats.org/officeDocument/2006/relationships/customXml" Target="../ink/ink80.xml"/><Relationship Id="rId9" Type="http://schemas.openxmlformats.org/officeDocument/2006/relationships/image" Target="../media/image8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7" Type="http://schemas.openxmlformats.org/officeDocument/2006/relationships/image" Target="../media/image89.png"/><Relationship Id="rId2" Type="http://schemas.openxmlformats.org/officeDocument/2006/relationships/customXml" Target="../ink/ink8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6.xml"/><Relationship Id="rId5" Type="http://schemas.openxmlformats.org/officeDocument/2006/relationships/image" Target="../media/image88.png"/><Relationship Id="rId4" Type="http://schemas.openxmlformats.org/officeDocument/2006/relationships/customXml" Target="../ink/ink85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customXml" Target="../ink/ink90.xml"/><Relationship Id="rId13" Type="http://schemas.openxmlformats.org/officeDocument/2006/relationships/image" Target="../media/image95.png"/><Relationship Id="rId18" Type="http://schemas.openxmlformats.org/officeDocument/2006/relationships/customXml" Target="../ink/ink95.xml"/><Relationship Id="rId26" Type="http://schemas.openxmlformats.org/officeDocument/2006/relationships/customXml" Target="../ink/ink99.xml"/><Relationship Id="rId3" Type="http://schemas.openxmlformats.org/officeDocument/2006/relationships/image" Target="../media/image90.png"/><Relationship Id="rId21" Type="http://schemas.openxmlformats.org/officeDocument/2006/relationships/image" Target="../media/image99.png"/><Relationship Id="rId7" Type="http://schemas.openxmlformats.org/officeDocument/2006/relationships/image" Target="../media/image92.png"/><Relationship Id="rId12" Type="http://schemas.openxmlformats.org/officeDocument/2006/relationships/customXml" Target="../ink/ink92.xml"/><Relationship Id="rId17" Type="http://schemas.openxmlformats.org/officeDocument/2006/relationships/image" Target="../media/image97.png"/><Relationship Id="rId25" Type="http://schemas.openxmlformats.org/officeDocument/2006/relationships/image" Target="../media/image101.png"/><Relationship Id="rId2" Type="http://schemas.openxmlformats.org/officeDocument/2006/relationships/customXml" Target="../ink/ink87.xml"/><Relationship Id="rId16" Type="http://schemas.openxmlformats.org/officeDocument/2006/relationships/customXml" Target="../ink/ink94.xml"/><Relationship Id="rId20" Type="http://schemas.openxmlformats.org/officeDocument/2006/relationships/customXml" Target="../ink/ink96.xml"/><Relationship Id="rId29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9.xml"/><Relationship Id="rId11" Type="http://schemas.openxmlformats.org/officeDocument/2006/relationships/image" Target="../media/image94.png"/><Relationship Id="rId24" Type="http://schemas.openxmlformats.org/officeDocument/2006/relationships/customXml" Target="../ink/ink98.xml"/><Relationship Id="rId5" Type="http://schemas.openxmlformats.org/officeDocument/2006/relationships/image" Target="../media/image91.png"/><Relationship Id="rId15" Type="http://schemas.openxmlformats.org/officeDocument/2006/relationships/image" Target="../media/image96.png"/><Relationship Id="rId23" Type="http://schemas.openxmlformats.org/officeDocument/2006/relationships/image" Target="../media/image100.png"/><Relationship Id="rId28" Type="http://schemas.openxmlformats.org/officeDocument/2006/relationships/customXml" Target="../ink/ink100.xml"/><Relationship Id="rId10" Type="http://schemas.openxmlformats.org/officeDocument/2006/relationships/customXml" Target="../ink/ink91.xml"/><Relationship Id="rId19" Type="http://schemas.openxmlformats.org/officeDocument/2006/relationships/image" Target="../media/image98.png"/><Relationship Id="rId31" Type="http://schemas.openxmlformats.org/officeDocument/2006/relationships/image" Target="../media/image104.png"/><Relationship Id="rId4" Type="http://schemas.openxmlformats.org/officeDocument/2006/relationships/customXml" Target="../ink/ink88.xml"/><Relationship Id="rId9" Type="http://schemas.openxmlformats.org/officeDocument/2006/relationships/image" Target="../media/image93.png"/><Relationship Id="rId14" Type="http://schemas.openxmlformats.org/officeDocument/2006/relationships/customXml" Target="../ink/ink93.xml"/><Relationship Id="rId22" Type="http://schemas.openxmlformats.org/officeDocument/2006/relationships/customXml" Target="../ink/ink97.xml"/><Relationship Id="rId27" Type="http://schemas.openxmlformats.org/officeDocument/2006/relationships/image" Target="../media/image102.png"/><Relationship Id="rId30" Type="http://schemas.openxmlformats.org/officeDocument/2006/relationships/customXml" Target="../ink/ink10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73807" y="2498407"/>
            <a:ext cx="35972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Servlets</a:t>
            </a:r>
            <a:r>
              <a:rPr spc="-30" dirty="0"/>
              <a:t> </a:t>
            </a:r>
            <a:r>
              <a:rPr spc="-5" dirty="0"/>
              <a:t>&amp;</a:t>
            </a:r>
            <a:r>
              <a:rPr spc="-25" dirty="0"/>
              <a:t> </a:t>
            </a:r>
            <a:r>
              <a:rPr spc="-5" dirty="0"/>
              <a:t>JSPs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9880" y="814069"/>
            <a:ext cx="772287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Background</a:t>
            </a:r>
            <a:r>
              <a:rPr spc="-15" dirty="0"/>
              <a:t> </a:t>
            </a:r>
            <a:r>
              <a:rPr spc="-5" dirty="0"/>
              <a:t>of</a:t>
            </a:r>
            <a:r>
              <a:rPr spc="-20" dirty="0"/>
              <a:t> </a:t>
            </a:r>
            <a:r>
              <a:rPr spc="-5" dirty="0"/>
              <a:t>Servlet:</a:t>
            </a:r>
            <a:r>
              <a:rPr dirty="0"/>
              <a:t> </a:t>
            </a:r>
            <a:r>
              <a:rPr spc="-5" dirty="0"/>
              <a:t>the</a:t>
            </a:r>
            <a:r>
              <a:rPr spc="-10" dirty="0"/>
              <a:t> </a:t>
            </a:r>
            <a:r>
              <a:rPr spc="-5" dirty="0"/>
              <a:t>Applet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3115" y="1735137"/>
            <a:ext cx="7842884" cy="470725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5600" marR="797560" indent="-343535">
              <a:lnSpc>
                <a:spcPts val="2300"/>
              </a:lnSpc>
              <a:spcBef>
                <a:spcPts val="66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An optimal </a:t>
            </a:r>
            <a:r>
              <a:rPr sz="2400" i="1" spc="-5" dirty="0">
                <a:latin typeface="Times New Roman"/>
                <a:cs typeface="Times New Roman"/>
              </a:rPr>
              <a:t>distributed </a:t>
            </a:r>
            <a:r>
              <a:rPr sz="2400" i="1" dirty="0">
                <a:latin typeface="Times New Roman"/>
                <a:cs typeface="Times New Roman"/>
              </a:rPr>
              <a:t>approach </a:t>
            </a:r>
            <a:r>
              <a:rPr sz="2400" spc="-5" dirty="0">
                <a:latin typeface="Times New Roman"/>
                <a:cs typeface="Times New Roman"/>
              </a:rPr>
              <a:t>led to the proposal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executing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code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browsers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instead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the servers.</a:t>
            </a:r>
            <a:endParaRPr sz="2400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300"/>
              </a:lnSpc>
              <a:spcBef>
                <a:spcPts val="58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It required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tool to </a:t>
            </a:r>
            <a:r>
              <a:rPr sz="2400" i="1" spc="-5" dirty="0">
                <a:latin typeface="Times New Roman"/>
                <a:cs typeface="Times New Roman"/>
              </a:rPr>
              <a:t>dynamically </a:t>
            </a:r>
            <a:r>
              <a:rPr sz="2400" i="1" dirty="0">
                <a:latin typeface="Times New Roman"/>
                <a:cs typeface="Times New Roman"/>
              </a:rPr>
              <a:t>and </a:t>
            </a:r>
            <a:r>
              <a:rPr sz="2400" i="1" spc="-5" dirty="0">
                <a:latin typeface="Times New Roman"/>
                <a:cs typeface="Times New Roman"/>
              </a:rPr>
              <a:t>incrementally </a:t>
            </a:r>
            <a:r>
              <a:rPr sz="2400" spc="-5" dirty="0">
                <a:latin typeface="Times New Roman"/>
                <a:cs typeface="Times New Roman"/>
              </a:rPr>
              <a:t>download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application to </a:t>
            </a:r>
            <a:r>
              <a:rPr sz="2400" dirty="0">
                <a:latin typeface="Times New Roman"/>
                <a:cs typeface="Times New Roman"/>
              </a:rPr>
              <a:t>be </a:t>
            </a:r>
            <a:r>
              <a:rPr sz="2400" spc="-5" dirty="0">
                <a:latin typeface="Times New Roman"/>
                <a:cs typeface="Times New Roman"/>
              </a:rPr>
              <a:t>executed </a:t>
            </a:r>
            <a:r>
              <a:rPr sz="2400" dirty="0">
                <a:latin typeface="Times New Roman"/>
                <a:cs typeface="Times New Roman"/>
              </a:rPr>
              <a:t>on </a:t>
            </a:r>
            <a:r>
              <a:rPr sz="2400" spc="-5" dirty="0">
                <a:latin typeface="Times New Roman"/>
                <a:cs typeface="Times New Roman"/>
              </a:rPr>
              <a:t>the browser, besides, the </a:t>
            </a:r>
            <a:r>
              <a:rPr sz="2400" dirty="0">
                <a:latin typeface="Times New Roman"/>
                <a:cs typeface="Times New Roman"/>
              </a:rPr>
              <a:t> “sand box” concept had </a:t>
            </a:r>
            <a:r>
              <a:rPr sz="2400" spc="-5" dirty="0">
                <a:latin typeface="Times New Roman"/>
                <a:cs typeface="Times New Roman"/>
              </a:rPr>
              <a:t>to </a:t>
            </a:r>
            <a:r>
              <a:rPr sz="2400" dirty="0">
                <a:latin typeface="Times New Roman"/>
                <a:cs typeface="Times New Roman"/>
              </a:rPr>
              <a:t>be </a:t>
            </a:r>
            <a:r>
              <a:rPr sz="2400" spc="-5" dirty="0">
                <a:latin typeface="Times New Roman"/>
                <a:cs typeface="Times New Roman"/>
              </a:rPr>
              <a:t>satisfied in order to overcome </a:t>
            </a:r>
            <a:r>
              <a:rPr sz="2400" dirty="0">
                <a:latin typeface="Times New Roman"/>
                <a:cs typeface="Times New Roman"/>
              </a:rPr>
              <a:t> any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security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risk.</a:t>
            </a:r>
            <a:endParaRPr sz="2400" dirty="0">
              <a:latin typeface="Times New Roman"/>
              <a:cs typeface="Times New Roman"/>
            </a:endParaRPr>
          </a:p>
          <a:p>
            <a:pPr marL="355600" marR="34925" indent="-342900">
              <a:lnSpc>
                <a:spcPts val="2300"/>
              </a:lnSpc>
              <a:spcBef>
                <a:spcPts val="59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It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Sun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Microsystems to make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proposal using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object </a:t>
            </a:r>
            <a:r>
              <a:rPr sz="2400" i="1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oriented programming language</a:t>
            </a:r>
            <a:r>
              <a:rPr sz="2400" spc="-5" dirty="0">
                <a:latin typeface="Times New Roman"/>
                <a:cs typeface="Times New Roman"/>
              </a:rPr>
              <a:t>, like </a:t>
            </a:r>
            <a:r>
              <a:rPr sz="2400" dirty="0">
                <a:latin typeface="Times New Roman"/>
                <a:cs typeface="Times New Roman"/>
              </a:rPr>
              <a:t>Java, and </a:t>
            </a:r>
            <a:r>
              <a:rPr sz="2400" spc="-5" dirty="0">
                <a:latin typeface="Times New Roman"/>
                <a:cs typeface="Times New Roman"/>
              </a:rPr>
              <a:t>its java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virtual machine </a:t>
            </a:r>
            <a:r>
              <a:rPr sz="2400" dirty="0">
                <a:latin typeface="Times New Roman"/>
                <a:cs typeface="Times New Roman"/>
              </a:rPr>
              <a:t>as </a:t>
            </a: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“</a:t>
            </a:r>
            <a:r>
              <a:rPr sz="2400" i="1" dirty="0">
                <a:latin typeface="Times New Roman"/>
                <a:cs typeface="Times New Roman"/>
              </a:rPr>
              <a:t>sand box</a:t>
            </a:r>
            <a:r>
              <a:rPr sz="2400" dirty="0">
                <a:latin typeface="Times New Roman"/>
                <a:cs typeface="Times New Roman"/>
              </a:rPr>
              <a:t>” </a:t>
            </a:r>
            <a:r>
              <a:rPr sz="2400" spc="-5" dirty="0">
                <a:latin typeface="Times New Roman"/>
                <a:cs typeface="Times New Roman"/>
              </a:rPr>
              <a:t>approach to </a:t>
            </a:r>
            <a:r>
              <a:rPr sz="2400" dirty="0">
                <a:latin typeface="Times New Roman"/>
                <a:cs typeface="Times New Roman"/>
              </a:rPr>
              <a:t>be </a:t>
            </a:r>
            <a:r>
              <a:rPr sz="2400" spc="-5" dirty="0">
                <a:latin typeface="Times New Roman"/>
                <a:cs typeface="Times New Roman"/>
              </a:rPr>
              <a:t>included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within </a:t>
            </a:r>
            <a:r>
              <a:rPr sz="2400" dirty="0">
                <a:latin typeface="Times New Roman"/>
                <a:cs typeface="Times New Roman"/>
              </a:rPr>
              <a:t>any</a:t>
            </a:r>
            <a:r>
              <a:rPr sz="2400" spc="-5" dirty="0">
                <a:latin typeface="Times New Roman"/>
                <a:cs typeface="Times New Roman"/>
              </a:rPr>
              <a:t> browser,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those downloaded applications were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named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5" dirty="0">
                <a:latin typeface="Times New Roman"/>
                <a:cs typeface="Times New Roman"/>
              </a:rPr>
              <a:t> “Applets”.</a:t>
            </a:r>
            <a:endParaRPr sz="2400" dirty="0">
              <a:latin typeface="Times New Roman"/>
              <a:cs typeface="Times New Roman"/>
            </a:endParaRPr>
          </a:p>
          <a:p>
            <a:pPr marL="355600" marR="251460" indent="-342900">
              <a:lnSpc>
                <a:spcPct val="80000"/>
              </a:lnSpc>
              <a:spcBef>
                <a:spcPts val="61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Nevertheless, </a:t>
            </a:r>
            <a:r>
              <a:rPr sz="2400" dirty="0">
                <a:latin typeface="Times New Roman"/>
                <a:cs typeface="Times New Roman"/>
              </a:rPr>
              <a:t>a non </a:t>
            </a:r>
            <a:r>
              <a:rPr sz="2400" spc="-5" dirty="0">
                <a:latin typeface="Times New Roman"/>
                <a:cs typeface="Times New Roman"/>
              </a:rPr>
              <a:t>extensive </a:t>
            </a:r>
            <a:r>
              <a:rPr sz="2400" dirty="0">
                <a:latin typeface="Times New Roman"/>
                <a:cs typeface="Times New Roman"/>
              </a:rPr>
              <a:t>use of </a:t>
            </a:r>
            <a:r>
              <a:rPr sz="2400" spc="-5" dirty="0">
                <a:latin typeface="Times New Roman"/>
                <a:cs typeface="Times New Roman"/>
              </a:rPr>
              <a:t>this technology led to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think it over,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finally it was decided to move the </a:t>
            </a:r>
            <a:r>
              <a:rPr sz="2400" dirty="0">
                <a:latin typeface="Times New Roman"/>
                <a:cs typeface="Times New Roman"/>
              </a:rPr>
              <a:t>code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execution to the servers, talking </a:t>
            </a:r>
            <a:r>
              <a:rPr sz="2400" dirty="0">
                <a:latin typeface="Times New Roman"/>
                <a:cs typeface="Times New Roman"/>
              </a:rPr>
              <a:t>about </a:t>
            </a:r>
            <a:r>
              <a:rPr sz="2400" spc="-5" dirty="0">
                <a:latin typeface="Times New Roman"/>
                <a:cs typeface="Times New Roman"/>
              </a:rPr>
              <a:t>“Servlets” instead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“Applets”.</a:t>
            </a:r>
            <a:endParaRPr sz="2400" dirty="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D599E1C6-26D2-15FB-993F-BFC14D1E169E}"/>
                  </a:ext>
                </a:extLst>
              </p14:cNvPr>
              <p14:cNvContentPartPr/>
              <p14:nvPr/>
            </p14:nvContentPartPr>
            <p14:xfrm>
              <a:off x="1156061" y="1924023"/>
              <a:ext cx="6604200" cy="15696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D599E1C6-26D2-15FB-993F-BFC14D1E169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20421" y="1852383"/>
                <a:ext cx="667584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19EBD5C1-9779-F6EC-C367-47C7A91B7507}"/>
                  </a:ext>
                </a:extLst>
              </p14:cNvPr>
              <p14:cNvContentPartPr/>
              <p14:nvPr/>
            </p14:nvContentPartPr>
            <p14:xfrm>
              <a:off x="1271261" y="2134623"/>
              <a:ext cx="6334920" cy="22572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19EBD5C1-9779-F6EC-C367-47C7A91B750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35261" y="2062623"/>
                <a:ext cx="6406560" cy="36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AB107D17-FF56-5E35-3AB3-554D9DB63B0E}"/>
                  </a:ext>
                </a:extLst>
              </p14:cNvPr>
              <p14:cNvContentPartPr/>
              <p14:nvPr/>
            </p14:nvContentPartPr>
            <p14:xfrm>
              <a:off x="1200701" y="2556183"/>
              <a:ext cx="7442280" cy="26748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AB107D17-FF56-5E35-3AB3-554D9DB63B0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47061" y="2448183"/>
                <a:ext cx="7549920" cy="48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925BD391-F27C-9F85-4378-393F19CC6182}"/>
                  </a:ext>
                </a:extLst>
              </p14:cNvPr>
              <p14:cNvContentPartPr/>
              <p14:nvPr/>
            </p14:nvContentPartPr>
            <p14:xfrm>
              <a:off x="1207541" y="2818983"/>
              <a:ext cx="7120080" cy="21456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925BD391-F27C-9F85-4378-393F19CC618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53541" y="2711343"/>
                <a:ext cx="7227720" cy="43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15054F36-309F-2F66-AF04-561B396BFB53}"/>
                  </a:ext>
                </a:extLst>
              </p14:cNvPr>
              <p14:cNvContentPartPr/>
              <p14:nvPr/>
            </p14:nvContentPartPr>
            <p14:xfrm>
              <a:off x="1252541" y="3099423"/>
              <a:ext cx="7333920" cy="34092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15054F36-309F-2F66-AF04-561B396BFB5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98541" y="2991423"/>
                <a:ext cx="7441560" cy="55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80AD4B82-D0F9-A996-2204-880BF96C6C4F}"/>
                  </a:ext>
                </a:extLst>
              </p14:cNvPr>
              <p14:cNvContentPartPr/>
              <p14:nvPr/>
            </p14:nvContentPartPr>
            <p14:xfrm>
              <a:off x="1012421" y="3397863"/>
              <a:ext cx="2450880" cy="128880"/>
            </p14:xfrm>
          </p:contentPart>
        </mc:Choice>
        <mc:Fallback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80AD4B82-D0F9-A996-2204-880BF96C6C4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58421" y="3289863"/>
                <a:ext cx="255852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37AAEEB8-2A10-CB3C-9166-DDABBB115A09}"/>
                  </a:ext>
                </a:extLst>
              </p14:cNvPr>
              <p14:cNvContentPartPr/>
              <p14:nvPr/>
            </p14:nvContentPartPr>
            <p14:xfrm>
              <a:off x="1258661" y="2561223"/>
              <a:ext cx="6929280" cy="775800"/>
            </p14:xfrm>
          </p:contentPart>
        </mc:Choice>
        <mc:Fallback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37AAEEB8-2A10-CB3C-9166-DDABBB115A0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04661" y="2453583"/>
                <a:ext cx="7036920" cy="9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1C8E1D84-9A8A-D7B1-E699-3AFC1225A344}"/>
                  </a:ext>
                </a:extLst>
              </p14:cNvPr>
              <p14:cNvContentPartPr/>
              <p14:nvPr/>
            </p14:nvContentPartPr>
            <p14:xfrm>
              <a:off x="855101" y="3778383"/>
              <a:ext cx="149400" cy="1405800"/>
            </p14:xfrm>
          </p:contentPart>
        </mc:Choice>
        <mc:Fallback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1C8E1D84-9A8A-D7B1-E699-3AFC1225A34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01461" y="3670743"/>
                <a:ext cx="257040" cy="162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E11EE6C0-25DB-F799-9C6C-678D6BA9C96B}"/>
                  </a:ext>
                </a:extLst>
              </p14:cNvPr>
              <p14:cNvContentPartPr/>
              <p14:nvPr/>
            </p14:nvContentPartPr>
            <p14:xfrm>
              <a:off x="865541" y="5317023"/>
              <a:ext cx="194040" cy="1306800"/>
            </p14:xfrm>
          </p:contentPart>
        </mc:Choice>
        <mc:Fallback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E11EE6C0-25DB-F799-9C6C-678D6BA9C96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11541" y="5209023"/>
                <a:ext cx="301680" cy="1522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63772" y="814069"/>
            <a:ext cx="261620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</a:t>
            </a:r>
            <a:r>
              <a:rPr spc="-75" dirty="0"/>
              <a:t> </a:t>
            </a:r>
            <a:r>
              <a:rPr spc="-5" dirty="0"/>
              <a:t>Servlet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6683"/>
            <a:ext cx="7550784" cy="403669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4965" marR="15875" indent="-342900">
              <a:lnSpc>
                <a:spcPct val="80000"/>
              </a:lnSpc>
              <a:spcBef>
                <a:spcPts val="77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Servlets are execute </a:t>
            </a:r>
            <a:r>
              <a:rPr sz="2800" dirty="0">
                <a:latin typeface="Times New Roman"/>
                <a:cs typeface="Times New Roman"/>
              </a:rPr>
              <a:t>on </a:t>
            </a:r>
            <a:r>
              <a:rPr sz="2800" spc="-5" dirty="0">
                <a:latin typeface="Times New Roman"/>
                <a:cs typeface="Times New Roman"/>
              </a:rPr>
              <a:t>web servers, called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servlet containers</a:t>
            </a:r>
            <a:r>
              <a:rPr sz="2800" spc="-5" dirty="0">
                <a:latin typeface="Times New Roman"/>
                <a:cs typeface="Times New Roman"/>
              </a:rPr>
              <a:t>, and more recently, application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servers, indeed application containers, as far as </a:t>
            </a:r>
            <a:r>
              <a:rPr sz="2800" dirty="0">
                <a:latin typeface="Times New Roman"/>
                <a:cs typeface="Times New Roman"/>
              </a:rPr>
              <a:t>its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functionality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goes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beyond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" dirty="0">
                <a:latin typeface="Times New Roman"/>
                <a:cs typeface="Times New Roman"/>
              </a:rPr>
              <a:t> Servlets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execution,</a:t>
            </a:r>
            <a:endParaRPr sz="2800">
              <a:latin typeface="Times New Roman"/>
              <a:cs typeface="Times New Roman"/>
            </a:endParaRPr>
          </a:p>
          <a:p>
            <a:pPr marL="354965">
              <a:lnSpc>
                <a:spcPts val="2685"/>
              </a:lnSpc>
            </a:pPr>
            <a:r>
              <a:rPr sz="2800" spc="-5" dirty="0">
                <a:latin typeface="Times New Roman"/>
                <a:cs typeface="Times New Roman"/>
              </a:rPr>
              <a:t>e.g.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message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broker.</a:t>
            </a:r>
            <a:endParaRPr sz="2800">
              <a:latin typeface="Times New Roman"/>
              <a:cs typeface="Times New Roman"/>
            </a:endParaRPr>
          </a:p>
          <a:p>
            <a:pPr marL="355600" marR="196215" indent="-342900">
              <a:lnSpc>
                <a:spcPct val="8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They replace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original CGIs </a:t>
            </a:r>
            <a:r>
              <a:rPr sz="2800" dirty="0">
                <a:latin typeface="Times New Roman"/>
                <a:cs typeface="Times New Roman"/>
              </a:rPr>
              <a:t>to improve </a:t>
            </a:r>
            <a:r>
              <a:rPr sz="2800" spc="-5" dirty="0">
                <a:latin typeface="Times New Roman"/>
                <a:cs typeface="Times New Roman"/>
              </a:rPr>
              <a:t>their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execution and make application developing more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easy.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80000"/>
              </a:lnSpc>
              <a:spcBef>
                <a:spcPts val="67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In </a:t>
            </a:r>
            <a:r>
              <a:rPr sz="2800" spc="-5" dirty="0">
                <a:latin typeface="Times New Roman"/>
                <a:cs typeface="Times New Roman"/>
              </a:rPr>
              <a:t>any case, web servers are traditionally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considered as </a:t>
            </a:r>
            <a:r>
              <a:rPr sz="2800" b="1" i="1" spc="-5" dirty="0">
                <a:latin typeface="Times New Roman"/>
                <a:cs typeface="Times New Roman"/>
              </a:rPr>
              <a:t>static </a:t>
            </a:r>
            <a:r>
              <a:rPr sz="2800" spc="-5" dirty="0">
                <a:latin typeface="Times New Roman"/>
                <a:cs typeface="Times New Roman"/>
              </a:rPr>
              <a:t>content providers, while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application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servers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dynamic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content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providers.</a:t>
            </a:r>
            <a:endParaRPr sz="28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F6769651-E8A4-E3C6-9BF5-78499486EDC7}"/>
                  </a:ext>
                </a:extLst>
              </p14:cNvPr>
              <p14:cNvContentPartPr/>
              <p14:nvPr/>
            </p14:nvContentPartPr>
            <p14:xfrm>
              <a:off x="875981" y="2090343"/>
              <a:ext cx="215640" cy="403128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F6769651-E8A4-E3C6-9BF5-78499486EDC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2341" y="1982703"/>
                <a:ext cx="323280" cy="4246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9044" y="814069"/>
            <a:ext cx="258572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Servlet</a:t>
            </a:r>
            <a:r>
              <a:rPr spc="-80" dirty="0"/>
              <a:t> </a:t>
            </a:r>
            <a:r>
              <a:rPr spc="-5" dirty="0"/>
              <a:t>aim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3115" y="1835530"/>
            <a:ext cx="7403465" cy="230124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1016000" indent="-342900">
              <a:lnSpc>
                <a:spcPts val="3020"/>
              </a:lnSpc>
              <a:spcBef>
                <a:spcPts val="484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Basically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require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tool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implement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client/server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HTTP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protocol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dialogue: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ts val="2735"/>
              </a:lnSpc>
              <a:spcBef>
                <a:spcPts val="259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tool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obtain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information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contained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HTTP</a:t>
            </a:r>
            <a:endParaRPr sz="2400">
              <a:latin typeface="Times New Roman"/>
              <a:cs typeface="Times New Roman"/>
            </a:endParaRPr>
          </a:p>
          <a:p>
            <a:pPr marL="755650">
              <a:lnSpc>
                <a:spcPts val="2735"/>
              </a:lnSpc>
            </a:pPr>
            <a:r>
              <a:rPr sz="2400" b="1" spc="-5" dirty="0">
                <a:latin typeface="Times New Roman"/>
                <a:cs typeface="Times New Roman"/>
              </a:rPr>
              <a:t>request</a:t>
            </a:r>
            <a:r>
              <a:rPr sz="2400" spc="-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755650" marR="85725" lvl="1" indent="-286385">
              <a:lnSpc>
                <a:spcPts val="2590"/>
              </a:lnSpc>
              <a:spcBef>
                <a:spcPts val="615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tool to compose the HTTP </a:t>
            </a:r>
            <a:r>
              <a:rPr sz="2400" b="1" spc="-5" dirty="0">
                <a:latin typeface="Times New Roman"/>
                <a:cs typeface="Times New Roman"/>
              </a:rPr>
              <a:t>reply </a:t>
            </a:r>
            <a:r>
              <a:rPr sz="2400" spc="-5" dirty="0">
                <a:latin typeface="Times New Roman"/>
                <a:cs typeface="Times New Roman"/>
              </a:rPr>
              <a:t>to </a:t>
            </a:r>
            <a:r>
              <a:rPr sz="2400" dirty="0">
                <a:latin typeface="Times New Roman"/>
                <a:cs typeface="Times New Roman"/>
              </a:rPr>
              <a:t>send back </a:t>
            </a:r>
            <a:r>
              <a:rPr sz="2400" spc="-5" dirty="0">
                <a:latin typeface="Times New Roman"/>
                <a:cs typeface="Times New Roman"/>
              </a:rPr>
              <a:t>to the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client.</a:t>
            </a:r>
            <a:endParaRPr sz="24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656FD524-3FF3-2818-9F0A-19B8AF55FC87}"/>
                  </a:ext>
                </a:extLst>
              </p14:cNvPr>
              <p14:cNvContentPartPr/>
              <p14:nvPr/>
            </p14:nvContentPartPr>
            <p14:xfrm>
              <a:off x="1204661" y="2061903"/>
              <a:ext cx="5972760" cy="12384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656FD524-3FF3-2818-9F0A-19B8AF55FC8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51021" y="1954263"/>
                <a:ext cx="6080400" cy="3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FDAF685C-22D8-A15D-06DC-B8599E00878B}"/>
                  </a:ext>
                </a:extLst>
              </p14:cNvPr>
              <p14:cNvContentPartPr/>
              <p14:nvPr/>
            </p14:nvContentPartPr>
            <p14:xfrm>
              <a:off x="1044461" y="2421903"/>
              <a:ext cx="5568480" cy="10908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FDAF685C-22D8-A15D-06DC-B8599E00878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90821" y="2313903"/>
                <a:ext cx="5676120" cy="32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5E2EED66-33F3-DD90-7A6E-420557978238}"/>
                  </a:ext>
                </a:extLst>
              </p14:cNvPr>
              <p14:cNvContentPartPr/>
              <p14:nvPr/>
            </p14:nvContentPartPr>
            <p14:xfrm>
              <a:off x="1550261" y="2886663"/>
              <a:ext cx="6494400" cy="21528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5E2EED66-33F3-DD90-7A6E-42055797823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96261" y="2778663"/>
                <a:ext cx="6602040" cy="43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C2A7A4FC-27F0-B454-4C00-F1657953EEC4}"/>
                  </a:ext>
                </a:extLst>
              </p14:cNvPr>
              <p14:cNvContentPartPr/>
              <p14:nvPr/>
            </p14:nvContentPartPr>
            <p14:xfrm>
              <a:off x="1453061" y="3163503"/>
              <a:ext cx="1197000" cy="24444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C2A7A4FC-27F0-B454-4C00-F1657953EEC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99061" y="3055503"/>
                <a:ext cx="1304640" cy="46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8F83F672-7B9F-9614-1AF9-2DE996656C83}"/>
                  </a:ext>
                </a:extLst>
              </p14:cNvPr>
              <p14:cNvContentPartPr/>
              <p14:nvPr/>
            </p14:nvContentPartPr>
            <p14:xfrm>
              <a:off x="2525141" y="2835183"/>
              <a:ext cx="2480400" cy="10908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8F83F672-7B9F-9614-1AF9-2DE996656C8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71141" y="2727183"/>
                <a:ext cx="2588040" cy="32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56081137-E544-CCEE-4B39-461F8D7D2816}"/>
                  </a:ext>
                </a:extLst>
              </p14:cNvPr>
              <p14:cNvContentPartPr/>
              <p14:nvPr/>
            </p14:nvContentPartPr>
            <p14:xfrm>
              <a:off x="1581581" y="3536823"/>
              <a:ext cx="6451920" cy="21564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56081137-E544-CCEE-4B39-461F8D7D281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27581" y="3429183"/>
                <a:ext cx="6559560" cy="43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6792CEC7-FB98-3C2B-697A-C398856E9197}"/>
                  </a:ext>
                </a:extLst>
              </p14:cNvPr>
              <p14:cNvContentPartPr/>
              <p14:nvPr/>
            </p14:nvContentPartPr>
            <p14:xfrm>
              <a:off x="1516781" y="3954783"/>
              <a:ext cx="889920" cy="154080"/>
            </p14:xfrm>
          </p:contentPart>
        </mc:Choice>
        <mc:Fallback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6792CEC7-FB98-3C2B-697A-C398856E919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462781" y="3847143"/>
                <a:ext cx="997560" cy="369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4157" y="464819"/>
            <a:ext cx="611314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Servlet's</a:t>
            </a:r>
            <a:r>
              <a:rPr spc="-25" dirty="0"/>
              <a:t> </a:t>
            </a:r>
            <a:r>
              <a:rPr spc="-5" dirty="0"/>
              <a:t>requested</a:t>
            </a:r>
            <a:r>
              <a:rPr spc="-20" dirty="0"/>
              <a:t> </a:t>
            </a:r>
            <a:r>
              <a:rPr spc="-5" dirty="0"/>
              <a:t>features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952" y="1462468"/>
            <a:ext cx="7538720" cy="454914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4965" marR="1176655" indent="-342900">
              <a:lnSpc>
                <a:spcPts val="3020"/>
              </a:lnSpc>
              <a:spcBef>
                <a:spcPts val="484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To </a:t>
            </a:r>
            <a:r>
              <a:rPr sz="2800" dirty="0">
                <a:latin typeface="Times New Roman"/>
                <a:cs typeface="Times New Roman"/>
              </a:rPr>
              <a:t>handle </a:t>
            </a:r>
            <a:r>
              <a:rPr sz="2800" spc="-5" dirty="0">
                <a:latin typeface="Times New Roman"/>
                <a:cs typeface="Times New Roman"/>
              </a:rPr>
              <a:t>objects with </a:t>
            </a:r>
            <a:r>
              <a:rPr sz="2800" b="1" i="1" spc="-5" dirty="0">
                <a:latin typeface="Times New Roman"/>
                <a:cs typeface="Times New Roman"/>
              </a:rPr>
              <a:t>different scopes </a:t>
            </a:r>
            <a:r>
              <a:rPr sz="2800" dirty="0">
                <a:latin typeface="Times New Roman"/>
                <a:cs typeface="Times New Roman"/>
              </a:rPr>
              <a:t>to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implement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kind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web application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3535">
              <a:lnSpc>
                <a:spcPts val="3020"/>
              </a:lnSpc>
              <a:spcBef>
                <a:spcPts val="68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mechanism </a:t>
            </a:r>
            <a:r>
              <a:rPr sz="2800" dirty="0">
                <a:latin typeface="Times New Roman"/>
                <a:cs typeface="Times New Roman"/>
              </a:rPr>
              <a:t>to </a:t>
            </a:r>
            <a:r>
              <a:rPr sz="2800" spc="-5" dirty="0">
                <a:latin typeface="Times New Roman"/>
                <a:cs typeface="Times New Roman"/>
              </a:rPr>
              <a:t>handle </a:t>
            </a:r>
            <a:r>
              <a:rPr sz="2800" b="1" i="1" spc="-5" dirty="0">
                <a:latin typeface="Times New Roman"/>
                <a:cs typeface="Times New Roman"/>
              </a:rPr>
              <a:t>multiple requests </a:t>
            </a:r>
            <a:r>
              <a:rPr sz="2800" spc="-5" dirty="0">
                <a:latin typeface="Times New Roman"/>
                <a:cs typeface="Times New Roman"/>
              </a:rPr>
              <a:t>made </a:t>
            </a:r>
            <a:r>
              <a:rPr sz="2800" dirty="0">
                <a:latin typeface="Times New Roman"/>
                <a:cs typeface="Times New Roman"/>
              </a:rPr>
              <a:t>in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same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session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same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client</a:t>
            </a:r>
            <a:endParaRPr sz="2800">
              <a:latin typeface="Times New Roman"/>
              <a:cs typeface="Times New Roman"/>
            </a:endParaRPr>
          </a:p>
          <a:p>
            <a:pPr marL="354965" marR="153035" indent="-342900">
              <a:lnSpc>
                <a:spcPts val="3020"/>
              </a:lnSpc>
              <a:spcBef>
                <a:spcPts val="68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Support for </a:t>
            </a:r>
            <a:r>
              <a:rPr sz="2800" spc="-5" dirty="0">
                <a:latin typeface="Times New Roman"/>
                <a:cs typeface="Times New Roman"/>
              </a:rPr>
              <a:t>multiple </a:t>
            </a:r>
            <a:r>
              <a:rPr sz="2800" b="1" i="1" spc="-5" dirty="0">
                <a:latin typeface="Times New Roman"/>
                <a:cs typeface="Times New Roman"/>
              </a:rPr>
              <a:t>simultaneous requests </a:t>
            </a:r>
            <a:r>
              <a:rPr sz="2800" dirty="0">
                <a:latin typeface="Times New Roman"/>
                <a:cs typeface="Times New Roman"/>
              </a:rPr>
              <a:t>from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different clients </a:t>
            </a:r>
            <a:r>
              <a:rPr sz="2800" dirty="0">
                <a:latin typeface="Times New Roman"/>
                <a:cs typeface="Times New Roman"/>
              </a:rPr>
              <a:t>to the </a:t>
            </a:r>
            <a:r>
              <a:rPr sz="2800" spc="-5" dirty="0">
                <a:latin typeface="Times New Roman"/>
                <a:cs typeface="Times New Roman"/>
              </a:rPr>
              <a:t>same Servlet. </a:t>
            </a:r>
            <a:r>
              <a:rPr sz="2800" dirty="0">
                <a:latin typeface="Times New Roman"/>
                <a:cs typeface="Times New Roman"/>
              </a:rPr>
              <a:t>So, </a:t>
            </a:r>
            <a:r>
              <a:rPr sz="2800" spc="-5" dirty="0">
                <a:latin typeface="Times New Roman"/>
                <a:cs typeface="Times New Roman"/>
              </a:rPr>
              <a:t>any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concurrency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inconsistency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must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solved.</a:t>
            </a:r>
            <a:endParaRPr sz="2800">
              <a:latin typeface="Times New Roman"/>
              <a:cs typeface="Times New Roman"/>
            </a:endParaRPr>
          </a:p>
          <a:p>
            <a:pPr marL="355600" marR="144780" indent="-342900">
              <a:lnSpc>
                <a:spcPts val="3020"/>
              </a:lnSpc>
              <a:spcBef>
                <a:spcPts val="68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It would be </a:t>
            </a:r>
            <a:r>
              <a:rPr sz="2800" spc="-5" dirty="0">
                <a:latin typeface="Times New Roman"/>
                <a:cs typeface="Times New Roman"/>
              </a:rPr>
              <a:t>desirable </a:t>
            </a:r>
            <a:r>
              <a:rPr sz="2800" dirty="0">
                <a:latin typeface="Times New Roman"/>
                <a:cs typeface="Times New Roman"/>
              </a:rPr>
              <a:t>to </a:t>
            </a:r>
            <a:r>
              <a:rPr sz="2800" spc="-5" dirty="0">
                <a:latin typeface="Times New Roman"/>
                <a:cs typeface="Times New Roman"/>
              </a:rPr>
              <a:t>have </a:t>
            </a:r>
            <a:r>
              <a:rPr sz="2800" dirty="0">
                <a:latin typeface="Times New Roman"/>
                <a:cs typeface="Times New Roman"/>
              </a:rPr>
              <a:t>the option to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distribute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5" dirty="0">
                <a:latin typeface="Times New Roman"/>
                <a:cs typeface="Times New Roman"/>
              </a:rPr>
              <a:t>processing </a:t>
            </a:r>
            <a:r>
              <a:rPr sz="2800" dirty="0">
                <a:latin typeface="Times New Roman"/>
                <a:cs typeface="Times New Roman"/>
              </a:rPr>
              <a:t>of the </a:t>
            </a:r>
            <a:r>
              <a:rPr sz="2800" spc="-5" dirty="0">
                <a:latin typeface="Times New Roman"/>
                <a:cs typeface="Times New Roman"/>
              </a:rPr>
              <a:t>request among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different Servlets, </a:t>
            </a:r>
            <a:r>
              <a:rPr sz="2800" b="1" i="1" spc="-5" dirty="0">
                <a:latin typeface="Times New Roman"/>
                <a:cs typeface="Times New Roman"/>
              </a:rPr>
              <a:t>forwarding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5" dirty="0">
                <a:latin typeface="Times New Roman"/>
                <a:cs typeface="Times New Roman"/>
              </a:rPr>
              <a:t>request </a:t>
            </a:r>
            <a:r>
              <a:rPr sz="2800" spc="-5" dirty="0">
                <a:latin typeface="Times New Roman"/>
                <a:cs typeface="Times New Roman"/>
              </a:rPr>
              <a:t>among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them.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46097" y="814069"/>
            <a:ext cx="50526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Servlets</a:t>
            </a:r>
            <a:r>
              <a:rPr spc="-10" dirty="0"/>
              <a:t> </a:t>
            </a:r>
            <a:r>
              <a:rPr spc="-5" dirty="0"/>
              <a:t>–</a:t>
            </a:r>
            <a:r>
              <a:rPr spc="-10" dirty="0"/>
              <a:t> </a:t>
            </a:r>
            <a:r>
              <a:rPr spc="-5" dirty="0"/>
              <a:t>cycle</a:t>
            </a:r>
            <a:r>
              <a:rPr spc="-15" dirty="0"/>
              <a:t> </a:t>
            </a:r>
            <a:r>
              <a:rPr spc="-5" dirty="0"/>
              <a:t>of</a:t>
            </a:r>
            <a:r>
              <a:rPr spc="-15" dirty="0"/>
              <a:t> </a:t>
            </a:r>
            <a:r>
              <a:rPr spc="-5" dirty="0"/>
              <a:t>life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88427" y="1694700"/>
            <a:ext cx="6984365" cy="392747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65"/>
              </a:spcBef>
              <a:buChar char="•"/>
              <a:tabLst>
                <a:tab pos="241300" algn="l"/>
              </a:tabLst>
            </a:pPr>
            <a:r>
              <a:rPr sz="3200" spc="-5" dirty="0">
                <a:latin typeface="Times New Roman"/>
                <a:cs typeface="Times New Roman"/>
              </a:rPr>
              <a:t>Any Servlet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has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cycle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 life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including:</a:t>
            </a:r>
            <a:endParaRPr sz="32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770"/>
              </a:spcBef>
            </a:pPr>
            <a:r>
              <a:rPr sz="3200" spc="45" dirty="0">
                <a:latin typeface="Times New Roman"/>
                <a:cs typeface="Times New Roman"/>
              </a:rPr>
              <a:t>–The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Servlet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load</a:t>
            </a:r>
            <a:endParaRPr sz="32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770"/>
              </a:spcBef>
            </a:pPr>
            <a:r>
              <a:rPr sz="3200" spc="45" dirty="0">
                <a:latin typeface="Times New Roman"/>
                <a:cs typeface="Times New Roman"/>
              </a:rPr>
              <a:t>–The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processing</a:t>
            </a:r>
            <a:r>
              <a:rPr sz="3200" b="1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requests</a:t>
            </a:r>
            <a:endParaRPr sz="32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765"/>
              </a:spcBef>
            </a:pPr>
            <a:r>
              <a:rPr sz="3200" spc="45" dirty="0">
                <a:latin typeface="Times New Roman"/>
                <a:cs typeface="Times New Roman"/>
              </a:rPr>
              <a:t>–The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Servlet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unload</a:t>
            </a:r>
            <a:endParaRPr sz="3200">
              <a:latin typeface="Times New Roman"/>
              <a:cs typeface="Times New Roman"/>
            </a:endParaRPr>
          </a:p>
          <a:p>
            <a:pPr marL="240665" marR="5080" indent="-228600" algn="just">
              <a:lnSpc>
                <a:spcPct val="100000"/>
              </a:lnSpc>
              <a:spcBef>
                <a:spcPts val="770"/>
              </a:spcBef>
              <a:buChar char="•"/>
              <a:tabLst>
                <a:tab pos="2413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The </a:t>
            </a:r>
            <a:r>
              <a:rPr sz="3200" i="1" spc="-5" dirty="0">
                <a:latin typeface="Times New Roman"/>
                <a:cs typeface="Times New Roman"/>
              </a:rPr>
              <a:t>Servlet container </a:t>
            </a:r>
            <a:r>
              <a:rPr sz="3200" spc="-5" dirty="0">
                <a:latin typeface="Times New Roman"/>
                <a:cs typeface="Times New Roman"/>
              </a:rPr>
              <a:t>handles the Servlet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cycle of life. We do not need to know the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details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Servlet programmers.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Servlets</a:t>
            </a:r>
            <a:r>
              <a:rPr spc="-15" dirty="0"/>
              <a:t> </a:t>
            </a:r>
            <a:r>
              <a:rPr spc="-5" dirty="0"/>
              <a:t>–</a:t>
            </a:r>
            <a:r>
              <a:rPr spc="-15" dirty="0"/>
              <a:t> </a:t>
            </a:r>
            <a:r>
              <a:rPr spc="-5" dirty="0"/>
              <a:t>Life</a:t>
            </a:r>
            <a:r>
              <a:rPr spc="-20" dirty="0"/>
              <a:t> </a:t>
            </a:r>
            <a:r>
              <a:rPr spc="-5" dirty="0"/>
              <a:t>cycle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7101" y="1773238"/>
            <a:ext cx="6324510" cy="420300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FBC6FC1C-3365-B9FD-2002-A76915206A3D}"/>
                  </a:ext>
                </a:extLst>
              </p14:cNvPr>
              <p14:cNvContentPartPr/>
              <p14:nvPr/>
            </p14:nvContentPartPr>
            <p14:xfrm>
              <a:off x="1022141" y="2029503"/>
              <a:ext cx="4357440" cy="478368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FBC6FC1C-3365-B9FD-2002-A76915206A3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8501" y="1921503"/>
                <a:ext cx="4465080" cy="4999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Servlets</a:t>
            </a:r>
            <a:r>
              <a:rPr spc="-15" dirty="0"/>
              <a:t> </a:t>
            </a:r>
            <a:r>
              <a:rPr spc="-5" dirty="0"/>
              <a:t>–</a:t>
            </a:r>
            <a:r>
              <a:rPr spc="-15" dirty="0"/>
              <a:t> </a:t>
            </a:r>
            <a:r>
              <a:rPr spc="-5" dirty="0"/>
              <a:t>Life</a:t>
            </a:r>
            <a:r>
              <a:rPr spc="-20" dirty="0"/>
              <a:t> </a:t>
            </a:r>
            <a:r>
              <a:rPr spc="-5" dirty="0"/>
              <a:t>cycle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02027"/>
            <a:ext cx="7609205" cy="3610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0858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Servlets are loaded/unloaded </a:t>
            </a:r>
            <a:r>
              <a:rPr sz="2800" dirty="0">
                <a:latin typeface="Times New Roman"/>
                <a:cs typeface="Times New Roman"/>
              </a:rPr>
              <a:t>by the </a:t>
            </a:r>
            <a:r>
              <a:rPr sz="2800" spc="-5" dirty="0">
                <a:latin typeface="Times New Roman"/>
                <a:cs typeface="Times New Roman"/>
              </a:rPr>
              <a:t>Servlet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container. The container decides when </a:t>
            </a:r>
            <a:r>
              <a:rPr sz="2800" dirty="0">
                <a:latin typeface="Times New Roman"/>
                <a:cs typeface="Times New Roman"/>
              </a:rPr>
              <a:t>to do </a:t>
            </a:r>
            <a:r>
              <a:rPr sz="2800" spc="-5" dirty="0">
                <a:latin typeface="Times New Roman"/>
                <a:cs typeface="Times New Roman"/>
              </a:rPr>
              <a:t>that, </a:t>
            </a:r>
            <a:r>
              <a:rPr sz="2800" dirty="0">
                <a:latin typeface="Times New Roman"/>
                <a:cs typeface="Times New Roman"/>
              </a:rPr>
              <a:t> on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container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start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up,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servlet's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first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request,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etc.</a:t>
            </a:r>
            <a:endParaRPr sz="2800">
              <a:latin typeface="Times New Roman"/>
              <a:cs typeface="Times New Roman"/>
            </a:endParaRPr>
          </a:p>
          <a:p>
            <a:pPr marL="354965" marR="5080" indent="-342900">
              <a:lnSpc>
                <a:spcPct val="100000"/>
              </a:lnSpc>
              <a:spcBef>
                <a:spcPts val="67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On loading any Servlet,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dirty="0">
                <a:solidFill>
                  <a:srgbClr val="3333CC"/>
                </a:solidFill>
                <a:latin typeface="Times New Roman"/>
                <a:cs typeface="Times New Roman"/>
              </a:rPr>
              <a:t>init() </a:t>
            </a:r>
            <a:r>
              <a:rPr sz="2800" spc="-5" dirty="0">
                <a:latin typeface="Times New Roman"/>
                <a:cs typeface="Times New Roman"/>
              </a:rPr>
              <a:t>method </a:t>
            </a:r>
            <a:r>
              <a:rPr sz="2800" dirty="0">
                <a:latin typeface="Times New Roman"/>
                <a:cs typeface="Times New Roman"/>
              </a:rPr>
              <a:t>is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executed,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but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3333CC"/>
                </a:solidFill>
                <a:latin typeface="Times New Roman"/>
                <a:cs typeface="Times New Roman"/>
              </a:rPr>
              <a:t>init()</a:t>
            </a:r>
            <a:r>
              <a:rPr sz="2800" spc="-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method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called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only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once</a:t>
            </a:r>
            <a:r>
              <a:rPr sz="2800" spc="-5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355600" marR="10668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Before any Servlet </a:t>
            </a:r>
            <a:r>
              <a:rPr sz="2800" dirty="0">
                <a:latin typeface="Times New Roman"/>
                <a:cs typeface="Times New Roman"/>
              </a:rPr>
              <a:t>is </a:t>
            </a:r>
            <a:r>
              <a:rPr sz="2800" b="1" spc="-5" dirty="0">
                <a:latin typeface="Times New Roman"/>
                <a:cs typeface="Times New Roman"/>
              </a:rPr>
              <a:t>reloaded</a:t>
            </a:r>
            <a:r>
              <a:rPr sz="2800" spc="-5" dirty="0">
                <a:latin typeface="Times New Roman"/>
                <a:cs typeface="Times New Roman"/>
              </a:rPr>
              <a:t>,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solidFill>
                  <a:srgbClr val="3333CC"/>
                </a:solidFill>
                <a:latin typeface="Times New Roman"/>
                <a:cs typeface="Times New Roman"/>
              </a:rPr>
              <a:t>destroy() </a:t>
            </a:r>
            <a:r>
              <a:rPr sz="28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method </a:t>
            </a:r>
            <a:r>
              <a:rPr sz="2800" dirty="0">
                <a:latin typeface="Times New Roman"/>
                <a:cs typeface="Times New Roman"/>
              </a:rPr>
              <a:t>is </a:t>
            </a:r>
            <a:r>
              <a:rPr sz="2800" spc="-5" dirty="0">
                <a:latin typeface="Times New Roman"/>
                <a:cs typeface="Times New Roman"/>
              </a:rPr>
              <a:t>called. The same as when any Servlet </a:t>
            </a:r>
            <a:r>
              <a:rPr sz="2800" dirty="0">
                <a:latin typeface="Times New Roman"/>
                <a:cs typeface="Times New Roman"/>
              </a:rPr>
              <a:t>is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unloaded.</a:t>
            </a:r>
            <a:endParaRPr sz="28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177CF5FE-4D7E-D434-A7E5-DC471E96270C}"/>
                  </a:ext>
                </a:extLst>
              </p14:cNvPr>
              <p14:cNvContentPartPr/>
              <p14:nvPr/>
            </p14:nvContentPartPr>
            <p14:xfrm>
              <a:off x="830621" y="2123823"/>
              <a:ext cx="196560" cy="323532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177CF5FE-4D7E-D434-A7E5-DC471E96270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6981" y="2016183"/>
                <a:ext cx="304200" cy="3450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Servlets</a:t>
            </a:r>
            <a:r>
              <a:rPr spc="-15" dirty="0"/>
              <a:t> </a:t>
            </a:r>
            <a:r>
              <a:rPr spc="-5" dirty="0"/>
              <a:t>–</a:t>
            </a:r>
            <a:r>
              <a:rPr spc="-15" dirty="0"/>
              <a:t> </a:t>
            </a:r>
            <a:r>
              <a:rPr spc="-5" dirty="0"/>
              <a:t>Life</a:t>
            </a:r>
            <a:r>
              <a:rPr spc="-20" dirty="0"/>
              <a:t> </a:t>
            </a:r>
            <a:r>
              <a:rPr spc="-5" dirty="0"/>
              <a:t>cycle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02027"/>
            <a:ext cx="7539355" cy="39516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 request processing results </a:t>
            </a:r>
            <a:r>
              <a:rPr sz="2800" dirty="0">
                <a:latin typeface="Times New Roman"/>
                <a:cs typeface="Times New Roman"/>
              </a:rPr>
              <a:t>from the </a:t>
            </a:r>
            <a:r>
              <a:rPr sz="2800" spc="-5" dirty="0">
                <a:solidFill>
                  <a:srgbClr val="3333CC"/>
                </a:solidFill>
                <a:latin typeface="Times New Roman"/>
                <a:cs typeface="Times New Roman"/>
              </a:rPr>
              <a:t>service() </a:t>
            </a:r>
            <a:r>
              <a:rPr sz="280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method execution, </a:t>
            </a:r>
            <a:r>
              <a:rPr sz="2800" dirty="0">
                <a:latin typeface="Times New Roman"/>
                <a:cs typeface="Times New Roman"/>
              </a:rPr>
              <a:t>in </a:t>
            </a:r>
            <a:r>
              <a:rPr sz="2800" spc="-5" dirty="0">
                <a:latin typeface="Times New Roman"/>
                <a:cs typeface="Times New Roman"/>
              </a:rPr>
              <a:t>particular, there </a:t>
            </a:r>
            <a:r>
              <a:rPr sz="2800" dirty="0">
                <a:latin typeface="Times New Roman"/>
                <a:cs typeface="Times New Roman"/>
              </a:rPr>
              <a:t>is the option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 </a:t>
            </a:r>
            <a:r>
              <a:rPr sz="2800" spc="-5" dirty="0">
                <a:latin typeface="Times New Roman"/>
                <a:cs typeface="Times New Roman"/>
              </a:rPr>
              <a:t>over-write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methods: doGET(), doPOST(),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etc., </a:t>
            </a:r>
            <a:r>
              <a:rPr sz="2800" dirty="0">
                <a:latin typeface="Times New Roman"/>
                <a:cs typeface="Times New Roman"/>
              </a:rPr>
              <a:t>to </a:t>
            </a:r>
            <a:r>
              <a:rPr sz="2800" spc="-5" dirty="0">
                <a:latin typeface="Times New Roman"/>
                <a:cs typeface="Times New Roman"/>
              </a:rPr>
              <a:t>distinguish which code </a:t>
            </a:r>
            <a:r>
              <a:rPr sz="2800" dirty="0">
                <a:latin typeface="Times New Roman"/>
                <a:cs typeface="Times New Roman"/>
              </a:rPr>
              <a:t>to </a:t>
            </a:r>
            <a:r>
              <a:rPr sz="2800" spc="-5" dirty="0">
                <a:latin typeface="Times New Roman"/>
                <a:cs typeface="Times New Roman"/>
              </a:rPr>
              <a:t>execute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depending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HTTP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request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command.</a:t>
            </a:r>
            <a:endParaRPr sz="2800">
              <a:latin typeface="Times New Roman"/>
              <a:cs typeface="Times New Roman"/>
            </a:endParaRPr>
          </a:p>
          <a:p>
            <a:pPr marL="354965" marR="254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Any </a:t>
            </a:r>
            <a:r>
              <a:rPr sz="2800" spc="-5" dirty="0">
                <a:solidFill>
                  <a:srgbClr val="3333CC"/>
                </a:solidFill>
                <a:latin typeface="Times New Roman"/>
                <a:cs typeface="Times New Roman"/>
              </a:rPr>
              <a:t>service() </a:t>
            </a:r>
            <a:r>
              <a:rPr sz="2800" spc="-5" dirty="0">
                <a:latin typeface="Times New Roman"/>
                <a:cs typeface="Times New Roman"/>
              </a:rPr>
              <a:t>method invocation </a:t>
            </a:r>
            <a:r>
              <a:rPr sz="2800" dirty="0">
                <a:latin typeface="Times New Roman"/>
                <a:cs typeface="Times New Roman"/>
              </a:rPr>
              <a:t>is </a:t>
            </a:r>
            <a:r>
              <a:rPr sz="2800" spc="-5" dirty="0">
                <a:latin typeface="Times New Roman"/>
                <a:cs typeface="Times New Roman"/>
              </a:rPr>
              <a:t>executed </a:t>
            </a:r>
            <a:r>
              <a:rPr sz="2800" dirty="0">
                <a:latin typeface="Times New Roman"/>
                <a:cs typeface="Times New Roman"/>
              </a:rPr>
              <a:t>in </a:t>
            </a:r>
            <a:r>
              <a:rPr sz="2800" spc="-5" dirty="0">
                <a:latin typeface="Times New Roman"/>
                <a:cs typeface="Times New Roman"/>
              </a:rPr>
              <a:t>an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independent thread</a:t>
            </a:r>
            <a:r>
              <a:rPr sz="2800" spc="-5" dirty="0">
                <a:latin typeface="Times New Roman"/>
                <a:cs typeface="Times New Roman"/>
              </a:rPr>
              <a:t>, </a:t>
            </a:r>
            <a:r>
              <a:rPr sz="2800" dirty="0">
                <a:latin typeface="Times New Roman"/>
                <a:cs typeface="Times New Roman"/>
              </a:rPr>
              <a:t>but the </a:t>
            </a:r>
            <a:r>
              <a:rPr sz="2800" b="1" spc="-5" dirty="0">
                <a:latin typeface="Times New Roman"/>
                <a:cs typeface="Times New Roman"/>
              </a:rPr>
              <a:t>same Servlet </a:t>
            </a:r>
            <a:r>
              <a:rPr sz="2800" i="1" spc="-5" dirty="0">
                <a:latin typeface="Times New Roman"/>
                <a:cs typeface="Times New Roman"/>
              </a:rPr>
              <a:t>object </a:t>
            </a:r>
            <a:r>
              <a:rPr sz="2800" i="1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 </a:t>
            </a:r>
            <a:r>
              <a:rPr sz="2800" spc="-5" dirty="0">
                <a:latin typeface="Times New Roman"/>
                <a:cs typeface="Times New Roman"/>
              </a:rPr>
              <a:t>used </a:t>
            </a:r>
            <a:r>
              <a:rPr sz="2800" dirty="0">
                <a:latin typeface="Times New Roman"/>
                <a:cs typeface="Times New Roman"/>
              </a:rPr>
              <a:t>for </a:t>
            </a:r>
            <a:r>
              <a:rPr sz="2800" spc="-5" dirty="0">
                <a:latin typeface="Times New Roman"/>
                <a:cs typeface="Times New Roman"/>
              </a:rPr>
              <a:t>any client request, </a:t>
            </a:r>
            <a:r>
              <a:rPr sz="2800" dirty="0">
                <a:latin typeface="Times New Roman"/>
                <a:cs typeface="Times New Roman"/>
              </a:rPr>
              <a:t>so a </a:t>
            </a:r>
            <a:r>
              <a:rPr sz="2800" spc="-5" dirty="0">
                <a:latin typeface="Times New Roman"/>
                <a:cs typeface="Times New Roman"/>
              </a:rPr>
              <a:t>multi-thread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programming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style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necessary.</a:t>
            </a:r>
            <a:endParaRPr sz="28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389E9B53-2427-BA58-A773-BB24B40E240B}"/>
                  </a:ext>
                </a:extLst>
              </p14:cNvPr>
              <p14:cNvContentPartPr/>
              <p14:nvPr/>
            </p14:nvContentPartPr>
            <p14:xfrm>
              <a:off x="977141" y="4390023"/>
              <a:ext cx="49320" cy="179424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389E9B53-2427-BA58-A773-BB24B40E240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3141" y="4282383"/>
                <a:ext cx="156960" cy="20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011064C0-DF06-78B0-99AC-E0283471F0D6}"/>
                  </a:ext>
                </a:extLst>
              </p14:cNvPr>
              <p14:cNvContentPartPr/>
              <p14:nvPr/>
            </p14:nvContentPartPr>
            <p14:xfrm>
              <a:off x="1146701" y="4401543"/>
              <a:ext cx="7149960" cy="28116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011064C0-DF06-78B0-99AC-E0283471F0D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93061" y="4293543"/>
                <a:ext cx="7257600" cy="49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C38BFEE1-6578-4516-A7EF-17543CF3ADC8}"/>
                  </a:ext>
                </a:extLst>
              </p14:cNvPr>
              <p14:cNvContentPartPr/>
              <p14:nvPr/>
            </p14:nvContentPartPr>
            <p14:xfrm>
              <a:off x="977501" y="4794663"/>
              <a:ext cx="7155000" cy="31608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C38BFEE1-6578-4516-A7EF-17543CF3ADC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23861" y="4687023"/>
                <a:ext cx="7262640" cy="53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A988AAB0-3C96-59D9-E2CA-AC0945164C4E}"/>
                  </a:ext>
                </a:extLst>
              </p14:cNvPr>
              <p14:cNvContentPartPr/>
              <p14:nvPr/>
            </p14:nvContentPartPr>
            <p14:xfrm>
              <a:off x="1103141" y="4620423"/>
              <a:ext cx="6778440" cy="79056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A988AAB0-3C96-59D9-E2CA-AC0945164C4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49141" y="4512423"/>
                <a:ext cx="6886080" cy="10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74F6C6EB-092C-5A59-A438-F3AA894762D1}"/>
                  </a:ext>
                </a:extLst>
              </p14:cNvPr>
              <p14:cNvContentPartPr/>
              <p14:nvPr/>
            </p14:nvContentPartPr>
            <p14:xfrm>
              <a:off x="1030421" y="4421703"/>
              <a:ext cx="7223400" cy="147924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74F6C6EB-092C-5A59-A438-F3AA894762D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76421" y="4314063"/>
                <a:ext cx="7331040" cy="1694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Servlets</a:t>
            </a:r>
            <a:r>
              <a:rPr spc="-15" dirty="0"/>
              <a:t> </a:t>
            </a:r>
            <a:r>
              <a:rPr spc="-5" dirty="0"/>
              <a:t>–</a:t>
            </a:r>
            <a:r>
              <a:rPr spc="-15" dirty="0"/>
              <a:t> </a:t>
            </a:r>
            <a:r>
              <a:rPr spc="-5" dirty="0"/>
              <a:t>Life</a:t>
            </a:r>
            <a:r>
              <a:rPr spc="-20" dirty="0"/>
              <a:t> </a:t>
            </a:r>
            <a:r>
              <a:rPr spc="-5" dirty="0"/>
              <a:t>cycle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00504"/>
            <a:ext cx="7423784" cy="1976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330" marR="5080" indent="-342265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When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calling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method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Times New Roman"/>
                <a:cs typeface="Times New Roman"/>
              </a:rPr>
              <a:t>destroy() </a:t>
            </a:r>
            <a:r>
              <a:rPr sz="3200" spc="-5" dirty="0">
                <a:latin typeface="Times New Roman"/>
                <a:cs typeface="Times New Roman"/>
              </a:rPr>
              <a:t>it must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synchronized</a:t>
            </a:r>
            <a:r>
              <a:rPr sz="3200" b="1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with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method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Times New Roman"/>
                <a:cs typeface="Times New Roman"/>
              </a:rPr>
              <a:t>service() </a:t>
            </a:r>
            <a:r>
              <a:rPr sz="3200" spc="-78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due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any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potential pending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client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request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to be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served.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46712" y="814069"/>
            <a:ext cx="485076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Servlets</a:t>
            </a:r>
            <a:r>
              <a:rPr spc="-15" dirty="0"/>
              <a:t> </a:t>
            </a:r>
            <a:r>
              <a:rPr spc="-5" dirty="0"/>
              <a:t>–</a:t>
            </a:r>
            <a:r>
              <a:rPr spc="-15" dirty="0"/>
              <a:t> </a:t>
            </a:r>
            <a:r>
              <a:rPr spc="-5" dirty="0"/>
              <a:t>Threads</a:t>
            </a:r>
            <a:r>
              <a:rPr spc="-20" dirty="0"/>
              <a:t> </a:t>
            </a:r>
            <a:r>
              <a:rPr spc="-5" dirty="0"/>
              <a:t>(i)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01011"/>
            <a:ext cx="7158990" cy="427355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8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There are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two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Servlet execution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styles: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9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Servlet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thread-safe:</a:t>
            </a:r>
            <a:endParaRPr sz="28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585"/>
              </a:spcBef>
              <a:buChar char="–"/>
              <a:tabLst>
                <a:tab pos="1155700" algn="l"/>
              </a:tabLst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single instance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serves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concurrent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requests</a:t>
            </a:r>
            <a:endParaRPr sz="24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Char char="–"/>
              <a:tabLst>
                <a:tab pos="1155700" algn="l"/>
              </a:tabLst>
            </a:pPr>
            <a:r>
              <a:rPr sz="2400" spc="-5" dirty="0">
                <a:latin typeface="Times New Roman"/>
                <a:cs typeface="Times New Roman"/>
              </a:rPr>
              <a:t>Programming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thread-safe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Java </a:t>
            </a:r>
            <a:r>
              <a:rPr sz="2400" dirty="0">
                <a:latin typeface="Times New Roman"/>
                <a:cs typeface="Times New Roman"/>
              </a:rPr>
              <a:t>code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necessary.</a:t>
            </a:r>
            <a:endParaRPr sz="24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6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Servlet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SingleThreadModel:</a:t>
            </a:r>
            <a:endParaRPr sz="28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590"/>
              </a:spcBef>
              <a:buChar char="–"/>
              <a:tabLst>
                <a:tab pos="1155700" algn="l"/>
              </a:tabLst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single instance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serves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single request</a:t>
            </a:r>
            <a:endParaRPr sz="24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Char char="–"/>
              <a:tabLst>
                <a:tab pos="1155700" algn="l"/>
              </a:tabLst>
            </a:pPr>
            <a:r>
              <a:rPr sz="2400" spc="-5" dirty="0">
                <a:latin typeface="Times New Roman"/>
                <a:cs typeface="Times New Roman"/>
              </a:rPr>
              <a:t>Maybe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successive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requests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are </a:t>
            </a:r>
            <a:r>
              <a:rPr sz="2400" dirty="0">
                <a:latin typeface="Times New Roman"/>
                <a:cs typeface="Times New Roman"/>
              </a:rPr>
              <a:t>queued</a:t>
            </a:r>
            <a:endParaRPr sz="24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Char char="–"/>
              <a:tabLst>
                <a:tab pos="1155700" algn="l"/>
              </a:tabLst>
            </a:pPr>
            <a:r>
              <a:rPr sz="2400" spc="-5" dirty="0">
                <a:latin typeface="Times New Roman"/>
                <a:cs typeface="Times New Roman"/>
              </a:rPr>
              <a:t>Slow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procedure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5" dirty="0">
                <a:latin typeface="Times New Roman"/>
                <a:cs typeface="Times New Roman"/>
              </a:rPr>
              <a:t> memory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consuming</a:t>
            </a:r>
            <a:endParaRPr sz="24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Char char="–"/>
              <a:tabLst>
                <a:tab pos="1155700" algn="l"/>
              </a:tabLst>
            </a:pPr>
            <a:r>
              <a:rPr sz="2400" spc="-5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avoid,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maybe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not?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8988" y="814069"/>
            <a:ext cx="500634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Servlets</a:t>
            </a:r>
            <a:r>
              <a:rPr spc="-15" dirty="0"/>
              <a:t> </a:t>
            </a:r>
            <a:r>
              <a:rPr spc="-5" dirty="0"/>
              <a:t>–</a:t>
            </a:r>
            <a:r>
              <a:rPr spc="-10" dirty="0"/>
              <a:t> </a:t>
            </a:r>
            <a:r>
              <a:rPr spc="-5" dirty="0"/>
              <a:t>Threads</a:t>
            </a:r>
            <a:r>
              <a:rPr spc="-20" dirty="0"/>
              <a:t> </a:t>
            </a:r>
            <a:r>
              <a:rPr spc="-5" dirty="0"/>
              <a:t>(ii)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26665" y="1695450"/>
            <a:ext cx="7304405" cy="3893185"/>
            <a:chOff x="1626665" y="1695450"/>
            <a:chExt cx="7304405" cy="38931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26665" y="1885950"/>
              <a:ext cx="7304076" cy="370216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114800" y="1695450"/>
              <a:ext cx="647700" cy="304800"/>
            </a:xfrm>
            <a:custGeom>
              <a:avLst/>
              <a:gdLst/>
              <a:ahLst/>
              <a:cxnLst/>
              <a:rect l="l" t="t" r="r" b="b"/>
              <a:pathLst>
                <a:path w="647700" h="304800">
                  <a:moveTo>
                    <a:pt x="6477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647700" y="304800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16E2612E-5711-306C-F76F-99D34C6D5D51}"/>
                  </a:ext>
                </a:extLst>
              </p14:cNvPr>
              <p14:cNvContentPartPr/>
              <p14:nvPr/>
            </p14:nvContentPartPr>
            <p14:xfrm>
              <a:off x="910901" y="1759863"/>
              <a:ext cx="193680" cy="426852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16E2612E-5711-306C-F76F-99D34C6D5D5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7261" y="1652223"/>
                <a:ext cx="301320" cy="4484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1264" y="814069"/>
            <a:ext cx="516128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Servlets</a:t>
            </a:r>
            <a:r>
              <a:rPr spc="-15" dirty="0"/>
              <a:t> </a:t>
            </a:r>
            <a:r>
              <a:rPr spc="-5" dirty="0"/>
              <a:t>–</a:t>
            </a:r>
            <a:r>
              <a:rPr spc="-10" dirty="0"/>
              <a:t> </a:t>
            </a:r>
            <a:r>
              <a:rPr spc="-5" dirty="0"/>
              <a:t>Threads</a:t>
            </a:r>
            <a:r>
              <a:rPr spc="-15" dirty="0"/>
              <a:t> </a:t>
            </a:r>
            <a:r>
              <a:rPr spc="-5" dirty="0"/>
              <a:t>(iii)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43625" y="1676400"/>
            <a:ext cx="7586345" cy="3819525"/>
            <a:chOff x="1043625" y="1676400"/>
            <a:chExt cx="7586345" cy="38195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3625" y="1905000"/>
              <a:ext cx="7585983" cy="35909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429000" y="1676400"/>
              <a:ext cx="1409700" cy="438150"/>
            </a:xfrm>
            <a:custGeom>
              <a:avLst/>
              <a:gdLst/>
              <a:ahLst/>
              <a:cxnLst/>
              <a:rect l="l" t="t" r="r" b="b"/>
              <a:pathLst>
                <a:path w="1409700" h="438150">
                  <a:moveTo>
                    <a:pt x="1409700" y="0"/>
                  </a:moveTo>
                  <a:lnTo>
                    <a:pt x="0" y="0"/>
                  </a:lnTo>
                  <a:lnTo>
                    <a:pt x="0" y="438150"/>
                  </a:lnTo>
                  <a:lnTo>
                    <a:pt x="1409700" y="438150"/>
                  </a:lnTo>
                  <a:lnTo>
                    <a:pt x="1409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DE7490AC-5B80-F668-95D5-B800EC4CB5B3}"/>
                  </a:ext>
                </a:extLst>
              </p14:cNvPr>
              <p14:cNvContentPartPr/>
              <p14:nvPr/>
            </p14:nvContentPartPr>
            <p14:xfrm>
              <a:off x="949421" y="2035263"/>
              <a:ext cx="259200" cy="359820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DE7490AC-5B80-F668-95D5-B800EC4CB5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5421" y="1927263"/>
                <a:ext cx="366840" cy="3813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0892" y="814069"/>
            <a:ext cx="654558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Scope</a:t>
            </a:r>
            <a:r>
              <a:rPr spc="-15" dirty="0"/>
              <a:t> </a:t>
            </a:r>
            <a:r>
              <a:rPr spc="-5" dirty="0"/>
              <a:t>of</a:t>
            </a:r>
            <a:r>
              <a:rPr spc="-15" dirty="0"/>
              <a:t> </a:t>
            </a:r>
            <a:r>
              <a:rPr spc="-5" dirty="0"/>
              <a:t>objects</a:t>
            </a:r>
            <a:r>
              <a:rPr spc="-15" dirty="0"/>
              <a:t> </a:t>
            </a:r>
            <a:r>
              <a:rPr spc="-5" dirty="0"/>
              <a:t>in</a:t>
            </a:r>
            <a:r>
              <a:rPr spc="-10" dirty="0"/>
              <a:t> </a:t>
            </a:r>
            <a:r>
              <a:rPr spc="-5" dirty="0"/>
              <a:t>webApps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02663"/>
            <a:ext cx="7887334" cy="236664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Within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Servlet method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(</a:t>
            </a:r>
            <a:r>
              <a:rPr sz="3200" i="1" spc="-5" dirty="0">
                <a:latin typeface="Times New Roman"/>
                <a:cs typeface="Times New Roman"/>
              </a:rPr>
              <a:t>page</a:t>
            </a:r>
            <a:r>
              <a:rPr sz="3200" i="1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scope)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Within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request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processing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(</a:t>
            </a:r>
            <a:r>
              <a:rPr sz="3200" i="1" spc="-5" dirty="0">
                <a:latin typeface="Times New Roman"/>
                <a:cs typeface="Times New Roman"/>
              </a:rPr>
              <a:t>request</a:t>
            </a:r>
            <a:r>
              <a:rPr sz="3200" i="1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scope)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Within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session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(</a:t>
            </a:r>
            <a:r>
              <a:rPr sz="3200" i="1" spc="-5" dirty="0">
                <a:latin typeface="Times New Roman"/>
                <a:cs typeface="Times New Roman"/>
              </a:rPr>
              <a:t>session</a:t>
            </a:r>
            <a:r>
              <a:rPr sz="3200" i="1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scope)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Within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ServletContext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(</a:t>
            </a:r>
            <a:r>
              <a:rPr sz="3200" i="1" spc="-5" dirty="0">
                <a:latin typeface="Times New Roman"/>
                <a:cs typeface="Times New Roman"/>
              </a:rPr>
              <a:t>application</a:t>
            </a:r>
            <a:r>
              <a:rPr sz="3200" i="1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scope)</a:t>
            </a:r>
            <a:endParaRPr sz="32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1A5D2F62-6B10-FF40-8F1A-BE614C1AA3E3}"/>
                  </a:ext>
                </a:extLst>
              </p14:cNvPr>
              <p14:cNvContentPartPr/>
              <p14:nvPr/>
            </p14:nvContentPartPr>
            <p14:xfrm>
              <a:off x="889301" y="1074423"/>
              <a:ext cx="290520" cy="373680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1A5D2F62-6B10-FF40-8F1A-BE614C1AA3E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5301" y="966783"/>
                <a:ext cx="398160" cy="3952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36862" y="1989137"/>
            <a:ext cx="5911850" cy="3888104"/>
            <a:chOff x="2836862" y="1989137"/>
            <a:chExt cx="5911850" cy="3888104"/>
          </a:xfrm>
        </p:grpSpPr>
        <p:sp>
          <p:nvSpPr>
            <p:cNvPr id="3" name="object 3"/>
            <p:cNvSpPr/>
            <p:nvPr/>
          </p:nvSpPr>
          <p:spPr>
            <a:xfrm>
              <a:off x="3851275" y="1989137"/>
              <a:ext cx="4897755" cy="3888104"/>
            </a:xfrm>
            <a:custGeom>
              <a:avLst/>
              <a:gdLst/>
              <a:ahLst/>
              <a:cxnLst/>
              <a:rect l="l" t="t" r="r" b="b"/>
              <a:pathLst>
                <a:path w="4897755" h="3888104">
                  <a:moveTo>
                    <a:pt x="4897437" y="0"/>
                  </a:moveTo>
                  <a:lnTo>
                    <a:pt x="0" y="0"/>
                  </a:lnTo>
                  <a:lnTo>
                    <a:pt x="0" y="3887787"/>
                  </a:lnTo>
                  <a:lnTo>
                    <a:pt x="4897437" y="3887787"/>
                  </a:lnTo>
                  <a:lnTo>
                    <a:pt x="4897437" y="0"/>
                  </a:lnTo>
                  <a:close/>
                </a:path>
              </a:pathLst>
            </a:custGeom>
            <a:solidFill>
              <a:srgbClr val="00D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843212" y="2781300"/>
              <a:ext cx="1377950" cy="0"/>
            </a:xfrm>
            <a:custGeom>
              <a:avLst/>
              <a:gdLst/>
              <a:ahLst/>
              <a:cxnLst/>
              <a:rect l="l" t="t" r="r" b="b"/>
              <a:pathLst>
                <a:path w="1377950">
                  <a:moveTo>
                    <a:pt x="0" y="0"/>
                  </a:moveTo>
                  <a:lnTo>
                    <a:pt x="137795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208462" y="2349499"/>
              <a:ext cx="1298575" cy="863600"/>
            </a:xfrm>
            <a:custGeom>
              <a:avLst/>
              <a:gdLst/>
              <a:ahLst/>
              <a:cxnLst/>
              <a:rect l="l" t="t" r="r" b="b"/>
              <a:pathLst>
                <a:path w="1298575" h="863600">
                  <a:moveTo>
                    <a:pt x="76200" y="431800"/>
                  </a:moveTo>
                  <a:lnTo>
                    <a:pt x="0" y="393700"/>
                  </a:lnTo>
                  <a:lnTo>
                    <a:pt x="0" y="469900"/>
                  </a:lnTo>
                  <a:lnTo>
                    <a:pt x="76200" y="431800"/>
                  </a:lnTo>
                  <a:close/>
                </a:path>
                <a:path w="1298575" h="863600">
                  <a:moveTo>
                    <a:pt x="1298575" y="431800"/>
                  </a:moveTo>
                  <a:lnTo>
                    <a:pt x="1295933" y="390220"/>
                  </a:lnTo>
                  <a:lnTo>
                    <a:pt x="1288186" y="349758"/>
                  </a:lnTo>
                  <a:lnTo>
                    <a:pt x="1275588" y="310591"/>
                  </a:lnTo>
                  <a:lnTo>
                    <a:pt x="1258354" y="272897"/>
                  </a:lnTo>
                  <a:lnTo>
                    <a:pt x="1236726" y="236867"/>
                  </a:lnTo>
                  <a:lnTo>
                    <a:pt x="1210970" y="202692"/>
                  </a:lnTo>
                  <a:lnTo>
                    <a:pt x="1181303" y="170522"/>
                  </a:lnTo>
                  <a:lnTo>
                    <a:pt x="1147978" y="140576"/>
                  </a:lnTo>
                  <a:lnTo>
                    <a:pt x="1111237" y="113004"/>
                  </a:lnTo>
                  <a:lnTo>
                    <a:pt x="1071308" y="87998"/>
                  </a:lnTo>
                  <a:lnTo>
                    <a:pt x="1028446" y="65735"/>
                  </a:lnTo>
                  <a:lnTo>
                    <a:pt x="982891" y="46405"/>
                  </a:lnTo>
                  <a:lnTo>
                    <a:pt x="934885" y="30187"/>
                  </a:lnTo>
                  <a:lnTo>
                    <a:pt x="884656" y="17259"/>
                  </a:lnTo>
                  <a:lnTo>
                    <a:pt x="832459" y="7797"/>
                  </a:lnTo>
                  <a:lnTo>
                    <a:pt x="778522" y="1981"/>
                  </a:lnTo>
                  <a:lnTo>
                    <a:pt x="723112" y="0"/>
                  </a:lnTo>
                  <a:lnTo>
                    <a:pt x="667689" y="1981"/>
                  </a:lnTo>
                  <a:lnTo>
                    <a:pt x="613752" y="7797"/>
                  </a:lnTo>
                  <a:lnTo>
                    <a:pt x="561555" y="17259"/>
                  </a:lnTo>
                  <a:lnTo>
                    <a:pt x="511327" y="30187"/>
                  </a:lnTo>
                  <a:lnTo>
                    <a:pt x="463308" y="46405"/>
                  </a:lnTo>
                  <a:lnTo>
                    <a:pt x="417753" y="65735"/>
                  </a:lnTo>
                  <a:lnTo>
                    <a:pt x="374891" y="87998"/>
                  </a:lnTo>
                  <a:lnTo>
                    <a:pt x="334962" y="113004"/>
                  </a:lnTo>
                  <a:lnTo>
                    <a:pt x="298221" y="140576"/>
                  </a:lnTo>
                  <a:lnTo>
                    <a:pt x="264896" y="170522"/>
                  </a:lnTo>
                  <a:lnTo>
                    <a:pt x="235229" y="202692"/>
                  </a:lnTo>
                  <a:lnTo>
                    <a:pt x="209473" y="236867"/>
                  </a:lnTo>
                  <a:lnTo>
                    <a:pt x="187845" y="272897"/>
                  </a:lnTo>
                  <a:lnTo>
                    <a:pt x="170611" y="310591"/>
                  </a:lnTo>
                  <a:lnTo>
                    <a:pt x="158013" y="349758"/>
                  </a:lnTo>
                  <a:lnTo>
                    <a:pt x="150266" y="390220"/>
                  </a:lnTo>
                  <a:lnTo>
                    <a:pt x="147637" y="431800"/>
                  </a:lnTo>
                  <a:lnTo>
                    <a:pt x="150266" y="473392"/>
                  </a:lnTo>
                  <a:lnTo>
                    <a:pt x="158013" y="513854"/>
                  </a:lnTo>
                  <a:lnTo>
                    <a:pt x="170611" y="553021"/>
                  </a:lnTo>
                  <a:lnTo>
                    <a:pt x="187845" y="590715"/>
                  </a:lnTo>
                  <a:lnTo>
                    <a:pt x="209473" y="626745"/>
                  </a:lnTo>
                  <a:lnTo>
                    <a:pt x="235229" y="660920"/>
                  </a:lnTo>
                  <a:lnTo>
                    <a:pt x="264896" y="693089"/>
                  </a:lnTo>
                  <a:lnTo>
                    <a:pt x="298221" y="723036"/>
                  </a:lnTo>
                  <a:lnTo>
                    <a:pt x="334962" y="750608"/>
                  </a:lnTo>
                  <a:lnTo>
                    <a:pt x="374891" y="775614"/>
                  </a:lnTo>
                  <a:lnTo>
                    <a:pt x="417753" y="797877"/>
                  </a:lnTo>
                  <a:lnTo>
                    <a:pt x="463308" y="817206"/>
                  </a:lnTo>
                  <a:lnTo>
                    <a:pt x="511327" y="833424"/>
                  </a:lnTo>
                  <a:lnTo>
                    <a:pt x="561555" y="846353"/>
                  </a:lnTo>
                  <a:lnTo>
                    <a:pt x="613752" y="855814"/>
                  </a:lnTo>
                  <a:lnTo>
                    <a:pt x="667689" y="861631"/>
                  </a:lnTo>
                  <a:lnTo>
                    <a:pt x="723112" y="863600"/>
                  </a:lnTo>
                  <a:lnTo>
                    <a:pt x="778522" y="861631"/>
                  </a:lnTo>
                  <a:lnTo>
                    <a:pt x="832459" y="855814"/>
                  </a:lnTo>
                  <a:lnTo>
                    <a:pt x="884656" y="846353"/>
                  </a:lnTo>
                  <a:lnTo>
                    <a:pt x="934885" y="833424"/>
                  </a:lnTo>
                  <a:lnTo>
                    <a:pt x="982891" y="817206"/>
                  </a:lnTo>
                  <a:lnTo>
                    <a:pt x="1028446" y="797877"/>
                  </a:lnTo>
                  <a:lnTo>
                    <a:pt x="1071308" y="775614"/>
                  </a:lnTo>
                  <a:lnTo>
                    <a:pt x="1111237" y="750608"/>
                  </a:lnTo>
                  <a:lnTo>
                    <a:pt x="1147978" y="723036"/>
                  </a:lnTo>
                  <a:lnTo>
                    <a:pt x="1181303" y="693089"/>
                  </a:lnTo>
                  <a:lnTo>
                    <a:pt x="1210970" y="660920"/>
                  </a:lnTo>
                  <a:lnTo>
                    <a:pt x="1236726" y="626745"/>
                  </a:lnTo>
                  <a:lnTo>
                    <a:pt x="1258354" y="590715"/>
                  </a:lnTo>
                  <a:lnTo>
                    <a:pt x="1275588" y="553021"/>
                  </a:lnTo>
                  <a:lnTo>
                    <a:pt x="1288186" y="513854"/>
                  </a:lnTo>
                  <a:lnTo>
                    <a:pt x="1295933" y="473392"/>
                  </a:lnTo>
                  <a:lnTo>
                    <a:pt x="1298575" y="431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356100" y="2349500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0" y="431800"/>
                  </a:moveTo>
                  <a:lnTo>
                    <a:pt x="2634" y="390214"/>
                  </a:lnTo>
                  <a:lnTo>
                    <a:pt x="10376" y="349746"/>
                  </a:lnTo>
                  <a:lnTo>
                    <a:pt x="22985" y="310578"/>
                  </a:lnTo>
                  <a:lnTo>
                    <a:pt x="40219" y="272891"/>
                  </a:lnTo>
                  <a:lnTo>
                    <a:pt x="61838" y="236865"/>
                  </a:lnTo>
                  <a:lnTo>
                    <a:pt x="87601" y="202681"/>
                  </a:lnTo>
                  <a:lnTo>
                    <a:pt x="117265" y="170521"/>
                  </a:lnTo>
                  <a:lnTo>
                    <a:pt x="150591" y="140564"/>
                  </a:lnTo>
                  <a:lnTo>
                    <a:pt x="187336" y="112993"/>
                  </a:lnTo>
                  <a:lnTo>
                    <a:pt x="227260" y="87988"/>
                  </a:lnTo>
                  <a:lnTo>
                    <a:pt x="270121" y="65730"/>
                  </a:lnTo>
                  <a:lnTo>
                    <a:pt x="315679" y="46399"/>
                  </a:lnTo>
                  <a:lnTo>
                    <a:pt x="363692" y="30178"/>
                  </a:lnTo>
                  <a:lnTo>
                    <a:pt x="413920" y="17246"/>
                  </a:lnTo>
                  <a:lnTo>
                    <a:pt x="466120" y="7785"/>
                  </a:lnTo>
                  <a:lnTo>
                    <a:pt x="520052" y="1976"/>
                  </a:lnTo>
                  <a:lnTo>
                    <a:pt x="575475" y="0"/>
                  </a:lnTo>
                  <a:lnTo>
                    <a:pt x="630895" y="1976"/>
                  </a:lnTo>
                  <a:lnTo>
                    <a:pt x="684825" y="7785"/>
                  </a:lnTo>
                  <a:lnTo>
                    <a:pt x="737024" y="17246"/>
                  </a:lnTo>
                  <a:lnTo>
                    <a:pt x="787250" y="30178"/>
                  </a:lnTo>
                  <a:lnTo>
                    <a:pt x="835262" y="46399"/>
                  </a:lnTo>
                  <a:lnTo>
                    <a:pt x="880819" y="65730"/>
                  </a:lnTo>
                  <a:lnTo>
                    <a:pt x="923679" y="87988"/>
                  </a:lnTo>
                  <a:lnTo>
                    <a:pt x="963603" y="112993"/>
                  </a:lnTo>
                  <a:lnTo>
                    <a:pt x="1000347" y="140564"/>
                  </a:lnTo>
                  <a:lnTo>
                    <a:pt x="1033672" y="170521"/>
                  </a:lnTo>
                  <a:lnTo>
                    <a:pt x="1063336" y="202681"/>
                  </a:lnTo>
                  <a:lnTo>
                    <a:pt x="1089098" y="236865"/>
                  </a:lnTo>
                  <a:lnTo>
                    <a:pt x="1110717" y="272891"/>
                  </a:lnTo>
                  <a:lnTo>
                    <a:pt x="1127952" y="310578"/>
                  </a:lnTo>
                  <a:lnTo>
                    <a:pt x="1140560" y="349746"/>
                  </a:lnTo>
                  <a:lnTo>
                    <a:pt x="1148303" y="390214"/>
                  </a:lnTo>
                  <a:lnTo>
                    <a:pt x="1150937" y="431800"/>
                  </a:lnTo>
                  <a:lnTo>
                    <a:pt x="1148303" y="473385"/>
                  </a:lnTo>
                  <a:lnTo>
                    <a:pt x="1140560" y="513853"/>
                  </a:lnTo>
                  <a:lnTo>
                    <a:pt x="1127952" y="553021"/>
                  </a:lnTo>
                  <a:lnTo>
                    <a:pt x="1110717" y="590708"/>
                  </a:lnTo>
                  <a:lnTo>
                    <a:pt x="1089098" y="626734"/>
                  </a:lnTo>
                  <a:lnTo>
                    <a:pt x="1063336" y="660918"/>
                  </a:lnTo>
                  <a:lnTo>
                    <a:pt x="1033672" y="693078"/>
                  </a:lnTo>
                  <a:lnTo>
                    <a:pt x="1000347" y="723035"/>
                  </a:lnTo>
                  <a:lnTo>
                    <a:pt x="963603" y="750606"/>
                  </a:lnTo>
                  <a:lnTo>
                    <a:pt x="923679" y="775611"/>
                  </a:lnTo>
                  <a:lnTo>
                    <a:pt x="880819" y="797869"/>
                  </a:lnTo>
                  <a:lnTo>
                    <a:pt x="835262" y="817200"/>
                  </a:lnTo>
                  <a:lnTo>
                    <a:pt x="787250" y="833421"/>
                  </a:lnTo>
                  <a:lnTo>
                    <a:pt x="737024" y="846353"/>
                  </a:lnTo>
                  <a:lnTo>
                    <a:pt x="684825" y="855814"/>
                  </a:lnTo>
                  <a:lnTo>
                    <a:pt x="630895" y="861623"/>
                  </a:lnTo>
                  <a:lnTo>
                    <a:pt x="575475" y="863600"/>
                  </a:lnTo>
                  <a:lnTo>
                    <a:pt x="520052" y="861623"/>
                  </a:lnTo>
                  <a:lnTo>
                    <a:pt x="466120" y="855814"/>
                  </a:lnTo>
                  <a:lnTo>
                    <a:pt x="413920" y="846353"/>
                  </a:lnTo>
                  <a:lnTo>
                    <a:pt x="363692" y="833421"/>
                  </a:lnTo>
                  <a:lnTo>
                    <a:pt x="315679" y="817200"/>
                  </a:lnTo>
                  <a:lnTo>
                    <a:pt x="270121" y="797869"/>
                  </a:lnTo>
                  <a:lnTo>
                    <a:pt x="227260" y="775611"/>
                  </a:lnTo>
                  <a:lnTo>
                    <a:pt x="187336" y="750606"/>
                  </a:lnTo>
                  <a:lnTo>
                    <a:pt x="150591" y="723035"/>
                  </a:lnTo>
                  <a:lnTo>
                    <a:pt x="117265" y="693078"/>
                  </a:lnTo>
                  <a:lnTo>
                    <a:pt x="87601" y="660918"/>
                  </a:lnTo>
                  <a:lnTo>
                    <a:pt x="61838" y="626734"/>
                  </a:lnTo>
                  <a:lnTo>
                    <a:pt x="40219" y="590708"/>
                  </a:lnTo>
                  <a:lnTo>
                    <a:pt x="22985" y="553021"/>
                  </a:lnTo>
                  <a:lnTo>
                    <a:pt x="10376" y="513853"/>
                  </a:lnTo>
                  <a:lnTo>
                    <a:pt x="2634" y="473385"/>
                  </a:lnTo>
                  <a:lnTo>
                    <a:pt x="0" y="4318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712847" y="814069"/>
            <a:ext cx="3719829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Scope</a:t>
            </a:r>
            <a:r>
              <a:rPr spc="-35" dirty="0"/>
              <a:t> </a:t>
            </a:r>
            <a:r>
              <a:rPr spc="-5" dirty="0"/>
              <a:t>of</a:t>
            </a:r>
            <a:r>
              <a:rPr spc="-35" dirty="0"/>
              <a:t> </a:t>
            </a:r>
            <a:r>
              <a:rPr spc="-5" dirty="0"/>
              <a:t>objects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547812" y="2636837"/>
            <a:ext cx="1224280" cy="3460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15"/>
              </a:spcBef>
            </a:pPr>
            <a:r>
              <a:rPr sz="1600" spc="-5" dirty="0">
                <a:latin typeface="Arial MT"/>
                <a:cs typeface="Arial MT"/>
              </a:rPr>
              <a:t>Request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58665" y="2636774"/>
            <a:ext cx="6578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Se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rv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let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883275" y="2084387"/>
            <a:ext cx="1160780" cy="873125"/>
            <a:chOff x="5883275" y="2084387"/>
            <a:chExt cx="1160780" cy="873125"/>
          </a:xfrm>
        </p:grpSpPr>
        <p:sp>
          <p:nvSpPr>
            <p:cNvPr id="11" name="object 11"/>
            <p:cNvSpPr/>
            <p:nvPr/>
          </p:nvSpPr>
          <p:spPr>
            <a:xfrm>
              <a:off x="5888037" y="2089150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575475" y="0"/>
                  </a:moveTo>
                  <a:lnTo>
                    <a:pt x="520052" y="1976"/>
                  </a:lnTo>
                  <a:lnTo>
                    <a:pt x="466120" y="7785"/>
                  </a:lnTo>
                  <a:lnTo>
                    <a:pt x="413920" y="17246"/>
                  </a:lnTo>
                  <a:lnTo>
                    <a:pt x="363692" y="30178"/>
                  </a:lnTo>
                  <a:lnTo>
                    <a:pt x="315679" y="46399"/>
                  </a:lnTo>
                  <a:lnTo>
                    <a:pt x="270121" y="65730"/>
                  </a:lnTo>
                  <a:lnTo>
                    <a:pt x="227260" y="87988"/>
                  </a:lnTo>
                  <a:lnTo>
                    <a:pt x="187336" y="112993"/>
                  </a:lnTo>
                  <a:lnTo>
                    <a:pt x="150591" y="140564"/>
                  </a:lnTo>
                  <a:lnTo>
                    <a:pt x="117265" y="170521"/>
                  </a:lnTo>
                  <a:lnTo>
                    <a:pt x="87601" y="202681"/>
                  </a:lnTo>
                  <a:lnTo>
                    <a:pt x="61838" y="236865"/>
                  </a:lnTo>
                  <a:lnTo>
                    <a:pt x="40219" y="272891"/>
                  </a:lnTo>
                  <a:lnTo>
                    <a:pt x="22985" y="310578"/>
                  </a:lnTo>
                  <a:lnTo>
                    <a:pt x="10376" y="349746"/>
                  </a:lnTo>
                  <a:lnTo>
                    <a:pt x="2634" y="390214"/>
                  </a:lnTo>
                  <a:lnTo>
                    <a:pt x="0" y="431800"/>
                  </a:lnTo>
                  <a:lnTo>
                    <a:pt x="2634" y="473385"/>
                  </a:lnTo>
                  <a:lnTo>
                    <a:pt x="10376" y="513853"/>
                  </a:lnTo>
                  <a:lnTo>
                    <a:pt x="22985" y="553021"/>
                  </a:lnTo>
                  <a:lnTo>
                    <a:pt x="40219" y="590708"/>
                  </a:lnTo>
                  <a:lnTo>
                    <a:pt x="61838" y="626734"/>
                  </a:lnTo>
                  <a:lnTo>
                    <a:pt x="87601" y="660918"/>
                  </a:lnTo>
                  <a:lnTo>
                    <a:pt x="117265" y="693078"/>
                  </a:lnTo>
                  <a:lnTo>
                    <a:pt x="150591" y="723035"/>
                  </a:lnTo>
                  <a:lnTo>
                    <a:pt x="187336" y="750606"/>
                  </a:lnTo>
                  <a:lnTo>
                    <a:pt x="227260" y="775611"/>
                  </a:lnTo>
                  <a:lnTo>
                    <a:pt x="270121" y="797869"/>
                  </a:lnTo>
                  <a:lnTo>
                    <a:pt x="315679" y="817200"/>
                  </a:lnTo>
                  <a:lnTo>
                    <a:pt x="363692" y="833421"/>
                  </a:lnTo>
                  <a:lnTo>
                    <a:pt x="413920" y="846353"/>
                  </a:lnTo>
                  <a:lnTo>
                    <a:pt x="466120" y="855814"/>
                  </a:lnTo>
                  <a:lnTo>
                    <a:pt x="520052" y="861623"/>
                  </a:lnTo>
                  <a:lnTo>
                    <a:pt x="575475" y="863600"/>
                  </a:lnTo>
                  <a:lnTo>
                    <a:pt x="630895" y="861623"/>
                  </a:lnTo>
                  <a:lnTo>
                    <a:pt x="684825" y="855814"/>
                  </a:lnTo>
                  <a:lnTo>
                    <a:pt x="737024" y="846353"/>
                  </a:lnTo>
                  <a:lnTo>
                    <a:pt x="787250" y="833421"/>
                  </a:lnTo>
                  <a:lnTo>
                    <a:pt x="835262" y="817200"/>
                  </a:lnTo>
                  <a:lnTo>
                    <a:pt x="880819" y="797869"/>
                  </a:lnTo>
                  <a:lnTo>
                    <a:pt x="923679" y="775611"/>
                  </a:lnTo>
                  <a:lnTo>
                    <a:pt x="963603" y="750606"/>
                  </a:lnTo>
                  <a:lnTo>
                    <a:pt x="1000347" y="723035"/>
                  </a:lnTo>
                  <a:lnTo>
                    <a:pt x="1033672" y="693078"/>
                  </a:lnTo>
                  <a:lnTo>
                    <a:pt x="1063336" y="660918"/>
                  </a:lnTo>
                  <a:lnTo>
                    <a:pt x="1089098" y="626734"/>
                  </a:lnTo>
                  <a:lnTo>
                    <a:pt x="1110717" y="590708"/>
                  </a:lnTo>
                  <a:lnTo>
                    <a:pt x="1127952" y="553021"/>
                  </a:lnTo>
                  <a:lnTo>
                    <a:pt x="1140560" y="513853"/>
                  </a:lnTo>
                  <a:lnTo>
                    <a:pt x="1148303" y="473385"/>
                  </a:lnTo>
                  <a:lnTo>
                    <a:pt x="1150937" y="431800"/>
                  </a:lnTo>
                  <a:lnTo>
                    <a:pt x="1148303" y="390214"/>
                  </a:lnTo>
                  <a:lnTo>
                    <a:pt x="1140560" y="349746"/>
                  </a:lnTo>
                  <a:lnTo>
                    <a:pt x="1127952" y="310578"/>
                  </a:lnTo>
                  <a:lnTo>
                    <a:pt x="1110717" y="272891"/>
                  </a:lnTo>
                  <a:lnTo>
                    <a:pt x="1089098" y="236865"/>
                  </a:lnTo>
                  <a:lnTo>
                    <a:pt x="1063336" y="202681"/>
                  </a:lnTo>
                  <a:lnTo>
                    <a:pt x="1033672" y="170521"/>
                  </a:lnTo>
                  <a:lnTo>
                    <a:pt x="1000347" y="140564"/>
                  </a:lnTo>
                  <a:lnTo>
                    <a:pt x="963603" y="112993"/>
                  </a:lnTo>
                  <a:lnTo>
                    <a:pt x="923679" y="87988"/>
                  </a:lnTo>
                  <a:lnTo>
                    <a:pt x="880819" y="65730"/>
                  </a:lnTo>
                  <a:lnTo>
                    <a:pt x="835262" y="46399"/>
                  </a:lnTo>
                  <a:lnTo>
                    <a:pt x="787250" y="30178"/>
                  </a:lnTo>
                  <a:lnTo>
                    <a:pt x="737024" y="17246"/>
                  </a:lnTo>
                  <a:lnTo>
                    <a:pt x="684825" y="7785"/>
                  </a:lnTo>
                  <a:lnTo>
                    <a:pt x="630895" y="1976"/>
                  </a:lnTo>
                  <a:lnTo>
                    <a:pt x="5754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888037" y="2089150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0" y="431800"/>
                  </a:moveTo>
                  <a:lnTo>
                    <a:pt x="2634" y="390214"/>
                  </a:lnTo>
                  <a:lnTo>
                    <a:pt x="10376" y="349746"/>
                  </a:lnTo>
                  <a:lnTo>
                    <a:pt x="22985" y="310578"/>
                  </a:lnTo>
                  <a:lnTo>
                    <a:pt x="40219" y="272891"/>
                  </a:lnTo>
                  <a:lnTo>
                    <a:pt x="61838" y="236865"/>
                  </a:lnTo>
                  <a:lnTo>
                    <a:pt x="87601" y="202681"/>
                  </a:lnTo>
                  <a:lnTo>
                    <a:pt x="117265" y="170521"/>
                  </a:lnTo>
                  <a:lnTo>
                    <a:pt x="150591" y="140564"/>
                  </a:lnTo>
                  <a:lnTo>
                    <a:pt x="187336" y="112993"/>
                  </a:lnTo>
                  <a:lnTo>
                    <a:pt x="227260" y="87988"/>
                  </a:lnTo>
                  <a:lnTo>
                    <a:pt x="270121" y="65730"/>
                  </a:lnTo>
                  <a:lnTo>
                    <a:pt x="315679" y="46399"/>
                  </a:lnTo>
                  <a:lnTo>
                    <a:pt x="363692" y="30178"/>
                  </a:lnTo>
                  <a:lnTo>
                    <a:pt x="413920" y="17246"/>
                  </a:lnTo>
                  <a:lnTo>
                    <a:pt x="466120" y="7785"/>
                  </a:lnTo>
                  <a:lnTo>
                    <a:pt x="520052" y="1976"/>
                  </a:lnTo>
                  <a:lnTo>
                    <a:pt x="575475" y="0"/>
                  </a:lnTo>
                  <a:lnTo>
                    <a:pt x="630895" y="1976"/>
                  </a:lnTo>
                  <a:lnTo>
                    <a:pt x="684825" y="7785"/>
                  </a:lnTo>
                  <a:lnTo>
                    <a:pt x="737024" y="17246"/>
                  </a:lnTo>
                  <a:lnTo>
                    <a:pt x="787250" y="30178"/>
                  </a:lnTo>
                  <a:lnTo>
                    <a:pt x="835262" y="46399"/>
                  </a:lnTo>
                  <a:lnTo>
                    <a:pt x="880819" y="65730"/>
                  </a:lnTo>
                  <a:lnTo>
                    <a:pt x="923679" y="87988"/>
                  </a:lnTo>
                  <a:lnTo>
                    <a:pt x="963603" y="112993"/>
                  </a:lnTo>
                  <a:lnTo>
                    <a:pt x="1000347" y="140564"/>
                  </a:lnTo>
                  <a:lnTo>
                    <a:pt x="1033672" y="170521"/>
                  </a:lnTo>
                  <a:lnTo>
                    <a:pt x="1063336" y="202681"/>
                  </a:lnTo>
                  <a:lnTo>
                    <a:pt x="1089098" y="236865"/>
                  </a:lnTo>
                  <a:lnTo>
                    <a:pt x="1110717" y="272891"/>
                  </a:lnTo>
                  <a:lnTo>
                    <a:pt x="1127952" y="310578"/>
                  </a:lnTo>
                  <a:lnTo>
                    <a:pt x="1140560" y="349746"/>
                  </a:lnTo>
                  <a:lnTo>
                    <a:pt x="1148303" y="390214"/>
                  </a:lnTo>
                  <a:lnTo>
                    <a:pt x="1150937" y="431800"/>
                  </a:lnTo>
                  <a:lnTo>
                    <a:pt x="1148303" y="473385"/>
                  </a:lnTo>
                  <a:lnTo>
                    <a:pt x="1140560" y="513853"/>
                  </a:lnTo>
                  <a:lnTo>
                    <a:pt x="1127952" y="553021"/>
                  </a:lnTo>
                  <a:lnTo>
                    <a:pt x="1110717" y="590708"/>
                  </a:lnTo>
                  <a:lnTo>
                    <a:pt x="1089098" y="626734"/>
                  </a:lnTo>
                  <a:lnTo>
                    <a:pt x="1063336" y="660918"/>
                  </a:lnTo>
                  <a:lnTo>
                    <a:pt x="1033672" y="693078"/>
                  </a:lnTo>
                  <a:lnTo>
                    <a:pt x="1000347" y="723035"/>
                  </a:lnTo>
                  <a:lnTo>
                    <a:pt x="963603" y="750606"/>
                  </a:lnTo>
                  <a:lnTo>
                    <a:pt x="923679" y="775611"/>
                  </a:lnTo>
                  <a:lnTo>
                    <a:pt x="880819" y="797869"/>
                  </a:lnTo>
                  <a:lnTo>
                    <a:pt x="835262" y="817200"/>
                  </a:lnTo>
                  <a:lnTo>
                    <a:pt x="787250" y="833421"/>
                  </a:lnTo>
                  <a:lnTo>
                    <a:pt x="737024" y="846353"/>
                  </a:lnTo>
                  <a:lnTo>
                    <a:pt x="684825" y="855814"/>
                  </a:lnTo>
                  <a:lnTo>
                    <a:pt x="630895" y="861623"/>
                  </a:lnTo>
                  <a:lnTo>
                    <a:pt x="575475" y="863600"/>
                  </a:lnTo>
                  <a:lnTo>
                    <a:pt x="520052" y="861623"/>
                  </a:lnTo>
                  <a:lnTo>
                    <a:pt x="466120" y="855814"/>
                  </a:lnTo>
                  <a:lnTo>
                    <a:pt x="413920" y="846353"/>
                  </a:lnTo>
                  <a:lnTo>
                    <a:pt x="363692" y="833421"/>
                  </a:lnTo>
                  <a:lnTo>
                    <a:pt x="315679" y="817200"/>
                  </a:lnTo>
                  <a:lnTo>
                    <a:pt x="270121" y="797869"/>
                  </a:lnTo>
                  <a:lnTo>
                    <a:pt x="227260" y="775611"/>
                  </a:lnTo>
                  <a:lnTo>
                    <a:pt x="187336" y="750606"/>
                  </a:lnTo>
                  <a:lnTo>
                    <a:pt x="150591" y="723035"/>
                  </a:lnTo>
                  <a:lnTo>
                    <a:pt x="117265" y="693078"/>
                  </a:lnTo>
                  <a:lnTo>
                    <a:pt x="87601" y="660918"/>
                  </a:lnTo>
                  <a:lnTo>
                    <a:pt x="61838" y="626734"/>
                  </a:lnTo>
                  <a:lnTo>
                    <a:pt x="40219" y="590708"/>
                  </a:lnTo>
                  <a:lnTo>
                    <a:pt x="22985" y="553021"/>
                  </a:lnTo>
                  <a:lnTo>
                    <a:pt x="10376" y="513853"/>
                  </a:lnTo>
                  <a:lnTo>
                    <a:pt x="2634" y="473385"/>
                  </a:lnTo>
                  <a:lnTo>
                    <a:pt x="0" y="4318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090602" y="2376424"/>
            <a:ext cx="6134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bje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ct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371975" y="2553172"/>
            <a:ext cx="1424305" cy="2131695"/>
            <a:chOff x="4371975" y="2553172"/>
            <a:chExt cx="1424305" cy="2131695"/>
          </a:xfrm>
        </p:grpSpPr>
        <p:sp>
          <p:nvSpPr>
            <p:cNvPr id="15" name="object 15"/>
            <p:cNvSpPr/>
            <p:nvPr/>
          </p:nvSpPr>
          <p:spPr>
            <a:xfrm>
              <a:off x="5580062" y="2585351"/>
              <a:ext cx="156210" cy="52069"/>
            </a:xfrm>
            <a:custGeom>
              <a:avLst/>
              <a:gdLst/>
              <a:ahLst/>
              <a:cxnLst/>
              <a:rect l="l" t="t" r="r" b="b"/>
              <a:pathLst>
                <a:path w="156210" h="52069">
                  <a:moveTo>
                    <a:pt x="0" y="51485"/>
                  </a:moveTo>
                  <a:lnTo>
                    <a:pt x="155613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711650" y="2553172"/>
              <a:ext cx="84455" cy="72390"/>
            </a:xfrm>
            <a:custGeom>
              <a:avLst/>
              <a:gdLst/>
              <a:ahLst/>
              <a:cxnLst/>
              <a:rect l="l" t="t" r="r" b="b"/>
              <a:pathLst>
                <a:path w="84454" h="72389">
                  <a:moveTo>
                    <a:pt x="0" y="0"/>
                  </a:moveTo>
                  <a:lnTo>
                    <a:pt x="23939" y="72339"/>
                  </a:lnTo>
                  <a:lnTo>
                    <a:pt x="84315" y="122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932362" y="3284537"/>
              <a:ext cx="0" cy="370205"/>
            </a:xfrm>
            <a:custGeom>
              <a:avLst/>
              <a:gdLst/>
              <a:ahLst/>
              <a:cxnLst/>
              <a:rect l="l" t="t" r="r" b="b"/>
              <a:pathLst>
                <a:path h="370204">
                  <a:moveTo>
                    <a:pt x="0" y="0"/>
                  </a:moveTo>
                  <a:lnTo>
                    <a:pt x="0" y="369887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94266" y="364172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376737" y="3816350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575475" y="0"/>
                  </a:moveTo>
                  <a:lnTo>
                    <a:pt x="520052" y="1976"/>
                  </a:lnTo>
                  <a:lnTo>
                    <a:pt x="466120" y="7785"/>
                  </a:lnTo>
                  <a:lnTo>
                    <a:pt x="413920" y="17246"/>
                  </a:lnTo>
                  <a:lnTo>
                    <a:pt x="363692" y="30178"/>
                  </a:lnTo>
                  <a:lnTo>
                    <a:pt x="315679" y="46399"/>
                  </a:lnTo>
                  <a:lnTo>
                    <a:pt x="270121" y="65730"/>
                  </a:lnTo>
                  <a:lnTo>
                    <a:pt x="227260" y="87988"/>
                  </a:lnTo>
                  <a:lnTo>
                    <a:pt x="187336" y="112993"/>
                  </a:lnTo>
                  <a:lnTo>
                    <a:pt x="150591" y="140564"/>
                  </a:lnTo>
                  <a:lnTo>
                    <a:pt x="117265" y="170521"/>
                  </a:lnTo>
                  <a:lnTo>
                    <a:pt x="87601" y="202681"/>
                  </a:lnTo>
                  <a:lnTo>
                    <a:pt x="61838" y="236865"/>
                  </a:lnTo>
                  <a:lnTo>
                    <a:pt x="40219" y="272891"/>
                  </a:lnTo>
                  <a:lnTo>
                    <a:pt x="22985" y="310578"/>
                  </a:lnTo>
                  <a:lnTo>
                    <a:pt x="10376" y="349746"/>
                  </a:lnTo>
                  <a:lnTo>
                    <a:pt x="2634" y="390214"/>
                  </a:lnTo>
                  <a:lnTo>
                    <a:pt x="0" y="431800"/>
                  </a:lnTo>
                  <a:lnTo>
                    <a:pt x="2634" y="473385"/>
                  </a:lnTo>
                  <a:lnTo>
                    <a:pt x="10376" y="513853"/>
                  </a:lnTo>
                  <a:lnTo>
                    <a:pt x="22985" y="553021"/>
                  </a:lnTo>
                  <a:lnTo>
                    <a:pt x="40219" y="590708"/>
                  </a:lnTo>
                  <a:lnTo>
                    <a:pt x="61838" y="626734"/>
                  </a:lnTo>
                  <a:lnTo>
                    <a:pt x="87601" y="660918"/>
                  </a:lnTo>
                  <a:lnTo>
                    <a:pt x="117265" y="693078"/>
                  </a:lnTo>
                  <a:lnTo>
                    <a:pt x="150591" y="723035"/>
                  </a:lnTo>
                  <a:lnTo>
                    <a:pt x="187336" y="750606"/>
                  </a:lnTo>
                  <a:lnTo>
                    <a:pt x="227260" y="775611"/>
                  </a:lnTo>
                  <a:lnTo>
                    <a:pt x="270121" y="797869"/>
                  </a:lnTo>
                  <a:lnTo>
                    <a:pt x="315679" y="817200"/>
                  </a:lnTo>
                  <a:lnTo>
                    <a:pt x="363692" y="833421"/>
                  </a:lnTo>
                  <a:lnTo>
                    <a:pt x="413920" y="846353"/>
                  </a:lnTo>
                  <a:lnTo>
                    <a:pt x="466120" y="855814"/>
                  </a:lnTo>
                  <a:lnTo>
                    <a:pt x="520052" y="861623"/>
                  </a:lnTo>
                  <a:lnTo>
                    <a:pt x="575475" y="863600"/>
                  </a:lnTo>
                  <a:lnTo>
                    <a:pt x="630895" y="861623"/>
                  </a:lnTo>
                  <a:lnTo>
                    <a:pt x="684825" y="855814"/>
                  </a:lnTo>
                  <a:lnTo>
                    <a:pt x="737024" y="846353"/>
                  </a:lnTo>
                  <a:lnTo>
                    <a:pt x="787250" y="833421"/>
                  </a:lnTo>
                  <a:lnTo>
                    <a:pt x="835262" y="817200"/>
                  </a:lnTo>
                  <a:lnTo>
                    <a:pt x="880819" y="797869"/>
                  </a:lnTo>
                  <a:lnTo>
                    <a:pt x="923679" y="775611"/>
                  </a:lnTo>
                  <a:lnTo>
                    <a:pt x="963603" y="750606"/>
                  </a:lnTo>
                  <a:lnTo>
                    <a:pt x="1000347" y="723035"/>
                  </a:lnTo>
                  <a:lnTo>
                    <a:pt x="1033672" y="693078"/>
                  </a:lnTo>
                  <a:lnTo>
                    <a:pt x="1063336" y="660918"/>
                  </a:lnTo>
                  <a:lnTo>
                    <a:pt x="1089098" y="626734"/>
                  </a:lnTo>
                  <a:lnTo>
                    <a:pt x="1110717" y="590708"/>
                  </a:lnTo>
                  <a:lnTo>
                    <a:pt x="1127952" y="553021"/>
                  </a:lnTo>
                  <a:lnTo>
                    <a:pt x="1140560" y="513853"/>
                  </a:lnTo>
                  <a:lnTo>
                    <a:pt x="1148303" y="473385"/>
                  </a:lnTo>
                  <a:lnTo>
                    <a:pt x="1150937" y="431800"/>
                  </a:lnTo>
                  <a:lnTo>
                    <a:pt x="1148303" y="390214"/>
                  </a:lnTo>
                  <a:lnTo>
                    <a:pt x="1140560" y="349746"/>
                  </a:lnTo>
                  <a:lnTo>
                    <a:pt x="1127952" y="310578"/>
                  </a:lnTo>
                  <a:lnTo>
                    <a:pt x="1110717" y="272891"/>
                  </a:lnTo>
                  <a:lnTo>
                    <a:pt x="1089098" y="236865"/>
                  </a:lnTo>
                  <a:lnTo>
                    <a:pt x="1063336" y="202681"/>
                  </a:lnTo>
                  <a:lnTo>
                    <a:pt x="1033672" y="170521"/>
                  </a:lnTo>
                  <a:lnTo>
                    <a:pt x="1000347" y="140564"/>
                  </a:lnTo>
                  <a:lnTo>
                    <a:pt x="963603" y="112993"/>
                  </a:lnTo>
                  <a:lnTo>
                    <a:pt x="923679" y="87988"/>
                  </a:lnTo>
                  <a:lnTo>
                    <a:pt x="880819" y="65730"/>
                  </a:lnTo>
                  <a:lnTo>
                    <a:pt x="835262" y="46399"/>
                  </a:lnTo>
                  <a:lnTo>
                    <a:pt x="787250" y="30178"/>
                  </a:lnTo>
                  <a:lnTo>
                    <a:pt x="737024" y="17246"/>
                  </a:lnTo>
                  <a:lnTo>
                    <a:pt x="684825" y="7785"/>
                  </a:lnTo>
                  <a:lnTo>
                    <a:pt x="630895" y="1976"/>
                  </a:lnTo>
                  <a:lnTo>
                    <a:pt x="5754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376737" y="3816350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0" y="431800"/>
                  </a:moveTo>
                  <a:lnTo>
                    <a:pt x="2634" y="390214"/>
                  </a:lnTo>
                  <a:lnTo>
                    <a:pt x="10376" y="349746"/>
                  </a:lnTo>
                  <a:lnTo>
                    <a:pt x="22985" y="310578"/>
                  </a:lnTo>
                  <a:lnTo>
                    <a:pt x="40219" y="272891"/>
                  </a:lnTo>
                  <a:lnTo>
                    <a:pt x="61838" y="236865"/>
                  </a:lnTo>
                  <a:lnTo>
                    <a:pt x="87601" y="202681"/>
                  </a:lnTo>
                  <a:lnTo>
                    <a:pt x="117265" y="170521"/>
                  </a:lnTo>
                  <a:lnTo>
                    <a:pt x="150591" y="140564"/>
                  </a:lnTo>
                  <a:lnTo>
                    <a:pt x="187336" y="112993"/>
                  </a:lnTo>
                  <a:lnTo>
                    <a:pt x="227260" y="87988"/>
                  </a:lnTo>
                  <a:lnTo>
                    <a:pt x="270121" y="65730"/>
                  </a:lnTo>
                  <a:lnTo>
                    <a:pt x="315679" y="46399"/>
                  </a:lnTo>
                  <a:lnTo>
                    <a:pt x="363692" y="30178"/>
                  </a:lnTo>
                  <a:lnTo>
                    <a:pt x="413920" y="17246"/>
                  </a:lnTo>
                  <a:lnTo>
                    <a:pt x="466120" y="7785"/>
                  </a:lnTo>
                  <a:lnTo>
                    <a:pt x="520052" y="1976"/>
                  </a:lnTo>
                  <a:lnTo>
                    <a:pt x="575475" y="0"/>
                  </a:lnTo>
                  <a:lnTo>
                    <a:pt x="630895" y="1976"/>
                  </a:lnTo>
                  <a:lnTo>
                    <a:pt x="684825" y="7785"/>
                  </a:lnTo>
                  <a:lnTo>
                    <a:pt x="737024" y="17246"/>
                  </a:lnTo>
                  <a:lnTo>
                    <a:pt x="787250" y="30178"/>
                  </a:lnTo>
                  <a:lnTo>
                    <a:pt x="835262" y="46399"/>
                  </a:lnTo>
                  <a:lnTo>
                    <a:pt x="880819" y="65730"/>
                  </a:lnTo>
                  <a:lnTo>
                    <a:pt x="923679" y="87988"/>
                  </a:lnTo>
                  <a:lnTo>
                    <a:pt x="963603" y="112993"/>
                  </a:lnTo>
                  <a:lnTo>
                    <a:pt x="1000347" y="140564"/>
                  </a:lnTo>
                  <a:lnTo>
                    <a:pt x="1033672" y="170521"/>
                  </a:lnTo>
                  <a:lnTo>
                    <a:pt x="1063336" y="202681"/>
                  </a:lnTo>
                  <a:lnTo>
                    <a:pt x="1089098" y="236865"/>
                  </a:lnTo>
                  <a:lnTo>
                    <a:pt x="1110717" y="272891"/>
                  </a:lnTo>
                  <a:lnTo>
                    <a:pt x="1127952" y="310578"/>
                  </a:lnTo>
                  <a:lnTo>
                    <a:pt x="1140560" y="349746"/>
                  </a:lnTo>
                  <a:lnTo>
                    <a:pt x="1148303" y="390214"/>
                  </a:lnTo>
                  <a:lnTo>
                    <a:pt x="1150937" y="431800"/>
                  </a:lnTo>
                  <a:lnTo>
                    <a:pt x="1148303" y="473385"/>
                  </a:lnTo>
                  <a:lnTo>
                    <a:pt x="1140560" y="513853"/>
                  </a:lnTo>
                  <a:lnTo>
                    <a:pt x="1127952" y="553021"/>
                  </a:lnTo>
                  <a:lnTo>
                    <a:pt x="1110717" y="590708"/>
                  </a:lnTo>
                  <a:lnTo>
                    <a:pt x="1089098" y="626734"/>
                  </a:lnTo>
                  <a:lnTo>
                    <a:pt x="1063336" y="660918"/>
                  </a:lnTo>
                  <a:lnTo>
                    <a:pt x="1033672" y="693078"/>
                  </a:lnTo>
                  <a:lnTo>
                    <a:pt x="1000347" y="723035"/>
                  </a:lnTo>
                  <a:lnTo>
                    <a:pt x="963603" y="750606"/>
                  </a:lnTo>
                  <a:lnTo>
                    <a:pt x="923679" y="775611"/>
                  </a:lnTo>
                  <a:lnTo>
                    <a:pt x="880819" y="797869"/>
                  </a:lnTo>
                  <a:lnTo>
                    <a:pt x="835262" y="817200"/>
                  </a:lnTo>
                  <a:lnTo>
                    <a:pt x="787250" y="833421"/>
                  </a:lnTo>
                  <a:lnTo>
                    <a:pt x="737024" y="846353"/>
                  </a:lnTo>
                  <a:lnTo>
                    <a:pt x="684825" y="855814"/>
                  </a:lnTo>
                  <a:lnTo>
                    <a:pt x="630895" y="861623"/>
                  </a:lnTo>
                  <a:lnTo>
                    <a:pt x="575475" y="863600"/>
                  </a:lnTo>
                  <a:lnTo>
                    <a:pt x="520052" y="861623"/>
                  </a:lnTo>
                  <a:lnTo>
                    <a:pt x="466120" y="855814"/>
                  </a:lnTo>
                  <a:lnTo>
                    <a:pt x="413920" y="846353"/>
                  </a:lnTo>
                  <a:lnTo>
                    <a:pt x="363692" y="833421"/>
                  </a:lnTo>
                  <a:lnTo>
                    <a:pt x="315679" y="817200"/>
                  </a:lnTo>
                  <a:lnTo>
                    <a:pt x="270121" y="797869"/>
                  </a:lnTo>
                  <a:lnTo>
                    <a:pt x="227260" y="775611"/>
                  </a:lnTo>
                  <a:lnTo>
                    <a:pt x="187336" y="750606"/>
                  </a:lnTo>
                  <a:lnTo>
                    <a:pt x="150591" y="723035"/>
                  </a:lnTo>
                  <a:lnTo>
                    <a:pt x="117265" y="693078"/>
                  </a:lnTo>
                  <a:lnTo>
                    <a:pt x="87601" y="660918"/>
                  </a:lnTo>
                  <a:lnTo>
                    <a:pt x="61838" y="626734"/>
                  </a:lnTo>
                  <a:lnTo>
                    <a:pt x="40219" y="590708"/>
                  </a:lnTo>
                  <a:lnTo>
                    <a:pt x="22985" y="553021"/>
                  </a:lnTo>
                  <a:lnTo>
                    <a:pt x="10376" y="513853"/>
                  </a:lnTo>
                  <a:lnTo>
                    <a:pt x="2634" y="473385"/>
                  </a:lnTo>
                  <a:lnTo>
                    <a:pt x="0" y="4318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003040" y="3311461"/>
            <a:ext cx="7715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Forward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79302" y="4103623"/>
            <a:ext cx="6578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Se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rv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let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883275" y="3163887"/>
            <a:ext cx="1160780" cy="873125"/>
            <a:chOff x="5883275" y="3163887"/>
            <a:chExt cx="1160780" cy="873125"/>
          </a:xfrm>
        </p:grpSpPr>
        <p:sp>
          <p:nvSpPr>
            <p:cNvPr id="24" name="object 24"/>
            <p:cNvSpPr/>
            <p:nvPr/>
          </p:nvSpPr>
          <p:spPr>
            <a:xfrm>
              <a:off x="5888037" y="3168650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575475" y="0"/>
                  </a:moveTo>
                  <a:lnTo>
                    <a:pt x="520052" y="1976"/>
                  </a:lnTo>
                  <a:lnTo>
                    <a:pt x="466120" y="7785"/>
                  </a:lnTo>
                  <a:lnTo>
                    <a:pt x="413920" y="17246"/>
                  </a:lnTo>
                  <a:lnTo>
                    <a:pt x="363692" y="30178"/>
                  </a:lnTo>
                  <a:lnTo>
                    <a:pt x="315679" y="46399"/>
                  </a:lnTo>
                  <a:lnTo>
                    <a:pt x="270121" y="65730"/>
                  </a:lnTo>
                  <a:lnTo>
                    <a:pt x="227260" y="87988"/>
                  </a:lnTo>
                  <a:lnTo>
                    <a:pt x="187336" y="112993"/>
                  </a:lnTo>
                  <a:lnTo>
                    <a:pt x="150591" y="140564"/>
                  </a:lnTo>
                  <a:lnTo>
                    <a:pt x="117265" y="170521"/>
                  </a:lnTo>
                  <a:lnTo>
                    <a:pt x="87601" y="202681"/>
                  </a:lnTo>
                  <a:lnTo>
                    <a:pt x="61838" y="236865"/>
                  </a:lnTo>
                  <a:lnTo>
                    <a:pt x="40219" y="272891"/>
                  </a:lnTo>
                  <a:lnTo>
                    <a:pt x="22985" y="310578"/>
                  </a:lnTo>
                  <a:lnTo>
                    <a:pt x="10376" y="349746"/>
                  </a:lnTo>
                  <a:lnTo>
                    <a:pt x="2634" y="390214"/>
                  </a:lnTo>
                  <a:lnTo>
                    <a:pt x="0" y="431800"/>
                  </a:lnTo>
                  <a:lnTo>
                    <a:pt x="2634" y="473385"/>
                  </a:lnTo>
                  <a:lnTo>
                    <a:pt x="10376" y="513853"/>
                  </a:lnTo>
                  <a:lnTo>
                    <a:pt x="22985" y="553021"/>
                  </a:lnTo>
                  <a:lnTo>
                    <a:pt x="40219" y="590708"/>
                  </a:lnTo>
                  <a:lnTo>
                    <a:pt x="61838" y="626734"/>
                  </a:lnTo>
                  <a:lnTo>
                    <a:pt x="87601" y="660918"/>
                  </a:lnTo>
                  <a:lnTo>
                    <a:pt x="117265" y="693078"/>
                  </a:lnTo>
                  <a:lnTo>
                    <a:pt x="150591" y="723035"/>
                  </a:lnTo>
                  <a:lnTo>
                    <a:pt x="187336" y="750606"/>
                  </a:lnTo>
                  <a:lnTo>
                    <a:pt x="227260" y="775611"/>
                  </a:lnTo>
                  <a:lnTo>
                    <a:pt x="270121" y="797869"/>
                  </a:lnTo>
                  <a:lnTo>
                    <a:pt x="315679" y="817200"/>
                  </a:lnTo>
                  <a:lnTo>
                    <a:pt x="363692" y="833421"/>
                  </a:lnTo>
                  <a:lnTo>
                    <a:pt x="413920" y="846353"/>
                  </a:lnTo>
                  <a:lnTo>
                    <a:pt x="466120" y="855814"/>
                  </a:lnTo>
                  <a:lnTo>
                    <a:pt x="520052" y="861623"/>
                  </a:lnTo>
                  <a:lnTo>
                    <a:pt x="575475" y="863600"/>
                  </a:lnTo>
                  <a:lnTo>
                    <a:pt x="630895" y="861623"/>
                  </a:lnTo>
                  <a:lnTo>
                    <a:pt x="684825" y="855814"/>
                  </a:lnTo>
                  <a:lnTo>
                    <a:pt x="737024" y="846353"/>
                  </a:lnTo>
                  <a:lnTo>
                    <a:pt x="787250" y="833421"/>
                  </a:lnTo>
                  <a:lnTo>
                    <a:pt x="835262" y="817200"/>
                  </a:lnTo>
                  <a:lnTo>
                    <a:pt x="880819" y="797869"/>
                  </a:lnTo>
                  <a:lnTo>
                    <a:pt x="923679" y="775611"/>
                  </a:lnTo>
                  <a:lnTo>
                    <a:pt x="963603" y="750606"/>
                  </a:lnTo>
                  <a:lnTo>
                    <a:pt x="1000347" y="723035"/>
                  </a:lnTo>
                  <a:lnTo>
                    <a:pt x="1033672" y="693078"/>
                  </a:lnTo>
                  <a:lnTo>
                    <a:pt x="1063336" y="660918"/>
                  </a:lnTo>
                  <a:lnTo>
                    <a:pt x="1089098" y="626734"/>
                  </a:lnTo>
                  <a:lnTo>
                    <a:pt x="1110717" y="590708"/>
                  </a:lnTo>
                  <a:lnTo>
                    <a:pt x="1127952" y="553021"/>
                  </a:lnTo>
                  <a:lnTo>
                    <a:pt x="1140560" y="513853"/>
                  </a:lnTo>
                  <a:lnTo>
                    <a:pt x="1148303" y="473385"/>
                  </a:lnTo>
                  <a:lnTo>
                    <a:pt x="1150937" y="431800"/>
                  </a:lnTo>
                  <a:lnTo>
                    <a:pt x="1148303" y="390214"/>
                  </a:lnTo>
                  <a:lnTo>
                    <a:pt x="1140560" y="349746"/>
                  </a:lnTo>
                  <a:lnTo>
                    <a:pt x="1127952" y="310578"/>
                  </a:lnTo>
                  <a:lnTo>
                    <a:pt x="1110717" y="272891"/>
                  </a:lnTo>
                  <a:lnTo>
                    <a:pt x="1089098" y="236865"/>
                  </a:lnTo>
                  <a:lnTo>
                    <a:pt x="1063336" y="202681"/>
                  </a:lnTo>
                  <a:lnTo>
                    <a:pt x="1033672" y="170521"/>
                  </a:lnTo>
                  <a:lnTo>
                    <a:pt x="1000347" y="140564"/>
                  </a:lnTo>
                  <a:lnTo>
                    <a:pt x="963603" y="112993"/>
                  </a:lnTo>
                  <a:lnTo>
                    <a:pt x="923679" y="87988"/>
                  </a:lnTo>
                  <a:lnTo>
                    <a:pt x="880819" y="65730"/>
                  </a:lnTo>
                  <a:lnTo>
                    <a:pt x="835262" y="46399"/>
                  </a:lnTo>
                  <a:lnTo>
                    <a:pt x="787250" y="30178"/>
                  </a:lnTo>
                  <a:lnTo>
                    <a:pt x="737024" y="17246"/>
                  </a:lnTo>
                  <a:lnTo>
                    <a:pt x="684825" y="7785"/>
                  </a:lnTo>
                  <a:lnTo>
                    <a:pt x="630895" y="1976"/>
                  </a:lnTo>
                  <a:lnTo>
                    <a:pt x="5754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888037" y="3168650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0" y="431800"/>
                  </a:moveTo>
                  <a:lnTo>
                    <a:pt x="2634" y="390214"/>
                  </a:lnTo>
                  <a:lnTo>
                    <a:pt x="10376" y="349746"/>
                  </a:lnTo>
                  <a:lnTo>
                    <a:pt x="22985" y="310578"/>
                  </a:lnTo>
                  <a:lnTo>
                    <a:pt x="40219" y="272891"/>
                  </a:lnTo>
                  <a:lnTo>
                    <a:pt x="61838" y="236865"/>
                  </a:lnTo>
                  <a:lnTo>
                    <a:pt x="87601" y="202681"/>
                  </a:lnTo>
                  <a:lnTo>
                    <a:pt x="117265" y="170521"/>
                  </a:lnTo>
                  <a:lnTo>
                    <a:pt x="150591" y="140564"/>
                  </a:lnTo>
                  <a:lnTo>
                    <a:pt x="187336" y="112993"/>
                  </a:lnTo>
                  <a:lnTo>
                    <a:pt x="227260" y="87988"/>
                  </a:lnTo>
                  <a:lnTo>
                    <a:pt x="270121" y="65730"/>
                  </a:lnTo>
                  <a:lnTo>
                    <a:pt x="315679" y="46399"/>
                  </a:lnTo>
                  <a:lnTo>
                    <a:pt x="363692" y="30178"/>
                  </a:lnTo>
                  <a:lnTo>
                    <a:pt x="413920" y="17246"/>
                  </a:lnTo>
                  <a:lnTo>
                    <a:pt x="466120" y="7785"/>
                  </a:lnTo>
                  <a:lnTo>
                    <a:pt x="520052" y="1976"/>
                  </a:lnTo>
                  <a:lnTo>
                    <a:pt x="575475" y="0"/>
                  </a:lnTo>
                  <a:lnTo>
                    <a:pt x="630895" y="1976"/>
                  </a:lnTo>
                  <a:lnTo>
                    <a:pt x="684825" y="7785"/>
                  </a:lnTo>
                  <a:lnTo>
                    <a:pt x="737024" y="17246"/>
                  </a:lnTo>
                  <a:lnTo>
                    <a:pt x="787250" y="30178"/>
                  </a:lnTo>
                  <a:lnTo>
                    <a:pt x="835262" y="46399"/>
                  </a:lnTo>
                  <a:lnTo>
                    <a:pt x="880819" y="65730"/>
                  </a:lnTo>
                  <a:lnTo>
                    <a:pt x="923679" y="87988"/>
                  </a:lnTo>
                  <a:lnTo>
                    <a:pt x="963603" y="112993"/>
                  </a:lnTo>
                  <a:lnTo>
                    <a:pt x="1000347" y="140564"/>
                  </a:lnTo>
                  <a:lnTo>
                    <a:pt x="1033672" y="170521"/>
                  </a:lnTo>
                  <a:lnTo>
                    <a:pt x="1063336" y="202681"/>
                  </a:lnTo>
                  <a:lnTo>
                    <a:pt x="1089098" y="236865"/>
                  </a:lnTo>
                  <a:lnTo>
                    <a:pt x="1110717" y="272891"/>
                  </a:lnTo>
                  <a:lnTo>
                    <a:pt x="1127952" y="310578"/>
                  </a:lnTo>
                  <a:lnTo>
                    <a:pt x="1140560" y="349746"/>
                  </a:lnTo>
                  <a:lnTo>
                    <a:pt x="1148303" y="390214"/>
                  </a:lnTo>
                  <a:lnTo>
                    <a:pt x="1150937" y="431800"/>
                  </a:lnTo>
                  <a:lnTo>
                    <a:pt x="1148303" y="473385"/>
                  </a:lnTo>
                  <a:lnTo>
                    <a:pt x="1140560" y="513853"/>
                  </a:lnTo>
                  <a:lnTo>
                    <a:pt x="1127952" y="553021"/>
                  </a:lnTo>
                  <a:lnTo>
                    <a:pt x="1110717" y="590708"/>
                  </a:lnTo>
                  <a:lnTo>
                    <a:pt x="1089098" y="626734"/>
                  </a:lnTo>
                  <a:lnTo>
                    <a:pt x="1063336" y="660918"/>
                  </a:lnTo>
                  <a:lnTo>
                    <a:pt x="1033672" y="693078"/>
                  </a:lnTo>
                  <a:lnTo>
                    <a:pt x="1000347" y="723035"/>
                  </a:lnTo>
                  <a:lnTo>
                    <a:pt x="963603" y="750606"/>
                  </a:lnTo>
                  <a:lnTo>
                    <a:pt x="923679" y="775611"/>
                  </a:lnTo>
                  <a:lnTo>
                    <a:pt x="880819" y="797869"/>
                  </a:lnTo>
                  <a:lnTo>
                    <a:pt x="835262" y="817200"/>
                  </a:lnTo>
                  <a:lnTo>
                    <a:pt x="787250" y="833421"/>
                  </a:lnTo>
                  <a:lnTo>
                    <a:pt x="737024" y="846353"/>
                  </a:lnTo>
                  <a:lnTo>
                    <a:pt x="684825" y="855814"/>
                  </a:lnTo>
                  <a:lnTo>
                    <a:pt x="630895" y="861623"/>
                  </a:lnTo>
                  <a:lnTo>
                    <a:pt x="575475" y="863600"/>
                  </a:lnTo>
                  <a:lnTo>
                    <a:pt x="520052" y="861623"/>
                  </a:lnTo>
                  <a:lnTo>
                    <a:pt x="466120" y="855814"/>
                  </a:lnTo>
                  <a:lnTo>
                    <a:pt x="413920" y="846353"/>
                  </a:lnTo>
                  <a:lnTo>
                    <a:pt x="363692" y="833421"/>
                  </a:lnTo>
                  <a:lnTo>
                    <a:pt x="315679" y="817200"/>
                  </a:lnTo>
                  <a:lnTo>
                    <a:pt x="270121" y="797869"/>
                  </a:lnTo>
                  <a:lnTo>
                    <a:pt x="227260" y="775611"/>
                  </a:lnTo>
                  <a:lnTo>
                    <a:pt x="187336" y="750606"/>
                  </a:lnTo>
                  <a:lnTo>
                    <a:pt x="150591" y="723035"/>
                  </a:lnTo>
                  <a:lnTo>
                    <a:pt x="117265" y="693078"/>
                  </a:lnTo>
                  <a:lnTo>
                    <a:pt x="87601" y="660918"/>
                  </a:lnTo>
                  <a:lnTo>
                    <a:pt x="61838" y="626734"/>
                  </a:lnTo>
                  <a:lnTo>
                    <a:pt x="40219" y="590708"/>
                  </a:lnTo>
                  <a:lnTo>
                    <a:pt x="22985" y="553021"/>
                  </a:lnTo>
                  <a:lnTo>
                    <a:pt x="10376" y="513853"/>
                  </a:lnTo>
                  <a:lnTo>
                    <a:pt x="2634" y="473385"/>
                  </a:lnTo>
                  <a:lnTo>
                    <a:pt x="0" y="4318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090602" y="3455923"/>
            <a:ext cx="6134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bje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ct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843215" y="3206750"/>
            <a:ext cx="3024505" cy="1052830"/>
            <a:chOff x="2843215" y="3206750"/>
            <a:chExt cx="3024505" cy="1052830"/>
          </a:xfrm>
        </p:grpSpPr>
        <p:sp>
          <p:nvSpPr>
            <p:cNvPr id="28" name="object 28"/>
            <p:cNvSpPr/>
            <p:nvPr/>
          </p:nvSpPr>
          <p:spPr>
            <a:xfrm>
              <a:off x="5364162" y="3213100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0" y="0"/>
                  </a:moveTo>
                  <a:lnTo>
                    <a:pt x="386892" y="386892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715139" y="3564075"/>
              <a:ext cx="81280" cy="81280"/>
            </a:xfrm>
            <a:custGeom>
              <a:avLst/>
              <a:gdLst/>
              <a:ahLst/>
              <a:cxnLst/>
              <a:rect l="l" t="t" r="r" b="b"/>
              <a:pathLst>
                <a:path w="81279" h="81279">
                  <a:moveTo>
                    <a:pt x="53886" y="0"/>
                  </a:moveTo>
                  <a:lnTo>
                    <a:pt x="0" y="53873"/>
                  </a:lnTo>
                  <a:lnTo>
                    <a:pt x="80822" y="80822"/>
                  </a:lnTo>
                  <a:lnTo>
                    <a:pt x="538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580062" y="3962095"/>
              <a:ext cx="230504" cy="114935"/>
            </a:xfrm>
            <a:custGeom>
              <a:avLst/>
              <a:gdLst/>
              <a:ahLst/>
              <a:cxnLst/>
              <a:rect l="l" t="t" r="r" b="b"/>
              <a:pathLst>
                <a:path w="230504" h="114935">
                  <a:moveTo>
                    <a:pt x="0" y="114604"/>
                  </a:moveTo>
                  <a:lnTo>
                    <a:pt x="230479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782200" y="3933644"/>
              <a:ext cx="85725" cy="68580"/>
            </a:xfrm>
            <a:custGeom>
              <a:avLst/>
              <a:gdLst/>
              <a:ahLst/>
              <a:cxnLst/>
              <a:rect l="l" t="t" r="r" b="b"/>
              <a:pathLst>
                <a:path w="85725" h="68579">
                  <a:moveTo>
                    <a:pt x="0" y="0"/>
                  </a:moveTo>
                  <a:lnTo>
                    <a:pt x="33934" y="68224"/>
                  </a:lnTo>
                  <a:lnTo>
                    <a:pt x="85204" y="1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906712" y="4221162"/>
              <a:ext cx="1377950" cy="0"/>
            </a:xfrm>
            <a:custGeom>
              <a:avLst/>
              <a:gdLst/>
              <a:ahLst/>
              <a:cxnLst/>
              <a:rect l="l" t="t" r="r" b="b"/>
              <a:pathLst>
                <a:path w="1377950">
                  <a:moveTo>
                    <a:pt x="0" y="0"/>
                  </a:moveTo>
                  <a:lnTo>
                    <a:pt x="137795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843215" y="418305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243127" y="2376424"/>
            <a:ext cx="109791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Page</a:t>
            </a:r>
            <a:r>
              <a:rPr sz="16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scope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314565" y="3384486"/>
            <a:ext cx="13811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Request</a:t>
            </a:r>
            <a:r>
              <a:rPr sz="16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scope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547812" y="4076700"/>
            <a:ext cx="1224280" cy="3460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10"/>
              </a:spcBef>
            </a:pPr>
            <a:r>
              <a:rPr sz="1600" spc="-5" dirty="0">
                <a:latin typeface="Arial MT"/>
                <a:cs typeface="Arial MT"/>
              </a:rPr>
              <a:t>Response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090602" y="5400611"/>
            <a:ext cx="1650364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Servlets</a:t>
            </a:r>
            <a:r>
              <a:rPr sz="16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container</a:t>
            </a:r>
            <a:endParaRPr sz="16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8" name="Entrada de lápiz 37">
                <a:extLst>
                  <a:ext uri="{FF2B5EF4-FFF2-40B4-BE49-F238E27FC236}">
                    <a16:creationId xmlns:a16="http://schemas.microsoft.com/office/drawing/2014/main" id="{D1189A52-AC79-7546-B731-480DD3D1A02C}"/>
                  </a:ext>
                </a:extLst>
              </p14:cNvPr>
              <p14:cNvContentPartPr/>
              <p14:nvPr/>
            </p14:nvContentPartPr>
            <p14:xfrm>
              <a:off x="1025021" y="1960743"/>
              <a:ext cx="64080" cy="2185200"/>
            </p14:xfrm>
          </p:contentPart>
        </mc:Choice>
        <mc:Fallback>
          <p:pic>
            <p:nvPicPr>
              <p:cNvPr id="38" name="Entrada de lápiz 37">
                <a:extLst>
                  <a:ext uri="{FF2B5EF4-FFF2-40B4-BE49-F238E27FC236}">
                    <a16:creationId xmlns:a16="http://schemas.microsoft.com/office/drawing/2014/main" id="{D1189A52-AC79-7546-B731-480DD3D1A02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1021" y="1853103"/>
                <a:ext cx="171720" cy="240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9" name="Entrada de lápiz 38">
                <a:extLst>
                  <a:ext uri="{FF2B5EF4-FFF2-40B4-BE49-F238E27FC236}">
                    <a16:creationId xmlns:a16="http://schemas.microsoft.com/office/drawing/2014/main" id="{A30028F4-1F4C-59A6-22A7-1762A77872B0}"/>
                  </a:ext>
                </a:extLst>
              </p14:cNvPr>
              <p14:cNvContentPartPr/>
              <p14:nvPr/>
            </p14:nvContentPartPr>
            <p14:xfrm>
              <a:off x="1196741" y="5214783"/>
              <a:ext cx="31680" cy="198720"/>
            </p14:xfrm>
          </p:contentPart>
        </mc:Choice>
        <mc:Fallback>
          <p:pic>
            <p:nvPicPr>
              <p:cNvPr id="39" name="Entrada de lápiz 38">
                <a:extLst>
                  <a:ext uri="{FF2B5EF4-FFF2-40B4-BE49-F238E27FC236}">
                    <a16:creationId xmlns:a16="http://schemas.microsoft.com/office/drawing/2014/main" id="{A30028F4-1F4C-59A6-22A7-1762A77872B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42741" y="5107143"/>
                <a:ext cx="139320" cy="41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0" name="Entrada de lápiz 39">
                <a:extLst>
                  <a:ext uri="{FF2B5EF4-FFF2-40B4-BE49-F238E27FC236}">
                    <a16:creationId xmlns:a16="http://schemas.microsoft.com/office/drawing/2014/main" id="{53DEFEA4-E17F-0D3F-2104-D2B3F8C28F62}"/>
                  </a:ext>
                </a:extLst>
              </p14:cNvPr>
              <p14:cNvContentPartPr/>
              <p14:nvPr/>
            </p14:nvContentPartPr>
            <p14:xfrm>
              <a:off x="1010261" y="4058103"/>
              <a:ext cx="114480" cy="1688400"/>
            </p14:xfrm>
          </p:contentPart>
        </mc:Choice>
        <mc:Fallback>
          <p:pic>
            <p:nvPicPr>
              <p:cNvPr id="40" name="Entrada de lápiz 39">
                <a:extLst>
                  <a:ext uri="{FF2B5EF4-FFF2-40B4-BE49-F238E27FC236}">
                    <a16:creationId xmlns:a16="http://schemas.microsoft.com/office/drawing/2014/main" id="{53DEFEA4-E17F-0D3F-2104-D2B3F8C28F6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56621" y="3950463"/>
                <a:ext cx="222120" cy="1904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51275" y="1844675"/>
            <a:ext cx="4897755" cy="4321175"/>
            <a:chOff x="3851275" y="1844675"/>
            <a:chExt cx="4897755" cy="4321175"/>
          </a:xfrm>
        </p:grpSpPr>
        <p:sp>
          <p:nvSpPr>
            <p:cNvPr id="3" name="object 3"/>
            <p:cNvSpPr/>
            <p:nvPr/>
          </p:nvSpPr>
          <p:spPr>
            <a:xfrm>
              <a:off x="3851275" y="1844675"/>
              <a:ext cx="4897755" cy="4321175"/>
            </a:xfrm>
            <a:custGeom>
              <a:avLst/>
              <a:gdLst/>
              <a:ahLst/>
              <a:cxnLst/>
              <a:rect l="l" t="t" r="r" b="b"/>
              <a:pathLst>
                <a:path w="4897755" h="4321175">
                  <a:moveTo>
                    <a:pt x="4897437" y="0"/>
                  </a:moveTo>
                  <a:lnTo>
                    <a:pt x="0" y="0"/>
                  </a:lnTo>
                  <a:lnTo>
                    <a:pt x="0" y="4321175"/>
                  </a:lnTo>
                  <a:lnTo>
                    <a:pt x="4897437" y="4321175"/>
                  </a:lnTo>
                  <a:lnTo>
                    <a:pt x="4897437" y="0"/>
                  </a:lnTo>
                  <a:close/>
                </a:path>
              </a:pathLst>
            </a:custGeom>
            <a:solidFill>
              <a:srgbClr val="00D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888037" y="2089150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575475" y="0"/>
                  </a:moveTo>
                  <a:lnTo>
                    <a:pt x="520052" y="1976"/>
                  </a:lnTo>
                  <a:lnTo>
                    <a:pt x="466120" y="7785"/>
                  </a:lnTo>
                  <a:lnTo>
                    <a:pt x="413920" y="17246"/>
                  </a:lnTo>
                  <a:lnTo>
                    <a:pt x="363692" y="30178"/>
                  </a:lnTo>
                  <a:lnTo>
                    <a:pt x="315679" y="46399"/>
                  </a:lnTo>
                  <a:lnTo>
                    <a:pt x="270121" y="65730"/>
                  </a:lnTo>
                  <a:lnTo>
                    <a:pt x="227260" y="87988"/>
                  </a:lnTo>
                  <a:lnTo>
                    <a:pt x="187336" y="112993"/>
                  </a:lnTo>
                  <a:lnTo>
                    <a:pt x="150591" y="140564"/>
                  </a:lnTo>
                  <a:lnTo>
                    <a:pt x="117265" y="170521"/>
                  </a:lnTo>
                  <a:lnTo>
                    <a:pt x="87601" y="202681"/>
                  </a:lnTo>
                  <a:lnTo>
                    <a:pt x="61838" y="236865"/>
                  </a:lnTo>
                  <a:lnTo>
                    <a:pt x="40219" y="272891"/>
                  </a:lnTo>
                  <a:lnTo>
                    <a:pt x="22985" y="310578"/>
                  </a:lnTo>
                  <a:lnTo>
                    <a:pt x="10376" y="349746"/>
                  </a:lnTo>
                  <a:lnTo>
                    <a:pt x="2634" y="390214"/>
                  </a:lnTo>
                  <a:lnTo>
                    <a:pt x="0" y="431800"/>
                  </a:lnTo>
                  <a:lnTo>
                    <a:pt x="2634" y="473385"/>
                  </a:lnTo>
                  <a:lnTo>
                    <a:pt x="10376" y="513853"/>
                  </a:lnTo>
                  <a:lnTo>
                    <a:pt x="22985" y="553021"/>
                  </a:lnTo>
                  <a:lnTo>
                    <a:pt x="40219" y="590708"/>
                  </a:lnTo>
                  <a:lnTo>
                    <a:pt x="61838" y="626734"/>
                  </a:lnTo>
                  <a:lnTo>
                    <a:pt x="87601" y="660918"/>
                  </a:lnTo>
                  <a:lnTo>
                    <a:pt x="117265" y="693078"/>
                  </a:lnTo>
                  <a:lnTo>
                    <a:pt x="150591" y="723035"/>
                  </a:lnTo>
                  <a:lnTo>
                    <a:pt x="187336" y="750606"/>
                  </a:lnTo>
                  <a:lnTo>
                    <a:pt x="227260" y="775611"/>
                  </a:lnTo>
                  <a:lnTo>
                    <a:pt x="270121" y="797869"/>
                  </a:lnTo>
                  <a:lnTo>
                    <a:pt x="315679" y="817200"/>
                  </a:lnTo>
                  <a:lnTo>
                    <a:pt x="363692" y="833421"/>
                  </a:lnTo>
                  <a:lnTo>
                    <a:pt x="413920" y="846353"/>
                  </a:lnTo>
                  <a:lnTo>
                    <a:pt x="466120" y="855814"/>
                  </a:lnTo>
                  <a:lnTo>
                    <a:pt x="520052" y="861623"/>
                  </a:lnTo>
                  <a:lnTo>
                    <a:pt x="575475" y="863600"/>
                  </a:lnTo>
                  <a:lnTo>
                    <a:pt x="630895" y="861623"/>
                  </a:lnTo>
                  <a:lnTo>
                    <a:pt x="684825" y="855814"/>
                  </a:lnTo>
                  <a:lnTo>
                    <a:pt x="737024" y="846353"/>
                  </a:lnTo>
                  <a:lnTo>
                    <a:pt x="787250" y="833421"/>
                  </a:lnTo>
                  <a:lnTo>
                    <a:pt x="835262" y="817200"/>
                  </a:lnTo>
                  <a:lnTo>
                    <a:pt x="880819" y="797869"/>
                  </a:lnTo>
                  <a:lnTo>
                    <a:pt x="923679" y="775611"/>
                  </a:lnTo>
                  <a:lnTo>
                    <a:pt x="963603" y="750606"/>
                  </a:lnTo>
                  <a:lnTo>
                    <a:pt x="1000347" y="723035"/>
                  </a:lnTo>
                  <a:lnTo>
                    <a:pt x="1033672" y="693078"/>
                  </a:lnTo>
                  <a:lnTo>
                    <a:pt x="1063336" y="660918"/>
                  </a:lnTo>
                  <a:lnTo>
                    <a:pt x="1089098" y="626734"/>
                  </a:lnTo>
                  <a:lnTo>
                    <a:pt x="1110717" y="590708"/>
                  </a:lnTo>
                  <a:lnTo>
                    <a:pt x="1127952" y="553021"/>
                  </a:lnTo>
                  <a:lnTo>
                    <a:pt x="1140560" y="513853"/>
                  </a:lnTo>
                  <a:lnTo>
                    <a:pt x="1148303" y="473385"/>
                  </a:lnTo>
                  <a:lnTo>
                    <a:pt x="1150937" y="431800"/>
                  </a:lnTo>
                  <a:lnTo>
                    <a:pt x="1148303" y="390214"/>
                  </a:lnTo>
                  <a:lnTo>
                    <a:pt x="1140560" y="349746"/>
                  </a:lnTo>
                  <a:lnTo>
                    <a:pt x="1127952" y="310578"/>
                  </a:lnTo>
                  <a:lnTo>
                    <a:pt x="1110717" y="272891"/>
                  </a:lnTo>
                  <a:lnTo>
                    <a:pt x="1089098" y="236865"/>
                  </a:lnTo>
                  <a:lnTo>
                    <a:pt x="1063336" y="202681"/>
                  </a:lnTo>
                  <a:lnTo>
                    <a:pt x="1033672" y="170521"/>
                  </a:lnTo>
                  <a:lnTo>
                    <a:pt x="1000347" y="140564"/>
                  </a:lnTo>
                  <a:lnTo>
                    <a:pt x="963603" y="112993"/>
                  </a:lnTo>
                  <a:lnTo>
                    <a:pt x="923679" y="87988"/>
                  </a:lnTo>
                  <a:lnTo>
                    <a:pt x="880819" y="65730"/>
                  </a:lnTo>
                  <a:lnTo>
                    <a:pt x="835262" y="46399"/>
                  </a:lnTo>
                  <a:lnTo>
                    <a:pt x="787250" y="30178"/>
                  </a:lnTo>
                  <a:lnTo>
                    <a:pt x="737024" y="17246"/>
                  </a:lnTo>
                  <a:lnTo>
                    <a:pt x="684825" y="7785"/>
                  </a:lnTo>
                  <a:lnTo>
                    <a:pt x="630895" y="1976"/>
                  </a:lnTo>
                  <a:lnTo>
                    <a:pt x="5754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888037" y="2089150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0" y="431800"/>
                  </a:moveTo>
                  <a:lnTo>
                    <a:pt x="2634" y="390214"/>
                  </a:lnTo>
                  <a:lnTo>
                    <a:pt x="10376" y="349746"/>
                  </a:lnTo>
                  <a:lnTo>
                    <a:pt x="22985" y="310578"/>
                  </a:lnTo>
                  <a:lnTo>
                    <a:pt x="40219" y="272891"/>
                  </a:lnTo>
                  <a:lnTo>
                    <a:pt x="61838" y="236865"/>
                  </a:lnTo>
                  <a:lnTo>
                    <a:pt x="87601" y="202681"/>
                  </a:lnTo>
                  <a:lnTo>
                    <a:pt x="117265" y="170521"/>
                  </a:lnTo>
                  <a:lnTo>
                    <a:pt x="150591" y="140564"/>
                  </a:lnTo>
                  <a:lnTo>
                    <a:pt x="187336" y="112993"/>
                  </a:lnTo>
                  <a:lnTo>
                    <a:pt x="227260" y="87988"/>
                  </a:lnTo>
                  <a:lnTo>
                    <a:pt x="270121" y="65730"/>
                  </a:lnTo>
                  <a:lnTo>
                    <a:pt x="315679" y="46399"/>
                  </a:lnTo>
                  <a:lnTo>
                    <a:pt x="363692" y="30178"/>
                  </a:lnTo>
                  <a:lnTo>
                    <a:pt x="413920" y="17246"/>
                  </a:lnTo>
                  <a:lnTo>
                    <a:pt x="466120" y="7785"/>
                  </a:lnTo>
                  <a:lnTo>
                    <a:pt x="520052" y="1976"/>
                  </a:lnTo>
                  <a:lnTo>
                    <a:pt x="575475" y="0"/>
                  </a:lnTo>
                  <a:lnTo>
                    <a:pt x="630895" y="1976"/>
                  </a:lnTo>
                  <a:lnTo>
                    <a:pt x="684825" y="7785"/>
                  </a:lnTo>
                  <a:lnTo>
                    <a:pt x="737024" y="17246"/>
                  </a:lnTo>
                  <a:lnTo>
                    <a:pt x="787250" y="30178"/>
                  </a:lnTo>
                  <a:lnTo>
                    <a:pt x="835262" y="46399"/>
                  </a:lnTo>
                  <a:lnTo>
                    <a:pt x="880819" y="65730"/>
                  </a:lnTo>
                  <a:lnTo>
                    <a:pt x="923679" y="87988"/>
                  </a:lnTo>
                  <a:lnTo>
                    <a:pt x="963603" y="112993"/>
                  </a:lnTo>
                  <a:lnTo>
                    <a:pt x="1000347" y="140564"/>
                  </a:lnTo>
                  <a:lnTo>
                    <a:pt x="1033672" y="170521"/>
                  </a:lnTo>
                  <a:lnTo>
                    <a:pt x="1063336" y="202681"/>
                  </a:lnTo>
                  <a:lnTo>
                    <a:pt x="1089098" y="236865"/>
                  </a:lnTo>
                  <a:lnTo>
                    <a:pt x="1110717" y="272891"/>
                  </a:lnTo>
                  <a:lnTo>
                    <a:pt x="1127952" y="310578"/>
                  </a:lnTo>
                  <a:lnTo>
                    <a:pt x="1140560" y="349746"/>
                  </a:lnTo>
                  <a:lnTo>
                    <a:pt x="1148303" y="390214"/>
                  </a:lnTo>
                  <a:lnTo>
                    <a:pt x="1150937" y="431800"/>
                  </a:lnTo>
                  <a:lnTo>
                    <a:pt x="1148303" y="473385"/>
                  </a:lnTo>
                  <a:lnTo>
                    <a:pt x="1140560" y="513853"/>
                  </a:lnTo>
                  <a:lnTo>
                    <a:pt x="1127952" y="553021"/>
                  </a:lnTo>
                  <a:lnTo>
                    <a:pt x="1110717" y="590708"/>
                  </a:lnTo>
                  <a:lnTo>
                    <a:pt x="1089098" y="626734"/>
                  </a:lnTo>
                  <a:lnTo>
                    <a:pt x="1063336" y="660918"/>
                  </a:lnTo>
                  <a:lnTo>
                    <a:pt x="1033672" y="693078"/>
                  </a:lnTo>
                  <a:lnTo>
                    <a:pt x="1000347" y="723035"/>
                  </a:lnTo>
                  <a:lnTo>
                    <a:pt x="963603" y="750606"/>
                  </a:lnTo>
                  <a:lnTo>
                    <a:pt x="923679" y="775611"/>
                  </a:lnTo>
                  <a:lnTo>
                    <a:pt x="880819" y="797869"/>
                  </a:lnTo>
                  <a:lnTo>
                    <a:pt x="835262" y="817200"/>
                  </a:lnTo>
                  <a:lnTo>
                    <a:pt x="787250" y="833421"/>
                  </a:lnTo>
                  <a:lnTo>
                    <a:pt x="737024" y="846353"/>
                  </a:lnTo>
                  <a:lnTo>
                    <a:pt x="684825" y="855814"/>
                  </a:lnTo>
                  <a:lnTo>
                    <a:pt x="630895" y="861623"/>
                  </a:lnTo>
                  <a:lnTo>
                    <a:pt x="575475" y="863600"/>
                  </a:lnTo>
                  <a:lnTo>
                    <a:pt x="520052" y="861623"/>
                  </a:lnTo>
                  <a:lnTo>
                    <a:pt x="466120" y="855814"/>
                  </a:lnTo>
                  <a:lnTo>
                    <a:pt x="413920" y="846353"/>
                  </a:lnTo>
                  <a:lnTo>
                    <a:pt x="363692" y="833421"/>
                  </a:lnTo>
                  <a:lnTo>
                    <a:pt x="315679" y="817200"/>
                  </a:lnTo>
                  <a:lnTo>
                    <a:pt x="270121" y="797869"/>
                  </a:lnTo>
                  <a:lnTo>
                    <a:pt x="227260" y="775611"/>
                  </a:lnTo>
                  <a:lnTo>
                    <a:pt x="187336" y="750606"/>
                  </a:lnTo>
                  <a:lnTo>
                    <a:pt x="150591" y="723035"/>
                  </a:lnTo>
                  <a:lnTo>
                    <a:pt x="117265" y="693078"/>
                  </a:lnTo>
                  <a:lnTo>
                    <a:pt x="87601" y="660918"/>
                  </a:lnTo>
                  <a:lnTo>
                    <a:pt x="61838" y="626734"/>
                  </a:lnTo>
                  <a:lnTo>
                    <a:pt x="40219" y="590708"/>
                  </a:lnTo>
                  <a:lnTo>
                    <a:pt x="22985" y="553021"/>
                  </a:lnTo>
                  <a:lnTo>
                    <a:pt x="10376" y="513853"/>
                  </a:lnTo>
                  <a:lnTo>
                    <a:pt x="2634" y="473385"/>
                  </a:lnTo>
                  <a:lnTo>
                    <a:pt x="0" y="4318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090602" y="2376424"/>
            <a:ext cx="6134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bje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ct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573712" y="2553172"/>
            <a:ext cx="1470025" cy="1628775"/>
            <a:chOff x="5573712" y="2553172"/>
            <a:chExt cx="1470025" cy="1628775"/>
          </a:xfrm>
        </p:grpSpPr>
        <p:sp>
          <p:nvSpPr>
            <p:cNvPr id="8" name="object 8"/>
            <p:cNvSpPr/>
            <p:nvPr/>
          </p:nvSpPr>
          <p:spPr>
            <a:xfrm>
              <a:off x="5580062" y="2585351"/>
              <a:ext cx="156210" cy="52069"/>
            </a:xfrm>
            <a:custGeom>
              <a:avLst/>
              <a:gdLst/>
              <a:ahLst/>
              <a:cxnLst/>
              <a:rect l="l" t="t" r="r" b="b"/>
              <a:pathLst>
                <a:path w="156210" h="52069">
                  <a:moveTo>
                    <a:pt x="0" y="51485"/>
                  </a:moveTo>
                  <a:lnTo>
                    <a:pt x="155613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11651" y="2553172"/>
              <a:ext cx="84455" cy="72390"/>
            </a:xfrm>
            <a:custGeom>
              <a:avLst/>
              <a:gdLst/>
              <a:ahLst/>
              <a:cxnLst/>
              <a:rect l="l" t="t" r="r" b="b"/>
              <a:pathLst>
                <a:path w="84454" h="72389">
                  <a:moveTo>
                    <a:pt x="0" y="0"/>
                  </a:moveTo>
                  <a:lnTo>
                    <a:pt x="23939" y="72339"/>
                  </a:lnTo>
                  <a:lnTo>
                    <a:pt x="84315" y="122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88037" y="3313112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575475" y="0"/>
                  </a:moveTo>
                  <a:lnTo>
                    <a:pt x="520052" y="1976"/>
                  </a:lnTo>
                  <a:lnTo>
                    <a:pt x="466120" y="7785"/>
                  </a:lnTo>
                  <a:lnTo>
                    <a:pt x="413920" y="17246"/>
                  </a:lnTo>
                  <a:lnTo>
                    <a:pt x="363692" y="30178"/>
                  </a:lnTo>
                  <a:lnTo>
                    <a:pt x="315679" y="46399"/>
                  </a:lnTo>
                  <a:lnTo>
                    <a:pt x="270121" y="65730"/>
                  </a:lnTo>
                  <a:lnTo>
                    <a:pt x="227260" y="87988"/>
                  </a:lnTo>
                  <a:lnTo>
                    <a:pt x="187336" y="112993"/>
                  </a:lnTo>
                  <a:lnTo>
                    <a:pt x="150591" y="140564"/>
                  </a:lnTo>
                  <a:lnTo>
                    <a:pt x="117265" y="170521"/>
                  </a:lnTo>
                  <a:lnTo>
                    <a:pt x="87601" y="202681"/>
                  </a:lnTo>
                  <a:lnTo>
                    <a:pt x="61838" y="236865"/>
                  </a:lnTo>
                  <a:lnTo>
                    <a:pt x="40219" y="272891"/>
                  </a:lnTo>
                  <a:lnTo>
                    <a:pt x="22985" y="310578"/>
                  </a:lnTo>
                  <a:lnTo>
                    <a:pt x="10376" y="349746"/>
                  </a:lnTo>
                  <a:lnTo>
                    <a:pt x="2634" y="390214"/>
                  </a:lnTo>
                  <a:lnTo>
                    <a:pt x="0" y="431800"/>
                  </a:lnTo>
                  <a:lnTo>
                    <a:pt x="2634" y="473385"/>
                  </a:lnTo>
                  <a:lnTo>
                    <a:pt x="10376" y="513853"/>
                  </a:lnTo>
                  <a:lnTo>
                    <a:pt x="22985" y="553021"/>
                  </a:lnTo>
                  <a:lnTo>
                    <a:pt x="40219" y="590708"/>
                  </a:lnTo>
                  <a:lnTo>
                    <a:pt x="61838" y="626734"/>
                  </a:lnTo>
                  <a:lnTo>
                    <a:pt x="87601" y="660918"/>
                  </a:lnTo>
                  <a:lnTo>
                    <a:pt x="117265" y="693078"/>
                  </a:lnTo>
                  <a:lnTo>
                    <a:pt x="150591" y="723035"/>
                  </a:lnTo>
                  <a:lnTo>
                    <a:pt x="187336" y="750606"/>
                  </a:lnTo>
                  <a:lnTo>
                    <a:pt x="227260" y="775611"/>
                  </a:lnTo>
                  <a:lnTo>
                    <a:pt x="270121" y="797869"/>
                  </a:lnTo>
                  <a:lnTo>
                    <a:pt x="315679" y="817200"/>
                  </a:lnTo>
                  <a:lnTo>
                    <a:pt x="363692" y="833421"/>
                  </a:lnTo>
                  <a:lnTo>
                    <a:pt x="413920" y="846353"/>
                  </a:lnTo>
                  <a:lnTo>
                    <a:pt x="466120" y="855814"/>
                  </a:lnTo>
                  <a:lnTo>
                    <a:pt x="520052" y="861623"/>
                  </a:lnTo>
                  <a:lnTo>
                    <a:pt x="575475" y="863600"/>
                  </a:lnTo>
                  <a:lnTo>
                    <a:pt x="630895" y="861623"/>
                  </a:lnTo>
                  <a:lnTo>
                    <a:pt x="684825" y="855814"/>
                  </a:lnTo>
                  <a:lnTo>
                    <a:pt x="737024" y="846353"/>
                  </a:lnTo>
                  <a:lnTo>
                    <a:pt x="787250" y="833421"/>
                  </a:lnTo>
                  <a:lnTo>
                    <a:pt x="835262" y="817200"/>
                  </a:lnTo>
                  <a:lnTo>
                    <a:pt x="880819" y="797869"/>
                  </a:lnTo>
                  <a:lnTo>
                    <a:pt x="923679" y="775611"/>
                  </a:lnTo>
                  <a:lnTo>
                    <a:pt x="963603" y="750606"/>
                  </a:lnTo>
                  <a:lnTo>
                    <a:pt x="1000347" y="723035"/>
                  </a:lnTo>
                  <a:lnTo>
                    <a:pt x="1033672" y="693078"/>
                  </a:lnTo>
                  <a:lnTo>
                    <a:pt x="1063336" y="660918"/>
                  </a:lnTo>
                  <a:lnTo>
                    <a:pt x="1089098" y="626734"/>
                  </a:lnTo>
                  <a:lnTo>
                    <a:pt x="1110717" y="590708"/>
                  </a:lnTo>
                  <a:lnTo>
                    <a:pt x="1127952" y="553021"/>
                  </a:lnTo>
                  <a:lnTo>
                    <a:pt x="1140560" y="513853"/>
                  </a:lnTo>
                  <a:lnTo>
                    <a:pt x="1148303" y="473385"/>
                  </a:lnTo>
                  <a:lnTo>
                    <a:pt x="1150937" y="431800"/>
                  </a:lnTo>
                  <a:lnTo>
                    <a:pt x="1148303" y="390214"/>
                  </a:lnTo>
                  <a:lnTo>
                    <a:pt x="1140560" y="349746"/>
                  </a:lnTo>
                  <a:lnTo>
                    <a:pt x="1127952" y="310578"/>
                  </a:lnTo>
                  <a:lnTo>
                    <a:pt x="1110717" y="272891"/>
                  </a:lnTo>
                  <a:lnTo>
                    <a:pt x="1089098" y="236865"/>
                  </a:lnTo>
                  <a:lnTo>
                    <a:pt x="1063336" y="202681"/>
                  </a:lnTo>
                  <a:lnTo>
                    <a:pt x="1033672" y="170521"/>
                  </a:lnTo>
                  <a:lnTo>
                    <a:pt x="1000347" y="140564"/>
                  </a:lnTo>
                  <a:lnTo>
                    <a:pt x="963603" y="112993"/>
                  </a:lnTo>
                  <a:lnTo>
                    <a:pt x="923679" y="87988"/>
                  </a:lnTo>
                  <a:lnTo>
                    <a:pt x="880819" y="65730"/>
                  </a:lnTo>
                  <a:lnTo>
                    <a:pt x="835262" y="46399"/>
                  </a:lnTo>
                  <a:lnTo>
                    <a:pt x="787250" y="30178"/>
                  </a:lnTo>
                  <a:lnTo>
                    <a:pt x="737024" y="17246"/>
                  </a:lnTo>
                  <a:lnTo>
                    <a:pt x="684825" y="7785"/>
                  </a:lnTo>
                  <a:lnTo>
                    <a:pt x="630895" y="1976"/>
                  </a:lnTo>
                  <a:lnTo>
                    <a:pt x="5754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88036" y="3313112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0" y="431800"/>
                  </a:moveTo>
                  <a:lnTo>
                    <a:pt x="2634" y="390214"/>
                  </a:lnTo>
                  <a:lnTo>
                    <a:pt x="10376" y="349746"/>
                  </a:lnTo>
                  <a:lnTo>
                    <a:pt x="22985" y="310578"/>
                  </a:lnTo>
                  <a:lnTo>
                    <a:pt x="40219" y="272891"/>
                  </a:lnTo>
                  <a:lnTo>
                    <a:pt x="61838" y="236865"/>
                  </a:lnTo>
                  <a:lnTo>
                    <a:pt x="87601" y="202681"/>
                  </a:lnTo>
                  <a:lnTo>
                    <a:pt x="117265" y="170521"/>
                  </a:lnTo>
                  <a:lnTo>
                    <a:pt x="150591" y="140564"/>
                  </a:lnTo>
                  <a:lnTo>
                    <a:pt x="187336" y="112993"/>
                  </a:lnTo>
                  <a:lnTo>
                    <a:pt x="227260" y="87988"/>
                  </a:lnTo>
                  <a:lnTo>
                    <a:pt x="270121" y="65730"/>
                  </a:lnTo>
                  <a:lnTo>
                    <a:pt x="315679" y="46399"/>
                  </a:lnTo>
                  <a:lnTo>
                    <a:pt x="363692" y="30178"/>
                  </a:lnTo>
                  <a:lnTo>
                    <a:pt x="413920" y="17246"/>
                  </a:lnTo>
                  <a:lnTo>
                    <a:pt x="466120" y="7785"/>
                  </a:lnTo>
                  <a:lnTo>
                    <a:pt x="520052" y="1976"/>
                  </a:lnTo>
                  <a:lnTo>
                    <a:pt x="575475" y="0"/>
                  </a:lnTo>
                  <a:lnTo>
                    <a:pt x="630895" y="1976"/>
                  </a:lnTo>
                  <a:lnTo>
                    <a:pt x="684825" y="7785"/>
                  </a:lnTo>
                  <a:lnTo>
                    <a:pt x="737024" y="17246"/>
                  </a:lnTo>
                  <a:lnTo>
                    <a:pt x="787250" y="30178"/>
                  </a:lnTo>
                  <a:lnTo>
                    <a:pt x="835262" y="46399"/>
                  </a:lnTo>
                  <a:lnTo>
                    <a:pt x="880819" y="65730"/>
                  </a:lnTo>
                  <a:lnTo>
                    <a:pt x="923679" y="87988"/>
                  </a:lnTo>
                  <a:lnTo>
                    <a:pt x="963603" y="112993"/>
                  </a:lnTo>
                  <a:lnTo>
                    <a:pt x="1000347" y="140564"/>
                  </a:lnTo>
                  <a:lnTo>
                    <a:pt x="1033672" y="170521"/>
                  </a:lnTo>
                  <a:lnTo>
                    <a:pt x="1063336" y="202681"/>
                  </a:lnTo>
                  <a:lnTo>
                    <a:pt x="1089098" y="236865"/>
                  </a:lnTo>
                  <a:lnTo>
                    <a:pt x="1110717" y="272891"/>
                  </a:lnTo>
                  <a:lnTo>
                    <a:pt x="1127952" y="310578"/>
                  </a:lnTo>
                  <a:lnTo>
                    <a:pt x="1140560" y="349746"/>
                  </a:lnTo>
                  <a:lnTo>
                    <a:pt x="1148303" y="390214"/>
                  </a:lnTo>
                  <a:lnTo>
                    <a:pt x="1150937" y="431800"/>
                  </a:lnTo>
                  <a:lnTo>
                    <a:pt x="1148303" y="473385"/>
                  </a:lnTo>
                  <a:lnTo>
                    <a:pt x="1140560" y="513853"/>
                  </a:lnTo>
                  <a:lnTo>
                    <a:pt x="1127952" y="553021"/>
                  </a:lnTo>
                  <a:lnTo>
                    <a:pt x="1110717" y="590708"/>
                  </a:lnTo>
                  <a:lnTo>
                    <a:pt x="1089098" y="626734"/>
                  </a:lnTo>
                  <a:lnTo>
                    <a:pt x="1063336" y="660918"/>
                  </a:lnTo>
                  <a:lnTo>
                    <a:pt x="1033672" y="693078"/>
                  </a:lnTo>
                  <a:lnTo>
                    <a:pt x="1000347" y="723035"/>
                  </a:lnTo>
                  <a:lnTo>
                    <a:pt x="963603" y="750606"/>
                  </a:lnTo>
                  <a:lnTo>
                    <a:pt x="923679" y="775611"/>
                  </a:lnTo>
                  <a:lnTo>
                    <a:pt x="880819" y="797869"/>
                  </a:lnTo>
                  <a:lnTo>
                    <a:pt x="835262" y="817200"/>
                  </a:lnTo>
                  <a:lnTo>
                    <a:pt x="787250" y="833421"/>
                  </a:lnTo>
                  <a:lnTo>
                    <a:pt x="737024" y="846353"/>
                  </a:lnTo>
                  <a:lnTo>
                    <a:pt x="684825" y="855814"/>
                  </a:lnTo>
                  <a:lnTo>
                    <a:pt x="630895" y="861623"/>
                  </a:lnTo>
                  <a:lnTo>
                    <a:pt x="575475" y="863600"/>
                  </a:lnTo>
                  <a:lnTo>
                    <a:pt x="520052" y="861623"/>
                  </a:lnTo>
                  <a:lnTo>
                    <a:pt x="466120" y="855814"/>
                  </a:lnTo>
                  <a:lnTo>
                    <a:pt x="413920" y="846353"/>
                  </a:lnTo>
                  <a:lnTo>
                    <a:pt x="363692" y="833421"/>
                  </a:lnTo>
                  <a:lnTo>
                    <a:pt x="315679" y="817200"/>
                  </a:lnTo>
                  <a:lnTo>
                    <a:pt x="270121" y="797869"/>
                  </a:lnTo>
                  <a:lnTo>
                    <a:pt x="227260" y="775611"/>
                  </a:lnTo>
                  <a:lnTo>
                    <a:pt x="187336" y="750606"/>
                  </a:lnTo>
                  <a:lnTo>
                    <a:pt x="150591" y="723035"/>
                  </a:lnTo>
                  <a:lnTo>
                    <a:pt x="117265" y="693078"/>
                  </a:lnTo>
                  <a:lnTo>
                    <a:pt x="87601" y="660918"/>
                  </a:lnTo>
                  <a:lnTo>
                    <a:pt x="61838" y="626734"/>
                  </a:lnTo>
                  <a:lnTo>
                    <a:pt x="40219" y="590708"/>
                  </a:lnTo>
                  <a:lnTo>
                    <a:pt x="22985" y="553021"/>
                  </a:lnTo>
                  <a:lnTo>
                    <a:pt x="10376" y="513853"/>
                  </a:lnTo>
                  <a:lnTo>
                    <a:pt x="2634" y="473385"/>
                  </a:lnTo>
                  <a:lnTo>
                    <a:pt x="0" y="4318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090602" y="3600386"/>
            <a:ext cx="6134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bje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ct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857500" y="3206750"/>
            <a:ext cx="2938780" cy="1767205"/>
            <a:chOff x="2857500" y="3206750"/>
            <a:chExt cx="2938780" cy="1767205"/>
          </a:xfrm>
        </p:grpSpPr>
        <p:sp>
          <p:nvSpPr>
            <p:cNvPr id="14" name="object 14"/>
            <p:cNvSpPr/>
            <p:nvPr/>
          </p:nvSpPr>
          <p:spPr>
            <a:xfrm>
              <a:off x="5364162" y="3213100"/>
              <a:ext cx="375285" cy="187960"/>
            </a:xfrm>
            <a:custGeom>
              <a:avLst/>
              <a:gdLst/>
              <a:ahLst/>
              <a:cxnLst/>
              <a:rect l="l" t="t" r="r" b="b"/>
              <a:pathLst>
                <a:path w="375285" h="187960">
                  <a:moveTo>
                    <a:pt x="0" y="0"/>
                  </a:moveTo>
                  <a:lnTo>
                    <a:pt x="375005" y="187502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10762" y="3360841"/>
              <a:ext cx="85725" cy="68580"/>
            </a:xfrm>
            <a:custGeom>
              <a:avLst/>
              <a:gdLst/>
              <a:ahLst/>
              <a:cxnLst/>
              <a:rect l="l" t="t" r="r" b="b"/>
              <a:pathLst>
                <a:path w="85725" h="68579">
                  <a:moveTo>
                    <a:pt x="34086" y="0"/>
                  </a:moveTo>
                  <a:lnTo>
                    <a:pt x="0" y="68148"/>
                  </a:lnTo>
                  <a:lnTo>
                    <a:pt x="85204" y="68160"/>
                  </a:lnTo>
                  <a:lnTo>
                    <a:pt x="340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863850" y="4537075"/>
              <a:ext cx="1377950" cy="0"/>
            </a:xfrm>
            <a:custGeom>
              <a:avLst/>
              <a:gdLst/>
              <a:ahLst/>
              <a:cxnLst/>
              <a:rect l="l" t="t" r="r" b="b"/>
              <a:pathLst>
                <a:path w="1377950">
                  <a:moveTo>
                    <a:pt x="0" y="0"/>
                  </a:moveTo>
                  <a:lnTo>
                    <a:pt x="137795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9100" y="4105274"/>
              <a:ext cx="1298575" cy="863600"/>
            </a:xfrm>
            <a:custGeom>
              <a:avLst/>
              <a:gdLst/>
              <a:ahLst/>
              <a:cxnLst/>
              <a:rect l="l" t="t" r="r" b="b"/>
              <a:pathLst>
                <a:path w="1298575" h="863600">
                  <a:moveTo>
                    <a:pt x="76200" y="431800"/>
                  </a:moveTo>
                  <a:lnTo>
                    <a:pt x="0" y="393700"/>
                  </a:lnTo>
                  <a:lnTo>
                    <a:pt x="0" y="469900"/>
                  </a:lnTo>
                  <a:lnTo>
                    <a:pt x="76200" y="431800"/>
                  </a:lnTo>
                  <a:close/>
                </a:path>
                <a:path w="1298575" h="863600">
                  <a:moveTo>
                    <a:pt x="1298575" y="431800"/>
                  </a:moveTo>
                  <a:lnTo>
                    <a:pt x="1295933" y="390220"/>
                  </a:lnTo>
                  <a:lnTo>
                    <a:pt x="1288186" y="349758"/>
                  </a:lnTo>
                  <a:lnTo>
                    <a:pt x="1275588" y="310591"/>
                  </a:lnTo>
                  <a:lnTo>
                    <a:pt x="1258354" y="272897"/>
                  </a:lnTo>
                  <a:lnTo>
                    <a:pt x="1236726" y="236867"/>
                  </a:lnTo>
                  <a:lnTo>
                    <a:pt x="1210970" y="202692"/>
                  </a:lnTo>
                  <a:lnTo>
                    <a:pt x="1181303" y="170522"/>
                  </a:lnTo>
                  <a:lnTo>
                    <a:pt x="1147978" y="140576"/>
                  </a:lnTo>
                  <a:lnTo>
                    <a:pt x="1111237" y="113004"/>
                  </a:lnTo>
                  <a:lnTo>
                    <a:pt x="1071308" y="87998"/>
                  </a:lnTo>
                  <a:lnTo>
                    <a:pt x="1028446" y="65735"/>
                  </a:lnTo>
                  <a:lnTo>
                    <a:pt x="982891" y="46405"/>
                  </a:lnTo>
                  <a:lnTo>
                    <a:pt x="934885" y="30187"/>
                  </a:lnTo>
                  <a:lnTo>
                    <a:pt x="884656" y="17259"/>
                  </a:lnTo>
                  <a:lnTo>
                    <a:pt x="832459" y="7797"/>
                  </a:lnTo>
                  <a:lnTo>
                    <a:pt x="778522" y="1981"/>
                  </a:lnTo>
                  <a:lnTo>
                    <a:pt x="723112" y="0"/>
                  </a:lnTo>
                  <a:lnTo>
                    <a:pt x="667689" y="1981"/>
                  </a:lnTo>
                  <a:lnTo>
                    <a:pt x="613752" y="7797"/>
                  </a:lnTo>
                  <a:lnTo>
                    <a:pt x="561555" y="17259"/>
                  </a:lnTo>
                  <a:lnTo>
                    <a:pt x="511327" y="30187"/>
                  </a:lnTo>
                  <a:lnTo>
                    <a:pt x="463308" y="46405"/>
                  </a:lnTo>
                  <a:lnTo>
                    <a:pt x="417753" y="65735"/>
                  </a:lnTo>
                  <a:lnTo>
                    <a:pt x="374891" y="87998"/>
                  </a:lnTo>
                  <a:lnTo>
                    <a:pt x="334962" y="113004"/>
                  </a:lnTo>
                  <a:lnTo>
                    <a:pt x="298221" y="140576"/>
                  </a:lnTo>
                  <a:lnTo>
                    <a:pt x="264896" y="170522"/>
                  </a:lnTo>
                  <a:lnTo>
                    <a:pt x="235229" y="202692"/>
                  </a:lnTo>
                  <a:lnTo>
                    <a:pt x="209473" y="236867"/>
                  </a:lnTo>
                  <a:lnTo>
                    <a:pt x="187845" y="272897"/>
                  </a:lnTo>
                  <a:lnTo>
                    <a:pt x="170611" y="310591"/>
                  </a:lnTo>
                  <a:lnTo>
                    <a:pt x="158013" y="349758"/>
                  </a:lnTo>
                  <a:lnTo>
                    <a:pt x="150266" y="390220"/>
                  </a:lnTo>
                  <a:lnTo>
                    <a:pt x="147637" y="431800"/>
                  </a:lnTo>
                  <a:lnTo>
                    <a:pt x="150266" y="473392"/>
                  </a:lnTo>
                  <a:lnTo>
                    <a:pt x="158013" y="513854"/>
                  </a:lnTo>
                  <a:lnTo>
                    <a:pt x="170611" y="553021"/>
                  </a:lnTo>
                  <a:lnTo>
                    <a:pt x="187845" y="590715"/>
                  </a:lnTo>
                  <a:lnTo>
                    <a:pt x="209473" y="626745"/>
                  </a:lnTo>
                  <a:lnTo>
                    <a:pt x="235229" y="660920"/>
                  </a:lnTo>
                  <a:lnTo>
                    <a:pt x="264896" y="693089"/>
                  </a:lnTo>
                  <a:lnTo>
                    <a:pt x="298221" y="723036"/>
                  </a:lnTo>
                  <a:lnTo>
                    <a:pt x="334962" y="750608"/>
                  </a:lnTo>
                  <a:lnTo>
                    <a:pt x="374891" y="775614"/>
                  </a:lnTo>
                  <a:lnTo>
                    <a:pt x="417753" y="797877"/>
                  </a:lnTo>
                  <a:lnTo>
                    <a:pt x="463308" y="817206"/>
                  </a:lnTo>
                  <a:lnTo>
                    <a:pt x="511327" y="833424"/>
                  </a:lnTo>
                  <a:lnTo>
                    <a:pt x="561555" y="846353"/>
                  </a:lnTo>
                  <a:lnTo>
                    <a:pt x="613752" y="855814"/>
                  </a:lnTo>
                  <a:lnTo>
                    <a:pt x="667689" y="861631"/>
                  </a:lnTo>
                  <a:lnTo>
                    <a:pt x="723112" y="863600"/>
                  </a:lnTo>
                  <a:lnTo>
                    <a:pt x="778522" y="861631"/>
                  </a:lnTo>
                  <a:lnTo>
                    <a:pt x="832459" y="855814"/>
                  </a:lnTo>
                  <a:lnTo>
                    <a:pt x="884656" y="846353"/>
                  </a:lnTo>
                  <a:lnTo>
                    <a:pt x="934885" y="833424"/>
                  </a:lnTo>
                  <a:lnTo>
                    <a:pt x="982891" y="817206"/>
                  </a:lnTo>
                  <a:lnTo>
                    <a:pt x="1028446" y="797877"/>
                  </a:lnTo>
                  <a:lnTo>
                    <a:pt x="1071308" y="775614"/>
                  </a:lnTo>
                  <a:lnTo>
                    <a:pt x="1111237" y="750608"/>
                  </a:lnTo>
                  <a:lnTo>
                    <a:pt x="1147978" y="723036"/>
                  </a:lnTo>
                  <a:lnTo>
                    <a:pt x="1181303" y="693089"/>
                  </a:lnTo>
                  <a:lnTo>
                    <a:pt x="1210970" y="660920"/>
                  </a:lnTo>
                  <a:lnTo>
                    <a:pt x="1236726" y="626745"/>
                  </a:lnTo>
                  <a:lnTo>
                    <a:pt x="1258354" y="590715"/>
                  </a:lnTo>
                  <a:lnTo>
                    <a:pt x="1275588" y="553021"/>
                  </a:lnTo>
                  <a:lnTo>
                    <a:pt x="1288186" y="513854"/>
                  </a:lnTo>
                  <a:lnTo>
                    <a:pt x="1295933" y="473392"/>
                  </a:lnTo>
                  <a:lnTo>
                    <a:pt x="1298575" y="431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376737" y="4105275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0" y="431800"/>
                  </a:moveTo>
                  <a:lnTo>
                    <a:pt x="2634" y="390214"/>
                  </a:lnTo>
                  <a:lnTo>
                    <a:pt x="10376" y="349746"/>
                  </a:lnTo>
                  <a:lnTo>
                    <a:pt x="22985" y="310578"/>
                  </a:lnTo>
                  <a:lnTo>
                    <a:pt x="40219" y="272891"/>
                  </a:lnTo>
                  <a:lnTo>
                    <a:pt x="61838" y="236865"/>
                  </a:lnTo>
                  <a:lnTo>
                    <a:pt x="87601" y="202681"/>
                  </a:lnTo>
                  <a:lnTo>
                    <a:pt x="117265" y="170521"/>
                  </a:lnTo>
                  <a:lnTo>
                    <a:pt x="150591" y="140564"/>
                  </a:lnTo>
                  <a:lnTo>
                    <a:pt x="187336" y="112993"/>
                  </a:lnTo>
                  <a:lnTo>
                    <a:pt x="227260" y="87988"/>
                  </a:lnTo>
                  <a:lnTo>
                    <a:pt x="270121" y="65730"/>
                  </a:lnTo>
                  <a:lnTo>
                    <a:pt x="315679" y="46399"/>
                  </a:lnTo>
                  <a:lnTo>
                    <a:pt x="363692" y="30178"/>
                  </a:lnTo>
                  <a:lnTo>
                    <a:pt x="413920" y="17246"/>
                  </a:lnTo>
                  <a:lnTo>
                    <a:pt x="466120" y="7785"/>
                  </a:lnTo>
                  <a:lnTo>
                    <a:pt x="520052" y="1976"/>
                  </a:lnTo>
                  <a:lnTo>
                    <a:pt x="575475" y="0"/>
                  </a:lnTo>
                  <a:lnTo>
                    <a:pt x="630895" y="1976"/>
                  </a:lnTo>
                  <a:lnTo>
                    <a:pt x="684825" y="7785"/>
                  </a:lnTo>
                  <a:lnTo>
                    <a:pt x="737024" y="17246"/>
                  </a:lnTo>
                  <a:lnTo>
                    <a:pt x="787250" y="30178"/>
                  </a:lnTo>
                  <a:lnTo>
                    <a:pt x="835262" y="46399"/>
                  </a:lnTo>
                  <a:lnTo>
                    <a:pt x="880819" y="65730"/>
                  </a:lnTo>
                  <a:lnTo>
                    <a:pt x="923679" y="87988"/>
                  </a:lnTo>
                  <a:lnTo>
                    <a:pt x="963603" y="112993"/>
                  </a:lnTo>
                  <a:lnTo>
                    <a:pt x="1000347" y="140564"/>
                  </a:lnTo>
                  <a:lnTo>
                    <a:pt x="1033672" y="170521"/>
                  </a:lnTo>
                  <a:lnTo>
                    <a:pt x="1063336" y="202681"/>
                  </a:lnTo>
                  <a:lnTo>
                    <a:pt x="1089098" y="236865"/>
                  </a:lnTo>
                  <a:lnTo>
                    <a:pt x="1110717" y="272891"/>
                  </a:lnTo>
                  <a:lnTo>
                    <a:pt x="1127952" y="310578"/>
                  </a:lnTo>
                  <a:lnTo>
                    <a:pt x="1140560" y="349746"/>
                  </a:lnTo>
                  <a:lnTo>
                    <a:pt x="1148303" y="390214"/>
                  </a:lnTo>
                  <a:lnTo>
                    <a:pt x="1150937" y="431800"/>
                  </a:lnTo>
                  <a:lnTo>
                    <a:pt x="1148303" y="473385"/>
                  </a:lnTo>
                  <a:lnTo>
                    <a:pt x="1140560" y="513853"/>
                  </a:lnTo>
                  <a:lnTo>
                    <a:pt x="1127952" y="553021"/>
                  </a:lnTo>
                  <a:lnTo>
                    <a:pt x="1110717" y="590708"/>
                  </a:lnTo>
                  <a:lnTo>
                    <a:pt x="1089098" y="626734"/>
                  </a:lnTo>
                  <a:lnTo>
                    <a:pt x="1063336" y="660918"/>
                  </a:lnTo>
                  <a:lnTo>
                    <a:pt x="1033672" y="693078"/>
                  </a:lnTo>
                  <a:lnTo>
                    <a:pt x="1000347" y="723035"/>
                  </a:lnTo>
                  <a:lnTo>
                    <a:pt x="963603" y="750606"/>
                  </a:lnTo>
                  <a:lnTo>
                    <a:pt x="923679" y="775611"/>
                  </a:lnTo>
                  <a:lnTo>
                    <a:pt x="880819" y="797869"/>
                  </a:lnTo>
                  <a:lnTo>
                    <a:pt x="835262" y="817200"/>
                  </a:lnTo>
                  <a:lnTo>
                    <a:pt x="787250" y="833421"/>
                  </a:lnTo>
                  <a:lnTo>
                    <a:pt x="737024" y="846353"/>
                  </a:lnTo>
                  <a:lnTo>
                    <a:pt x="684825" y="855814"/>
                  </a:lnTo>
                  <a:lnTo>
                    <a:pt x="630895" y="861623"/>
                  </a:lnTo>
                  <a:lnTo>
                    <a:pt x="575475" y="863600"/>
                  </a:lnTo>
                  <a:lnTo>
                    <a:pt x="520052" y="861623"/>
                  </a:lnTo>
                  <a:lnTo>
                    <a:pt x="466120" y="855814"/>
                  </a:lnTo>
                  <a:lnTo>
                    <a:pt x="413920" y="846353"/>
                  </a:lnTo>
                  <a:lnTo>
                    <a:pt x="363692" y="833421"/>
                  </a:lnTo>
                  <a:lnTo>
                    <a:pt x="315679" y="817200"/>
                  </a:lnTo>
                  <a:lnTo>
                    <a:pt x="270121" y="797869"/>
                  </a:lnTo>
                  <a:lnTo>
                    <a:pt x="227260" y="775611"/>
                  </a:lnTo>
                  <a:lnTo>
                    <a:pt x="187336" y="750606"/>
                  </a:lnTo>
                  <a:lnTo>
                    <a:pt x="150591" y="723035"/>
                  </a:lnTo>
                  <a:lnTo>
                    <a:pt x="117265" y="693078"/>
                  </a:lnTo>
                  <a:lnTo>
                    <a:pt x="87601" y="660918"/>
                  </a:lnTo>
                  <a:lnTo>
                    <a:pt x="61838" y="626734"/>
                  </a:lnTo>
                  <a:lnTo>
                    <a:pt x="40219" y="590708"/>
                  </a:lnTo>
                  <a:lnTo>
                    <a:pt x="22985" y="553021"/>
                  </a:lnTo>
                  <a:lnTo>
                    <a:pt x="10376" y="513853"/>
                  </a:lnTo>
                  <a:lnTo>
                    <a:pt x="2634" y="473385"/>
                  </a:lnTo>
                  <a:lnTo>
                    <a:pt x="0" y="4318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314565" y="2376424"/>
            <a:ext cx="109791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Page</a:t>
            </a:r>
            <a:r>
              <a:rPr sz="16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scope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43152" y="3455951"/>
            <a:ext cx="134556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Session</a:t>
            </a:r>
            <a:r>
              <a:rPr sz="16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scope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163625" y="5761084"/>
            <a:ext cx="1650364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Servlets</a:t>
            </a:r>
            <a:r>
              <a:rPr sz="16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container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68450" y="4392612"/>
            <a:ext cx="1224280" cy="3460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10"/>
              </a:spcBef>
            </a:pPr>
            <a:r>
              <a:rPr sz="1600" spc="-5" dirty="0">
                <a:latin typeface="Arial MT"/>
                <a:cs typeface="Arial MT"/>
              </a:rPr>
              <a:t>Request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79302" y="4392548"/>
            <a:ext cx="6578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Se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rv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let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784475" y="2371726"/>
            <a:ext cx="2675255" cy="3040380"/>
            <a:chOff x="2784475" y="2371726"/>
            <a:chExt cx="2675255" cy="3040380"/>
          </a:xfrm>
        </p:grpSpPr>
        <p:sp>
          <p:nvSpPr>
            <p:cNvPr id="25" name="object 25"/>
            <p:cNvSpPr/>
            <p:nvPr/>
          </p:nvSpPr>
          <p:spPr>
            <a:xfrm>
              <a:off x="5003800" y="5084762"/>
              <a:ext cx="0" cy="288925"/>
            </a:xfrm>
            <a:custGeom>
              <a:avLst/>
              <a:gdLst/>
              <a:ahLst/>
              <a:cxnLst/>
              <a:rect l="l" t="t" r="r" b="b"/>
              <a:pathLst>
                <a:path h="288925">
                  <a:moveTo>
                    <a:pt x="0" y="0"/>
                  </a:moveTo>
                  <a:lnTo>
                    <a:pt x="0" y="288925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906712" y="5373687"/>
              <a:ext cx="2097405" cy="0"/>
            </a:xfrm>
            <a:custGeom>
              <a:avLst/>
              <a:gdLst/>
              <a:ahLst/>
              <a:cxnLst/>
              <a:rect l="l" t="t" r="r" b="b"/>
              <a:pathLst>
                <a:path w="2097404">
                  <a:moveTo>
                    <a:pt x="0" y="0"/>
                  </a:moveTo>
                  <a:lnTo>
                    <a:pt x="209708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843215" y="533558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790825" y="2808287"/>
              <a:ext cx="1377950" cy="0"/>
            </a:xfrm>
            <a:custGeom>
              <a:avLst/>
              <a:gdLst/>
              <a:ahLst/>
              <a:cxnLst/>
              <a:rect l="l" t="t" r="r" b="b"/>
              <a:pathLst>
                <a:path w="1377950">
                  <a:moveTo>
                    <a:pt x="0" y="0"/>
                  </a:moveTo>
                  <a:lnTo>
                    <a:pt x="137795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156075" y="2376500"/>
              <a:ext cx="1298575" cy="863600"/>
            </a:xfrm>
            <a:custGeom>
              <a:avLst/>
              <a:gdLst/>
              <a:ahLst/>
              <a:cxnLst/>
              <a:rect l="l" t="t" r="r" b="b"/>
              <a:pathLst>
                <a:path w="1298575" h="863600">
                  <a:moveTo>
                    <a:pt x="76200" y="431787"/>
                  </a:moveTo>
                  <a:lnTo>
                    <a:pt x="0" y="393687"/>
                  </a:lnTo>
                  <a:lnTo>
                    <a:pt x="0" y="469887"/>
                  </a:lnTo>
                  <a:lnTo>
                    <a:pt x="76200" y="431787"/>
                  </a:lnTo>
                  <a:close/>
                </a:path>
                <a:path w="1298575" h="863600">
                  <a:moveTo>
                    <a:pt x="1298575" y="431800"/>
                  </a:moveTo>
                  <a:lnTo>
                    <a:pt x="1295933" y="390207"/>
                  </a:lnTo>
                  <a:lnTo>
                    <a:pt x="1288186" y="349745"/>
                  </a:lnTo>
                  <a:lnTo>
                    <a:pt x="1275588" y="310578"/>
                  </a:lnTo>
                  <a:lnTo>
                    <a:pt x="1258354" y="272884"/>
                  </a:lnTo>
                  <a:lnTo>
                    <a:pt x="1236726" y="236855"/>
                  </a:lnTo>
                  <a:lnTo>
                    <a:pt x="1210970" y="202679"/>
                  </a:lnTo>
                  <a:lnTo>
                    <a:pt x="1181303" y="170510"/>
                  </a:lnTo>
                  <a:lnTo>
                    <a:pt x="1147978" y="140563"/>
                  </a:lnTo>
                  <a:lnTo>
                    <a:pt x="1111237" y="112991"/>
                  </a:lnTo>
                  <a:lnTo>
                    <a:pt x="1071308" y="87985"/>
                  </a:lnTo>
                  <a:lnTo>
                    <a:pt x="1028446" y="65722"/>
                  </a:lnTo>
                  <a:lnTo>
                    <a:pt x="982891" y="46393"/>
                  </a:lnTo>
                  <a:lnTo>
                    <a:pt x="934885" y="30175"/>
                  </a:lnTo>
                  <a:lnTo>
                    <a:pt x="884656" y="17246"/>
                  </a:lnTo>
                  <a:lnTo>
                    <a:pt x="832459" y="7785"/>
                  </a:lnTo>
                  <a:lnTo>
                    <a:pt x="778522" y="1968"/>
                  </a:lnTo>
                  <a:lnTo>
                    <a:pt x="723112" y="0"/>
                  </a:lnTo>
                  <a:lnTo>
                    <a:pt x="667689" y="1968"/>
                  </a:lnTo>
                  <a:lnTo>
                    <a:pt x="613752" y="7785"/>
                  </a:lnTo>
                  <a:lnTo>
                    <a:pt x="561555" y="17246"/>
                  </a:lnTo>
                  <a:lnTo>
                    <a:pt x="511327" y="30175"/>
                  </a:lnTo>
                  <a:lnTo>
                    <a:pt x="463308" y="46393"/>
                  </a:lnTo>
                  <a:lnTo>
                    <a:pt x="417753" y="65722"/>
                  </a:lnTo>
                  <a:lnTo>
                    <a:pt x="374891" y="87985"/>
                  </a:lnTo>
                  <a:lnTo>
                    <a:pt x="334962" y="112991"/>
                  </a:lnTo>
                  <a:lnTo>
                    <a:pt x="298221" y="140563"/>
                  </a:lnTo>
                  <a:lnTo>
                    <a:pt x="264896" y="170510"/>
                  </a:lnTo>
                  <a:lnTo>
                    <a:pt x="235229" y="202679"/>
                  </a:lnTo>
                  <a:lnTo>
                    <a:pt x="209473" y="236855"/>
                  </a:lnTo>
                  <a:lnTo>
                    <a:pt x="187845" y="272884"/>
                  </a:lnTo>
                  <a:lnTo>
                    <a:pt x="170611" y="310578"/>
                  </a:lnTo>
                  <a:lnTo>
                    <a:pt x="158013" y="349745"/>
                  </a:lnTo>
                  <a:lnTo>
                    <a:pt x="150266" y="390207"/>
                  </a:lnTo>
                  <a:lnTo>
                    <a:pt x="147637" y="431800"/>
                  </a:lnTo>
                  <a:lnTo>
                    <a:pt x="150266" y="473379"/>
                  </a:lnTo>
                  <a:lnTo>
                    <a:pt x="158013" y="513842"/>
                  </a:lnTo>
                  <a:lnTo>
                    <a:pt x="170611" y="553021"/>
                  </a:lnTo>
                  <a:lnTo>
                    <a:pt x="187845" y="590702"/>
                  </a:lnTo>
                  <a:lnTo>
                    <a:pt x="209473" y="626732"/>
                  </a:lnTo>
                  <a:lnTo>
                    <a:pt x="235229" y="660908"/>
                  </a:lnTo>
                  <a:lnTo>
                    <a:pt x="264896" y="693077"/>
                  </a:lnTo>
                  <a:lnTo>
                    <a:pt x="298221" y="723036"/>
                  </a:lnTo>
                  <a:lnTo>
                    <a:pt x="334962" y="750595"/>
                  </a:lnTo>
                  <a:lnTo>
                    <a:pt x="374891" y="775601"/>
                  </a:lnTo>
                  <a:lnTo>
                    <a:pt x="417753" y="797864"/>
                  </a:lnTo>
                  <a:lnTo>
                    <a:pt x="463308" y="817194"/>
                  </a:lnTo>
                  <a:lnTo>
                    <a:pt x="511327" y="833412"/>
                  </a:lnTo>
                  <a:lnTo>
                    <a:pt x="561555" y="846353"/>
                  </a:lnTo>
                  <a:lnTo>
                    <a:pt x="613752" y="855814"/>
                  </a:lnTo>
                  <a:lnTo>
                    <a:pt x="667689" y="861618"/>
                  </a:lnTo>
                  <a:lnTo>
                    <a:pt x="723112" y="863600"/>
                  </a:lnTo>
                  <a:lnTo>
                    <a:pt x="778522" y="861618"/>
                  </a:lnTo>
                  <a:lnTo>
                    <a:pt x="832459" y="855814"/>
                  </a:lnTo>
                  <a:lnTo>
                    <a:pt x="884656" y="846353"/>
                  </a:lnTo>
                  <a:lnTo>
                    <a:pt x="934885" y="833412"/>
                  </a:lnTo>
                  <a:lnTo>
                    <a:pt x="982891" y="817194"/>
                  </a:lnTo>
                  <a:lnTo>
                    <a:pt x="1028446" y="797864"/>
                  </a:lnTo>
                  <a:lnTo>
                    <a:pt x="1071308" y="775601"/>
                  </a:lnTo>
                  <a:lnTo>
                    <a:pt x="1111237" y="750595"/>
                  </a:lnTo>
                  <a:lnTo>
                    <a:pt x="1147978" y="723036"/>
                  </a:lnTo>
                  <a:lnTo>
                    <a:pt x="1181303" y="693077"/>
                  </a:lnTo>
                  <a:lnTo>
                    <a:pt x="1210970" y="660908"/>
                  </a:lnTo>
                  <a:lnTo>
                    <a:pt x="1236726" y="626732"/>
                  </a:lnTo>
                  <a:lnTo>
                    <a:pt x="1258354" y="590702"/>
                  </a:lnTo>
                  <a:lnTo>
                    <a:pt x="1275588" y="553021"/>
                  </a:lnTo>
                  <a:lnTo>
                    <a:pt x="1288186" y="513842"/>
                  </a:lnTo>
                  <a:lnTo>
                    <a:pt x="1295933" y="473379"/>
                  </a:lnTo>
                  <a:lnTo>
                    <a:pt x="1298575" y="431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03712" y="2376488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0" y="431800"/>
                  </a:moveTo>
                  <a:lnTo>
                    <a:pt x="2634" y="390214"/>
                  </a:lnTo>
                  <a:lnTo>
                    <a:pt x="10376" y="349746"/>
                  </a:lnTo>
                  <a:lnTo>
                    <a:pt x="22985" y="310578"/>
                  </a:lnTo>
                  <a:lnTo>
                    <a:pt x="40219" y="272891"/>
                  </a:lnTo>
                  <a:lnTo>
                    <a:pt x="61838" y="236865"/>
                  </a:lnTo>
                  <a:lnTo>
                    <a:pt x="87601" y="202681"/>
                  </a:lnTo>
                  <a:lnTo>
                    <a:pt x="117265" y="170521"/>
                  </a:lnTo>
                  <a:lnTo>
                    <a:pt x="150591" y="140564"/>
                  </a:lnTo>
                  <a:lnTo>
                    <a:pt x="187336" y="112993"/>
                  </a:lnTo>
                  <a:lnTo>
                    <a:pt x="227260" y="87988"/>
                  </a:lnTo>
                  <a:lnTo>
                    <a:pt x="270121" y="65730"/>
                  </a:lnTo>
                  <a:lnTo>
                    <a:pt x="315679" y="46399"/>
                  </a:lnTo>
                  <a:lnTo>
                    <a:pt x="363692" y="30178"/>
                  </a:lnTo>
                  <a:lnTo>
                    <a:pt x="413920" y="17246"/>
                  </a:lnTo>
                  <a:lnTo>
                    <a:pt x="466120" y="7785"/>
                  </a:lnTo>
                  <a:lnTo>
                    <a:pt x="520052" y="1976"/>
                  </a:lnTo>
                  <a:lnTo>
                    <a:pt x="575475" y="0"/>
                  </a:lnTo>
                  <a:lnTo>
                    <a:pt x="630895" y="1976"/>
                  </a:lnTo>
                  <a:lnTo>
                    <a:pt x="684825" y="7785"/>
                  </a:lnTo>
                  <a:lnTo>
                    <a:pt x="737024" y="17246"/>
                  </a:lnTo>
                  <a:lnTo>
                    <a:pt x="787250" y="30178"/>
                  </a:lnTo>
                  <a:lnTo>
                    <a:pt x="835262" y="46399"/>
                  </a:lnTo>
                  <a:lnTo>
                    <a:pt x="880819" y="65730"/>
                  </a:lnTo>
                  <a:lnTo>
                    <a:pt x="923679" y="87988"/>
                  </a:lnTo>
                  <a:lnTo>
                    <a:pt x="963603" y="112993"/>
                  </a:lnTo>
                  <a:lnTo>
                    <a:pt x="1000347" y="140564"/>
                  </a:lnTo>
                  <a:lnTo>
                    <a:pt x="1033672" y="170521"/>
                  </a:lnTo>
                  <a:lnTo>
                    <a:pt x="1063336" y="202681"/>
                  </a:lnTo>
                  <a:lnTo>
                    <a:pt x="1089098" y="236865"/>
                  </a:lnTo>
                  <a:lnTo>
                    <a:pt x="1110717" y="272891"/>
                  </a:lnTo>
                  <a:lnTo>
                    <a:pt x="1127952" y="310578"/>
                  </a:lnTo>
                  <a:lnTo>
                    <a:pt x="1140560" y="349746"/>
                  </a:lnTo>
                  <a:lnTo>
                    <a:pt x="1148303" y="390214"/>
                  </a:lnTo>
                  <a:lnTo>
                    <a:pt x="1150937" y="431800"/>
                  </a:lnTo>
                  <a:lnTo>
                    <a:pt x="1148303" y="473385"/>
                  </a:lnTo>
                  <a:lnTo>
                    <a:pt x="1140560" y="513853"/>
                  </a:lnTo>
                  <a:lnTo>
                    <a:pt x="1127952" y="553021"/>
                  </a:lnTo>
                  <a:lnTo>
                    <a:pt x="1110717" y="590708"/>
                  </a:lnTo>
                  <a:lnTo>
                    <a:pt x="1089098" y="626734"/>
                  </a:lnTo>
                  <a:lnTo>
                    <a:pt x="1063336" y="660918"/>
                  </a:lnTo>
                  <a:lnTo>
                    <a:pt x="1033672" y="693078"/>
                  </a:lnTo>
                  <a:lnTo>
                    <a:pt x="1000347" y="723035"/>
                  </a:lnTo>
                  <a:lnTo>
                    <a:pt x="963603" y="750606"/>
                  </a:lnTo>
                  <a:lnTo>
                    <a:pt x="923679" y="775611"/>
                  </a:lnTo>
                  <a:lnTo>
                    <a:pt x="880819" y="797869"/>
                  </a:lnTo>
                  <a:lnTo>
                    <a:pt x="835262" y="817200"/>
                  </a:lnTo>
                  <a:lnTo>
                    <a:pt x="787250" y="833421"/>
                  </a:lnTo>
                  <a:lnTo>
                    <a:pt x="737024" y="846353"/>
                  </a:lnTo>
                  <a:lnTo>
                    <a:pt x="684825" y="855814"/>
                  </a:lnTo>
                  <a:lnTo>
                    <a:pt x="630895" y="861623"/>
                  </a:lnTo>
                  <a:lnTo>
                    <a:pt x="575475" y="863600"/>
                  </a:lnTo>
                  <a:lnTo>
                    <a:pt x="520052" y="861623"/>
                  </a:lnTo>
                  <a:lnTo>
                    <a:pt x="466120" y="855814"/>
                  </a:lnTo>
                  <a:lnTo>
                    <a:pt x="413920" y="846353"/>
                  </a:lnTo>
                  <a:lnTo>
                    <a:pt x="363692" y="833421"/>
                  </a:lnTo>
                  <a:lnTo>
                    <a:pt x="315679" y="817200"/>
                  </a:lnTo>
                  <a:lnTo>
                    <a:pt x="270121" y="797869"/>
                  </a:lnTo>
                  <a:lnTo>
                    <a:pt x="227260" y="775611"/>
                  </a:lnTo>
                  <a:lnTo>
                    <a:pt x="187336" y="750606"/>
                  </a:lnTo>
                  <a:lnTo>
                    <a:pt x="150591" y="723035"/>
                  </a:lnTo>
                  <a:lnTo>
                    <a:pt x="117265" y="693078"/>
                  </a:lnTo>
                  <a:lnTo>
                    <a:pt x="87601" y="660918"/>
                  </a:lnTo>
                  <a:lnTo>
                    <a:pt x="61838" y="626734"/>
                  </a:lnTo>
                  <a:lnTo>
                    <a:pt x="40219" y="590708"/>
                  </a:lnTo>
                  <a:lnTo>
                    <a:pt x="22985" y="553021"/>
                  </a:lnTo>
                  <a:lnTo>
                    <a:pt x="10376" y="513853"/>
                  </a:lnTo>
                  <a:lnTo>
                    <a:pt x="2634" y="473385"/>
                  </a:lnTo>
                  <a:lnTo>
                    <a:pt x="0" y="4318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547812" y="5229225"/>
            <a:ext cx="1224280" cy="3460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10"/>
              </a:spcBef>
            </a:pPr>
            <a:r>
              <a:rPr sz="1600" spc="-5" dirty="0">
                <a:latin typeface="Arial MT"/>
                <a:cs typeface="Arial MT"/>
              </a:rPr>
              <a:t>Response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495425" y="2663825"/>
            <a:ext cx="1224280" cy="3460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15"/>
              </a:spcBef>
            </a:pPr>
            <a:r>
              <a:rPr sz="1600" spc="-5" dirty="0">
                <a:latin typeface="Arial MT"/>
                <a:cs typeface="Arial MT"/>
              </a:rPr>
              <a:t>Request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506277" y="2663761"/>
            <a:ext cx="6578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Se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rv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let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770190" y="3355975"/>
            <a:ext cx="3097530" cy="871855"/>
            <a:chOff x="2770190" y="3355975"/>
            <a:chExt cx="3097530" cy="871855"/>
          </a:xfrm>
        </p:grpSpPr>
        <p:sp>
          <p:nvSpPr>
            <p:cNvPr id="35" name="object 35"/>
            <p:cNvSpPr/>
            <p:nvPr/>
          </p:nvSpPr>
          <p:spPr>
            <a:xfrm>
              <a:off x="4930775" y="3355975"/>
              <a:ext cx="0" cy="288925"/>
            </a:xfrm>
            <a:custGeom>
              <a:avLst/>
              <a:gdLst/>
              <a:ahLst/>
              <a:cxnLst/>
              <a:rect l="l" t="t" r="r" b="b"/>
              <a:pathLst>
                <a:path h="288925">
                  <a:moveTo>
                    <a:pt x="0" y="0"/>
                  </a:moveTo>
                  <a:lnTo>
                    <a:pt x="0" y="288925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833687" y="3644900"/>
              <a:ext cx="2097405" cy="0"/>
            </a:xfrm>
            <a:custGeom>
              <a:avLst/>
              <a:gdLst/>
              <a:ahLst/>
              <a:cxnLst/>
              <a:rect l="l" t="t" r="r" b="b"/>
              <a:pathLst>
                <a:path w="2097404">
                  <a:moveTo>
                    <a:pt x="0" y="0"/>
                  </a:moveTo>
                  <a:lnTo>
                    <a:pt x="209708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770190" y="36067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580062" y="4043413"/>
              <a:ext cx="236854" cy="177800"/>
            </a:xfrm>
            <a:custGeom>
              <a:avLst/>
              <a:gdLst/>
              <a:ahLst/>
              <a:cxnLst/>
              <a:rect l="l" t="t" r="r" b="b"/>
              <a:pathLst>
                <a:path w="236854" h="177800">
                  <a:moveTo>
                    <a:pt x="0" y="177749"/>
                  </a:moveTo>
                  <a:lnTo>
                    <a:pt x="23657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783600" y="4005259"/>
              <a:ext cx="83820" cy="76835"/>
            </a:xfrm>
            <a:custGeom>
              <a:avLst/>
              <a:gdLst/>
              <a:ahLst/>
              <a:cxnLst/>
              <a:rect l="l" t="t" r="r" b="b"/>
              <a:pathLst>
                <a:path w="83820" h="76835">
                  <a:moveTo>
                    <a:pt x="83794" y="0"/>
                  </a:moveTo>
                  <a:lnTo>
                    <a:pt x="0" y="15316"/>
                  </a:lnTo>
                  <a:lnTo>
                    <a:pt x="45770" y="76238"/>
                  </a:lnTo>
                  <a:lnTo>
                    <a:pt x="837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474787" y="3500437"/>
            <a:ext cx="1224280" cy="3460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10"/>
              </a:spcBef>
            </a:pPr>
            <a:r>
              <a:rPr sz="1600" spc="-5" dirty="0">
                <a:latin typeface="Arial MT"/>
                <a:cs typeface="Arial MT"/>
              </a:rPr>
              <a:t>Response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2712847" y="814069"/>
            <a:ext cx="3719829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Scope</a:t>
            </a:r>
            <a:r>
              <a:rPr spc="-35" dirty="0"/>
              <a:t> </a:t>
            </a:r>
            <a:r>
              <a:rPr spc="-5" dirty="0"/>
              <a:t>of</a:t>
            </a:r>
            <a:r>
              <a:rPr spc="-30" dirty="0"/>
              <a:t> </a:t>
            </a:r>
            <a:r>
              <a:rPr spc="-5" dirty="0"/>
              <a:t>objects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2" name="Entrada de lápiz 41">
                <a:extLst>
                  <a:ext uri="{FF2B5EF4-FFF2-40B4-BE49-F238E27FC236}">
                    <a16:creationId xmlns:a16="http://schemas.microsoft.com/office/drawing/2014/main" id="{AE2E459B-C127-112C-1AE1-7B24CE593FA3}"/>
                  </a:ext>
                </a:extLst>
              </p14:cNvPr>
              <p14:cNvContentPartPr/>
              <p14:nvPr/>
            </p14:nvContentPartPr>
            <p14:xfrm>
              <a:off x="1168661" y="2058303"/>
              <a:ext cx="128880" cy="3702240"/>
            </p14:xfrm>
          </p:contentPart>
        </mc:Choice>
        <mc:Fallback>
          <p:pic>
            <p:nvPicPr>
              <p:cNvPr id="42" name="Entrada de lápiz 41">
                <a:extLst>
                  <a:ext uri="{FF2B5EF4-FFF2-40B4-BE49-F238E27FC236}">
                    <a16:creationId xmlns:a16="http://schemas.microsoft.com/office/drawing/2014/main" id="{AE2E459B-C127-112C-1AE1-7B24CE593FA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4661" y="1950663"/>
                <a:ext cx="236520" cy="391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upo 48">
            <a:extLst>
              <a:ext uri="{FF2B5EF4-FFF2-40B4-BE49-F238E27FC236}">
                <a16:creationId xmlns:a16="http://schemas.microsoft.com/office/drawing/2014/main" id="{34E6A11F-6721-2E92-DCA1-89C132CBE448}"/>
              </a:ext>
            </a:extLst>
          </p:cNvPr>
          <p:cNvGrpSpPr/>
          <p:nvPr/>
        </p:nvGrpSpPr>
        <p:grpSpPr>
          <a:xfrm>
            <a:off x="1619741" y="1591743"/>
            <a:ext cx="1439280" cy="381240"/>
            <a:chOff x="1619741" y="1591743"/>
            <a:chExt cx="1439280" cy="38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8A6D0D11-3E4C-720F-A208-B625755F2A93}"/>
                    </a:ext>
                  </a:extLst>
                </p14:cNvPr>
                <p14:cNvContentPartPr/>
                <p14:nvPr/>
              </p14:nvContentPartPr>
              <p14:xfrm>
                <a:off x="1786421" y="1700103"/>
                <a:ext cx="21240" cy="828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8A6D0D11-3E4C-720F-A208-B625755F2A9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77421" y="1691463"/>
                  <a:ext cx="388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DCD600C6-B275-F961-E977-D2BE043B2E1C}"/>
                    </a:ext>
                  </a:extLst>
                </p14:cNvPr>
                <p14:cNvContentPartPr/>
                <p14:nvPr/>
              </p14:nvContentPartPr>
              <p14:xfrm>
                <a:off x="1619741" y="1686063"/>
                <a:ext cx="353520" cy="286920"/>
              </p14:xfrm>
            </p:contentPart>
          </mc:Choice>
          <mc:Fallback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DCD600C6-B275-F961-E977-D2BE043B2E1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11101" y="1677423"/>
                  <a:ext cx="37116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D211AA58-3C30-C4F6-91C8-3D1515B24C4C}"/>
                    </a:ext>
                  </a:extLst>
                </p14:cNvPr>
                <p14:cNvContentPartPr/>
                <p14:nvPr/>
              </p14:nvContentPartPr>
              <p14:xfrm>
                <a:off x="2124101" y="1591743"/>
                <a:ext cx="934920" cy="34884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D211AA58-3C30-C4F6-91C8-3D1515B24C4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15461" y="1583103"/>
                  <a:ext cx="95256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11452D8C-48D5-3326-EB98-8740F64E543C}"/>
                    </a:ext>
                  </a:extLst>
                </p14:cNvPr>
                <p14:cNvContentPartPr/>
                <p14:nvPr/>
              </p14:nvContentPartPr>
              <p14:xfrm>
                <a:off x="2742581" y="1688223"/>
                <a:ext cx="28440" cy="936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11452D8C-48D5-3326-EB98-8740F64E543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33581" y="1679223"/>
                  <a:ext cx="46080" cy="2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51" name="Entrada de lápiz 50">
                <a:extLst>
                  <a:ext uri="{FF2B5EF4-FFF2-40B4-BE49-F238E27FC236}">
                    <a16:creationId xmlns:a16="http://schemas.microsoft.com/office/drawing/2014/main" id="{C4F16536-31F1-56C9-D26A-B4D58AFCEB84}"/>
                  </a:ext>
                </a:extLst>
              </p14:cNvPr>
              <p14:cNvContentPartPr/>
              <p14:nvPr/>
            </p14:nvContentPartPr>
            <p14:xfrm>
              <a:off x="3244781" y="1650783"/>
              <a:ext cx="260640" cy="417600"/>
            </p14:xfrm>
          </p:contentPart>
        </mc:Choice>
        <mc:Fallback>
          <p:pic>
            <p:nvPicPr>
              <p:cNvPr id="51" name="Entrada de lápiz 50">
                <a:extLst>
                  <a:ext uri="{FF2B5EF4-FFF2-40B4-BE49-F238E27FC236}">
                    <a16:creationId xmlns:a16="http://schemas.microsoft.com/office/drawing/2014/main" id="{C4F16536-31F1-56C9-D26A-B4D58AFCEB8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235781" y="1641783"/>
                <a:ext cx="278280" cy="43524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upo 60">
            <a:extLst>
              <a:ext uri="{FF2B5EF4-FFF2-40B4-BE49-F238E27FC236}">
                <a16:creationId xmlns:a16="http://schemas.microsoft.com/office/drawing/2014/main" id="{0E689C3D-3DE8-EA6C-D2B5-1FD00248CB2F}"/>
              </a:ext>
            </a:extLst>
          </p:cNvPr>
          <p:cNvGrpSpPr/>
          <p:nvPr/>
        </p:nvGrpSpPr>
        <p:grpSpPr>
          <a:xfrm>
            <a:off x="1611101" y="2108703"/>
            <a:ext cx="1343520" cy="239400"/>
            <a:chOff x="1611101" y="2108703"/>
            <a:chExt cx="1343520" cy="23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12BBFA5C-B4CD-2177-5584-741FEA99BEA2}"/>
                    </a:ext>
                  </a:extLst>
                </p14:cNvPr>
                <p14:cNvContentPartPr/>
                <p14:nvPr/>
              </p14:nvContentPartPr>
              <p14:xfrm>
                <a:off x="1611101" y="2137863"/>
                <a:ext cx="275400" cy="21024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12BBFA5C-B4CD-2177-5584-741FEA99BEA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02101" y="2128863"/>
                  <a:ext cx="2930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7C6FDE0D-F624-D1C4-8ABC-7D5B4A3F605E}"/>
                    </a:ext>
                  </a:extLst>
                </p14:cNvPr>
                <p14:cNvContentPartPr/>
                <p14:nvPr/>
              </p14:nvContentPartPr>
              <p14:xfrm>
                <a:off x="1619741" y="2247663"/>
                <a:ext cx="360" cy="36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7C6FDE0D-F624-D1C4-8ABC-7D5B4A3F605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11101" y="223902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5C0D4FEB-664E-77F4-A985-D3B6D5878DF6}"/>
                    </a:ext>
                  </a:extLst>
                </p14:cNvPr>
                <p14:cNvContentPartPr/>
                <p14:nvPr/>
              </p14:nvContentPartPr>
              <p14:xfrm>
                <a:off x="1976501" y="2182503"/>
                <a:ext cx="626760" cy="14328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5C0D4FEB-664E-77F4-A985-D3B6D5878DF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967861" y="2173863"/>
                  <a:ext cx="6444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9879B58B-0E0E-B1F0-F4A8-0103773796DD}"/>
                    </a:ext>
                  </a:extLst>
                </p14:cNvPr>
                <p14:cNvContentPartPr/>
                <p14:nvPr/>
              </p14:nvContentPartPr>
              <p14:xfrm>
                <a:off x="2403101" y="2108703"/>
                <a:ext cx="24480" cy="648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9879B58B-0E0E-B1F0-F4A8-0103773796D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394461" y="2100063"/>
                  <a:ext cx="421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EE3E9E1D-83E3-E743-0624-BEFDE933077A}"/>
                    </a:ext>
                  </a:extLst>
                </p14:cNvPr>
                <p14:cNvContentPartPr/>
                <p14:nvPr/>
              </p14:nvContentPartPr>
              <p14:xfrm>
                <a:off x="2744021" y="2131023"/>
                <a:ext cx="43920" cy="16308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EE3E9E1D-83E3-E743-0624-BEFDE933077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35021" y="2122023"/>
                  <a:ext cx="615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DF4404A8-8441-7426-73E3-16DFA8B481BC}"/>
                    </a:ext>
                  </a:extLst>
                </p14:cNvPr>
                <p14:cNvContentPartPr/>
                <p14:nvPr/>
              </p14:nvContentPartPr>
              <p14:xfrm>
                <a:off x="2681741" y="2147943"/>
                <a:ext cx="129240" cy="540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DF4404A8-8441-7426-73E3-16DFA8B481B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673101" y="2138943"/>
                  <a:ext cx="1468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C5CE39F6-9AC9-0E25-4F0B-E4EF76D5A184}"/>
                    </a:ext>
                  </a:extLst>
                </p14:cNvPr>
                <p14:cNvContentPartPr/>
                <p14:nvPr/>
              </p14:nvContentPartPr>
              <p14:xfrm>
                <a:off x="2759141" y="2258463"/>
                <a:ext cx="75240" cy="1224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C5CE39F6-9AC9-0E25-4F0B-E4EF76D5A18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750141" y="2249463"/>
                  <a:ext cx="928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A2B951CC-69D6-D736-7C50-B099F4166E00}"/>
                    </a:ext>
                  </a:extLst>
                </p14:cNvPr>
                <p14:cNvContentPartPr/>
                <p14:nvPr/>
              </p14:nvContentPartPr>
              <p14:xfrm>
                <a:off x="2884061" y="2135343"/>
                <a:ext cx="70560" cy="16740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A2B951CC-69D6-D736-7C50-B099F4166E0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875061" y="2126703"/>
                  <a:ext cx="88200" cy="1850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48037" y="1844675"/>
            <a:ext cx="5400675" cy="4321175"/>
            <a:chOff x="3348037" y="1844675"/>
            <a:chExt cx="5400675" cy="4321175"/>
          </a:xfrm>
        </p:grpSpPr>
        <p:sp>
          <p:nvSpPr>
            <p:cNvPr id="3" name="object 3"/>
            <p:cNvSpPr/>
            <p:nvPr/>
          </p:nvSpPr>
          <p:spPr>
            <a:xfrm>
              <a:off x="3348037" y="1844675"/>
              <a:ext cx="5400675" cy="4321175"/>
            </a:xfrm>
            <a:custGeom>
              <a:avLst/>
              <a:gdLst/>
              <a:ahLst/>
              <a:cxnLst/>
              <a:rect l="l" t="t" r="r" b="b"/>
              <a:pathLst>
                <a:path w="5400675" h="4321175">
                  <a:moveTo>
                    <a:pt x="5400675" y="0"/>
                  </a:moveTo>
                  <a:lnTo>
                    <a:pt x="0" y="0"/>
                  </a:lnTo>
                  <a:lnTo>
                    <a:pt x="0" y="4321175"/>
                  </a:lnTo>
                  <a:lnTo>
                    <a:pt x="5400675" y="4321175"/>
                  </a:lnTo>
                  <a:lnTo>
                    <a:pt x="5400675" y="0"/>
                  </a:lnTo>
                  <a:close/>
                </a:path>
              </a:pathLst>
            </a:custGeom>
            <a:solidFill>
              <a:srgbClr val="00D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408487" y="2970212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575475" y="0"/>
                  </a:moveTo>
                  <a:lnTo>
                    <a:pt x="520052" y="1976"/>
                  </a:lnTo>
                  <a:lnTo>
                    <a:pt x="466120" y="7785"/>
                  </a:lnTo>
                  <a:lnTo>
                    <a:pt x="413920" y="17246"/>
                  </a:lnTo>
                  <a:lnTo>
                    <a:pt x="363692" y="30178"/>
                  </a:lnTo>
                  <a:lnTo>
                    <a:pt x="315679" y="46399"/>
                  </a:lnTo>
                  <a:lnTo>
                    <a:pt x="270121" y="65730"/>
                  </a:lnTo>
                  <a:lnTo>
                    <a:pt x="227260" y="87988"/>
                  </a:lnTo>
                  <a:lnTo>
                    <a:pt x="187336" y="112993"/>
                  </a:lnTo>
                  <a:lnTo>
                    <a:pt x="150591" y="140564"/>
                  </a:lnTo>
                  <a:lnTo>
                    <a:pt x="117265" y="170521"/>
                  </a:lnTo>
                  <a:lnTo>
                    <a:pt x="87601" y="202681"/>
                  </a:lnTo>
                  <a:lnTo>
                    <a:pt x="61838" y="236865"/>
                  </a:lnTo>
                  <a:lnTo>
                    <a:pt x="40219" y="272891"/>
                  </a:lnTo>
                  <a:lnTo>
                    <a:pt x="22985" y="310578"/>
                  </a:lnTo>
                  <a:lnTo>
                    <a:pt x="10376" y="349746"/>
                  </a:lnTo>
                  <a:lnTo>
                    <a:pt x="2634" y="390214"/>
                  </a:lnTo>
                  <a:lnTo>
                    <a:pt x="0" y="431800"/>
                  </a:lnTo>
                  <a:lnTo>
                    <a:pt x="2634" y="473385"/>
                  </a:lnTo>
                  <a:lnTo>
                    <a:pt x="10376" y="513853"/>
                  </a:lnTo>
                  <a:lnTo>
                    <a:pt x="22985" y="553021"/>
                  </a:lnTo>
                  <a:lnTo>
                    <a:pt x="40219" y="590708"/>
                  </a:lnTo>
                  <a:lnTo>
                    <a:pt x="61838" y="626734"/>
                  </a:lnTo>
                  <a:lnTo>
                    <a:pt x="87601" y="660918"/>
                  </a:lnTo>
                  <a:lnTo>
                    <a:pt x="117265" y="693078"/>
                  </a:lnTo>
                  <a:lnTo>
                    <a:pt x="150591" y="723035"/>
                  </a:lnTo>
                  <a:lnTo>
                    <a:pt x="187336" y="750606"/>
                  </a:lnTo>
                  <a:lnTo>
                    <a:pt x="227260" y="775611"/>
                  </a:lnTo>
                  <a:lnTo>
                    <a:pt x="270121" y="797869"/>
                  </a:lnTo>
                  <a:lnTo>
                    <a:pt x="315679" y="817200"/>
                  </a:lnTo>
                  <a:lnTo>
                    <a:pt x="363692" y="833421"/>
                  </a:lnTo>
                  <a:lnTo>
                    <a:pt x="413920" y="846353"/>
                  </a:lnTo>
                  <a:lnTo>
                    <a:pt x="466120" y="855814"/>
                  </a:lnTo>
                  <a:lnTo>
                    <a:pt x="520052" y="861623"/>
                  </a:lnTo>
                  <a:lnTo>
                    <a:pt x="575475" y="863600"/>
                  </a:lnTo>
                  <a:lnTo>
                    <a:pt x="630895" y="861623"/>
                  </a:lnTo>
                  <a:lnTo>
                    <a:pt x="684825" y="855814"/>
                  </a:lnTo>
                  <a:lnTo>
                    <a:pt x="737024" y="846353"/>
                  </a:lnTo>
                  <a:lnTo>
                    <a:pt x="787250" y="833421"/>
                  </a:lnTo>
                  <a:lnTo>
                    <a:pt x="835262" y="817200"/>
                  </a:lnTo>
                  <a:lnTo>
                    <a:pt x="880819" y="797869"/>
                  </a:lnTo>
                  <a:lnTo>
                    <a:pt x="923679" y="775611"/>
                  </a:lnTo>
                  <a:lnTo>
                    <a:pt x="963603" y="750606"/>
                  </a:lnTo>
                  <a:lnTo>
                    <a:pt x="1000347" y="723035"/>
                  </a:lnTo>
                  <a:lnTo>
                    <a:pt x="1033672" y="693078"/>
                  </a:lnTo>
                  <a:lnTo>
                    <a:pt x="1063336" y="660918"/>
                  </a:lnTo>
                  <a:lnTo>
                    <a:pt x="1089098" y="626734"/>
                  </a:lnTo>
                  <a:lnTo>
                    <a:pt x="1110717" y="590708"/>
                  </a:lnTo>
                  <a:lnTo>
                    <a:pt x="1127952" y="553021"/>
                  </a:lnTo>
                  <a:lnTo>
                    <a:pt x="1140560" y="513853"/>
                  </a:lnTo>
                  <a:lnTo>
                    <a:pt x="1148303" y="473385"/>
                  </a:lnTo>
                  <a:lnTo>
                    <a:pt x="1150937" y="431800"/>
                  </a:lnTo>
                  <a:lnTo>
                    <a:pt x="1148303" y="390214"/>
                  </a:lnTo>
                  <a:lnTo>
                    <a:pt x="1140560" y="349746"/>
                  </a:lnTo>
                  <a:lnTo>
                    <a:pt x="1127952" y="310578"/>
                  </a:lnTo>
                  <a:lnTo>
                    <a:pt x="1110717" y="272891"/>
                  </a:lnTo>
                  <a:lnTo>
                    <a:pt x="1089098" y="236865"/>
                  </a:lnTo>
                  <a:lnTo>
                    <a:pt x="1063336" y="202681"/>
                  </a:lnTo>
                  <a:lnTo>
                    <a:pt x="1033672" y="170521"/>
                  </a:lnTo>
                  <a:lnTo>
                    <a:pt x="1000347" y="140564"/>
                  </a:lnTo>
                  <a:lnTo>
                    <a:pt x="963603" y="112993"/>
                  </a:lnTo>
                  <a:lnTo>
                    <a:pt x="923679" y="87988"/>
                  </a:lnTo>
                  <a:lnTo>
                    <a:pt x="880819" y="65730"/>
                  </a:lnTo>
                  <a:lnTo>
                    <a:pt x="835262" y="46399"/>
                  </a:lnTo>
                  <a:lnTo>
                    <a:pt x="787250" y="30178"/>
                  </a:lnTo>
                  <a:lnTo>
                    <a:pt x="737024" y="17246"/>
                  </a:lnTo>
                  <a:lnTo>
                    <a:pt x="684825" y="7785"/>
                  </a:lnTo>
                  <a:lnTo>
                    <a:pt x="630895" y="1976"/>
                  </a:lnTo>
                  <a:lnTo>
                    <a:pt x="5754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08487" y="2970212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0" y="431800"/>
                  </a:moveTo>
                  <a:lnTo>
                    <a:pt x="2634" y="390214"/>
                  </a:lnTo>
                  <a:lnTo>
                    <a:pt x="10376" y="349746"/>
                  </a:lnTo>
                  <a:lnTo>
                    <a:pt x="22985" y="310578"/>
                  </a:lnTo>
                  <a:lnTo>
                    <a:pt x="40219" y="272891"/>
                  </a:lnTo>
                  <a:lnTo>
                    <a:pt x="61838" y="236865"/>
                  </a:lnTo>
                  <a:lnTo>
                    <a:pt x="87601" y="202681"/>
                  </a:lnTo>
                  <a:lnTo>
                    <a:pt x="117265" y="170521"/>
                  </a:lnTo>
                  <a:lnTo>
                    <a:pt x="150591" y="140564"/>
                  </a:lnTo>
                  <a:lnTo>
                    <a:pt x="187336" y="112993"/>
                  </a:lnTo>
                  <a:lnTo>
                    <a:pt x="227260" y="87988"/>
                  </a:lnTo>
                  <a:lnTo>
                    <a:pt x="270121" y="65730"/>
                  </a:lnTo>
                  <a:lnTo>
                    <a:pt x="315679" y="46399"/>
                  </a:lnTo>
                  <a:lnTo>
                    <a:pt x="363692" y="30178"/>
                  </a:lnTo>
                  <a:lnTo>
                    <a:pt x="413920" y="17246"/>
                  </a:lnTo>
                  <a:lnTo>
                    <a:pt x="466120" y="7785"/>
                  </a:lnTo>
                  <a:lnTo>
                    <a:pt x="520052" y="1976"/>
                  </a:lnTo>
                  <a:lnTo>
                    <a:pt x="575475" y="0"/>
                  </a:lnTo>
                  <a:lnTo>
                    <a:pt x="630895" y="1976"/>
                  </a:lnTo>
                  <a:lnTo>
                    <a:pt x="684825" y="7785"/>
                  </a:lnTo>
                  <a:lnTo>
                    <a:pt x="737024" y="17246"/>
                  </a:lnTo>
                  <a:lnTo>
                    <a:pt x="787250" y="30178"/>
                  </a:lnTo>
                  <a:lnTo>
                    <a:pt x="835262" y="46399"/>
                  </a:lnTo>
                  <a:lnTo>
                    <a:pt x="880819" y="65730"/>
                  </a:lnTo>
                  <a:lnTo>
                    <a:pt x="923679" y="87988"/>
                  </a:lnTo>
                  <a:lnTo>
                    <a:pt x="963603" y="112993"/>
                  </a:lnTo>
                  <a:lnTo>
                    <a:pt x="1000347" y="140564"/>
                  </a:lnTo>
                  <a:lnTo>
                    <a:pt x="1033672" y="170521"/>
                  </a:lnTo>
                  <a:lnTo>
                    <a:pt x="1063336" y="202681"/>
                  </a:lnTo>
                  <a:lnTo>
                    <a:pt x="1089098" y="236865"/>
                  </a:lnTo>
                  <a:lnTo>
                    <a:pt x="1110717" y="272891"/>
                  </a:lnTo>
                  <a:lnTo>
                    <a:pt x="1127952" y="310578"/>
                  </a:lnTo>
                  <a:lnTo>
                    <a:pt x="1140560" y="349746"/>
                  </a:lnTo>
                  <a:lnTo>
                    <a:pt x="1148303" y="390214"/>
                  </a:lnTo>
                  <a:lnTo>
                    <a:pt x="1150937" y="431800"/>
                  </a:lnTo>
                  <a:lnTo>
                    <a:pt x="1148303" y="473385"/>
                  </a:lnTo>
                  <a:lnTo>
                    <a:pt x="1140560" y="513853"/>
                  </a:lnTo>
                  <a:lnTo>
                    <a:pt x="1127952" y="553021"/>
                  </a:lnTo>
                  <a:lnTo>
                    <a:pt x="1110717" y="590708"/>
                  </a:lnTo>
                  <a:lnTo>
                    <a:pt x="1089098" y="626734"/>
                  </a:lnTo>
                  <a:lnTo>
                    <a:pt x="1063336" y="660918"/>
                  </a:lnTo>
                  <a:lnTo>
                    <a:pt x="1033672" y="693078"/>
                  </a:lnTo>
                  <a:lnTo>
                    <a:pt x="1000347" y="723035"/>
                  </a:lnTo>
                  <a:lnTo>
                    <a:pt x="963603" y="750606"/>
                  </a:lnTo>
                  <a:lnTo>
                    <a:pt x="923679" y="775611"/>
                  </a:lnTo>
                  <a:lnTo>
                    <a:pt x="880819" y="797869"/>
                  </a:lnTo>
                  <a:lnTo>
                    <a:pt x="835262" y="817200"/>
                  </a:lnTo>
                  <a:lnTo>
                    <a:pt x="787250" y="833421"/>
                  </a:lnTo>
                  <a:lnTo>
                    <a:pt x="737024" y="846353"/>
                  </a:lnTo>
                  <a:lnTo>
                    <a:pt x="684825" y="855814"/>
                  </a:lnTo>
                  <a:lnTo>
                    <a:pt x="630895" y="861623"/>
                  </a:lnTo>
                  <a:lnTo>
                    <a:pt x="575475" y="863600"/>
                  </a:lnTo>
                  <a:lnTo>
                    <a:pt x="520052" y="861623"/>
                  </a:lnTo>
                  <a:lnTo>
                    <a:pt x="466120" y="855814"/>
                  </a:lnTo>
                  <a:lnTo>
                    <a:pt x="413920" y="846353"/>
                  </a:lnTo>
                  <a:lnTo>
                    <a:pt x="363692" y="833421"/>
                  </a:lnTo>
                  <a:lnTo>
                    <a:pt x="315679" y="817200"/>
                  </a:lnTo>
                  <a:lnTo>
                    <a:pt x="270121" y="797869"/>
                  </a:lnTo>
                  <a:lnTo>
                    <a:pt x="227260" y="775611"/>
                  </a:lnTo>
                  <a:lnTo>
                    <a:pt x="187336" y="750606"/>
                  </a:lnTo>
                  <a:lnTo>
                    <a:pt x="150591" y="723035"/>
                  </a:lnTo>
                  <a:lnTo>
                    <a:pt x="117265" y="693078"/>
                  </a:lnTo>
                  <a:lnTo>
                    <a:pt x="87601" y="660918"/>
                  </a:lnTo>
                  <a:lnTo>
                    <a:pt x="61838" y="626734"/>
                  </a:lnTo>
                  <a:lnTo>
                    <a:pt x="40219" y="590708"/>
                  </a:lnTo>
                  <a:lnTo>
                    <a:pt x="22985" y="553021"/>
                  </a:lnTo>
                  <a:lnTo>
                    <a:pt x="10376" y="513853"/>
                  </a:lnTo>
                  <a:lnTo>
                    <a:pt x="2634" y="473385"/>
                  </a:lnTo>
                  <a:lnTo>
                    <a:pt x="0" y="4318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61062" y="2663825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575475" y="0"/>
                  </a:moveTo>
                  <a:lnTo>
                    <a:pt x="520052" y="1976"/>
                  </a:lnTo>
                  <a:lnTo>
                    <a:pt x="466120" y="7785"/>
                  </a:lnTo>
                  <a:lnTo>
                    <a:pt x="413920" y="17246"/>
                  </a:lnTo>
                  <a:lnTo>
                    <a:pt x="363692" y="30178"/>
                  </a:lnTo>
                  <a:lnTo>
                    <a:pt x="315679" y="46399"/>
                  </a:lnTo>
                  <a:lnTo>
                    <a:pt x="270121" y="65730"/>
                  </a:lnTo>
                  <a:lnTo>
                    <a:pt x="227260" y="87988"/>
                  </a:lnTo>
                  <a:lnTo>
                    <a:pt x="187336" y="112993"/>
                  </a:lnTo>
                  <a:lnTo>
                    <a:pt x="150591" y="140564"/>
                  </a:lnTo>
                  <a:lnTo>
                    <a:pt x="117265" y="170521"/>
                  </a:lnTo>
                  <a:lnTo>
                    <a:pt x="87601" y="202681"/>
                  </a:lnTo>
                  <a:lnTo>
                    <a:pt x="61838" y="236865"/>
                  </a:lnTo>
                  <a:lnTo>
                    <a:pt x="40219" y="272891"/>
                  </a:lnTo>
                  <a:lnTo>
                    <a:pt x="22985" y="310578"/>
                  </a:lnTo>
                  <a:lnTo>
                    <a:pt x="10376" y="349746"/>
                  </a:lnTo>
                  <a:lnTo>
                    <a:pt x="2634" y="390214"/>
                  </a:lnTo>
                  <a:lnTo>
                    <a:pt x="0" y="431800"/>
                  </a:lnTo>
                  <a:lnTo>
                    <a:pt x="2634" y="473385"/>
                  </a:lnTo>
                  <a:lnTo>
                    <a:pt x="10376" y="513853"/>
                  </a:lnTo>
                  <a:lnTo>
                    <a:pt x="22985" y="553021"/>
                  </a:lnTo>
                  <a:lnTo>
                    <a:pt x="40219" y="590708"/>
                  </a:lnTo>
                  <a:lnTo>
                    <a:pt x="61838" y="626734"/>
                  </a:lnTo>
                  <a:lnTo>
                    <a:pt x="87601" y="660918"/>
                  </a:lnTo>
                  <a:lnTo>
                    <a:pt x="117265" y="693078"/>
                  </a:lnTo>
                  <a:lnTo>
                    <a:pt x="150591" y="723035"/>
                  </a:lnTo>
                  <a:lnTo>
                    <a:pt x="187336" y="750606"/>
                  </a:lnTo>
                  <a:lnTo>
                    <a:pt x="227260" y="775611"/>
                  </a:lnTo>
                  <a:lnTo>
                    <a:pt x="270121" y="797869"/>
                  </a:lnTo>
                  <a:lnTo>
                    <a:pt x="315679" y="817200"/>
                  </a:lnTo>
                  <a:lnTo>
                    <a:pt x="363692" y="833421"/>
                  </a:lnTo>
                  <a:lnTo>
                    <a:pt x="413920" y="846353"/>
                  </a:lnTo>
                  <a:lnTo>
                    <a:pt x="466120" y="855814"/>
                  </a:lnTo>
                  <a:lnTo>
                    <a:pt x="520052" y="861623"/>
                  </a:lnTo>
                  <a:lnTo>
                    <a:pt x="575475" y="863600"/>
                  </a:lnTo>
                  <a:lnTo>
                    <a:pt x="630895" y="861623"/>
                  </a:lnTo>
                  <a:lnTo>
                    <a:pt x="684825" y="855814"/>
                  </a:lnTo>
                  <a:lnTo>
                    <a:pt x="737024" y="846353"/>
                  </a:lnTo>
                  <a:lnTo>
                    <a:pt x="787250" y="833421"/>
                  </a:lnTo>
                  <a:lnTo>
                    <a:pt x="835262" y="817200"/>
                  </a:lnTo>
                  <a:lnTo>
                    <a:pt x="880819" y="797869"/>
                  </a:lnTo>
                  <a:lnTo>
                    <a:pt x="923679" y="775611"/>
                  </a:lnTo>
                  <a:lnTo>
                    <a:pt x="963603" y="750606"/>
                  </a:lnTo>
                  <a:lnTo>
                    <a:pt x="1000347" y="723035"/>
                  </a:lnTo>
                  <a:lnTo>
                    <a:pt x="1033672" y="693078"/>
                  </a:lnTo>
                  <a:lnTo>
                    <a:pt x="1063336" y="660918"/>
                  </a:lnTo>
                  <a:lnTo>
                    <a:pt x="1089098" y="626734"/>
                  </a:lnTo>
                  <a:lnTo>
                    <a:pt x="1110717" y="590708"/>
                  </a:lnTo>
                  <a:lnTo>
                    <a:pt x="1127952" y="553021"/>
                  </a:lnTo>
                  <a:lnTo>
                    <a:pt x="1140560" y="513853"/>
                  </a:lnTo>
                  <a:lnTo>
                    <a:pt x="1148303" y="473385"/>
                  </a:lnTo>
                  <a:lnTo>
                    <a:pt x="1150937" y="431800"/>
                  </a:lnTo>
                  <a:lnTo>
                    <a:pt x="1148303" y="390214"/>
                  </a:lnTo>
                  <a:lnTo>
                    <a:pt x="1140560" y="349746"/>
                  </a:lnTo>
                  <a:lnTo>
                    <a:pt x="1127952" y="310578"/>
                  </a:lnTo>
                  <a:lnTo>
                    <a:pt x="1110717" y="272891"/>
                  </a:lnTo>
                  <a:lnTo>
                    <a:pt x="1089098" y="236865"/>
                  </a:lnTo>
                  <a:lnTo>
                    <a:pt x="1063336" y="202681"/>
                  </a:lnTo>
                  <a:lnTo>
                    <a:pt x="1033672" y="170521"/>
                  </a:lnTo>
                  <a:lnTo>
                    <a:pt x="1000347" y="140564"/>
                  </a:lnTo>
                  <a:lnTo>
                    <a:pt x="963603" y="112993"/>
                  </a:lnTo>
                  <a:lnTo>
                    <a:pt x="923679" y="87988"/>
                  </a:lnTo>
                  <a:lnTo>
                    <a:pt x="880819" y="65730"/>
                  </a:lnTo>
                  <a:lnTo>
                    <a:pt x="835262" y="46399"/>
                  </a:lnTo>
                  <a:lnTo>
                    <a:pt x="787250" y="30178"/>
                  </a:lnTo>
                  <a:lnTo>
                    <a:pt x="737024" y="17246"/>
                  </a:lnTo>
                  <a:lnTo>
                    <a:pt x="684825" y="7785"/>
                  </a:lnTo>
                  <a:lnTo>
                    <a:pt x="630895" y="1976"/>
                  </a:lnTo>
                  <a:lnTo>
                    <a:pt x="5754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961062" y="2663825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0" y="431800"/>
                  </a:moveTo>
                  <a:lnTo>
                    <a:pt x="2634" y="390214"/>
                  </a:lnTo>
                  <a:lnTo>
                    <a:pt x="10376" y="349746"/>
                  </a:lnTo>
                  <a:lnTo>
                    <a:pt x="22985" y="310578"/>
                  </a:lnTo>
                  <a:lnTo>
                    <a:pt x="40219" y="272891"/>
                  </a:lnTo>
                  <a:lnTo>
                    <a:pt x="61838" y="236865"/>
                  </a:lnTo>
                  <a:lnTo>
                    <a:pt x="87601" y="202681"/>
                  </a:lnTo>
                  <a:lnTo>
                    <a:pt x="117265" y="170521"/>
                  </a:lnTo>
                  <a:lnTo>
                    <a:pt x="150591" y="140564"/>
                  </a:lnTo>
                  <a:lnTo>
                    <a:pt x="187336" y="112993"/>
                  </a:lnTo>
                  <a:lnTo>
                    <a:pt x="227260" y="87988"/>
                  </a:lnTo>
                  <a:lnTo>
                    <a:pt x="270121" y="65730"/>
                  </a:lnTo>
                  <a:lnTo>
                    <a:pt x="315679" y="46399"/>
                  </a:lnTo>
                  <a:lnTo>
                    <a:pt x="363692" y="30178"/>
                  </a:lnTo>
                  <a:lnTo>
                    <a:pt x="413920" y="17246"/>
                  </a:lnTo>
                  <a:lnTo>
                    <a:pt x="466120" y="7785"/>
                  </a:lnTo>
                  <a:lnTo>
                    <a:pt x="520052" y="1976"/>
                  </a:lnTo>
                  <a:lnTo>
                    <a:pt x="575475" y="0"/>
                  </a:lnTo>
                  <a:lnTo>
                    <a:pt x="630895" y="1976"/>
                  </a:lnTo>
                  <a:lnTo>
                    <a:pt x="684825" y="7785"/>
                  </a:lnTo>
                  <a:lnTo>
                    <a:pt x="737024" y="17246"/>
                  </a:lnTo>
                  <a:lnTo>
                    <a:pt x="787250" y="30178"/>
                  </a:lnTo>
                  <a:lnTo>
                    <a:pt x="835262" y="46399"/>
                  </a:lnTo>
                  <a:lnTo>
                    <a:pt x="880819" y="65730"/>
                  </a:lnTo>
                  <a:lnTo>
                    <a:pt x="923679" y="87988"/>
                  </a:lnTo>
                  <a:lnTo>
                    <a:pt x="963603" y="112993"/>
                  </a:lnTo>
                  <a:lnTo>
                    <a:pt x="1000347" y="140564"/>
                  </a:lnTo>
                  <a:lnTo>
                    <a:pt x="1033672" y="170521"/>
                  </a:lnTo>
                  <a:lnTo>
                    <a:pt x="1063336" y="202681"/>
                  </a:lnTo>
                  <a:lnTo>
                    <a:pt x="1089098" y="236865"/>
                  </a:lnTo>
                  <a:lnTo>
                    <a:pt x="1110717" y="272891"/>
                  </a:lnTo>
                  <a:lnTo>
                    <a:pt x="1127952" y="310578"/>
                  </a:lnTo>
                  <a:lnTo>
                    <a:pt x="1140560" y="349746"/>
                  </a:lnTo>
                  <a:lnTo>
                    <a:pt x="1148303" y="390214"/>
                  </a:lnTo>
                  <a:lnTo>
                    <a:pt x="1150937" y="431800"/>
                  </a:lnTo>
                  <a:lnTo>
                    <a:pt x="1148303" y="473385"/>
                  </a:lnTo>
                  <a:lnTo>
                    <a:pt x="1140560" y="513853"/>
                  </a:lnTo>
                  <a:lnTo>
                    <a:pt x="1127952" y="553021"/>
                  </a:lnTo>
                  <a:lnTo>
                    <a:pt x="1110717" y="590708"/>
                  </a:lnTo>
                  <a:lnTo>
                    <a:pt x="1089098" y="626734"/>
                  </a:lnTo>
                  <a:lnTo>
                    <a:pt x="1063336" y="660918"/>
                  </a:lnTo>
                  <a:lnTo>
                    <a:pt x="1033672" y="693078"/>
                  </a:lnTo>
                  <a:lnTo>
                    <a:pt x="1000347" y="723035"/>
                  </a:lnTo>
                  <a:lnTo>
                    <a:pt x="963603" y="750606"/>
                  </a:lnTo>
                  <a:lnTo>
                    <a:pt x="923679" y="775611"/>
                  </a:lnTo>
                  <a:lnTo>
                    <a:pt x="880819" y="797869"/>
                  </a:lnTo>
                  <a:lnTo>
                    <a:pt x="835262" y="817200"/>
                  </a:lnTo>
                  <a:lnTo>
                    <a:pt x="787250" y="833421"/>
                  </a:lnTo>
                  <a:lnTo>
                    <a:pt x="737024" y="846353"/>
                  </a:lnTo>
                  <a:lnTo>
                    <a:pt x="684825" y="855814"/>
                  </a:lnTo>
                  <a:lnTo>
                    <a:pt x="630895" y="861623"/>
                  </a:lnTo>
                  <a:lnTo>
                    <a:pt x="575475" y="863600"/>
                  </a:lnTo>
                  <a:lnTo>
                    <a:pt x="520052" y="861623"/>
                  </a:lnTo>
                  <a:lnTo>
                    <a:pt x="466120" y="855814"/>
                  </a:lnTo>
                  <a:lnTo>
                    <a:pt x="413920" y="846353"/>
                  </a:lnTo>
                  <a:lnTo>
                    <a:pt x="363692" y="833421"/>
                  </a:lnTo>
                  <a:lnTo>
                    <a:pt x="315679" y="817200"/>
                  </a:lnTo>
                  <a:lnTo>
                    <a:pt x="270121" y="797869"/>
                  </a:lnTo>
                  <a:lnTo>
                    <a:pt x="227260" y="775611"/>
                  </a:lnTo>
                  <a:lnTo>
                    <a:pt x="187336" y="750606"/>
                  </a:lnTo>
                  <a:lnTo>
                    <a:pt x="150591" y="723035"/>
                  </a:lnTo>
                  <a:lnTo>
                    <a:pt x="117265" y="693078"/>
                  </a:lnTo>
                  <a:lnTo>
                    <a:pt x="87601" y="660918"/>
                  </a:lnTo>
                  <a:lnTo>
                    <a:pt x="61838" y="626734"/>
                  </a:lnTo>
                  <a:lnTo>
                    <a:pt x="40219" y="590708"/>
                  </a:lnTo>
                  <a:lnTo>
                    <a:pt x="22985" y="553021"/>
                  </a:lnTo>
                  <a:lnTo>
                    <a:pt x="10376" y="513853"/>
                  </a:lnTo>
                  <a:lnTo>
                    <a:pt x="2634" y="473385"/>
                  </a:lnTo>
                  <a:lnTo>
                    <a:pt x="0" y="4318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163627" y="2951099"/>
            <a:ext cx="6134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bje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ct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95645" y="2657921"/>
            <a:ext cx="101790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Appli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c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ation  scope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63831" y="5761002"/>
            <a:ext cx="16510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Servlets</a:t>
            </a:r>
            <a:r>
              <a:rPr sz="16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container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983162" y="3906837"/>
            <a:ext cx="1905" cy="1008380"/>
          </a:xfrm>
          <a:custGeom>
            <a:avLst/>
            <a:gdLst/>
            <a:ahLst/>
            <a:cxnLst/>
            <a:rect l="l" t="t" r="r" b="b"/>
            <a:pathLst>
              <a:path w="1904" h="1008379">
                <a:moveTo>
                  <a:pt x="1587" y="0"/>
                </a:moveTo>
                <a:lnTo>
                  <a:pt x="0" y="1008062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527175" y="4770437"/>
            <a:ext cx="1224280" cy="3460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10"/>
              </a:spcBef>
            </a:pPr>
            <a:r>
              <a:rPr sz="1600" spc="-5" dirty="0">
                <a:latin typeface="Arial MT"/>
                <a:cs typeface="Arial MT"/>
              </a:rPr>
              <a:t>Response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182687" y="2632075"/>
            <a:ext cx="3806825" cy="2320925"/>
            <a:chOff x="1182687" y="2632075"/>
            <a:chExt cx="3806825" cy="2320925"/>
          </a:xfrm>
        </p:grpSpPr>
        <p:sp>
          <p:nvSpPr>
            <p:cNvPr id="14" name="object 14"/>
            <p:cNvSpPr/>
            <p:nvPr/>
          </p:nvSpPr>
          <p:spPr>
            <a:xfrm>
              <a:off x="2886075" y="4914900"/>
              <a:ext cx="2097405" cy="0"/>
            </a:xfrm>
            <a:custGeom>
              <a:avLst/>
              <a:gdLst/>
              <a:ahLst/>
              <a:cxnLst/>
              <a:rect l="l" t="t" r="r" b="b"/>
              <a:pathLst>
                <a:path w="2097404">
                  <a:moveTo>
                    <a:pt x="0" y="0"/>
                  </a:moveTo>
                  <a:lnTo>
                    <a:pt x="209708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822576" y="48767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87450" y="2636837"/>
              <a:ext cx="1224280" cy="346075"/>
            </a:xfrm>
            <a:custGeom>
              <a:avLst/>
              <a:gdLst/>
              <a:ahLst/>
              <a:cxnLst/>
              <a:rect l="l" t="t" r="r" b="b"/>
              <a:pathLst>
                <a:path w="1224280" h="346075">
                  <a:moveTo>
                    <a:pt x="0" y="0"/>
                  </a:moveTo>
                  <a:lnTo>
                    <a:pt x="1223962" y="0"/>
                  </a:lnTo>
                  <a:lnTo>
                    <a:pt x="1223962" y="346075"/>
                  </a:lnTo>
                  <a:lnTo>
                    <a:pt x="0" y="34607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192212" y="2663761"/>
            <a:ext cx="121475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Arial MT"/>
                <a:cs typeface="Arial MT"/>
              </a:rPr>
              <a:t>Request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163637" y="2743197"/>
            <a:ext cx="3467100" cy="1657350"/>
            <a:chOff x="1163637" y="2743197"/>
            <a:chExt cx="3467100" cy="1657350"/>
          </a:xfrm>
        </p:grpSpPr>
        <p:sp>
          <p:nvSpPr>
            <p:cNvPr id="19" name="object 19"/>
            <p:cNvSpPr/>
            <p:nvPr/>
          </p:nvSpPr>
          <p:spPr>
            <a:xfrm>
              <a:off x="2482850" y="2781300"/>
              <a:ext cx="1377950" cy="0"/>
            </a:xfrm>
            <a:custGeom>
              <a:avLst/>
              <a:gdLst/>
              <a:ahLst/>
              <a:cxnLst/>
              <a:rect l="l" t="t" r="r" b="b"/>
              <a:pathLst>
                <a:path w="1377950">
                  <a:moveTo>
                    <a:pt x="0" y="0"/>
                  </a:moveTo>
                  <a:lnTo>
                    <a:pt x="137795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48101" y="274319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527300" y="4194175"/>
              <a:ext cx="2097405" cy="0"/>
            </a:xfrm>
            <a:custGeom>
              <a:avLst/>
              <a:gdLst/>
              <a:ahLst/>
              <a:cxnLst/>
              <a:rect l="l" t="t" r="r" b="b"/>
              <a:pathLst>
                <a:path w="2097404">
                  <a:moveTo>
                    <a:pt x="0" y="0"/>
                  </a:moveTo>
                  <a:lnTo>
                    <a:pt x="209708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463801" y="415607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168400" y="2968625"/>
              <a:ext cx="1440180" cy="1427480"/>
            </a:xfrm>
            <a:custGeom>
              <a:avLst/>
              <a:gdLst/>
              <a:ahLst/>
              <a:cxnLst/>
              <a:rect l="l" t="t" r="r" b="b"/>
              <a:pathLst>
                <a:path w="1440180" h="1427479">
                  <a:moveTo>
                    <a:pt x="215900" y="0"/>
                  </a:moveTo>
                  <a:lnTo>
                    <a:pt x="1439862" y="0"/>
                  </a:lnTo>
                  <a:lnTo>
                    <a:pt x="1439862" y="346075"/>
                  </a:lnTo>
                  <a:lnTo>
                    <a:pt x="215900" y="346075"/>
                  </a:lnTo>
                  <a:lnTo>
                    <a:pt x="215900" y="0"/>
                  </a:lnTo>
                  <a:close/>
                </a:path>
                <a:path w="1440180" h="1427479">
                  <a:moveTo>
                    <a:pt x="0" y="1081087"/>
                  </a:moveTo>
                  <a:lnTo>
                    <a:pt x="1223962" y="1081087"/>
                  </a:lnTo>
                  <a:lnTo>
                    <a:pt x="1223962" y="1427162"/>
                  </a:lnTo>
                  <a:lnTo>
                    <a:pt x="0" y="1427162"/>
                  </a:lnTo>
                  <a:lnTo>
                    <a:pt x="0" y="108108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2712847" y="814069"/>
            <a:ext cx="3719829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Scope</a:t>
            </a:r>
            <a:r>
              <a:rPr spc="-35" dirty="0"/>
              <a:t> </a:t>
            </a:r>
            <a:r>
              <a:rPr spc="-5" dirty="0"/>
              <a:t>of</a:t>
            </a:r>
            <a:r>
              <a:rPr spc="-30" dirty="0"/>
              <a:t> </a:t>
            </a:r>
            <a:r>
              <a:rPr spc="-5" dirty="0"/>
              <a:t>objects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463039" y="2995549"/>
            <a:ext cx="78232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R</a:t>
            </a:r>
            <a:r>
              <a:rPr sz="1600" spc="-5" dirty="0">
                <a:latin typeface="Arial MT"/>
                <a:cs typeface="Arial MT"/>
              </a:rPr>
              <a:t>eque</a:t>
            </a:r>
            <a:r>
              <a:rPr sz="1600" dirty="0">
                <a:latin typeface="Arial MT"/>
                <a:cs typeface="Arial MT"/>
              </a:rPr>
              <a:t>st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360487" y="2676526"/>
            <a:ext cx="3987800" cy="2056130"/>
            <a:chOff x="1360487" y="2676526"/>
            <a:chExt cx="3987800" cy="2056130"/>
          </a:xfrm>
        </p:grpSpPr>
        <p:sp>
          <p:nvSpPr>
            <p:cNvPr id="27" name="object 27"/>
            <p:cNvSpPr/>
            <p:nvPr/>
          </p:nvSpPr>
          <p:spPr>
            <a:xfrm>
              <a:off x="2679700" y="3113087"/>
              <a:ext cx="1377950" cy="0"/>
            </a:xfrm>
            <a:custGeom>
              <a:avLst/>
              <a:gdLst/>
              <a:ahLst/>
              <a:cxnLst/>
              <a:rect l="l" t="t" r="r" b="b"/>
              <a:pathLst>
                <a:path w="1377950">
                  <a:moveTo>
                    <a:pt x="0" y="0"/>
                  </a:moveTo>
                  <a:lnTo>
                    <a:pt x="137795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044950" y="2681300"/>
              <a:ext cx="1298575" cy="863600"/>
            </a:xfrm>
            <a:custGeom>
              <a:avLst/>
              <a:gdLst/>
              <a:ahLst/>
              <a:cxnLst/>
              <a:rect l="l" t="t" r="r" b="b"/>
              <a:pathLst>
                <a:path w="1298575" h="863600">
                  <a:moveTo>
                    <a:pt x="76200" y="431787"/>
                  </a:moveTo>
                  <a:lnTo>
                    <a:pt x="0" y="393687"/>
                  </a:lnTo>
                  <a:lnTo>
                    <a:pt x="0" y="469887"/>
                  </a:lnTo>
                  <a:lnTo>
                    <a:pt x="76200" y="431787"/>
                  </a:lnTo>
                  <a:close/>
                </a:path>
                <a:path w="1298575" h="863600">
                  <a:moveTo>
                    <a:pt x="1298575" y="431800"/>
                  </a:moveTo>
                  <a:lnTo>
                    <a:pt x="1295933" y="390207"/>
                  </a:lnTo>
                  <a:lnTo>
                    <a:pt x="1288186" y="349745"/>
                  </a:lnTo>
                  <a:lnTo>
                    <a:pt x="1275588" y="310578"/>
                  </a:lnTo>
                  <a:lnTo>
                    <a:pt x="1258354" y="272884"/>
                  </a:lnTo>
                  <a:lnTo>
                    <a:pt x="1236726" y="236855"/>
                  </a:lnTo>
                  <a:lnTo>
                    <a:pt x="1210970" y="202679"/>
                  </a:lnTo>
                  <a:lnTo>
                    <a:pt x="1181303" y="170510"/>
                  </a:lnTo>
                  <a:lnTo>
                    <a:pt x="1147978" y="140563"/>
                  </a:lnTo>
                  <a:lnTo>
                    <a:pt x="1111237" y="112991"/>
                  </a:lnTo>
                  <a:lnTo>
                    <a:pt x="1071308" y="87985"/>
                  </a:lnTo>
                  <a:lnTo>
                    <a:pt x="1028446" y="65722"/>
                  </a:lnTo>
                  <a:lnTo>
                    <a:pt x="982891" y="46393"/>
                  </a:lnTo>
                  <a:lnTo>
                    <a:pt x="934885" y="30175"/>
                  </a:lnTo>
                  <a:lnTo>
                    <a:pt x="884656" y="17246"/>
                  </a:lnTo>
                  <a:lnTo>
                    <a:pt x="832459" y="7785"/>
                  </a:lnTo>
                  <a:lnTo>
                    <a:pt x="778522" y="1968"/>
                  </a:lnTo>
                  <a:lnTo>
                    <a:pt x="723112" y="0"/>
                  </a:lnTo>
                  <a:lnTo>
                    <a:pt x="667689" y="1968"/>
                  </a:lnTo>
                  <a:lnTo>
                    <a:pt x="613752" y="7785"/>
                  </a:lnTo>
                  <a:lnTo>
                    <a:pt x="561555" y="17246"/>
                  </a:lnTo>
                  <a:lnTo>
                    <a:pt x="511327" y="30175"/>
                  </a:lnTo>
                  <a:lnTo>
                    <a:pt x="463308" y="46393"/>
                  </a:lnTo>
                  <a:lnTo>
                    <a:pt x="417753" y="65722"/>
                  </a:lnTo>
                  <a:lnTo>
                    <a:pt x="374891" y="87985"/>
                  </a:lnTo>
                  <a:lnTo>
                    <a:pt x="334962" y="112991"/>
                  </a:lnTo>
                  <a:lnTo>
                    <a:pt x="298221" y="140563"/>
                  </a:lnTo>
                  <a:lnTo>
                    <a:pt x="264896" y="170510"/>
                  </a:lnTo>
                  <a:lnTo>
                    <a:pt x="235229" y="202679"/>
                  </a:lnTo>
                  <a:lnTo>
                    <a:pt x="209473" y="236855"/>
                  </a:lnTo>
                  <a:lnTo>
                    <a:pt x="187845" y="272884"/>
                  </a:lnTo>
                  <a:lnTo>
                    <a:pt x="170611" y="310578"/>
                  </a:lnTo>
                  <a:lnTo>
                    <a:pt x="158013" y="349745"/>
                  </a:lnTo>
                  <a:lnTo>
                    <a:pt x="150266" y="390207"/>
                  </a:lnTo>
                  <a:lnTo>
                    <a:pt x="147637" y="431800"/>
                  </a:lnTo>
                  <a:lnTo>
                    <a:pt x="150266" y="473379"/>
                  </a:lnTo>
                  <a:lnTo>
                    <a:pt x="158013" y="513842"/>
                  </a:lnTo>
                  <a:lnTo>
                    <a:pt x="170611" y="553021"/>
                  </a:lnTo>
                  <a:lnTo>
                    <a:pt x="187845" y="590702"/>
                  </a:lnTo>
                  <a:lnTo>
                    <a:pt x="209473" y="626732"/>
                  </a:lnTo>
                  <a:lnTo>
                    <a:pt x="235229" y="660908"/>
                  </a:lnTo>
                  <a:lnTo>
                    <a:pt x="264896" y="693077"/>
                  </a:lnTo>
                  <a:lnTo>
                    <a:pt x="298221" y="723036"/>
                  </a:lnTo>
                  <a:lnTo>
                    <a:pt x="334962" y="750595"/>
                  </a:lnTo>
                  <a:lnTo>
                    <a:pt x="374891" y="775601"/>
                  </a:lnTo>
                  <a:lnTo>
                    <a:pt x="417753" y="797864"/>
                  </a:lnTo>
                  <a:lnTo>
                    <a:pt x="463308" y="817194"/>
                  </a:lnTo>
                  <a:lnTo>
                    <a:pt x="511327" y="833412"/>
                  </a:lnTo>
                  <a:lnTo>
                    <a:pt x="561555" y="846353"/>
                  </a:lnTo>
                  <a:lnTo>
                    <a:pt x="613752" y="855814"/>
                  </a:lnTo>
                  <a:lnTo>
                    <a:pt x="667689" y="861618"/>
                  </a:lnTo>
                  <a:lnTo>
                    <a:pt x="723112" y="863600"/>
                  </a:lnTo>
                  <a:lnTo>
                    <a:pt x="778522" y="861618"/>
                  </a:lnTo>
                  <a:lnTo>
                    <a:pt x="832459" y="855814"/>
                  </a:lnTo>
                  <a:lnTo>
                    <a:pt x="884656" y="846353"/>
                  </a:lnTo>
                  <a:lnTo>
                    <a:pt x="934885" y="833412"/>
                  </a:lnTo>
                  <a:lnTo>
                    <a:pt x="982891" y="817194"/>
                  </a:lnTo>
                  <a:lnTo>
                    <a:pt x="1028446" y="797864"/>
                  </a:lnTo>
                  <a:lnTo>
                    <a:pt x="1071308" y="775601"/>
                  </a:lnTo>
                  <a:lnTo>
                    <a:pt x="1111237" y="750595"/>
                  </a:lnTo>
                  <a:lnTo>
                    <a:pt x="1147978" y="723036"/>
                  </a:lnTo>
                  <a:lnTo>
                    <a:pt x="1181303" y="693077"/>
                  </a:lnTo>
                  <a:lnTo>
                    <a:pt x="1210970" y="660908"/>
                  </a:lnTo>
                  <a:lnTo>
                    <a:pt x="1236726" y="626732"/>
                  </a:lnTo>
                  <a:lnTo>
                    <a:pt x="1258354" y="590702"/>
                  </a:lnTo>
                  <a:lnTo>
                    <a:pt x="1275588" y="553021"/>
                  </a:lnTo>
                  <a:lnTo>
                    <a:pt x="1288186" y="513842"/>
                  </a:lnTo>
                  <a:lnTo>
                    <a:pt x="1295933" y="473379"/>
                  </a:lnTo>
                  <a:lnTo>
                    <a:pt x="1298575" y="431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192587" y="2681288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0" y="431800"/>
                  </a:moveTo>
                  <a:lnTo>
                    <a:pt x="2634" y="390214"/>
                  </a:lnTo>
                  <a:lnTo>
                    <a:pt x="10376" y="349746"/>
                  </a:lnTo>
                  <a:lnTo>
                    <a:pt x="22985" y="310578"/>
                  </a:lnTo>
                  <a:lnTo>
                    <a:pt x="40219" y="272891"/>
                  </a:lnTo>
                  <a:lnTo>
                    <a:pt x="61838" y="236865"/>
                  </a:lnTo>
                  <a:lnTo>
                    <a:pt x="87601" y="202681"/>
                  </a:lnTo>
                  <a:lnTo>
                    <a:pt x="117265" y="170521"/>
                  </a:lnTo>
                  <a:lnTo>
                    <a:pt x="150591" y="140564"/>
                  </a:lnTo>
                  <a:lnTo>
                    <a:pt x="187336" y="112993"/>
                  </a:lnTo>
                  <a:lnTo>
                    <a:pt x="227260" y="87988"/>
                  </a:lnTo>
                  <a:lnTo>
                    <a:pt x="270121" y="65730"/>
                  </a:lnTo>
                  <a:lnTo>
                    <a:pt x="315679" y="46399"/>
                  </a:lnTo>
                  <a:lnTo>
                    <a:pt x="363692" y="30178"/>
                  </a:lnTo>
                  <a:lnTo>
                    <a:pt x="413920" y="17246"/>
                  </a:lnTo>
                  <a:lnTo>
                    <a:pt x="466120" y="7785"/>
                  </a:lnTo>
                  <a:lnTo>
                    <a:pt x="520052" y="1976"/>
                  </a:lnTo>
                  <a:lnTo>
                    <a:pt x="575475" y="0"/>
                  </a:lnTo>
                  <a:lnTo>
                    <a:pt x="630895" y="1976"/>
                  </a:lnTo>
                  <a:lnTo>
                    <a:pt x="684825" y="7785"/>
                  </a:lnTo>
                  <a:lnTo>
                    <a:pt x="737024" y="17246"/>
                  </a:lnTo>
                  <a:lnTo>
                    <a:pt x="787250" y="30178"/>
                  </a:lnTo>
                  <a:lnTo>
                    <a:pt x="835262" y="46399"/>
                  </a:lnTo>
                  <a:lnTo>
                    <a:pt x="880819" y="65730"/>
                  </a:lnTo>
                  <a:lnTo>
                    <a:pt x="923679" y="87988"/>
                  </a:lnTo>
                  <a:lnTo>
                    <a:pt x="963603" y="112993"/>
                  </a:lnTo>
                  <a:lnTo>
                    <a:pt x="1000347" y="140564"/>
                  </a:lnTo>
                  <a:lnTo>
                    <a:pt x="1033672" y="170521"/>
                  </a:lnTo>
                  <a:lnTo>
                    <a:pt x="1063336" y="202681"/>
                  </a:lnTo>
                  <a:lnTo>
                    <a:pt x="1089098" y="236865"/>
                  </a:lnTo>
                  <a:lnTo>
                    <a:pt x="1110717" y="272891"/>
                  </a:lnTo>
                  <a:lnTo>
                    <a:pt x="1127952" y="310578"/>
                  </a:lnTo>
                  <a:lnTo>
                    <a:pt x="1140560" y="349746"/>
                  </a:lnTo>
                  <a:lnTo>
                    <a:pt x="1148303" y="390214"/>
                  </a:lnTo>
                  <a:lnTo>
                    <a:pt x="1150937" y="431800"/>
                  </a:lnTo>
                  <a:lnTo>
                    <a:pt x="1148303" y="473385"/>
                  </a:lnTo>
                  <a:lnTo>
                    <a:pt x="1140560" y="513853"/>
                  </a:lnTo>
                  <a:lnTo>
                    <a:pt x="1127952" y="553021"/>
                  </a:lnTo>
                  <a:lnTo>
                    <a:pt x="1110717" y="590708"/>
                  </a:lnTo>
                  <a:lnTo>
                    <a:pt x="1089098" y="626734"/>
                  </a:lnTo>
                  <a:lnTo>
                    <a:pt x="1063336" y="660918"/>
                  </a:lnTo>
                  <a:lnTo>
                    <a:pt x="1033672" y="693078"/>
                  </a:lnTo>
                  <a:lnTo>
                    <a:pt x="1000347" y="723035"/>
                  </a:lnTo>
                  <a:lnTo>
                    <a:pt x="963603" y="750606"/>
                  </a:lnTo>
                  <a:lnTo>
                    <a:pt x="923679" y="775611"/>
                  </a:lnTo>
                  <a:lnTo>
                    <a:pt x="880819" y="797869"/>
                  </a:lnTo>
                  <a:lnTo>
                    <a:pt x="835262" y="817200"/>
                  </a:lnTo>
                  <a:lnTo>
                    <a:pt x="787250" y="833421"/>
                  </a:lnTo>
                  <a:lnTo>
                    <a:pt x="737024" y="846353"/>
                  </a:lnTo>
                  <a:lnTo>
                    <a:pt x="684825" y="855814"/>
                  </a:lnTo>
                  <a:lnTo>
                    <a:pt x="630895" y="861623"/>
                  </a:lnTo>
                  <a:lnTo>
                    <a:pt x="575475" y="863600"/>
                  </a:lnTo>
                  <a:lnTo>
                    <a:pt x="520052" y="861623"/>
                  </a:lnTo>
                  <a:lnTo>
                    <a:pt x="466120" y="855814"/>
                  </a:lnTo>
                  <a:lnTo>
                    <a:pt x="413920" y="846353"/>
                  </a:lnTo>
                  <a:lnTo>
                    <a:pt x="363692" y="833421"/>
                  </a:lnTo>
                  <a:lnTo>
                    <a:pt x="315679" y="817200"/>
                  </a:lnTo>
                  <a:lnTo>
                    <a:pt x="270121" y="797869"/>
                  </a:lnTo>
                  <a:lnTo>
                    <a:pt x="227260" y="775611"/>
                  </a:lnTo>
                  <a:lnTo>
                    <a:pt x="187336" y="750606"/>
                  </a:lnTo>
                  <a:lnTo>
                    <a:pt x="150591" y="723035"/>
                  </a:lnTo>
                  <a:lnTo>
                    <a:pt x="117265" y="693078"/>
                  </a:lnTo>
                  <a:lnTo>
                    <a:pt x="87601" y="660918"/>
                  </a:lnTo>
                  <a:lnTo>
                    <a:pt x="61838" y="626734"/>
                  </a:lnTo>
                  <a:lnTo>
                    <a:pt x="40219" y="590708"/>
                  </a:lnTo>
                  <a:lnTo>
                    <a:pt x="22985" y="553021"/>
                  </a:lnTo>
                  <a:lnTo>
                    <a:pt x="10376" y="513853"/>
                  </a:lnTo>
                  <a:lnTo>
                    <a:pt x="2634" y="473385"/>
                  </a:lnTo>
                  <a:lnTo>
                    <a:pt x="0" y="4318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840287" y="3617912"/>
              <a:ext cx="0" cy="936625"/>
            </a:xfrm>
            <a:custGeom>
              <a:avLst/>
              <a:gdLst/>
              <a:ahLst/>
              <a:cxnLst/>
              <a:rect l="l" t="t" r="r" b="b"/>
              <a:pathLst>
                <a:path h="936625">
                  <a:moveTo>
                    <a:pt x="0" y="0"/>
                  </a:moveTo>
                  <a:lnTo>
                    <a:pt x="0" y="936625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365250" y="4381500"/>
              <a:ext cx="1224280" cy="346075"/>
            </a:xfrm>
            <a:custGeom>
              <a:avLst/>
              <a:gdLst/>
              <a:ahLst/>
              <a:cxnLst/>
              <a:rect l="l" t="t" r="r" b="b"/>
              <a:pathLst>
                <a:path w="1224280" h="346075">
                  <a:moveTo>
                    <a:pt x="0" y="0"/>
                  </a:moveTo>
                  <a:lnTo>
                    <a:pt x="1223962" y="0"/>
                  </a:lnTo>
                  <a:lnTo>
                    <a:pt x="1223962" y="346075"/>
                  </a:lnTo>
                  <a:lnTo>
                    <a:pt x="0" y="34607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173162" y="3988993"/>
            <a:ext cx="1214755" cy="688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3210" marR="7620" indent="-196850">
              <a:lnSpc>
                <a:spcPct val="136100"/>
              </a:lnSpc>
              <a:spcBef>
                <a:spcPts val="95"/>
              </a:spcBef>
            </a:pPr>
            <a:r>
              <a:rPr sz="1600" spc="-5" dirty="0">
                <a:latin typeface="Arial MT"/>
                <a:cs typeface="Arial MT"/>
              </a:rPr>
              <a:t>Response </a:t>
            </a:r>
            <a:r>
              <a:rPr sz="1600" dirty="0">
                <a:latin typeface="Arial MT"/>
                <a:cs typeface="Arial MT"/>
              </a:rPr>
              <a:t> R</a:t>
            </a:r>
            <a:r>
              <a:rPr sz="1600" spc="-5" dirty="0">
                <a:latin typeface="Arial MT"/>
                <a:cs typeface="Arial MT"/>
              </a:rPr>
              <a:t>e</a:t>
            </a:r>
            <a:r>
              <a:rPr sz="1600" dirty="0">
                <a:latin typeface="Arial MT"/>
                <a:cs typeface="Arial MT"/>
              </a:rPr>
              <a:t>s</a:t>
            </a:r>
            <a:r>
              <a:rPr sz="1600" spc="-5" dirty="0">
                <a:latin typeface="Arial MT"/>
                <a:cs typeface="Arial MT"/>
              </a:rPr>
              <a:t>pon</a:t>
            </a:r>
            <a:r>
              <a:rPr sz="1600" dirty="0">
                <a:latin typeface="Arial MT"/>
                <a:cs typeface="Arial MT"/>
              </a:rPr>
              <a:t>se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659065" y="2344737"/>
            <a:ext cx="2492375" cy="2291080"/>
            <a:chOff x="2659065" y="2344737"/>
            <a:chExt cx="2492375" cy="2291080"/>
          </a:xfrm>
        </p:grpSpPr>
        <p:sp>
          <p:nvSpPr>
            <p:cNvPr id="34" name="object 34"/>
            <p:cNvSpPr/>
            <p:nvPr/>
          </p:nvSpPr>
          <p:spPr>
            <a:xfrm>
              <a:off x="2722562" y="4597400"/>
              <a:ext cx="2097405" cy="0"/>
            </a:xfrm>
            <a:custGeom>
              <a:avLst/>
              <a:gdLst/>
              <a:ahLst/>
              <a:cxnLst/>
              <a:rect l="l" t="t" r="r" b="b"/>
              <a:pathLst>
                <a:path w="2097404">
                  <a:moveTo>
                    <a:pt x="0" y="0"/>
                  </a:moveTo>
                  <a:lnTo>
                    <a:pt x="209708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659062" y="2349499"/>
              <a:ext cx="2487930" cy="2286000"/>
            </a:xfrm>
            <a:custGeom>
              <a:avLst/>
              <a:gdLst/>
              <a:ahLst/>
              <a:cxnLst/>
              <a:rect l="l" t="t" r="r" b="b"/>
              <a:pathLst>
                <a:path w="2487929" h="2286000">
                  <a:moveTo>
                    <a:pt x="76200" y="2209800"/>
                  </a:moveTo>
                  <a:lnTo>
                    <a:pt x="0" y="2247900"/>
                  </a:lnTo>
                  <a:lnTo>
                    <a:pt x="76200" y="2286000"/>
                  </a:lnTo>
                  <a:lnTo>
                    <a:pt x="76200" y="2209800"/>
                  </a:lnTo>
                  <a:close/>
                </a:path>
                <a:path w="2487929" h="2286000">
                  <a:moveTo>
                    <a:pt x="2487612" y="431800"/>
                  </a:moveTo>
                  <a:lnTo>
                    <a:pt x="2484971" y="390220"/>
                  </a:lnTo>
                  <a:lnTo>
                    <a:pt x="2477236" y="349758"/>
                  </a:lnTo>
                  <a:lnTo>
                    <a:pt x="2464625" y="310591"/>
                  </a:lnTo>
                  <a:lnTo>
                    <a:pt x="2447391" y="272897"/>
                  </a:lnTo>
                  <a:lnTo>
                    <a:pt x="2425763" y="236867"/>
                  </a:lnTo>
                  <a:lnTo>
                    <a:pt x="2400008" y="202692"/>
                  </a:lnTo>
                  <a:lnTo>
                    <a:pt x="2370340" y="170522"/>
                  </a:lnTo>
                  <a:lnTo>
                    <a:pt x="2337016" y="140576"/>
                  </a:lnTo>
                  <a:lnTo>
                    <a:pt x="2300274" y="113004"/>
                  </a:lnTo>
                  <a:lnTo>
                    <a:pt x="2260346" y="87998"/>
                  </a:lnTo>
                  <a:lnTo>
                    <a:pt x="2217483" y="65735"/>
                  </a:lnTo>
                  <a:lnTo>
                    <a:pt x="2171928" y="46405"/>
                  </a:lnTo>
                  <a:lnTo>
                    <a:pt x="2123922" y="30187"/>
                  </a:lnTo>
                  <a:lnTo>
                    <a:pt x="2073694" y="17259"/>
                  </a:lnTo>
                  <a:lnTo>
                    <a:pt x="2021497" y="7797"/>
                  </a:lnTo>
                  <a:lnTo>
                    <a:pt x="1967560" y="1981"/>
                  </a:lnTo>
                  <a:lnTo>
                    <a:pt x="1912150" y="0"/>
                  </a:lnTo>
                  <a:lnTo>
                    <a:pt x="1856727" y="1981"/>
                  </a:lnTo>
                  <a:lnTo>
                    <a:pt x="1802790" y="7797"/>
                  </a:lnTo>
                  <a:lnTo>
                    <a:pt x="1750593" y="17259"/>
                  </a:lnTo>
                  <a:lnTo>
                    <a:pt x="1700364" y="30187"/>
                  </a:lnTo>
                  <a:lnTo>
                    <a:pt x="1652346" y="46405"/>
                  </a:lnTo>
                  <a:lnTo>
                    <a:pt x="1606791" y="65735"/>
                  </a:lnTo>
                  <a:lnTo>
                    <a:pt x="1563928" y="87998"/>
                  </a:lnTo>
                  <a:lnTo>
                    <a:pt x="1524000" y="113004"/>
                  </a:lnTo>
                  <a:lnTo>
                    <a:pt x="1487258" y="140576"/>
                  </a:lnTo>
                  <a:lnTo>
                    <a:pt x="1453934" y="170522"/>
                  </a:lnTo>
                  <a:lnTo>
                    <a:pt x="1424266" y="202692"/>
                  </a:lnTo>
                  <a:lnTo>
                    <a:pt x="1398511" y="236867"/>
                  </a:lnTo>
                  <a:lnTo>
                    <a:pt x="1376895" y="272897"/>
                  </a:lnTo>
                  <a:lnTo>
                    <a:pt x="1359649" y="310591"/>
                  </a:lnTo>
                  <a:lnTo>
                    <a:pt x="1347050" y="349758"/>
                  </a:lnTo>
                  <a:lnTo>
                    <a:pt x="1339303" y="390220"/>
                  </a:lnTo>
                  <a:lnTo>
                    <a:pt x="1336675" y="431800"/>
                  </a:lnTo>
                  <a:lnTo>
                    <a:pt x="1339303" y="473392"/>
                  </a:lnTo>
                  <a:lnTo>
                    <a:pt x="1347050" y="513854"/>
                  </a:lnTo>
                  <a:lnTo>
                    <a:pt x="1359649" y="553021"/>
                  </a:lnTo>
                  <a:lnTo>
                    <a:pt x="1376895" y="590715"/>
                  </a:lnTo>
                  <a:lnTo>
                    <a:pt x="1398511" y="626745"/>
                  </a:lnTo>
                  <a:lnTo>
                    <a:pt x="1424266" y="660920"/>
                  </a:lnTo>
                  <a:lnTo>
                    <a:pt x="1453934" y="693089"/>
                  </a:lnTo>
                  <a:lnTo>
                    <a:pt x="1487258" y="723036"/>
                  </a:lnTo>
                  <a:lnTo>
                    <a:pt x="1524000" y="750608"/>
                  </a:lnTo>
                  <a:lnTo>
                    <a:pt x="1563928" y="775614"/>
                  </a:lnTo>
                  <a:lnTo>
                    <a:pt x="1606791" y="797877"/>
                  </a:lnTo>
                  <a:lnTo>
                    <a:pt x="1652346" y="817206"/>
                  </a:lnTo>
                  <a:lnTo>
                    <a:pt x="1700364" y="833424"/>
                  </a:lnTo>
                  <a:lnTo>
                    <a:pt x="1750593" y="846353"/>
                  </a:lnTo>
                  <a:lnTo>
                    <a:pt x="1802790" y="855814"/>
                  </a:lnTo>
                  <a:lnTo>
                    <a:pt x="1856727" y="861631"/>
                  </a:lnTo>
                  <a:lnTo>
                    <a:pt x="1912150" y="863600"/>
                  </a:lnTo>
                  <a:lnTo>
                    <a:pt x="1967560" y="861631"/>
                  </a:lnTo>
                  <a:lnTo>
                    <a:pt x="2021497" y="855814"/>
                  </a:lnTo>
                  <a:lnTo>
                    <a:pt x="2073694" y="846353"/>
                  </a:lnTo>
                  <a:lnTo>
                    <a:pt x="2123922" y="833424"/>
                  </a:lnTo>
                  <a:lnTo>
                    <a:pt x="2171928" y="817206"/>
                  </a:lnTo>
                  <a:lnTo>
                    <a:pt x="2217483" y="797877"/>
                  </a:lnTo>
                  <a:lnTo>
                    <a:pt x="2260346" y="775614"/>
                  </a:lnTo>
                  <a:lnTo>
                    <a:pt x="2300274" y="750608"/>
                  </a:lnTo>
                  <a:lnTo>
                    <a:pt x="2337016" y="723036"/>
                  </a:lnTo>
                  <a:lnTo>
                    <a:pt x="2370340" y="693089"/>
                  </a:lnTo>
                  <a:lnTo>
                    <a:pt x="2400008" y="660920"/>
                  </a:lnTo>
                  <a:lnTo>
                    <a:pt x="2425763" y="626745"/>
                  </a:lnTo>
                  <a:lnTo>
                    <a:pt x="2447391" y="590715"/>
                  </a:lnTo>
                  <a:lnTo>
                    <a:pt x="2464625" y="553021"/>
                  </a:lnTo>
                  <a:lnTo>
                    <a:pt x="2477236" y="513854"/>
                  </a:lnTo>
                  <a:lnTo>
                    <a:pt x="2484971" y="473392"/>
                  </a:lnTo>
                  <a:lnTo>
                    <a:pt x="2487612" y="431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995738" y="2349500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0" y="431800"/>
                  </a:moveTo>
                  <a:lnTo>
                    <a:pt x="2634" y="390214"/>
                  </a:lnTo>
                  <a:lnTo>
                    <a:pt x="10376" y="349746"/>
                  </a:lnTo>
                  <a:lnTo>
                    <a:pt x="22985" y="310578"/>
                  </a:lnTo>
                  <a:lnTo>
                    <a:pt x="40219" y="272891"/>
                  </a:lnTo>
                  <a:lnTo>
                    <a:pt x="61838" y="236865"/>
                  </a:lnTo>
                  <a:lnTo>
                    <a:pt x="87601" y="202681"/>
                  </a:lnTo>
                  <a:lnTo>
                    <a:pt x="117265" y="170521"/>
                  </a:lnTo>
                  <a:lnTo>
                    <a:pt x="150591" y="140564"/>
                  </a:lnTo>
                  <a:lnTo>
                    <a:pt x="187336" y="112993"/>
                  </a:lnTo>
                  <a:lnTo>
                    <a:pt x="227260" y="87988"/>
                  </a:lnTo>
                  <a:lnTo>
                    <a:pt x="270121" y="65730"/>
                  </a:lnTo>
                  <a:lnTo>
                    <a:pt x="315679" y="46399"/>
                  </a:lnTo>
                  <a:lnTo>
                    <a:pt x="363692" y="30178"/>
                  </a:lnTo>
                  <a:lnTo>
                    <a:pt x="413920" y="17246"/>
                  </a:lnTo>
                  <a:lnTo>
                    <a:pt x="466120" y="7785"/>
                  </a:lnTo>
                  <a:lnTo>
                    <a:pt x="520052" y="1976"/>
                  </a:lnTo>
                  <a:lnTo>
                    <a:pt x="575475" y="0"/>
                  </a:lnTo>
                  <a:lnTo>
                    <a:pt x="630895" y="1976"/>
                  </a:lnTo>
                  <a:lnTo>
                    <a:pt x="684825" y="7785"/>
                  </a:lnTo>
                  <a:lnTo>
                    <a:pt x="737024" y="17246"/>
                  </a:lnTo>
                  <a:lnTo>
                    <a:pt x="787250" y="30178"/>
                  </a:lnTo>
                  <a:lnTo>
                    <a:pt x="835262" y="46399"/>
                  </a:lnTo>
                  <a:lnTo>
                    <a:pt x="880819" y="65730"/>
                  </a:lnTo>
                  <a:lnTo>
                    <a:pt x="923679" y="87988"/>
                  </a:lnTo>
                  <a:lnTo>
                    <a:pt x="963603" y="112993"/>
                  </a:lnTo>
                  <a:lnTo>
                    <a:pt x="1000347" y="140564"/>
                  </a:lnTo>
                  <a:lnTo>
                    <a:pt x="1033672" y="170521"/>
                  </a:lnTo>
                  <a:lnTo>
                    <a:pt x="1063336" y="202681"/>
                  </a:lnTo>
                  <a:lnTo>
                    <a:pt x="1089098" y="236865"/>
                  </a:lnTo>
                  <a:lnTo>
                    <a:pt x="1110717" y="272891"/>
                  </a:lnTo>
                  <a:lnTo>
                    <a:pt x="1127952" y="310578"/>
                  </a:lnTo>
                  <a:lnTo>
                    <a:pt x="1140560" y="349746"/>
                  </a:lnTo>
                  <a:lnTo>
                    <a:pt x="1148303" y="390214"/>
                  </a:lnTo>
                  <a:lnTo>
                    <a:pt x="1150937" y="431800"/>
                  </a:lnTo>
                  <a:lnTo>
                    <a:pt x="1148303" y="473385"/>
                  </a:lnTo>
                  <a:lnTo>
                    <a:pt x="1140560" y="513853"/>
                  </a:lnTo>
                  <a:lnTo>
                    <a:pt x="1127952" y="553021"/>
                  </a:lnTo>
                  <a:lnTo>
                    <a:pt x="1110717" y="590708"/>
                  </a:lnTo>
                  <a:lnTo>
                    <a:pt x="1089098" y="626734"/>
                  </a:lnTo>
                  <a:lnTo>
                    <a:pt x="1063336" y="660918"/>
                  </a:lnTo>
                  <a:lnTo>
                    <a:pt x="1033672" y="693078"/>
                  </a:lnTo>
                  <a:lnTo>
                    <a:pt x="1000347" y="723035"/>
                  </a:lnTo>
                  <a:lnTo>
                    <a:pt x="963603" y="750606"/>
                  </a:lnTo>
                  <a:lnTo>
                    <a:pt x="923679" y="775611"/>
                  </a:lnTo>
                  <a:lnTo>
                    <a:pt x="880819" y="797869"/>
                  </a:lnTo>
                  <a:lnTo>
                    <a:pt x="835262" y="817200"/>
                  </a:lnTo>
                  <a:lnTo>
                    <a:pt x="787250" y="833421"/>
                  </a:lnTo>
                  <a:lnTo>
                    <a:pt x="737024" y="846353"/>
                  </a:lnTo>
                  <a:lnTo>
                    <a:pt x="684825" y="855814"/>
                  </a:lnTo>
                  <a:lnTo>
                    <a:pt x="630895" y="861623"/>
                  </a:lnTo>
                  <a:lnTo>
                    <a:pt x="575475" y="863600"/>
                  </a:lnTo>
                  <a:lnTo>
                    <a:pt x="520052" y="861623"/>
                  </a:lnTo>
                  <a:lnTo>
                    <a:pt x="466120" y="855814"/>
                  </a:lnTo>
                  <a:lnTo>
                    <a:pt x="413920" y="846353"/>
                  </a:lnTo>
                  <a:lnTo>
                    <a:pt x="363692" y="833421"/>
                  </a:lnTo>
                  <a:lnTo>
                    <a:pt x="315679" y="817200"/>
                  </a:lnTo>
                  <a:lnTo>
                    <a:pt x="270121" y="797869"/>
                  </a:lnTo>
                  <a:lnTo>
                    <a:pt x="227260" y="775611"/>
                  </a:lnTo>
                  <a:lnTo>
                    <a:pt x="187336" y="750606"/>
                  </a:lnTo>
                  <a:lnTo>
                    <a:pt x="150591" y="723035"/>
                  </a:lnTo>
                  <a:lnTo>
                    <a:pt x="117265" y="693078"/>
                  </a:lnTo>
                  <a:lnTo>
                    <a:pt x="87601" y="660918"/>
                  </a:lnTo>
                  <a:lnTo>
                    <a:pt x="61838" y="626734"/>
                  </a:lnTo>
                  <a:lnTo>
                    <a:pt x="40219" y="590708"/>
                  </a:lnTo>
                  <a:lnTo>
                    <a:pt x="22985" y="553021"/>
                  </a:lnTo>
                  <a:lnTo>
                    <a:pt x="10376" y="513853"/>
                  </a:lnTo>
                  <a:lnTo>
                    <a:pt x="2634" y="473385"/>
                  </a:lnTo>
                  <a:lnTo>
                    <a:pt x="0" y="4318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843212" y="3502025"/>
              <a:ext cx="1377950" cy="0"/>
            </a:xfrm>
            <a:custGeom>
              <a:avLst/>
              <a:gdLst/>
              <a:ahLst/>
              <a:cxnLst/>
              <a:rect l="l" t="t" r="r" b="b"/>
              <a:pathLst>
                <a:path w="1377950">
                  <a:moveTo>
                    <a:pt x="0" y="0"/>
                  </a:moveTo>
                  <a:lnTo>
                    <a:pt x="137795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208465" y="346392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547812" y="3357562"/>
            <a:ext cx="1224280" cy="3460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15"/>
              </a:spcBef>
            </a:pPr>
            <a:r>
              <a:rPr sz="1600" spc="-5" dirty="0">
                <a:latin typeface="Arial MT"/>
                <a:cs typeface="Arial MT"/>
              </a:rPr>
              <a:t>Request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198302" y="2636774"/>
            <a:ext cx="6578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Se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rv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let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4619625" y="2630487"/>
            <a:ext cx="1320800" cy="1564005"/>
            <a:chOff x="4619625" y="2630487"/>
            <a:chExt cx="1320800" cy="1564005"/>
          </a:xfrm>
        </p:grpSpPr>
        <p:sp>
          <p:nvSpPr>
            <p:cNvPr id="42" name="object 42"/>
            <p:cNvSpPr/>
            <p:nvPr/>
          </p:nvSpPr>
          <p:spPr>
            <a:xfrm>
              <a:off x="4624387" y="3257550"/>
              <a:ext cx="0" cy="936625"/>
            </a:xfrm>
            <a:custGeom>
              <a:avLst/>
              <a:gdLst/>
              <a:ahLst/>
              <a:cxnLst/>
              <a:rect l="l" t="t" r="r" b="b"/>
              <a:pathLst>
                <a:path h="936625">
                  <a:moveTo>
                    <a:pt x="0" y="0"/>
                  </a:moveTo>
                  <a:lnTo>
                    <a:pt x="0" y="936625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219700" y="2636837"/>
              <a:ext cx="589915" cy="261620"/>
            </a:xfrm>
            <a:custGeom>
              <a:avLst/>
              <a:gdLst/>
              <a:ahLst/>
              <a:cxnLst/>
              <a:rect l="l" t="t" r="r" b="b"/>
              <a:pathLst>
                <a:path w="589914" h="261619">
                  <a:moveTo>
                    <a:pt x="0" y="0"/>
                  </a:moveTo>
                  <a:lnTo>
                    <a:pt x="589661" y="261581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782299" y="2858444"/>
              <a:ext cx="85725" cy="69850"/>
            </a:xfrm>
            <a:custGeom>
              <a:avLst/>
              <a:gdLst/>
              <a:ahLst/>
              <a:cxnLst/>
              <a:rect l="l" t="t" r="r" b="b"/>
              <a:pathLst>
                <a:path w="85725" h="69850">
                  <a:moveTo>
                    <a:pt x="30899" y="0"/>
                  </a:moveTo>
                  <a:lnTo>
                    <a:pt x="0" y="69646"/>
                  </a:lnTo>
                  <a:lnTo>
                    <a:pt x="85102" y="65735"/>
                  </a:lnTo>
                  <a:lnTo>
                    <a:pt x="308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435600" y="2997200"/>
              <a:ext cx="301625" cy="121285"/>
            </a:xfrm>
            <a:custGeom>
              <a:avLst/>
              <a:gdLst/>
              <a:ahLst/>
              <a:cxnLst/>
              <a:rect l="l" t="t" r="r" b="b"/>
              <a:pathLst>
                <a:path w="301625" h="121285">
                  <a:moveTo>
                    <a:pt x="0" y="0"/>
                  </a:moveTo>
                  <a:lnTo>
                    <a:pt x="301421" y="1208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711055" y="3077942"/>
              <a:ext cx="85090" cy="71120"/>
            </a:xfrm>
            <a:custGeom>
              <a:avLst/>
              <a:gdLst/>
              <a:ahLst/>
              <a:cxnLst/>
              <a:rect l="l" t="t" r="r" b="b"/>
              <a:pathLst>
                <a:path w="85089" h="71119">
                  <a:moveTo>
                    <a:pt x="28359" y="0"/>
                  </a:moveTo>
                  <a:lnTo>
                    <a:pt x="0" y="70726"/>
                  </a:lnTo>
                  <a:lnTo>
                    <a:pt x="84912" y="63715"/>
                  </a:lnTo>
                  <a:lnTo>
                    <a:pt x="283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651500" y="3385705"/>
              <a:ext cx="232410" cy="114935"/>
            </a:xfrm>
            <a:custGeom>
              <a:avLst/>
              <a:gdLst/>
              <a:ahLst/>
              <a:cxnLst/>
              <a:rect l="l" t="t" r="r" b="b"/>
              <a:pathLst>
                <a:path w="232410" h="114935">
                  <a:moveTo>
                    <a:pt x="0" y="114731"/>
                  </a:moveTo>
                  <a:lnTo>
                    <a:pt x="232003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855229" y="3357194"/>
              <a:ext cx="85725" cy="68580"/>
            </a:xfrm>
            <a:custGeom>
              <a:avLst/>
              <a:gdLst/>
              <a:ahLst/>
              <a:cxnLst/>
              <a:rect l="l" t="t" r="r" b="b"/>
              <a:pathLst>
                <a:path w="85725" h="68579">
                  <a:moveTo>
                    <a:pt x="0" y="0"/>
                  </a:moveTo>
                  <a:lnTo>
                    <a:pt x="33782" y="68300"/>
                  </a:lnTo>
                  <a:lnTo>
                    <a:pt x="85191" y="3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9" name="Entrada de lápiz 48">
                <a:extLst>
                  <a:ext uri="{FF2B5EF4-FFF2-40B4-BE49-F238E27FC236}">
                    <a16:creationId xmlns:a16="http://schemas.microsoft.com/office/drawing/2014/main" id="{BFE3AB47-E926-72FD-E2C9-76C859BAAE24}"/>
                  </a:ext>
                </a:extLst>
              </p14:cNvPr>
              <p14:cNvContentPartPr/>
              <p14:nvPr/>
            </p14:nvContentPartPr>
            <p14:xfrm>
              <a:off x="967421" y="1989903"/>
              <a:ext cx="209520" cy="3542400"/>
            </p14:xfrm>
          </p:contentPart>
        </mc:Choice>
        <mc:Fallback>
          <p:pic>
            <p:nvPicPr>
              <p:cNvPr id="49" name="Entrada de lápiz 48">
                <a:extLst>
                  <a:ext uri="{FF2B5EF4-FFF2-40B4-BE49-F238E27FC236}">
                    <a16:creationId xmlns:a16="http://schemas.microsoft.com/office/drawing/2014/main" id="{BFE3AB47-E926-72FD-E2C9-76C859BAAE2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3421" y="1881903"/>
                <a:ext cx="317160" cy="3758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34164" y="814069"/>
            <a:ext cx="447548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Service</a:t>
            </a:r>
            <a:r>
              <a:rPr spc="-60" dirty="0"/>
              <a:t> </a:t>
            </a:r>
            <a:r>
              <a:rPr spc="-5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00504"/>
            <a:ext cx="7496809" cy="40246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To process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HTTP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client request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must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program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new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class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extension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 the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Times New Roman"/>
                <a:cs typeface="Times New Roman"/>
              </a:rPr>
              <a:t>HttpServlet </a:t>
            </a:r>
            <a:r>
              <a:rPr sz="3200" spc="-5" dirty="0">
                <a:latin typeface="Times New Roman"/>
                <a:cs typeface="Times New Roman"/>
              </a:rPr>
              <a:t>class.</a:t>
            </a:r>
            <a:endParaRPr sz="3200">
              <a:latin typeface="Times New Roman"/>
              <a:cs typeface="Times New Roman"/>
            </a:endParaRPr>
          </a:p>
          <a:p>
            <a:pPr marL="354965" marR="48260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When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calling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method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from HttpServlet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class,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two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objects from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interfaces: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Times New Roman"/>
                <a:cs typeface="Times New Roman"/>
              </a:rPr>
              <a:t>HttpServletRequest</a:t>
            </a:r>
            <a:r>
              <a:rPr sz="3200" spc="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and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Times New Roman"/>
                <a:cs typeface="Times New Roman"/>
              </a:rPr>
              <a:t>HttpServletResponse</a:t>
            </a:r>
            <a:r>
              <a:rPr sz="3200" spc="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are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attached,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as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parameters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of 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method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call.</a:t>
            </a:r>
            <a:endParaRPr sz="32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877B3A1A-9A4D-70D3-E7FA-B3071B9DCF1F}"/>
                  </a:ext>
                </a:extLst>
              </p14:cNvPr>
              <p14:cNvContentPartPr/>
              <p14:nvPr/>
            </p14:nvContentPartPr>
            <p14:xfrm>
              <a:off x="866981" y="3511263"/>
              <a:ext cx="7421760" cy="286956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877B3A1A-9A4D-70D3-E7FA-B3071B9DCF1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2981" y="3403263"/>
                <a:ext cx="7529400" cy="3085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2192" y="814069"/>
            <a:ext cx="50399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Programming</a:t>
            </a:r>
            <a:r>
              <a:rPr spc="-60" dirty="0"/>
              <a:t> </a:t>
            </a:r>
            <a:r>
              <a:rPr spc="-5" dirty="0"/>
              <a:t>Servlets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1904"/>
            <a:ext cx="6869430" cy="40754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Methods to over-write from HttpServlet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class:</a:t>
            </a:r>
            <a:endParaRPr sz="32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90"/>
              </a:spcBef>
              <a:buChar char="–"/>
              <a:tabLst>
                <a:tab pos="755650" algn="l"/>
              </a:tabLst>
            </a:pPr>
            <a:r>
              <a:rPr sz="2800" spc="-5" dirty="0">
                <a:solidFill>
                  <a:srgbClr val="3333CC"/>
                </a:solidFill>
                <a:latin typeface="Times New Roman"/>
                <a:cs typeface="Times New Roman"/>
              </a:rPr>
              <a:t>doGet</a:t>
            </a:r>
            <a:r>
              <a:rPr sz="2800" spc="-5" dirty="0">
                <a:latin typeface="Times New Roman"/>
                <a:cs typeface="Times New Roman"/>
              </a:rPr>
              <a:t>: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GET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HEAD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har char="–"/>
              <a:tabLst>
                <a:tab pos="755650" algn="l"/>
              </a:tabLst>
            </a:pPr>
            <a:r>
              <a:rPr sz="2800" dirty="0">
                <a:solidFill>
                  <a:srgbClr val="3333CC"/>
                </a:solidFill>
                <a:latin typeface="Times New Roman"/>
                <a:cs typeface="Times New Roman"/>
              </a:rPr>
              <a:t>doPost</a:t>
            </a:r>
            <a:r>
              <a:rPr sz="2800" dirty="0">
                <a:latin typeface="Times New Roman"/>
                <a:cs typeface="Times New Roman"/>
              </a:rPr>
              <a:t>: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POST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dirty="0">
                <a:solidFill>
                  <a:srgbClr val="3333CC"/>
                </a:solidFill>
                <a:latin typeface="Times New Roman"/>
                <a:cs typeface="Times New Roman"/>
              </a:rPr>
              <a:t>doPut</a:t>
            </a:r>
            <a:r>
              <a:rPr sz="2800" dirty="0">
                <a:latin typeface="Times New Roman"/>
                <a:cs typeface="Times New Roman"/>
              </a:rPr>
              <a:t>: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PUT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har char="–"/>
              <a:tabLst>
                <a:tab pos="755650" algn="l"/>
              </a:tabLst>
            </a:pPr>
            <a:r>
              <a:rPr sz="2800" spc="-5" dirty="0">
                <a:solidFill>
                  <a:srgbClr val="3333CC"/>
                </a:solidFill>
                <a:latin typeface="Times New Roman"/>
                <a:cs typeface="Times New Roman"/>
              </a:rPr>
              <a:t>doDelete</a:t>
            </a:r>
            <a:r>
              <a:rPr sz="2800" spc="-5" dirty="0">
                <a:latin typeface="Times New Roman"/>
                <a:cs typeface="Times New Roman"/>
              </a:rPr>
              <a:t>: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DELETE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har char="–"/>
              <a:tabLst>
                <a:tab pos="755650" algn="l"/>
              </a:tabLst>
            </a:pPr>
            <a:r>
              <a:rPr sz="2800" spc="-5" dirty="0">
                <a:solidFill>
                  <a:srgbClr val="3333CC"/>
                </a:solidFill>
                <a:latin typeface="Times New Roman"/>
                <a:cs typeface="Times New Roman"/>
              </a:rPr>
              <a:t>doOptions</a:t>
            </a:r>
            <a:r>
              <a:rPr sz="2800" spc="-5" dirty="0">
                <a:latin typeface="Times New Roman"/>
                <a:cs typeface="Times New Roman"/>
              </a:rPr>
              <a:t>: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OPTIONS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spc="-5" dirty="0">
                <a:solidFill>
                  <a:srgbClr val="3333CC"/>
                </a:solidFill>
                <a:latin typeface="Times New Roman"/>
                <a:cs typeface="Times New Roman"/>
              </a:rPr>
              <a:t>doTrace</a:t>
            </a:r>
            <a:r>
              <a:rPr sz="2800" spc="-5" dirty="0">
                <a:latin typeface="Times New Roman"/>
                <a:cs typeface="Times New Roman"/>
              </a:rPr>
              <a:t>: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TRACE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1999" y="814069"/>
            <a:ext cx="66198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Retrieving</a:t>
            </a:r>
            <a:r>
              <a:rPr spc="-15" dirty="0"/>
              <a:t> </a:t>
            </a:r>
            <a:r>
              <a:rPr spc="-5" dirty="0"/>
              <a:t>data</a:t>
            </a:r>
            <a:r>
              <a:rPr spc="-15" dirty="0"/>
              <a:t> </a:t>
            </a:r>
            <a:r>
              <a:rPr spc="-5" dirty="0"/>
              <a:t>from Request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4252" y="1888490"/>
            <a:ext cx="7332345" cy="3649979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298450" marR="5080" indent="-285750">
              <a:lnSpc>
                <a:spcPct val="80000"/>
              </a:lnSpc>
              <a:spcBef>
                <a:spcPts val="960"/>
              </a:spcBef>
            </a:pPr>
            <a:r>
              <a:rPr sz="3600" dirty="0">
                <a:latin typeface="Times New Roman"/>
                <a:cs typeface="Times New Roman"/>
              </a:rPr>
              <a:t>–</a:t>
            </a:r>
            <a:r>
              <a:rPr sz="3600" spc="-45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Access</a:t>
            </a:r>
            <a:r>
              <a:rPr sz="3600" dirty="0">
                <a:latin typeface="Times New Roman"/>
                <a:cs typeface="Times New Roman"/>
              </a:rPr>
              <a:t>ing</a:t>
            </a:r>
            <a:r>
              <a:rPr sz="3600" spc="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r</a:t>
            </a:r>
            <a:r>
              <a:rPr sz="3600" spc="-5" dirty="0">
                <a:latin typeface="Times New Roman"/>
                <a:cs typeface="Times New Roman"/>
              </a:rPr>
              <a:t>e</a:t>
            </a:r>
            <a:r>
              <a:rPr sz="3600" dirty="0">
                <a:latin typeface="Times New Roman"/>
                <a:cs typeface="Times New Roman"/>
              </a:rPr>
              <a:t>qu</a:t>
            </a:r>
            <a:r>
              <a:rPr sz="3600" spc="-5" dirty="0">
                <a:latin typeface="Times New Roman"/>
                <a:cs typeface="Times New Roman"/>
              </a:rPr>
              <a:t>es</a:t>
            </a:r>
            <a:r>
              <a:rPr sz="3600" dirty="0">
                <a:latin typeface="Times New Roman"/>
                <a:cs typeface="Times New Roman"/>
              </a:rPr>
              <a:t>t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p</a:t>
            </a:r>
            <a:r>
              <a:rPr sz="3600" spc="-5" dirty="0">
                <a:latin typeface="Times New Roman"/>
                <a:cs typeface="Times New Roman"/>
              </a:rPr>
              <a:t>a</a:t>
            </a:r>
            <a:r>
              <a:rPr sz="3600" dirty="0">
                <a:latin typeface="Times New Roman"/>
                <a:cs typeface="Times New Roman"/>
              </a:rPr>
              <a:t>r</a:t>
            </a:r>
            <a:r>
              <a:rPr sz="3600" spc="-5" dirty="0">
                <a:latin typeface="Times New Roman"/>
                <a:cs typeface="Times New Roman"/>
              </a:rPr>
              <a:t>a</a:t>
            </a:r>
            <a:r>
              <a:rPr sz="3600" dirty="0">
                <a:latin typeface="Times New Roman"/>
                <a:cs typeface="Times New Roman"/>
              </a:rPr>
              <a:t>m</a:t>
            </a:r>
            <a:r>
              <a:rPr sz="3600" spc="-5" dirty="0">
                <a:latin typeface="Times New Roman"/>
                <a:cs typeface="Times New Roman"/>
              </a:rPr>
              <a:t>e</a:t>
            </a:r>
            <a:r>
              <a:rPr sz="3600" dirty="0">
                <a:latin typeface="Times New Roman"/>
                <a:cs typeface="Times New Roman"/>
              </a:rPr>
              <a:t>t</a:t>
            </a:r>
            <a:r>
              <a:rPr sz="3600" spc="-5" dirty="0">
                <a:latin typeface="Times New Roman"/>
                <a:cs typeface="Times New Roman"/>
              </a:rPr>
              <a:t>e</a:t>
            </a:r>
            <a:r>
              <a:rPr sz="3600" dirty="0">
                <a:latin typeface="Times New Roman"/>
                <a:cs typeface="Times New Roman"/>
              </a:rPr>
              <a:t>rs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(qu</a:t>
            </a:r>
            <a:r>
              <a:rPr sz="3600" spc="-5" dirty="0">
                <a:latin typeface="Times New Roman"/>
                <a:cs typeface="Times New Roman"/>
              </a:rPr>
              <a:t>ery  string) from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3333CC"/>
                </a:solidFill>
                <a:latin typeface="Times New Roman"/>
                <a:cs typeface="Times New Roman"/>
              </a:rPr>
              <a:t>HttpServletRequest</a:t>
            </a:r>
            <a:r>
              <a:rPr sz="3600" spc="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class:</a:t>
            </a:r>
            <a:endParaRPr sz="3600">
              <a:latin typeface="Times New Roman"/>
              <a:cs typeface="Times New Roman"/>
            </a:endParaRPr>
          </a:p>
          <a:p>
            <a:pPr marL="469900" marR="1389380">
              <a:lnSpc>
                <a:spcPct val="100000"/>
              </a:lnSpc>
              <a:spcBef>
                <a:spcPts val="25"/>
              </a:spcBef>
            </a:pPr>
            <a:r>
              <a:rPr sz="1800" spc="-10" dirty="0">
                <a:latin typeface="Courier New"/>
                <a:cs typeface="Courier New"/>
              </a:rPr>
              <a:t>public String getParameter(String name); </a:t>
            </a:r>
            <a:r>
              <a:rPr sz="1800" spc="-107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public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Enumeration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getParameterNames();</a:t>
            </a:r>
            <a:endParaRPr sz="1800">
              <a:latin typeface="Courier New"/>
              <a:cs typeface="Courier New"/>
            </a:endParaRPr>
          </a:p>
          <a:p>
            <a:pPr marL="469900">
              <a:lnSpc>
                <a:spcPts val="2150"/>
              </a:lnSpc>
            </a:pPr>
            <a:r>
              <a:rPr sz="1800" spc="-10" dirty="0">
                <a:latin typeface="Courier New"/>
                <a:cs typeface="Courier New"/>
              </a:rPr>
              <a:t>public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String[]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getParameterValues(String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name);</a:t>
            </a:r>
            <a:endParaRPr sz="1800">
              <a:latin typeface="Courier New"/>
              <a:cs typeface="Courier New"/>
            </a:endParaRPr>
          </a:p>
          <a:p>
            <a:pPr marL="298450" marR="1196975" indent="-285750">
              <a:lnSpc>
                <a:spcPts val="3460"/>
              </a:lnSpc>
              <a:spcBef>
                <a:spcPts val="819"/>
              </a:spcBef>
            </a:pPr>
            <a:r>
              <a:rPr sz="3600" dirty="0">
                <a:latin typeface="Times New Roman"/>
                <a:cs typeface="Times New Roman"/>
              </a:rPr>
              <a:t>–</a:t>
            </a:r>
            <a:r>
              <a:rPr sz="3600" spc="-45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Access</a:t>
            </a:r>
            <a:r>
              <a:rPr sz="3600" dirty="0">
                <a:latin typeface="Times New Roman"/>
                <a:cs typeface="Times New Roman"/>
              </a:rPr>
              <a:t>ing</a:t>
            </a:r>
            <a:r>
              <a:rPr sz="3600" spc="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r</a:t>
            </a:r>
            <a:r>
              <a:rPr sz="3600" spc="-5" dirty="0">
                <a:latin typeface="Times New Roman"/>
                <a:cs typeface="Times New Roman"/>
              </a:rPr>
              <a:t>e</a:t>
            </a:r>
            <a:r>
              <a:rPr sz="3600" dirty="0">
                <a:latin typeface="Times New Roman"/>
                <a:cs typeface="Times New Roman"/>
              </a:rPr>
              <a:t>qu</a:t>
            </a:r>
            <a:r>
              <a:rPr sz="3600" spc="-5" dirty="0">
                <a:latin typeface="Times New Roman"/>
                <a:cs typeface="Times New Roman"/>
              </a:rPr>
              <a:t>es</a:t>
            </a:r>
            <a:r>
              <a:rPr sz="3600" dirty="0">
                <a:latin typeface="Times New Roman"/>
                <a:cs typeface="Times New Roman"/>
              </a:rPr>
              <a:t>t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h</a:t>
            </a:r>
            <a:r>
              <a:rPr sz="3600" spc="-5" dirty="0">
                <a:latin typeface="Times New Roman"/>
                <a:cs typeface="Times New Roman"/>
              </a:rPr>
              <a:t>ea</a:t>
            </a:r>
            <a:r>
              <a:rPr sz="3600" dirty="0">
                <a:latin typeface="Times New Roman"/>
                <a:cs typeface="Times New Roman"/>
              </a:rPr>
              <a:t>d</a:t>
            </a:r>
            <a:r>
              <a:rPr sz="3600" spc="-5" dirty="0">
                <a:latin typeface="Times New Roman"/>
                <a:cs typeface="Times New Roman"/>
              </a:rPr>
              <a:t>e</a:t>
            </a:r>
            <a:r>
              <a:rPr sz="3600" dirty="0">
                <a:latin typeface="Times New Roman"/>
                <a:cs typeface="Times New Roman"/>
              </a:rPr>
              <a:t>rs</a:t>
            </a:r>
            <a:r>
              <a:rPr sz="3600" spc="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from  </a:t>
            </a:r>
            <a:r>
              <a:rPr sz="3600" spc="-5" dirty="0">
                <a:solidFill>
                  <a:srgbClr val="3333CC"/>
                </a:solidFill>
                <a:latin typeface="Times New Roman"/>
                <a:cs typeface="Times New Roman"/>
              </a:rPr>
              <a:t>HttpServletRequest</a:t>
            </a:r>
            <a:r>
              <a:rPr sz="3600" spc="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class:</a:t>
            </a:r>
            <a:endParaRPr sz="3600">
              <a:latin typeface="Times New Roman"/>
              <a:cs typeface="Times New Roman"/>
            </a:endParaRPr>
          </a:p>
          <a:p>
            <a:pPr marL="469900" marR="979169">
              <a:lnSpc>
                <a:spcPct val="100000"/>
              </a:lnSpc>
              <a:spcBef>
                <a:spcPts val="50"/>
              </a:spcBef>
            </a:pPr>
            <a:r>
              <a:rPr sz="1800" spc="-10" dirty="0">
                <a:latin typeface="Courier New"/>
                <a:cs typeface="Courier New"/>
              </a:rPr>
              <a:t>public</a:t>
            </a:r>
            <a:r>
              <a:rPr sz="1800" spc="7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String</a:t>
            </a:r>
            <a:r>
              <a:rPr sz="1800" spc="7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getHeader(String</a:t>
            </a:r>
            <a:r>
              <a:rPr sz="1800" spc="7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name); </a:t>
            </a:r>
            <a:r>
              <a:rPr sz="1800" spc="-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public Enumeration getHeaders(String name); </a:t>
            </a:r>
            <a:r>
              <a:rPr sz="1800" spc="-107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public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Enumeration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getHeaderNames();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2192" y="814069"/>
            <a:ext cx="50399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Programming</a:t>
            </a:r>
            <a:r>
              <a:rPr spc="-60" dirty="0"/>
              <a:t> </a:t>
            </a:r>
            <a:r>
              <a:rPr spc="-5" dirty="0"/>
              <a:t>Servlets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00504"/>
            <a:ext cx="8115934" cy="37769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941069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To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have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unique thread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associated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with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Servlet instance:</a:t>
            </a:r>
            <a:endParaRPr sz="32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  <a:spcBef>
                <a:spcPts val="2420"/>
              </a:spcBef>
            </a:pPr>
            <a:r>
              <a:rPr sz="1800" spc="-10" dirty="0">
                <a:latin typeface="Courier New"/>
                <a:cs typeface="Courier New"/>
              </a:rPr>
              <a:t>public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class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SurveyServlet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extends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HttpServlet</a:t>
            </a:r>
            <a:endParaRPr sz="1800">
              <a:latin typeface="Courier New"/>
              <a:cs typeface="Courier New"/>
            </a:endParaRPr>
          </a:p>
          <a:p>
            <a:pPr marL="4004310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implements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SingleThreadModel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900">
              <a:latin typeface="Courier New"/>
              <a:cs typeface="Courier New"/>
            </a:endParaRPr>
          </a:p>
          <a:p>
            <a:pPr marL="863600">
              <a:lnSpc>
                <a:spcPct val="100000"/>
              </a:lnSpc>
            </a:pPr>
            <a:r>
              <a:rPr sz="1800" spc="-5" dirty="0">
                <a:latin typeface="Courier New"/>
                <a:cs typeface="Courier New"/>
              </a:rPr>
              <a:t>/*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typical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servlet code,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with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no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threading concerns</a:t>
            </a:r>
            <a:endParaRPr sz="1800">
              <a:latin typeface="Courier New"/>
              <a:cs typeface="Courier New"/>
            </a:endParaRPr>
          </a:p>
          <a:p>
            <a:pPr marL="1273810" lvl="1" indent="-274320">
              <a:lnSpc>
                <a:spcPct val="100000"/>
              </a:lnSpc>
              <a:buChar char="*"/>
              <a:tabLst>
                <a:tab pos="1274445" algn="l"/>
                <a:tab pos="4551680" algn="l"/>
              </a:tabLst>
            </a:pPr>
            <a:r>
              <a:rPr sz="1800" spc="-5" dirty="0">
                <a:latin typeface="Courier New"/>
                <a:cs typeface="Courier New"/>
              </a:rPr>
              <a:t>in</a:t>
            </a:r>
            <a:r>
              <a:rPr sz="1800" spc="-1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the </a:t>
            </a:r>
            <a:r>
              <a:rPr sz="1800" spc="-10" dirty="0">
                <a:latin typeface="Courier New"/>
                <a:cs typeface="Courier New"/>
              </a:rPr>
              <a:t>service</a:t>
            </a:r>
            <a:r>
              <a:rPr sz="1800" spc="-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method.	</a:t>
            </a:r>
            <a:r>
              <a:rPr sz="1800" spc="-5" dirty="0">
                <a:latin typeface="Courier New"/>
                <a:cs typeface="Courier New"/>
              </a:rPr>
              <a:t>No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extra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code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for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the</a:t>
            </a:r>
            <a:endParaRPr sz="1800">
              <a:latin typeface="Courier New"/>
              <a:cs typeface="Courier New"/>
            </a:endParaRPr>
          </a:p>
          <a:p>
            <a:pPr marL="1273810" lvl="1" indent="-274320">
              <a:lnSpc>
                <a:spcPct val="100000"/>
              </a:lnSpc>
              <a:buChar char="*"/>
              <a:tabLst>
                <a:tab pos="1274445" algn="l"/>
                <a:tab pos="5372100" algn="l"/>
              </a:tabLst>
            </a:pPr>
            <a:r>
              <a:rPr sz="1800" spc="-10" dirty="0">
                <a:latin typeface="Courier New"/>
                <a:cs typeface="Courier New"/>
              </a:rPr>
              <a:t>SingleThreadModel</a:t>
            </a:r>
            <a:r>
              <a:rPr sz="1800" spc="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interface.	*/</a:t>
            </a:r>
            <a:endParaRPr sz="1800">
              <a:latin typeface="Courier New"/>
              <a:cs typeface="Courier New"/>
            </a:endParaRPr>
          </a:p>
          <a:p>
            <a:pPr marL="863600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...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00">
              <a:latin typeface="Courier New"/>
              <a:cs typeface="Courier New"/>
            </a:endParaRPr>
          </a:p>
          <a:p>
            <a:pPr marL="316865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2AD49186-EF37-9FD9-90BB-E21EE30D0520}"/>
                  </a:ext>
                </a:extLst>
              </p14:cNvPr>
              <p14:cNvContentPartPr/>
              <p14:nvPr/>
            </p14:nvContentPartPr>
            <p14:xfrm>
              <a:off x="745301" y="2131743"/>
              <a:ext cx="317520" cy="363600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2AD49186-EF37-9FD9-90BB-E21EE30D05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1301" y="2024103"/>
                <a:ext cx="425160" cy="3851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8014" y="814069"/>
            <a:ext cx="3827779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HttpServlet</a:t>
            </a:r>
            <a:r>
              <a:rPr spc="-65" dirty="0"/>
              <a:t> </a:t>
            </a:r>
            <a:r>
              <a:rPr spc="-5" dirty="0"/>
              <a:t>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51634"/>
            <a:ext cx="7472045" cy="267716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400" spc="-5" dirty="0">
                <a:latin typeface="Times New Roman"/>
                <a:cs typeface="Times New Roman"/>
              </a:rPr>
              <a:t>Methods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inherited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from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class </a:t>
            </a:r>
            <a:r>
              <a:rPr sz="2400" spc="-5" dirty="0">
                <a:solidFill>
                  <a:srgbClr val="3333CC"/>
                </a:solidFill>
                <a:latin typeface="Times New Roman"/>
                <a:cs typeface="Times New Roman"/>
              </a:rPr>
              <a:t>javax.servlet.GenericServlet</a:t>
            </a:r>
            <a:r>
              <a:rPr sz="1800" spc="-5" dirty="0"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  <a:p>
            <a:pPr marL="355600" marR="5080">
              <a:lnSpc>
                <a:spcPct val="100000"/>
              </a:lnSpc>
              <a:spcBef>
                <a:spcPts val="310"/>
              </a:spcBef>
            </a:pPr>
            <a:r>
              <a:rPr sz="1800" spc="-10" dirty="0">
                <a:latin typeface="Courier New"/>
                <a:cs typeface="Courier New"/>
              </a:rPr>
              <a:t>destroy, getInitParameter, getInitParameterNames, </a:t>
            </a:r>
            <a:r>
              <a:rPr sz="1800" spc="-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getServletConfig, getServletContext, getServletInfo, </a:t>
            </a:r>
            <a:r>
              <a:rPr sz="1800" spc="-107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getServletName,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init, log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Methods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inherited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from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class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Times New Roman"/>
                <a:cs typeface="Times New Roman"/>
              </a:rPr>
              <a:t>java.lang.Object</a:t>
            </a:r>
            <a:r>
              <a:rPr sz="1800" spc="-5" dirty="0"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  <a:p>
            <a:pPr marL="355600" marR="5080">
              <a:lnSpc>
                <a:spcPct val="100000"/>
              </a:lnSpc>
              <a:spcBef>
                <a:spcPts val="310"/>
              </a:spcBef>
            </a:pPr>
            <a:r>
              <a:rPr sz="1800" spc="-10" dirty="0">
                <a:latin typeface="Courier New"/>
                <a:cs typeface="Courier New"/>
              </a:rPr>
              <a:t>clone, equals, finalize, getClass, hashCode, notify, </a:t>
            </a:r>
            <a:r>
              <a:rPr sz="1800" spc="-107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notifyAll,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toString,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wait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4934" y="846074"/>
            <a:ext cx="7395209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5" dirty="0"/>
              <a:t>Dealing</a:t>
            </a:r>
            <a:r>
              <a:rPr sz="4000" spc="-25" dirty="0"/>
              <a:t> </a:t>
            </a:r>
            <a:r>
              <a:rPr sz="4000" spc="-5" dirty="0"/>
              <a:t>with</a:t>
            </a:r>
            <a:r>
              <a:rPr sz="4000" spc="-15" dirty="0"/>
              <a:t> </a:t>
            </a:r>
            <a:r>
              <a:rPr sz="4000" dirty="0"/>
              <a:t>different</a:t>
            </a:r>
            <a:r>
              <a:rPr sz="4000" spc="-5" dirty="0"/>
              <a:t> </a:t>
            </a:r>
            <a:r>
              <a:rPr sz="4000" dirty="0"/>
              <a:t>object</a:t>
            </a:r>
            <a:r>
              <a:rPr sz="4000" spc="-20" dirty="0"/>
              <a:t> </a:t>
            </a:r>
            <a:r>
              <a:rPr sz="4000" dirty="0"/>
              <a:t>scopes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64540" y="2002027"/>
            <a:ext cx="7242809" cy="38785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Page scope</a:t>
            </a:r>
            <a:r>
              <a:rPr sz="2800" spc="-5" dirty="0">
                <a:latin typeface="Times New Roman"/>
                <a:cs typeface="Times New Roman"/>
              </a:rPr>
              <a:t>: </a:t>
            </a:r>
            <a:r>
              <a:rPr sz="2800" dirty="0">
                <a:latin typeface="Times New Roman"/>
                <a:cs typeface="Times New Roman"/>
              </a:rPr>
              <a:t>no </a:t>
            </a:r>
            <a:r>
              <a:rPr sz="2800" spc="-5" dirty="0">
                <a:latin typeface="Times New Roman"/>
                <a:cs typeface="Times New Roman"/>
              </a:rPr>
              <a:t>extra </a:t>
            </a:r>
            <a:r>
              <a:rPr sz="2800" dirty="0">
                <a:latin typeface="Times New Roman"/>
                <a:cs typeface="Times New Roman"/>
              </a:rPr>
              <a:t>tool </a:t>
            </a:r>
            <a:r>
              <a:rPr sz="2800" spc="-5" dirty="0">
                <a:latin typeface="Times New Roman"/>
                <a:cs typeface="Times New Roman"/>
              </a:rPr>
              <a:t>needed, </a:t>
            </a:r>
            <a:r>
              <a:rPr sz="2800" dirty="0">
                <a:latin typeface="Times New Roman"/>
                <a:cs typeface="Times New Roman"/>
              </a:rPr>
              <a:t>just </a:t>
            </a:r>
            <a:r>
              <a:rPr sz="2800" spc="-5" dirty="0">
                <a:latin typeface="Times New Roman"/>
                <a:cs typeface="Times New Roman"/>
              </a:rPr>
              <a:t>create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69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object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within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corresponding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Servlet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method.</a:t>
            </a: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Char char="•"/>
            </a:pPr>
            <a:endParaRPr sz="4050" dirty="0">
              <a:latin typeface="Times New Roman"/>
              <a:cs typeface="Times New Roman"/>
            </a:endParaRPr>
          </a:p>
          <a:p>
            <a:pPr marL="355600" marR="46355" indent="-342900">
              <a:lnSpc>
                <a:spcPct val="100000"/>
              </a:lnSpc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Request scope</a:t>
            </a:r>
            <a:r>
              <a:rPr sz="2800" spc="-5" dirty="0">
                <a:latin typeface="Times New Roman"/>
                <a:cs typeface="Times New Roman"/>
              </a:rPr>
              <a:t>: </a:t>
            </a:r>
            <a:r>
              <a:rPr sz="2800" dirty="0">
                <a:latin typeface="Times New Roman"/>
                <a:cs typeface="Times New Roman"/>
              </a:rPr>
              <a:t>from the </a:t>
            </a:r>
            <a:r>
              <a:rPr sz="2800" spc="-5" dirty="0">
                <a:latin typeface="Times New Roman"/>
                <a:cs typeface="Times New Roman"/>
              </a:rPr>
              <a:t>HttpServletRequest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instance we can set </a:t>
            </a:r>
            <a:r>
              <a:rPr sz="2800" dirty="0">
                <a:latin typeface="Times New Roman"/>
                <a:cs typeface="Times New Roman"/>
              </a:rPr>
              <a:t>/ </a:t>
            </a:r>
            <a:r>
              <a:rPr sz="2800" spc="-5" dirty="0">
                <a:latin typeface="Times New Roman"/>
                <a:cs typeface="Times New Roman"/>
              </a:rPr>
              <a:t>get any object with request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scope:</a:t>
            </a:r>
            <a:endParaRPr sz="2800" dirty="0">
              <a:latin typeface="Times New Roman"/>
              <a:cs typeface="Times New Roman"/>
            </a:endParaRPr>
          </a:p>
          <a:p>
            <a:pPr marL="354965" marR="1987550">
              <a:lnSpc>
                <a:spcPct val="120000"/>
              </a:lnSpc>
              <a:spcBef>
                <a:spcPts val="1920"/>
              </a:spcBef>
            </a:pPr>
            <a:r>
              <a:rPr sz="1600" spc="-5" dirty="0">
                <a:latin typeface="Courier New"/>
                <a:cs typeface="Courier New"/>
              </a:rPr>
              <a:t>public</a:t>
            </a:r>
            <a:r>
              <a:rPr sz="1600" spc="1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Object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getAttribute(String</a:t>
            </a:r>
            <a:r>
              <a:rPr sz="1600" spc="1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name); </a:t>
            </a:r>
            <a:r>
              <a:rPr sz="1600" spc="-944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public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Enumeration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getAttributeNames();</a:t>
            </a:r>
            <a:endParaRPr sz="1600" dirty="0">
              <a:latin typeface="Courier New"/>
              <a:cs typeface="Courier New"/>
            </a:endParaRPr>
          </a:p>
          <a:p>
            <a:pPr marL="354965">
              <a:lnSpc>
                <a:spcPct val="100000"/>
              </a:lnSpc>
              <a:spcBef>
                <a:spcPts val="385"/>
              </a:spcBef>
            </a:pPr>
            <a:r>
              <a:rPr sz="1600" spc="-5" dirty="0">
                <a:latin typeface="Courier New"/>
                <a:cs typeface="Courier New"/>
              </a:rPr>
              <a:t>public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void</a:t>
            </a:r>
            <a:r>
              <a:rPr sz="1600" spc="2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setAttribute(String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name,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Object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object);</a:t>
            </a:r>
            <a:endParaRPr sz="1600" dirty="0">
              <a:latin typeface="Courier New"/>
              <a:cs typeface="Courier New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6AF298B1-BD82-6CCC-415C-E5653EF7F226}"/>
                  </a:ext>
                </a:extLst>
              </p14:cNvPr>
              <p14:cNvContentPartPr/>
              <p14:nvPr/>
            </p14:nvContentPartPr>
            <p14:xfrm>
              <a:off x="990101" y="2149743"/>
              <a:ext cx="64800" cy="57060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6AF298B1-BD82-6CCC-415C-E5653EF7F22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36101" y="2041743"/>
                <a:ext cx="172440" cy="78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CEB68C0B-77F3-82AA-17E0-B6CCF1F17DB4}"/>
                  </a:ext>
                </a:extLst>
              </p14:cNvPr>
              <p14:cNvContentPartPr/>
              <p14:nvPr/>
            </p14:nvContentPartPr>
            <p14:xfrm>
              <a:off x="902261" y="3670023"/>
              <a:ext cx="155880" cy="218412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CEB68C0B-77F3-82AA-17E0-B6CCF1F17DB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8621" y="3562383"/>
                <a:ext cx="263520" cy="239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738AD8C2-74A6-9573-A78D-D8A1A7DF3879}"/>
                  </a:ext>
                </a:extLst>
              </p14:cNvPr>
              <p14:cNvContentPartPr/>
              <p14:nvPr/>
            </p14:nvContentPartPr>
            <p14:xfrm>
              <a:off x="1087301" y="5725623"/>
              <a:ext cx="6348240" cy="16920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738AD8C2-74A6-9573-A78D-D8A1A7DF387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33661" y="5617983"/>
                <a:ext cx="6455880" cy="38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ADF62709-CE6E-872A-F584-F02A1AB3C5A1}"/>
                  </a:ext>
                </a:extLst>
              </p14:cNvPr>
              <p14:cNvContentPartPr/>
              <p14:nvPr/>
            </p14:nvContentPartPr>
            <p14:xfrm>
              <a:off x="1067141" y="5383263"/>
              <a:ext cx="4771080" cy="20412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ADF62709-CE6E-872A-F584-F02A1AB3C5A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13501" y="5275623"/>
                <a:ext cx="4878720" cy="41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384390EF-CAD5-0137-742B-0349C21940D8}"/>
                  </a:ext>
                </a:extLst>
              </p14:cNvPr>
              <p14:cNvContentPartPr/>
              <p14:nvPr/>
            </p14:nvContentPartPr>
            <p14:xfrm>
              <a:off x="1002701" y="5108223"/>
              <a:ext cx="5034240" cy="15336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384390EF-CAD5-0137-742B-0349C21940D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48701" y="5000583"/>
                <a:ext cx="5141880" cy="36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44CB9C9F-DA4B-25FA-4CA0-E15E9C453CB3}"/>
                  </a:ext>
                </a:extLst>
              </p14:cNvPr>
              <p14:cNvContentPartPr/>
              <p14:nvPr/>
            </p14:nvContentPartPr>
            <p14:xfrm>
              <a:off x="6005981" y="3637983"/>
              <a:ext cx="86400" cy="2880"/>
            </p14:xfrm>
          </p:contentPart>
        </mc:Choice>
        <mc:Fallback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44CB9C9F-DA4B-25FA-4CA0-E15E9C453CB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951981" y="3530343"/>
                <a:ext cx="19404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FF101243-2E64-2336-2A84-D1F4D547CF2C}"/>
                  </a:ext>
                </a:extLst>
              </p14:cNvPr>
              <p14:cNvContentPartPr/>
              <p14:nvPr/>
            </p14:nvContentPartPr>
            <p14:xfrm>
              <a:off x="3491021" y="3655263"/>
              <a:ext cx="4422960" cy="137520"/>
            </p14:xfrm>
          </p:contentPart>
        </mc:Choice>
        <mc:Fallback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FF101243-2E64-2336-2A84-D1F4D547CF2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437381" y="3547623"/>
                <a:ext cx="4530600" cy="353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99390" y="814069"/>
            <a:ext cx="314706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Session</a:t>
            </a:r>
            <a:r>
              <a:rPr spc="-75" dirty="0"/>
              <a:t> </a:t>
            </a:r>
            <a:r>
              <a:rPr spc="-5" dirty="0"/>
              <a:t>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6683"/>
            <a:ext cx="7536815" cy="384175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5600" marR="673735" indent="-342900">
              <a:lnSpc>
                <a:spcPct val="80000"/>
              </a:lnSpc>
              <a:spcBef>
                <a:spcPts val="77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From the </a:t>
            </a:r>
            <a:r>
              <a:rPr sz="2800" spc="-5" dirty="0">
                <a:latin typeface="Times New Roman"/>
                <a:cs typeface="Times New Roman"/>
              </a:rPr>
              <a:t>HttpServletRequest instance we can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recover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HttpSession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thru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methods:</a:t>
            </a:r>
            <a:endParaRPr sz="2800">
              <a:latin typeface="Times New Roman"/>
              <a:cs typeface="Times New Roman"/>
            </a:endParaRPr>
          </a:p>
          <a:p>
            <a:pPr marL="354965">
              <a:lnSpc>
                <a:spcPct val="100000"/>
              </a:lnSpc>
              <a:spcBef>
                <a:spcPts val="1920"/>
              </a:spcBef>
            </a:pPr>
            <a:r>
              <a:rPr sz="1600" spc="-5" dirty="0">
                <a:latin typeface="Courier New"/>
                <a:cs typeface="Courier New"/>
              </a:rPr>
              <a:t>public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HttpSession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getSession();</a:t>
            </a:r>
            <a:endParaRPr sz="1600">
              <a:latin typeface="Courier New"/>
              <a:cs typeface="Courier New"/>
            </a:endParaRPr>
          </a:p>
          <a:p>
            <a:pPr marL="354965">
              <a:lnSpc>
                <a:spcPct val="100000"/>
              </a:lnSpc>
            </a:pPr>
            <a:r>
              <a:rPr sz="1600" spc="-5" dirty="0">
                <a:latin typeface="Courier New"/>
                <a:cs typeface="Courier New"/>
              </a:rPr>
              <a:t>public</a:t>
            </a:r>
            <a:r>
              <a:rPr sz="1600" spc="2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HttpSession</a:t>
            </a:r>
            <a:r>
              <a:rPr sz="1600" spc="2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getSession(boolean</a:t>
            </a:r>
            <a:r>
              <a:rPr sz="1600" spc="1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create);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50">
              <a:latin typeface="Courier New"/>
              <a:cs typeface="Courier New"/>
            </a:endParaRPr>
          </a:p>
          <a:p>
            <a:pPr marL="355600" marR="508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With the </a:t>
            </a:r>
            <a:r>
              <a:rPr sz="2800" spc="-5" dirty="0">
                <a:latin typeface="Times New Roman"/>
                <a:cs typeface="Times New Roman"/>
              </a:rPr>
              <a:t>HttpSession instance we can set </a:t>
            </a:r>
            <a:r>
              <a:rPr sz="2800" dirty="0">
                <a:latin typeface="Times New Roman"/>
                <a:cs typeface="Times New Roman"/>
              </a:rPr>
              <a:t>/ </a:t>
            </a:r>
            <a:r>
              <a:rPr sz="2800" spc="-5" dirty="0">
                <a:latin typeface="Times New Roman"/>
                <a:cs typeface="Times New Roman"/>
              </a:rPr>
              <a:t>get any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object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b="1" spc="-5" dirty="0">
                <a:latin typeface="Times New Roman"/>
                <a:cs typeface="Times New Roman"/>
              </a:rPr>
              <a:t>session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scope</a:t>
            </a:r>
            <a:r>
              <a:rPr sz="2800" spc="-5" dirty="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355600" marR="2281555">
              <a:lnSpc>
                <a:spcPct val="100000"/>
              </a:lnSpc>
              <a:spcBef>
                <a:spcPts val="1920"/>
              </a:spcBef>
            </a:pPr>
            <a:r>
              <a:rPr sz="1600" spc="-5" dirty="0">
                <a:latin typeface="Courier New"/>
                <a:cs typeface="Courier New"/>
              </a:rPr>
              <a:t>public</a:t>
            </a:r>
            <a:r>
              <a:rPr sz="1600" spc="1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Object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getAttribute(String</a:t>
            </a:r>
            <a:r>
              <a:rPr sz="1600" spc="1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name); </a:t>
            </a:r>
            <a:r>
              <a:rPr sz="1600" spc="-944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public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String[]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getAttributeNames();</a:t>
            </a:r>
            <a:endParaRPr sz="1600">
              <a:latin typeface="Courier New"/>
              <a:cs typeface="Courier New"/>
            </a:endParaRPr>
          </a:p>
          <a:p>
            <a:pPr marL="354965" marR="815340">
              <a:lnSpc>
                <a:spcPts val="1920"/>
              </a:lnSpc>
              <a:spcBef>
                <a:spcPts val="60"/>
              </a:spcBef>
            </a:pPr>
            <a:r>
              <a:rPr sz="1600" spc="-5" dirty="0">
                <a:latin typeface="Courier New"/>
                <a:cs typeface="Courier New"/>
              </a:rPr>
              <a:t>public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void</a:t>
            </a:r>
            <a:r>
              <a:rPr sz="1600" spc="2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setAttribute(String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name,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Object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value); </a:t>
            </a:r>
            <a:r>
              <a:rPr sz="1600" spc="-944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public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void</a:t>
            </a:r>
            <a:r>
              <a:rPr sz="1600" spc="1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removeAttribute(String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name);</a:t>
            </a:r>
            <a:endParaRPr sz="1600">
              <a:latin typeface="Courier New"/>
              <a:cs typeface="Courier New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EFFEE9FE-D4FE-7699-4E87-7867197245E9}"/>
                  </a:ext>
                </a:extLst>
              </p14:cNvPr>
              <p14:cNvContentPartPr/>
              <p14:nvPr/>
            </p14:nvContentPartPr>
            <p14:xfrm>
              <a:off x="1057421" y="3834903"/>
              <a:ext cx="14040" cy="756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EFFEE9FE-D4FE-7699-4E87-7867197245E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3781" y="3727263"/>
                <a:ext cx="12168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BD175C14-BCBA-19FF-00B5-2A5DBE9ED2D9}"/>
                  </a:ext>
                </a:extLst>
              </p14:cNvPr>
              <p14:cNvContentPartPr/>
              <p14:nvPr/>
            </p14:nvContentPartPr>
            <p14:xfrm>
              <a:off x="953021" y="3871983"/>
              <a:ext cx="132480" cy="225432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BD175C14-BCBA-19FF-00B5-2A5DBE9ED2D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99021" y="3763983"/>
                <a:ext cx="240120" cy="246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F2DCD28E-3AEE-2231-A225-7CB64A40EE44}"/>
                  </a:ext>
                </a:extLst>
              </p14:cNvPr>
              <p14:cNvContentPartPr/>
              <p14:nvPr/>
            </p14:nvContentPartPr>
            <p14:xfrm>
              <a:off x="854021" y="1994223"/>
              <a:ext cx="222120" cy="164988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F2DCD28E-3AEE-2231-A225-7CB64A40EE4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0381" y="1886223"/>
                <a:ext cx="329760" cy="18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D8CA7885-0A26-72E7-E0AE-B36DBB9604C5}"/>
                  </a:ext>
                </a:extLst>
              </p14:cNvPr>
              <p14:cNvContentPartPr/>
              <p14:nvPr/>
            </p14:nvContentPartPr>
            <p14:xfrm>
              <a:off x="1089101" y="4831383"/>
              <a:ext cx="5115240" cy="25632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D8CA7885-0A26-72E7-E0AE-B36DBB9604C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35101" y="4723743"/>
                <a:ext cx="5222880" cy="47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5348F79A-EE66-698E-6493-69E4E903411A}"/>
                  </a:ext>
                </a:extLst>
              </p14:cNvPr>
              <p14:cNvContentPartPr/>
              <p14:nvPr/>
            </p14:nvContentPartPr>
            <p14:xfrm>
              <a:off x="1241021" y="5408103"/>
              <a:ext cx="6466680" cy="10368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5348F79A-EE66-698E-6493-69E4E903411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87021" y="5300463"/>
                <a:ext cx="6574320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74C8AFA3-417D-726A-E579-E2D84A0781DE}"/>
                  </a:ext>
                </a:extLst>
              </p14:cNvPr>
              <p14:cNvContentPartPr/>
              <p14:nvPr/>
            </p14:nvContentPartPr>
            <p14:xfrm>
              <a:off x="1988741" y="2979903"/>
              <a:ext cx="1247040" cy="9396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74C8AFA3-417D-726A-E579-E2D84A0781D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934741" y="2872263"/>
                <a:ext cx="1354680" cy="30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79B611FC-7FB5-7043-F6FD-E7BD29E75ECC}"/>
                  </a:ext>
                </a:extLst>
              </p14:cNvPr>
              <p14:cNvContentPartPr/>
              <p14:nvPr/>
            </p14:nvContentPartPr>
            <p14:xfrm>
              <a:off x="2054621" y="3216063"/>
              <a:ext cx="1027440" cy="80280"/>
            </p14:xfrm>
          </p:contentPart>
        </mc:Choice>
        <mc:Fallback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79B611FC-7FB5-7043-F6FD-E7BD29E75EC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000981" y="3108063"/>
                <a:ext cx="113508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2FCFAE65-B6BE-92F3-DEFC-2FB39CBC41BA}"/>
                  </a:ext>
                </a:extLst>
              </p14:cNvPr>
              <p14:cNvContentPartPr/>
              <p14:nvPr/>
            </p14:nvContentPartPr>
            <p14:xfrm>
              <a:off x="786341" y="3322983"/>
              <a:ext cx="1572120" cy="1555560"/>
            </p14:xfrm>
          </p:contentPart>
        </mc:Choice>
        <mc:Fallback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2FCFAE65-B6BE-92F3-DEFC-2FB39CBC41B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77701" y="3314343"/>
                <a:ext cx="1589760" cy="157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5E96D214-3558-CA1E-434B-9EF309349687}"/>
                  </a:ext>
                </a:extLst>
              </p14:cNvPr>
              <p14:cNvContentPartPr/>
              <p14:nvPr/>
            </p14:nvContentPartPr>
            <p14:xfrm>
              <a:off x="2402381" y="2076663"/>
              <a:ext cx="2836800" cy="120960"/>
            </p14:xfrm>
          </p:contentPart>
        </mc:Choice>
        <mc:Fallback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5E96D214-3558-CA1E-434B-9EF30934968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348381" y="1968663"/>
                <a:ext cx="294444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3A301ABE-84A0-44D3-0A26-17B36B3A7750}"/>
                  </a:ext>
                </a:extLst>
              </p14:cNvPr>
              <p14:cNvContentPartPr/>
              <p14:nvPr/>
            </p14:nvContentPartPr>
            <p14:xfrm>
              <a:off x="1067501" y="2079543"/>
              <a:ext cx="6665400" cy="263520"/>
            </p14:xfrm>
          </p:contentPart>
        </mc:Choice>
        <mc:Fallback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3A301ABE-84A0-44D3-0A26-17B36B3A775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13861" y="1971903"/>
                <a:ext cx="6773040" cy="47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4" name="Entrada de lápiz 13">
                <a:extLst>
                  <a:ext uri="{FF2B5EF4-FFF2-40B4-BE49-F238E27FC236}">
                    <a16:creationId xmlns:a16="http://schemas.microsoft.com/office/drawing/2014/main" id="{1606F057-266F-A369-CEEA-61CC1A9D7A61}"/>
                  </a:ext>
                </a:extLst>
              </p14:cNvPr>
              <p14:cNvContentPartPr/>
              <p14:nvPr/>
            </p14:nvContentPartPr>
            <p14:xfrm>
              <a:off x="1203941" y="2385903"/>
              <a:ext cx="5526000" cy="225000"/>
            </p14:xfrm>
          </p:contentPart>
        </mc:Choice>
        <mc:Fallback>
          <p:pic>
            <p:nvPicPr>
              <p:cNvPr id="14" name="Entrada de lápiz 13">
                <a:extLst>
                  <a:ext uri="{FF2B5EF4-FFF2-40B4-BE49-F238E27FC236}">
                    <a16:creationId xmlns:a16="http://schemas.microsoft.com/office/drawing/2014/main" id="{1606F057-266F-A369-CEEA-61CC1A9D7A6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149941" y="2277903"/>
                <a:ext cx="5633640" cy="44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5" name="Entrada de lápiz 14">
                <a:extLst>
                  <a:ext uri="{FF2B5EF4-FFF2-40B4-BE49-F238E27FC236}">
                    <a16:creationId xmlns:a16="http://schemas.microsoft.com/office/drawing/2014/main" id="{04FA2F10-2946-26DA-9056-DCF23B0716CE}"/>
                  </a:ext>
                </a:extLst>
              </p14:cNvPr>
              <p14:cNvContentPartPr/>
              <p14:nvPr/>
            </p14:nvContentPartPr>
            <p14:xfrm>
              <a:off x="1306181" y="3815463"/>
              <a:ext cx="6963840" cy="332640"/>
            </p14:xfrm>
          </p:contentPart>
        </mc:Choice>
        <mc:Fallback>
          <p:pic>
            <p:nvPicPr>
              <p:cNvPr id="15" name="Entrada de lápiz 14">
                <a:extLst>
                  <a:ext uri="{FF2B5EF4-FFF2-40B4-BE49-F238E27FC236}">
                    <a16:creationId xmlns:a16="http://schemas.microsoft.com/office/drawing/2014/main" id="{04FA2F10-2946-26DA-9056-DCF23B0716C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252181" y="3707463"/>
                <a:ext cx="7071480" cy="54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6" name="Entrada de lápiz 15">
                <a:extLst>
                  <a:ext uri="{FF2B5EF4-FFF2-40B4-BE49-F238E27FC236}">
                    <a16:creationId xmlns:a16="http://schemas.microsoft.com/office/drawing/2014/main" id="{BFE14A6D-88CB-C31F-630B-5B092D177E9A}"/>
                  </a:ext>
                </a:extLst>
              </p14:cNvPr>
              <p14:cNvContentPartPr/>
              <p14:nvPr/>
            </p14:nvContentPartPr>
            <p14:xfrm>
              <a:off x="1285301" y="4333503"/>
              <a:ext cx="3384360" cy="139680"/>
            </p14:xfrm>
          </p:contentPart>
        </mc:Choice>
        <mc:Fallback>
          <p:pic>
            <p:nvPicPr>
              <p:cNvPr id="16" name="Entrada de lápiz 15">
                <a:extLst>
                  <a:ext uri="{FF2B5EF4-FFF2-40B4-BE49-F238E27FC236}">
                    <a16:creationId xmlns:a16="http://schemas.microsoft.com/office/drawing/2014/main" id="{BFE14A6D-88CB-C31F-630B-5B092D177E9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231301" y="4225503"/>
                <a:ext cx="3492000" cy="355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33808" y="814069"/>
            <a:ext cx="407797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Application</a:t>
            </a:r>
            <a:r>
              <a:rPr spc="-60" dirty="0"/>
              <a:t> </a:t>
            </a:r>
            <a:r>
              <a:rPr spc="-5" dirty="0"/>
              <a:t>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00504"/>
            <a:ext cx="7471409" cy="36379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29718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With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ServletContext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reference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can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set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/ get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any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object of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application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scope</a:t>
            </a:r>
            <a:r>
              <a:rPr sz="3200" spc="-5" dirty="0"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355600" marR="1643380">
              <a:lnSpc>
                <a:spcPct val="100000"/>
              </a:lnSpc>
              <a:spcBef>
                <a:spcPts val="2170"/>
              </a:spcBef>
            </a:pPr>
            <a:r>
              <a:rPr sz="1800" spc="-10" dirty="0">
                <a:latin typeface="Courier New"/>
                <a:cs typeface="Courier New"/>
              </a:rPr>
              <a:t>public Object getAttribute(String name); </a:t>
            </a:r>
            <a:r>
              <a:rPr sz="1800" spc="-107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public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String[]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getAttributeNames();</a:t>
            </a:r>
            <a:endParaRPr sz="180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</a:pPr>
            <a:r>
              <a:rPr sz="1800" spc="-10" dirty="0">
                <a:latin typeface="Courier New"/>
                <a:cs typeface="Courier New"/>
              </a:rPr>
              <a:t>public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void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setAttribute(String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name,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Object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value);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550">
              <a:latin typeface="Courier New"/>
              <a:cs typeface="Courier New"/>
            </a:endParaRPr>
          </a:p>
          <a:p>
            <a:pPr marL="354965" marR="208915" indent="-342900">
              <a:lnSpc>
                <a:spcPct val="79800"/>
              </a:lnSpc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To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obtain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ServletContext reference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we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must call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the getServletContext() method 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from within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any Servlet.</a:t>
            </a:r>
            <a:endParaRPr sz="32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65ECE82A-75CA-D0ED-3E28-E02771227366}"/>
                  </a:ext>
                </a:extLst>
              </p14:cNvPr>
              <p14:cNvContentPartPr/>
              <p14:nvPr/>
            </p14:nvContentPartPr>
            <p14:xfrm>
              <a:off x="1022501" y="2191143"/>
              <a:ext cx="169920" cy="229932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65ECE82A-75CA-D0ED-3E28-E0277122736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8861" y="2083503"/>
                <a:ext cx="277560" cy="251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59F248C3-C637-3C47-4CA5-CEEB8D3E70F2}"/>
                  </a:ext>
                </a:extLst>
              </p14:cNvPr>
              <p14:cNvContentPartPr/>
              <p14:nvPr/>
            </p14:nvContentPartPr>
            <p14:xfrm>
              <a:off x="1205021" y="3933183"/>
              <a:ext cx="6930720" cy="8784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59F248C3-C637-3C47-4CA5-CEEB8D3E70F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51381" y="3825543"/>
                <a:ext cx="7038360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0F1812DF-8745-53C5-A178-3468F26CE9D9}"/>
                  </a:ext>
                </a:extLst>
              </p14:cNvPr>
              <p14:cNvContentPartPr/>
              <p14:nvPr/>
            </p14:nvContentPartPr>
            <p14:xfrm>
              <a:off x="1196381" y="3382383"/>
              <a:ext cx="4897800" cy="10260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0F1812DF-8745-53C5-A178-3468F26CE9D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42381" y="3274743"/>
                <a:ext cx="500544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FCA749F9-65C8-A80D-B71D-7C60871CEE40}"/>
                  </a:ext>
                </a:extLst>
              </p14:cNvPr>
              <p14:cNvContentPartPr/>
              <p14:nvPr/>
            </p14:nvContentPartPr>
            <p14:xfrm>
              <a:off x="6092021" y="3437103"/>
              <a:ext cx="488160" cy="3672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FCA749F9-65C8-A80D-B71D-7C60871CEE4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38381" y="3329463"/>
                <a:ext cx="59580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2E153AFD-BB2F-85B3-29F7-C6354EC1AA87}"/>
                  </a:ext>
                </a:extLst>
              </p14:cNvPr>
              <p14:cNvContentPartPr/>
              <p14:nvPr/>
            </p14:nvContentPartPr>
            <p14:xfrm>
              <a:off x="1226261" y="2209143"/>
              <a:ext cx="6529320" cy="19512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2E153AFD-BB2F-85B3-29F7-C6354EC1AA8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72261" y="2101143"/>
                <a:ext cx="6636960" cy="41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1CE7C696-3CC6-9C46-F31F-D12B7440AD5B}"/>
                  </a:ext>
                </a:extLst>
              </p14:cNvPr>
              <p14:cNvContentPartPr/>
              <p14:nvPr/>
            </p14:nvContentPartPr>
            <p14:xfrm>
              <a:off x="1150301" y="2706663"/>
              <a:ext cx="6650280" cy="163800"/>
            </p14:xfrm>
          </p:contentPart>
        </mc:Choice>
        <mc:Fallback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1CE7C696-3CC6-9C46-F31F-D12B7440AD5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96301" y="2599023"/>
                <a:ext cx="6757920" cy="37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5AD3EBD4-AB91-CB90-E997-31B83DC3AE08}"/>
                  </a:ext>
                </a:extLst>
              </p14:cNvPr>
              <p14:cNvContentPartPr/>
              <p14:nvPr/>
            </p14:nvContentPartPr>
            <p14:xfrm>
              <a:off x="1258301" y="4576143"/>
              <a:ext cx="6886080" cy="235800"/>
            </p14:xfrm>
          </p:contentPart>
        </mc:Choice>
        <mc:Fallback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5AD3EBD4-AB91-CB90-E997-31B83DC3AE0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04661" y="4468143"/>
                <a:ext cx="6993720" cy="45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39C38AF3-DD7A-CD8B-2775-668359122B15}"/>
                  </a:ext>
                </a:extLst>
              </p14:cNvPr>
              <p14:cNvContentPartPr/>
              <p14:nvPr/>
            </p14:nvContentPartPr>
            <p14:xfrm>
              <a:off x="1070021" y="4968543"/>
              <a:ext cx="6905880" cy="141120"/>
            </p14:xfrm>
          </p:contentPart>
        </mc:Choice>
        <mc:Fallback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39C38AF3-DD7A-CD8B-2775-668359122B1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16021" y="4860903"/>
                <a:ext cx="7013520" cy="35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7E10A52E-FAE0-C0B6-1F0E-4E5280AB0603}"/>
                  </a:ext>
                </a:extLst>
              </p14:cNvPr>
              <p14:cNvContentPartPr/>
              <p14:nvPr/>
            </p14:nvContentPartPr>
            <p14:xfrm>
              <a:off x="1120061" y="5379663"/>
              <a:ext cx="4247280" cy="266760"/>
            </p14:xfrm>
          </p:contentPart>
        </mc:Choice>
        <mc:Fallback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7E10A52E-FAE0-C0B6-1F0E-4E5280AB060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66061" y="5271663"/>
                <a:ext cx="4354920" cy="48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4" name="Entrada de lápiz 13">
                <a:extLst>
                  <a:ext uri="{FF2B5EF4-FFF2-40B4-BE49-F238E27FC236}">
                    <a16:creationId xmlns:a16="http://schemas.microsoft.com/office/drawing/2014/main" id="{9204D831-2564-7FB6-D06C-04198DF17079}"/>
                  </a:ext>
                </a:extLst>
              </p14:cNvPr>
              <p14:cNvContentPartPr/>
              <p14:nvPr/>
            </p14:nvContentPartPr>
            <p14:xfrm>
              <a:off x="1219421" y="4755783"/>
              <a:ext cx="4218120" cy="621000"/>
            </p14:xfrm>
          </p:contentPart>
        </mc:Choice>
        <mc:Fallback>
          <p:pic>
            <p:nvPicPr>
              <p:cNvPr id="14" name="Entrada de lápiz 13">
                <a:extLst>
                  <a:ext uri="{FF2B5EF4-FFF2-40B4-BE49-F238E27FC236}">
                    <a16:creationId xmlns:a16="http://schemas.microsoft.com/office/drawing/2014/main" id="{9204D831-2564-7FB6-D06C-04198DF1707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65781" y="4647783"/>
                <a:ext cx="4325760" cy="83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5" name="Entrada de lápiz 14">
                <a:extLst>
                  <a:ext uri="{FF2B5EF4-FFF2-40B4-BE49-F238E27FC236}">
                    <a16:creationId xmlns:a16="http://schemas.microsoft.com/office/drawing/2014/main" id="{0B6438F0-CE52-8910-6F33-9EFD4B1DB3E7}"/>
                  </a:ext>
                </a:extLst>
              </p14:cNvPr>
              <p14:cNvContentPartPr/>
              <p14:nvPr/>
            </p14:nvContentPartPr>
            <p14:xfrm>
              <a:off x="927461" y="4536903"/>
              <a:ext cx="4504680" cy="475560"/>
            </p14:xfrm>
          </p:contentPart>
        </mc:Choice>
        <mc:Fallback>
          <p:pic>
            <p:nvPicPr>
              <p:cNvPr id="15" name="Entrada de lápiz 14">
                <a:extLst>
                  <a:ext uri="{FF2B5EF4-FFF2-40B4-BE49-F238E27FC236}">
                    <a16:creationId xmlns:a16="http://schemas.microsoft.com/office/drawing/2014/main" id="{0B6438F0-CE52-8910-6F33-9EFD4B1DB3E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73821" y="4429263"/>
                <a:ext cx="4612320" cy="691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2452" y="448944"/>
            <a:ext cx="683895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Over-writing</a:t>
            </a:r>
            <a:r>
              <a:rPr spc="-15" dirty="0"/>
              <a:t> </a:t>
            </a:r>
            <a:r>
              <a:rPr spc="-5" dirty="0"/>
              <a:t>the</a:t>
            </a:r>
            <a:r>
              <a:rPr spc="-10" dirty="0"/>
              <a:t> </a:t>
            </a:r>
            <a:r>
              <a:rPr spc="-5" dirty="0"/>
              <a:t>init()</a:t>
            </a:r>
            <a:r>
              <a:rPr spc="-10" dirty="0"/>
              <a:t> </a:t>
            </a:r>
            <a:r>
              <a:rPr spc="-5" dirty="0"/>
              <a:t>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5827" y="1405776"/>
            <a:ext cx="7363459" cy="4572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5904" marR="1962150" indent="-243840">
              <a:lnSpc>
                <a:spcPct val="120900"/>
              </a:lnSpc>
              <a:spcBef>
                <a:spcPts val="100"/>
              </a:spcBef>
            </a:pPr>
            <a:r>
              <a:rPr sz="1600" spc="-5" dirty="0">
                <a:latin typeface="Courier New"/>
                <a:cs typeface="Courier New"/>
              </a:rPr>
              <a:t>public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void</a:t>
            </a:r>
            <a:r>
              <a:rPr sz="1600" spc="2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init</a:t>
            </a:r>
            <a:r>
              <a:rPr sz="1600" spc="-5" dirty="0">
                <a:latin typeface="Courier New"/>
                <a:cs typeface="Courier New"/>
              </a:rPr>
              <a:t>()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throws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ServletException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{ </a:t>
            </a:r>
            <a:r>
              <a:rPr sz="1600" spc="-95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Connection conn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=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null;</a:t>
            </a:r>
            <a:endParaRPr sz="1600">
              <a:latin typeface="Courier New"/>
              <a:cs typeface="Courier New"/>
            </a:endParaRPr>
          </a:p>
          <a:p>
            <a:pPr marL="255904">
              <a:lnSpc>
                <a:spcPct val="100000"/>
              </a:lnSpc>
              <a:spcBef>
                <a:spcPts val="400"/>
              </a:spcBef>
            </a:pPr>
            <a:r>
              <a:rPr sz="1600" spc="-5" dirty="0">
                <a:latin typeface="Courier New"/>
                <a:cs typeface="Courier New"/>
              </a:rPr>
              <a:t>String</a:t>
            </a:r>
            <a:r>
              <a:rPr sz="1600" spc="1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password</a:t>
            </a:r>
            <a:r>
              <a:rPr sz="1600" spc="3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=</a:t>
            </a:r>
            <a:r>
              <a:rPr sz="1600" spc="1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getInitParameter(“usrName”);</a:t>
            </a:r>
            <a:endParaRPr sz="1600">
              <a:latin typeface="Courier New"/>
              <a:cs typeface="Courier New"/>
            </a:endParaRPr>
          </a:p>
          <a:p>
            <a:pPr marL="255904">
              <a:lnSpc>
                <a:spcPct val="100000"/>
              </a:lnSpc>
              <a:spcBef>
                <a:spcPts val="695"/>
              </a:spcBef>
            </a:pPr>
            <a:r>
              <a:rPr sz="1600" spc="-5" dirty="0">
                <a:latin typeface="Courier New"/>
                <a:cs typeface="Courier New"/>
              </a:rPr>
              <a:t>String</a:t>
            </a:r>
            <a:r>
              <a:rPr sz="1600" spc="2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databaseUrl</a:t>
            </a:r>
            <a:r>
              <a:rPr sz="1600" spc="2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=</a:t>
            </a:r>
            <a:r>
              <a:rPr sz="1600" spc="3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getInitParameter("databaseUrl");</a:t>
            </a:r>
            <a:endParaRPr sz="1600">
              <a:latin typeface="Courier New"/>
              <a:cs typeface="Courier New"/>
            </a:endParaRPr>
          </a:p>
          <a:p>
            <a:pPr marL="1112520" marR="5080" indent="-856615">
              <a:lnSpc>
                <a:spcPct val="152200"/>
              </a:lnSpc>
            </a:pPr>
            <a:r>
              <a:rPr sz="1600" dirty="0">
                <a:latin typeface="Courier New"/>
                <a:cs typeface="Courier New"/>
              </a:rPr>
              <a:t>conn</a:t>
            </a:r>
            <a:r>
              <a:rPr sz="1600" spc="2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=</a:t>
            </a:r>
            <a:r>
              <a:rPr sz="1600" spc="3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DriverManager.getConnection(databaseUrl,</a:t>
            </a:r>
            <a:r>
              <a:rPr sz="1600" spc="2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“usrName”, </a:t>
            </a:r>
            <a:r>
              <a:rPr sz="1600" spc="-944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password);</a:t>
            </a:r>
            <a:endParaRPr sz="1600">
              <a:latin typeface="Courier New"/>
              <a:cs typeface="Courier New"/>
            </a:endParaRPr>
          </a:p>
          <a:p>
            <a:pPr marL="255904">
              <a:lnSpc>
                <a:spcPct val="100000"/>
              </a:lnSpc>
              <a:spcBef>
                <a:spcPts val="994"/>
              </a:spcBef>
            </a:pPr>
            <a:r>
              <a:rPr sz="1600" spc="-5" dirty="0">
                <a:latin typeface="Courier New"/>
                <a:cs typeface="Courier New"/>
              </a:rPr>
              <a:t>getServletContext().setAttribute(</a:t>
            </a:r>
            <a:r>
              <a:rPr sz="1600" spc="5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”database_con",</a:t>
            </a:r>
            <a:r>
              <a:rPr sz="1600" spc="4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conn);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60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467995" marR="88900" indent="-285750">
              <a:lnSpc>
                <a:spcPct val="100000"/>
              </a:lnSpc>
              <a:spcBef>
                <a:spcPts val="545"/>
              </a:spcBef>
              <a:tabLst>
                <a:tab pos="467995" algn="l"/>
              </a:tabLst>
            </a:pPr>
            <a:r>
              <a:rPr sz="2400" dirty="0">
                <a:latin typeface="Times New Roman"/>
                <a:cs typeface="Times New Roman"/>
              </a:rPr>
              <a:t>–	</a:t>
            </a:r>
            <a:r>
              <a:rPr sz="2400" spc="-5" dirty="0">
                <a:latin typeface="Times New Roman"/>
                <a:cs typeface="Times New Roman"/>
              </a:rPr>
              <a:t>The GenericServlet class provides two methods to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access predefined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strings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characters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contained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within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web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application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deployment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descriptor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file:</a:t>
            </a:r>
            <a:endParaRPr sz="2400">
              <a:latin typeface="Times New Roman"/>
              <a:cs typeface="Times New Roman"/>
            </a:endParaRPr>
          </a:p>
          <a:p>
            <a:pPr marL="426084" marR="1546860">
              <a:lnSpc>
                <a:spcPct val="120000"/>
              </a:lnSpc>
              <a:spcBef>
                <a:spcPts val="1045"/>
              </a:spcBef>
            </a:pPr>
            <a:r>
              <a:rPr sz="1600" spc="-5" dirty="0">
                <a:latin typeface="Courier New"/>
                <a:cs typeface="Courier New"/>
              </a:rPr>
              <a:t>public</a:t>
            </a:r>
            <a:r>
              <a:rPr sz="1600" spc="2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String</a:t>
            </a:r>
            <a:r>
              <a:rPr sz="1600" spc="2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getInitParameter(String</a:t>
            </a:r>
            <a:r>
              <a:rPr sz="1600" spc="2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name); </a:t>
            </a:r>
            <a:r>
              <a:rPr sz="1600" spc="-944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public</a:t>
            </a:r>
            <a:r>
              <a:rPr sz="1600" spc="1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Enumeration</a:t>
            </a:r>
            <a:r>
              <a:rPr sz="1600" spc="1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getInitParameterNames();</a:t>
            </a:r>
            <a:endParaRPr sz="1600">
              <a:latin typeface="Courier New"/>
              <a:cs typeface="Courier New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08CE8172-78C8-7A01-5B49-0A82A49BF14E}"/>
                  </a:ext>
                </a:extLst>
              </p14:cNvPr>
              <p14:cNvContentPartPr/>
              <p14:nvPr/>
            </p14:nvContentPartPr>
            <p14:xfrm>
              <a:off x="699581" y="1880103"/>
              <a:ext cx="78120" cy="17064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08CE8172-78C8-7A01-5B49-0A82A49BF14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5581" y="1772463"/>
                <a:ext cx="185760" cy="38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EFAC1550-B9E7-7442-AEBF-71E7749287E3}"/>
                  </a:ext>
                </a:extLst>
              </p14:cNvPr>
              <p14:cNvContentPartPr/>
              <p14:nvPr/>
            </p14:nvContentPartPr>
            <p14:xfrm>
              <a:off x="636581" y="3064503"/>
              <a:ext cx="68040" cy="18216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EFAC1550-B9E7-7442-AEBF-71E7749287E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2581" y="2956863"/>
                <a:ext cx="175680" cy="39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7DF6F5EF-23BB-5816-E5AA-F74FD31669A7}"/>
                  </a:ext>
                </a:extLst>
              </p14:cNvPr>
              <p14:cNvContentPartPr/>
              <p14:nvPr/>
            </p14:nvContentPartPr>
            <p14:xfrm>
              <a:off x="545861" y="4748583"/>
              <a:ext cx="121680" cy="162108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7DF6F5EF-23BB-5816-E5AA-F74FD31669A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2221" y="4640583"/>
                <a:ext cx="229320" cy="18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32101EE1-7889-E8B1-6CD2-C819D115DB90}"/>
                  </a:ext>
                </a:extLst>
              </p14:cNvPr>
              <p14:cNvContentPartPr/>
              <p14:nvPr/>
            </p14:nvContentPartPr>
            <p14:xfrm>
              <a:off x="645941" y="1072263"/>
              <a:ext cx="23400" cy="42516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32101EE1-7889-E8B1-6CD2-C819D115DB9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1941" y="964623"/>
                <a:ext cx="131040" cy="64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862199C4-E161-B01F-D96A-37270EDEC34D}"/>
                  </a:ext>
                </a:extLst>
              </p14:cNvPr>
              <p14:cNvContentPartPr/>
              <p14:nvPr/>
            </p14:nvContentPartPr>
            <p14:xfrm>
              <a:off x="616061" y="2655183"/>
              <a:ext cx="50400" cy="35856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862199C4-E161-B01F-D96A-37270EDEC34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62061" y="2547183"/>
                <a:ext cx="158040" cy="574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8867" y="814069"/>
            <a:ext cx="77374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Over-writing</a:t>
            </a:r>
            <a:r>
              <a:rPr spc="-15" dirty="0"/>
              <a:t> </a:t>
            </a:r>
            <a:r>
              <a:rPr spc="-5" dirty="0"/>
              <a:t>the</a:t>
            </a:r>
            <a:r>
              <a:rPr spc="-10" dirty="0"/>
              <a:t> </a:t>
            </a:r>
            <a:r>
              <a:rPr spc="-5" dirty="0"/>
              <a:t>destroy()</a:t>
            </a:r>
            <a:r>
              <a:rPr spc="-20" dirty="0"/>
              <a:t> </a:t>
            </a:r>
            <a:r>
              <a:rPr spc="-5" dirty="0"/>
              <a:t>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133" y="1862881"/>
            <a:ext cx="7073265" cy="3243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3016885" indent="-367030">
              <a:lnSpc>
                <a:spcPct val="152200"/>
              </a:lnSpc>
              <a:spcBef>
                <a:spcPts val="100"/>
              </a:spcBef>
            </a:pPr>
            <a:r>
              <a:rPr sz="1600" spc="-5" dirty="0">
                <a:latin typeface="Courier New"/>
                <a:cs typeface="Courier New"/>
              </a:rPr>
              <a:t>public</a:t>
            </a:r>
            <a:r>
              <a:rPr sz="1600" spc="7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void</a:t>
            </a:r>
            <a:r>
              <a:rPr sz="1600" spc="9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destroy()</a:t>
            </a:r>
            <a:r>
              <a:rPr sz="1600" spc="7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{ 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Connection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conn</a:t>
            </a:r>
            <a:r>
              <a:rPr sz="1600" spc="-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=</a:t>
            </a:r>
            <a:r>
              <a:rPr sz="1600" spc="-5" dirty="0">
                <a:latin typeface="Courier New"/>
                <a:cs typeface="Courier New"/>
              </a:rPr>
              <a:t> (Connection)</a:t>
            </a:r>
            <a:endParaRPr sz="1600">
              <a:latin typeface="Courier New"/>
              <a:cs typeface="Courier New"/>
            </a:endParaRPr>
          </a:p>
          <a:p>
            <a:pPr marL="379095" marR="572135">
              <a:lnSpc>
                <a:spcPct val="151900"/>
              </a:lnSpc>
              <a:spcBef>
                <a:spcPts val="5"/>
              </a:spcBef>
            </a:pPr>
            <a:r>
              <a:rPr sz="1600" spc="-5" dirty="0">
                <a:latin typeface="Courier New"/>
                <a:cs typeface="Courier New"/>
              </a:rPr>
              <a:t>getServletContext().getAttribute(</a:t>
            </a:r>
            <a:r>
              <a:rPr sz="1600" spc="6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”database_con"); </a:t>
            </a:r>
            <a:r>
              <a:rPr sz="1600" spc="-944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conn.close();</a:t>
            </a:r>
            <a:endParaRPr sz="1600">
              <a:latin typeface="Courier New"/>
              <a:cs typeface="Courier New"/>
            </a:endParaRPr>
          </a:p>
          <a:p>
            <a:pPr marL="379095">
              <a:lnSpc>
                <a:spcPct val="100000"/>
              </a:lnSpc>
              <a:spcBef>
                <a:spcPts val="1000"/>
              </a:spcBef>
            </a:pPr>
            <a:r>
              <a:rPr sz="1600" dirty="0">
                <a:latin typeface="Courier New"/>
                <a:cs typeface="Courier New"/>
              </a:rPr>
              <a:t>conn</a:t>
            </a:r>
            <a:r>
              <a:rPr sz="1600" spc="-4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=</a:t>
            </a:r>
            <a:r>
              <a:rPr sz="1600" spc="-3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null;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1600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755650" marR="5080" indent="-285750">
              <a:lnSpc>
                <a:spcPct val="100000"/>
              </a:lnSpc>
              <a:spcBef>
                <a:spcPts val="1060"/>
              </a:spcBef>
            </a:pP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14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Take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account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synchronization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issue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between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destroy()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service()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methods.</a:t>
            </a:r>
            <a:endParaRPr sz="28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11E909D2-EF06-E12D-0069-15E36B28DD6D}"/>
                  </a:ext>
                </a:extLst>
              </p14:cNvPr>
              <p14:cNvContentPartPr/>
              <p14:nvPr/>
            </p14:nvContentPartPr>
            <p14:xfrm>
              <a:off x="417341" y="1203303"/>
              <a:ext cx="42480" cy="56484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11E909D2-EF06-E12D-0069-15E36B28DD6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3341" y="1095303"/>
                <a:ext cx="150120" cy="78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9C893AC3-3C96-C63B-D97A-65CAD9DBBE9D}"/>
                  </a:ext>
                </a:extLst>
              </p14:cNvPr>
              <p14:cNvContentPartPr/>
              <p14:nvPr/>
            </p14:nvContentPartPr>
            <p14:xfrm>
              <a:off x="477461" y="2770743"/>
              <a:ext cx="65520" cy="32292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9C893AC3-3C96-C63B-D97A-65CAD9DBBE9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3821" y="2663103"/>
                <a:ext cx="173160" cy="53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E8184ACB-2769-7D1C-11E3-6C748D2C3F9E}"/>
                  </a:ext>
                </a:extLst>
              </p14:cNvPr>
              <p14:cNvContentPartPr/>
              <p14:nvPr/>
            </p14:nvContentPartPr>
            <p14:xfrm>
              <a:off x="520301" y="3896463"/>
              <a:ext cx="43200" cy="218916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E8184ACB-2769-7D1C-11E3-6C748D2C3F9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6661" y="3788463"/>
                <a:ext cx="150840" cy="2404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8373" y="478789"/>
            <a:ext cx="5207635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08430" marR="5080" indent="-139636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Forwarding the request </a:t>
            </a:r>
            <a:r>
              <a:rPr spc="-1085" dirty="0"/>
              <a:t> </a:t>
            </a:r>
            <a:r>
              <a:rPr spc="-5" dirty="0"/>
              <a:t>processing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4027" y="2156714"/>
            <a:ext cx="8086090" cy="339534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800" spc="-10" dirty="0">
                <a:latin typeface="Courier New"/>
                <a:cs typeface="Courier New"/>
              </a:rPr>
              <a:t>public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class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Example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extends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HttpServlet</a:t>
            </a:r>
            <a:endParaRPr sz="1800">
              <a:latin typeface="Courier New"/>
              <a:cs typeface="Courier New"/>
            </a:endParaRPr>
          </a:p>
          <a:p>
            <a:pPr marL="422275" marR="1097915" indent="-410209">
              <a:lnSpc>
                <a:spcPct val="126299"/>
              </a:lnSpc>
              <a:tabLst>
                <a:tab pos="422275" algn="l"/>
              </a:tabLst>
            </a:pPr>
            <a:r>
              <a:rPr sz="1800" dirty="0">
                <a:latin typeface="Courier New"/>
                <a:cs typeface="Courier New"/>
              </a:rPr>
              <a:t>{	</a:t>
            </a:r>
            <a:r>
              <a:rPr sz="1800" spc="-10" dirty="0">
                <a:latin typeface="Courier New"/>
                <a:cs typeface="Courier New"/>
              </a:rPr>
              <a:t>public void service (HttpServletRequest request, </a:t>
            </a:r>
            <a:r>
              <a:rPr sz="1800" spc="-107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HttpServletResponse response) throws </a:t>
            </a:r>
            <a:r>
              <a:rPr sz="1800" spc="-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ServletException,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IOException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695325" marR="5080">
              <a:lnSpc>
                <a:spcPct val="100000"/>
              </a:lnSpc>
              <a:spcBef>
                <a:spcPts val="500"/>
              </a:spcBef>
            </a:pPr>
            <a:r>
              <a:rPr sz="1800" spc="-10" dirty="0">
                <a:latin typeface="Courier New"/>
                <a:cs typeface="Courier New"/>
              </a:rPr>
              <a:t>Code the_code </a:t>
            </a:r>
            <a:r>
              <a:rPr sz="1800" dirty="0">
                <a:latin typeface="Courier New"/>
                <a:cs typeface="Courier New"/>
              </a:rPr>
              <a:t>= </a:t>
            </a:r>
            <a:r>
              <a:rPr sz="1800" spc="-5" dirty="0">
                <a:latin typeface="Courier New"/>
                <a:cs typeface="Courier New"/>
              </a:rPr>
              <a:t>new </a:t>
            </a:r>
            <a:r>
              <a:rPr sz="1800" spc="-10" dirty="0">
                <a:latin typeface="Courier New"/>
                <a:cs typeface="Courier New"/>
              </a:rPr>
              <a:t>Code(); </a:t>
            </a:r>
            <a:r>
              <a:rPr sz="1800" spc="-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request.setAttribute(“code”,the_code); </a:t>
            </a:r>
            <a:r>
              <a:rPr sz="1800" spc="-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RequestDispatcher </a:t>
            </a:r>
            <a:r>
              <a:rPr sz="1800" spc="-5" dirty="0">
                <a:latin typeface="Courier New"/>
                <a:cs typeface="Courier New"/>
              </a:rPr>
              <a:t>rd </a:t>
            </a:r>
            <a:r>
              <a:rPr sz="1800" dirty="0">
                <a:latin typeface="Courier New"/>
                <a:cs typeface="Courier New"/>
              </a:rPr>
              <a:t>= </a:t>
            </a:r>
            <a:r>
              <a:rPr sz="1800" spc="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getServletContext().getRequestDispatcher(“/next.jsp”); </a:t>
            </a:r>
            <a:r>
              <a:rPr sz="1800" spc="-107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rd.forward(request,response);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A680484C-819C-FF63-A45D-AF75C1E70B69}"/>
                  </a:ext>
                </a:extLst>
              </p14:cNvPr>
              <p14:cNvContentPartPr/>
              <p14:nvPr/>
            </p14:nvContentPartPr>
            <p14:xfrm>
              <a:off x="239141" y="2282583"/>
              <a:ext cx="72720" cy="336240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A680484C-819C-FF63-A45D-AF75C1E70B6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5501" y="2174583"/>
                <a:ext cx="180360" cy="357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B4B543C1-F6AA-6FBB-3FE7-F13AA2A00433}"/>
                  </a:ext>
                </a:extLst>
              </p14:cNvPr>
              <p14:cNvContentPartPr/>
              <p14:nvPr/>
            </p14:nvContentPartPr>
            <p14:xfrm>
              <a:off x="2149661" y="986223"/>
              <a:ext cx="5050080" cy="32220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B4B543C1-F6AA-6FBB-3FE7-F13AA2A0043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96021" y="878583"/>
                <a:ext cx="5157720" cy="53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38A6F315-384B-CABB-0601-389D0D4ACF5B}"/>
                  </a:ext>
                </a:extLst>
              </p14:cNvPr>
              <p14:cNvContentPartPr/>
              <p14:nvPr/>
            </p14:nvContentPartPr>
            <p14:xfrm>
              <a:off x="3334061" y="1967223"/>
              <a:ext cx="2698560" cy="6588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38A6F315-384B-CABB-0601-389D0D4ACF5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80061" y="1859223"/>
                <a:ext cx="2806200" cy="2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D4855B7E-C7F6-5225-C20E-04B3D473FF38}"/>
                  </a:ext>
                </a:extLst>
              </p14:cNvPr>
              <p14:cNvContentPartPr/>
              <p14:nvPr/>
            </p14:nvContentPartPr>
            <p14:xfrm>
              <a:off x="1171181" y="4513143"/>
              <a:ext cx="7269840" cy="12708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D4855B7E-C7F6-5225-C20E-04B3D473FF3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17181" y="4405503"/>
                <a:ext cx="7377480" cy="34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C0A69059-FF2D-6BF2-EE17-E4FF3985B373}"/>
                  </a:ext>
                </a:extLst>
              </p14:cNvPr>
              <p14:cNvContentPartPr/>
              <p14:nvPr/>
            </p14:nvContentPartPr>
            <p14:xfrm>
              <a:off x="1148861" y="4740663"/>
              <a:ext cx="4149360" cy="28476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C0A69059-FF2D-6BF2-EE17-E4FF3985B37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95221" y="4632663"/>
                <a:ext cx="4257000" cy="50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upo 11">
            <a:extLst>
              <a:ext uri="{FF2B5EF4-FFF2-40B4-BE49-F238E27FC236}">
                <a16:creationId xmlns:a16="http://schemas.microsoft.com/office/drawing/2014/main" id="{3592043B-02E5-196F-4F26-FE0FF9D3989C}"/>
              </a:ext>
            </a:extLst>
          </p:cNvPr>
          <p:cNvGrpSpPr/>
          <p:nvPr/>
        </p:nvGrpSpPr>
        <p:grpSpPr>
          <a:xfrm>
            <a:off x="7154021" y="4184103"/>
            <a:ext cx="145440" cy="275760"/>
            <a:chOff x="7154021" y="4184103"/>
            <a:chExt cx="145440" cy="27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DE061781-68DA-43D3-E67C-304BFBE9713C}"/>
                    </a:ext>
                  </a:extLst>
                </p14:cNvPr>
                <p14:cNvContentPartPr/>
                <p14:nvPr/>
              </p14:nvContentPartPr>
              <p14:xfrm>
                <a:off x="7154021" y="4184103"/>
                <a:ext cx="138600" cy="27576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DE061781-68DA-43D3-E67C-304BFBE9713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145381" y="4175463"/>
                  <a:ext cx="15624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110A43F4-FE6D-2B8E-3A44-A1C31BE654B1}"/>
                    </a:ext>
                  </a:extLst>
                </p14:cNvPr>
                <p14:cNvContentPartPr/>
                <p14:nvPr/>
              </p14:nvContentPartPr>
              <p14:xfrm>
                <a:off x="7164461" y="4349343"/>
                <a:ext cx="135000" cy="9792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110A43F4-FE6D-2B8E-3A44-A1C31BE654B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155461" y="4340343"/>
                  <a:ext cx="152640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D0279A97-0C80-2A42-84BE-3C9F7D7E26AF}"/>
              </a:ext>
            </a:extLst>
          </p:cNvPr>
          <p:cNvGrpSpPr/>
          <p:nvPr/>
        </p:nvGrpSpPr>
        <p:grpSpPr>
          <a:xfrm>
            <a:off x="6864581" y="3684063"/>
            <a:ext cx="1808280" cy="375480"/>
            <a:chOff x="6864581" y="3684063"/>
            <a:chExt cx="1808280" cy="37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C034D245-43D0-15BD-B344-DF989393070A}"/>
                    </a:ext>
                  </a:extLst>
                </p14:cNvPr>
                <p14:cNvContentPartPr/>
                <p14:nvPr/>
              </p14:nvContentPartPr>
              <p14:xfrm>
                <a:off x="6864581" y="3774783"/>
                <a:ext cx="183960" cy="24444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C034D245-43D0-15BD-B344-DF989393070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855581" y="3766143"/>
                  <a:ext cx="20160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4CE1DC47-BC88-E669-49CD-7648F59BA9EF}"/>
                    </a:ext>
                  </a:extLst>
                </p14:cNvPr>
                <p14:cNvContentPartPr/>
                <p14:nvPr/>
              </p14:nvContentPartPr>
              <p14:xfrm>
                <a:off x="6881861" y="3899703"/>
                <a:ext cx="96840" cy="2448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4CE1DC47-BC88-E669-49CD-7648F59BA9E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872861" y="3890703"/>
                  <a:ext cx="1144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46730D4E-077E-90A0-9CB6-C3033C1F9620}"/>
                    </a:ext>
                  </a:extLst>
                </p14:cNvPr>
                <p14:cNvContentPartPr/>
                <p14:nvPr/>
              </p14:nvContentPartPr>
              <p14:xfrm>
                <a:off x="6945581" y="3758583"/>
                <a:ext cx="514800" cy="28476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46730D4E-077E-90A0-9CB6-C3033C1F962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936941" y="3749943"/>
                  <a:ext cx="53244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C6D5633D-B63C-3B5C-FB9B-7C8505933853}"/>
                    </a:ext>
                  </a:extLst>
                </p14:cNvPr>
                <p14:cNvContentPartPr/>
                <p14:nvPr/>
              </p14:nvContentPartPr>
              <p14:xfrm>
                <a:off x="7492061" y="3843183"/>
                <a:ext cx="314640" cy="21636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C6D5633D-B63C-3B5C-FB9B-7C850593385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483061" y="3834183"/>
                  <a:ext cx="3322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1DC5E958-8196-C4A1-77CB-ACB4A4342362}"/>
                    </a:ext>
                  </a:extLst>
                </p14:cNvPr>
                <p14:cNvContentPartPr/>
                <p14:nvPr/>
              </p14:nvContentPartPr>
              <p14:xfrm>
                <a:off x="7520141" y="3837063"/>
                <a:ext cx="15120" cy="396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1DC5E958-8196-C4A1-77CB-ACB4A434236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511141" y="3828423"/>
                  <a:ext cx="327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C0B8F01C-687A-77E4-7EEA-4C79C9C4335B}"/>
                    </a:ext>
                  </a:extLst>
                </p14:cNvPr>
                <p14:cNvContentPartPr/>
                <p14:nvPr/>
              </p14:nvContentPartPr>
              <p14:xfrm>
                <a:off x="7887341" y="3684063"/>
                <a:ext cx="774000" cy="27684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C0B8F01C-687A-77E4-7EEA-4C79C9C4335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878701" y="3675063"/>
                  <a:ext cx="79164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43C624BE-2F91-C5A3-72ED-EFC27E4827A0}"/>
                    </a:ext>
                  </a:extLst>
                </p14:cNvPr>
                <p14:cNvContentPartPr/>
                <p14:nvPr/>
              </p14:nvContentPartPr>
              <p14:xfrm>
                <a:off x="8512301" y="3798903"/>
                <a:ext cx="160560" cy="2232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43C624BE-2F91-C5A3-72ED-EFC27E4827A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503661" y="3789903"/>
                  <a:ext cx="178200" cy="3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2" name="Entrada de lápiz 21">
                <a:extLst>
                  <a:ext uri="{FF2B5EF4-FFF2-40B4-BE49-F238E27FC236}">
                    <a16:creationId xmlns:a16="http://schemas.microsoft.com/office/drawing/2014/main" id="{0F7659A9-2B50-EAA9-5E33-3D9DE8334888}"/>
                  </a:ext>
                </a:extLst>
              </p14:cNvPr>
              <p14:cNvContentPartPr/>
              <p14:nvPr/>
            </p14:nvContentPartPr>
            <p14:xfrm>
              <a:off x="1158221" y="4262943"/>
              <a:ext cx="3086280" cy="101880"/>
            </p14:xfrm>
          </p:contentPart>
        </mc:Choice>
        <mc:Fallback>
          <p:pic>
            <p:nvPicPr>
              <p:cNvPr id="22" name="Entrada de lápiz 21">
                <a:extLst>
                  <a:ext uri="{FF2B5EF4-FFF2-40B4-BE49-F238E27FC236}">
                    <a16:creationId xmlns:a16="http://schemas.microsoft.com/office/drawing/2014/main" id="{0F7659A9-2B50-EAA9-5E33-3D9DE833488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104221" y="4155303"/>
                <a:ext cx="3193920" cy="317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9325" y="814069"/>
            <a:ext cx="216598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Exercises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59355"/>
            <a:ext cx="7489825" cy="83693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5080" indent="-342900">
              <a:lnSpc>
                <a:spcPts val="3020"/>
              </a:lnSpc>
              <a:spcBef>
                <a:spcPts val="484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Complete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Four_Scopes_exercise managing </a:t>
            </a:r>
            <a:r>
              <a:rPr sz="2800" dirty="0">
                <a:latin typeface="Times New Roman"/>
                <a:cs typeface="Times New Roman"/>
              </a:rPr>
              <a:t>4 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objects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each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with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 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4</a:t>
            </a:r>
            <a:r>
              <a:rPr sz="2800" spc="-5" dirty="0">
                <a:latin typeface="Times New Roman"/>
                <a:cs typeface="Times New Roman"/>
              </a:rPr>
              <a:t> defined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scopes.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4858" y="814069"/>
            <a:ext cx="657415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Java</a:t>
            </a:r>
            <a:r>
              <a:rPr spc="-15" dirty="0"/>
              <a:t> </a:t>
            </a:r>
            <a:r>
              <a:rPr spc="-5" dirty="0"/>
              <a:t>Server</a:t>
            </a:r>
            <a:r>
              <a:rPr spc="-15" dirty="0"/>
              <a:t> </a:t>
            </a:r>
            <a:r>
              <a:rPr spc="-5" dirty="0"/>
              <a:t>Page</a:t>
            </a:r>
            <a:r>
              <a:rPr spc="-10" dirty="0"/>
              <a:t> </a:t>
            </a:r>
            <a:r>
              <a:rPr spc="-5" dirty="0"/>
              <a:t>–</a:t>
            </a:r>
            <a:r>
              <a:rPr spc="-10" dirty="0"/>
              <a:t> </a:t>
            </a:r>
            <a:r>
              <a:rPr spc="-5" dirty="0"/>
              <a:t>definition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93189" y="1754377"/>
            <a:ext cx="7016115" cy="3695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marR="88900" indent="-285750">
              <a:lnSpc>
                <a:spcPct val="100000"/>
              </a:lnSpc>
              <a:spcBef>
                <a:spcPts val="100"/>
              </a:spcBef>
              <a:buChar char="–"/>
              <a:tabLst>
                <a:tab pos="298450" algn="l"/>
              </a:tabLst>
            </a:pPr>
            <a:r>
              <a:rPr sz="2800" dirty="0">
                <a:latin typeface="Times New Roman"/>
                <a:cs typeface="Times New Roman"/>
              </a:rPr>
              <a:t>a JSP is </a:t>
            </a:r>
            <a:r>
              <a:rPr sz="2800" spc="-5" dirty="0">
                <a:latin typeface="Times New Roman"/>
                <a:cs typeface="Times New Roman"/>
              </a:rPr>
              <a:t>an HTML </a:t>
            </a:r>
            <a:r>
              <a:rPr sz="2800" dirty="0">
                <a:latin typeface="Times New Roman"/>
                <a:cs typeface="Times New Roman"/>
              </a:rPr>
              <a:t>file </a:t>
            </a:r>
            <a:r>
              <a:rPr sz="2800" spc="-5" dirty="0">
                <a:latin typeface="Times New Roman"/>
                <a:cs typeface="Times New Roman"/>
              </a:rPr>
              <a:t>containing Java code </a:t>
            </a:r>
            <a:r>
              <a:rPr sz="2800" dirty="0">
                <a:latin typeface="Times New Roman"/>
                <a:cs typeface="Times New Roman"/>
              </a:rPr>
              <a:t>to </a:t>
            </a:r>
            <a:r>
              <a:rPr sz="2800" spc="-69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dynamically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generate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reply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client</a:t>
            </a:r>
            <a:endParaRPr sz="28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670"/>
              </a:spcBef>
              <a:buChar char="–"/>
              <a:tabLst>
                <a:tab pos="298450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JSP </a:t>
            </a:r>
            <a:r>
              <a:rPr sz="2800" spc="-5" dirty="0">
                <a:latin typeface="Times New Roman"/>
                <a:cs typeface="Times New Roman"/>
              </a:rPr>
              <a:t>elements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distinguished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tags</a:t>
            </a:r>
            <a:endParaRPr sz="2800">
              <a:latin typeface="Times New Roman"/>
              <a:cs typeface="Times New Roman"/>
            </a:endParaRPr>
          </a:p>
          <a:p>
            <a:pPr marL="297815" marR="5080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298450" algn="l"/>
              </a:tabLst>
            </a:pPr>
            <a:r>
              <a:rPr sz="2800" dirty="0">
                <a:latin typeface="Times New Roman"/>
                <a:cs typeface="Times New Roman"/>
              </a:rPr>
              <a:t>a JSP </a:t>
            </a:r>
            <a:r>
              <a:rPr sz="2800" spc="-5" dirty="0">
                <a:latin typeface="Times New Roman"/>
                <a:cs typeface="Times New Roman"/>
              </a:rPr>
              <a:t>becomes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Servlet </a:t>
            </a:r>
            <a:r>
              <a:rPr sz="2800" dirty="0">
                <a:latin typeface="Times New Roman"/>
                <a:cs typeface="Times New Roman"/>
              </a:rPr>
              <a:t>on run </a:t>
            </a:r>
            <a:r>
              <a:rPr sz="2800" spc="-5" dirty="0">
                <a:latin typeface="Times New Roman"/>
                <a:cs typeface="Times New Roman"/>
              </a:rPr>
              <a:t>time,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consequently </a:t>
            </a:r>
            <a:r>
              <a:rPr sz="2800" dirty="0">
                <a:latin typeface="Times New Roman"/>
                <a:cs typeface="Times New Roman"/>
              </a:rPr>
              <a:t>its </a:t>
            </a:r>
            <a:r>
              <a:rPr sz="2800" spc="-5" dirty="0">
                <a:latin typeface="Times New Roman"/>
                <a:cs typeface="Times New Roman"/>
              </a:rPr>
              <a:t>functionality </a:t>
            </a:r>
            <a:r>
              <a:rPr sz="2800" dirty="0">
                <a:latin typeface="Times New Roman"/>
                <a:cs typeface="Times New Roman"/>
              </a:rPr>
              <a:t>is </a:t>
            </a:r>
            <a:r>
              <a:rPr sz="2800" spc="-5" dirty="0">
                <a:latin typeface="Times New Roman"/>
                <a:cs typeface="Times New Roman"/>
              </a:rPr>
              <a:t>equivalent </a:t>
            </a:r>
            <a:r>
              <a:rPr sz="2800" dirty="0">
                <a:latin typeface="Times New Roman"/>
                <a:cs typeface="Times New Roman"/>
              </a:rPr>
              <a:t>to a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Servlet (request/reply, </a:t>
            </a:r>
            <a:r>
              <a:rPr sz="2800" dirty="0">
                <a:latin typeface="Times New Roman"/>
                <a:cs typeface="Times New Roman"/>
              </a:rPr>
              <a:t>JSP </a:t>
            </a:r>
            <a:r>
              <a:rPr sz="2800" spc="-5" dirty="0">
                <a:latin typeface="Times New Roman"/>
                <a:cs typeface="Times New Roman"/>
              </a:rPr>
              <a:t>container and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dynamic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loading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5" dirty="0">
                <a:latin typeface="Times New Roman"/>
                <a:cs typeface="Times New Roman"/>
              </a:rPr>
              <a:t> request)</a:t>
            </a:r>
            <a:endParaRPr sz="28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670"/>
              </a:spcBef>
              <a:buChar char="–"/>
              <a:tabLst>
                <a:tab pos="298450" algn="l"/>
              </a:tabLst>
            </a:pP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JSP </a:t>
            </a:r>
            <a:r>
              <a:rPr sz="2800" spc="-5" dirty="0">
                <a:latin typeface="Times New Roman"/>
                <a:cs typeface="Times New Roman"/>
              </a:rPr>
              <a:t>engine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needed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work with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JSPs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5820" y="756919"/>
            <a:ext cx="375412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JSP</a:t>
            </a:r>
            <a:r>
              <a:rPr spc="-30" dirty="0"/>
              <a:t> </a:t>
            </a:r>
            <a:r>
              <a:rPr spc="-5" dirty="0"/>
              <a:t>–</a:t>
            </a:r>
            <a:r>
              <a:rPr spc="-30" dirty="0"/>
              <a:t> </a:t>
            </a:r>
            <a:r>
              <a:rPr spc="-5" dirty="0"/>
              <a:t>Modelling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77352" y="3310953"/>
            <a:ext cx="6484620" cy="2293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2400" spc="-5" dirty="0">
                <a:latin typeface="Times New Roman"/>
                <a:cs typeface="Times New Roman"/>
              </a:rPr>
              <a:t>On requesting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JSP file the application server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compiles the JSP file to generate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Servlet which is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later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 </a:t>
            </a:r>
            <a:r>
              <a:rPr sz="2400" spc="-5" dirty="0">
                <a:latin typeface="Times New Roman"/>
                <a:cs typeface="Times New Roman"/>
              </a:rPr>
              <a:t>executed.</a:t>
            </a:r>
            <a:endParaRPr sz="2400">
              <a:latin typeface="Times New Roman"/>
              <a:cs typeface="Times New Roman"/>
            </a:endParaRPr>
          </a:p>
          <a:p>
            <a:pPr marL="241300" marR="70485" indent="-228600">
              <a:lnSpc>
                <a:spcPct val="100000"/>
              </a:lnSpc>
              <a:spcBef>
                <a:spcPts val="575"/>
              </a:spcBef>
              <a:buChar char="•"/>
              <a:tabLst>
                <a:tab pos="24130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JSP </a:t>
            </a:r>
            <a:r>
              <a:rPr sz="2400" dirty="0">
                <a:latin typeface="Times New Roman"/>
                <a:cs typeface="Times New Roman"/>
              </a:rPr>
              <a:t>page can </a:t>
            </a:r>
            <a:r>
              <a:rPr sz="2400" spc="-5" dirty="0">
                <a:latin typeface="Times New Roman"/>
                <a:cs typeface="Times New Roman"/>
              </a:rPr>
              <a:t>obtain the necessary data from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data </a:t>
            </a:r>
            <a:r>
              <a:rPr sz="2400" dirty="0">
                <a:latin typeface="Times New Roman"/>
                <a:cs typeface="Times New Roman"/>
              </a:rPr>
              <a:t>base </a:t>
            </a:r>
            <a:r>
              <a:rPr sz="2400" spc="-5" dirty="0">
                <a:latin typeface="Times New Roman"/>
                <a:cs typeface="Times New Roman"/>
              </a:rPr>
              <a:t>directly </a:t>
            </a:r>
            <a:r>
              <a:rPr sz="2400" dirty="0">
                <a:latin typeface="Times New Roman"/>
                <a:cs typeface="Times New Roman"/>
              </a:rPr>
              <a:t>or </a:t>
            </a:r>
            <a:r>
              <a:rPr sz="2400" spc="-5" dirty="0">
                <a:latin typeface="Times New Roman"/>
                <a:cs typeface="Times New Roman"/>
              </a:rPr>
              <a:t>using other </a:t>
            </a:r>
            <a:r>
              <a:rPr sz="2400" dirty="0">
                <a:latin typeface="Times New Roman"/>
                <a:cs typeface="Times New Roman"/>
              </a:rPr>
              <a:t>Java </a:t>
            </a:r>
            <a:r>
              <a:rPr sz="2400" spc="-5" dirty="0">
                <a:latin typeface="Times New Roman"/>
                <a:cs typeface="Times New Roman"/>
              </a:rPr>
              <a:t>components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referenced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 </a:t>
            </a:r>
            <a:r>
              <a:rPr sz="2400" spc="-5" dirty="0">
                <a:latin typeface="Times New Roman"/>
                <a:cs typeface="Times New Roman"/>
              </a:rPr>
              <a:t>the same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JSP</a:t>
            </a:r>
            <a:r>
              <a:rPr sz="2400" dirty="0">
                <a:latin typeface="Times New Roman"/>
                <a:cs typeface="Times New Roman"/>
              </a:rPr>
              <a:t> page.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5150" y="2205037"/>
            <a:ext cx="6092824" cy="74453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5820" y="718819"/>
            <a:ext cx="375412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JSP</a:t>
            </a:r>
            <a:r>
              <a:rPr spc="-30" dirty="0"/>
              <a:t> </a:t>
            </a:r>
            <a:r>
              <a:rPr spc="-5" dirty="0"/>
              <a:t>–</a:t>
            </a:r>
            <a:r>
              <a:rPr spc="-30" dirty="0"/>
              <a:t> </a:t>
            </a:r>
            <a:r>
              <a:rPr spc="-5" dirty="0"/>
              <a:t>Modelling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77352" y="3598735"/>
            <a:ext cx="6735445" cy="1915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95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Times New Roman"/>
                <a:cs typeface="Times New Roman"/>
              </a:rPr>
              <a:t>In this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case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 request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sent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 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Servlet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process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request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and generate the reply content, later the Servlet forwards the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request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including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reply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content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JSP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page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to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compose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final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HTML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reply.</a:t>
            </a:r>
            <a:endParaRPr sz="2000">
              <a:latin typeface="Times New Roman"/>
              <a:cs typeface="Times New Roman"/>
            </a:endParaRPr>
          </a:p>
          <a:p>
            <a:pPr marL="241300" marR="306705" indent="-228600">
              <a:lnSpc>
                <a:spcPct val="100000"/>
              </a:lnSpc>
              <a:spcBef>
                <a:spcPts val="480"/>
              </a:spcBef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Times New Roman"/>
                <a:cs typeface="Times New Roman"/>
              </a:rPr>
              <a:t>This way the application is easier to maintain on splitting the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content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generation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from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presentation.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92350" y="2001836"/>
            <a:ext cx="4914900" cy="1471930"/>
            <a:chOff x="2292350" y="2001836"/>
            <a:chExt cx="4914900" cy="14719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92350" y="2001836"/>
              <a:ext cx="4914899" cy="147160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286576" y="2500313"/>
              <a:ext cx="1905" cy="407034"/>
            </a:xfrm>
            <a:custGeom>
              <a:avLst/>
              <a:gdLst/>
              <a:ahLst/>
              <a:cxnLst/>
              <a:rect l="l" t="t" r="r" b="b"/>
              <a:pathLst>
                <a:path w="1904" h="407035">
                  <a:moveTo>
                    <a:pt x="1511" y="0"/>
                  </a:moveTo>
                  <a:lnTo>
                    <a:pt x="0" y="406628"/>
                  </a:lnTo>
                </a:path>
              </a:pathLst>
            </a:custGeom>
            <a:ln w="222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242417" y="2830572"/>
              <a:ext cx="88900" cy="76835"/>
            </a:xfrm>
            <a:custGeom>
              <a:avLst/>
              <a:gdLst/>
              <a:ahLst/>
              <a:cxnLst/>
              <a:rect l="l" t="t" r="r" b="b"/>
              <a:pathLst>
                <a:path w="88900" h="76835">
                  <a:moveTo>
                    <a:pt x="88900" y="330"/>
                  </a:moveTo>
                  <a:lnTo>
                    <a:pt x="44170" y="76365"/>
                  </a:lnTo>
                  <a:lnTo>
                    <a:pt x="0" y="0"/>
                  </a:lnTo>
                </a:path>
              </a:pathLst>
            </a:custGeom>
            <a:ln w="222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21172" y="204469"/>
            <a:ext cx="246443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JSP</a:t>
            </a:r>
            <a:r>
              <a:rPr spc="-75" dirty="0"/>
              <a:t> </a:t>
            </a:r>
            <a:r>
              <a:rPr spc="-5" dirty="0"/>
              <a:t>syntax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087628"/>
            <a:ext cx="31083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1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non-XML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notation: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74089" y="1597698"/>
          <a:ext cx="6177915" cy="2180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9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1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7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2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1521">
                <a:tc>
                  <a:txBody>
                    <a:bodyPr/>
                    <a:lstStyle/>
                    <a:p>
                      <a:pPr marR="21590" algn="ctr">
                        <a:lnSpc>
                          <a:spcPts val="1655"/>
                        </a:lnSpc>
                      </a:pPr>
                      <a:r>
                        <a:rPr sz="1600" spc="-5" dirty="0">
                          <a:latin typeface="Courier New"/>
                          <a:cs typeface="Courier New"/>
                        </a:rPr>
                        <a:t>&lt;%@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655"/>
                        </a:lnSpc>
                      </a:pPr>
                      <a:r>
                        <a:rPr sz="1600" spc="-5" dirty="0">
                          <a:latin typeface="Courier New"/>
                          <a:cs typeface="Courier New"/>
                        </a:rPr>
                        <a:t>directive</a:t>
                      </a:r>
                      <a:r>
                        <a:rPr sz="1600" spc="-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%&gt;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655"/>
                        </a:lnSpc>
                      </a:pPr>
                      <a:r>
                        <a:rPr sz="1600" spc="-5" dirty="0">
                          <a:latin typeface="Courier New"/>
                          <a:cs typeface="Courier New"/>
                        </a:rPr>
                        <a:t>&lt;%@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655"/>
                        </a:lnSpc>
                      </a:pPr>
                      <a:r>
                        <a:rPr sz="1600" spc="-5" dirty="0">
                          <a:latin typeface="Courier New"/>
                          <a:cs typeface="Courier New"/>
                        </a:rPr>
                        <a:t>page</a:t>
                      </a:r>
                      <a:r>
                        <a:rPr sz="16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" dirty="0">
                          <a:latin typeface="Courier New"/>
                          <a:cs typeface="Courier New"/>
                        </a:rPr>
                        <a:t>language=“java”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655"/>
                        </a:lnSpc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%&gt;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566">
                <a:tc>
                  <a:txBody>
                    <a:bodyPr/>
                    <a:lstStyle/>
                    <a:p>
                      <a:pPr marR="21590" algn="ctr">
                        <a:lnSpc>
                          <a:spcPts val="1900"/>
                        </a:lnSpc>
                      </a:pPr>
                      <a:r>
                        <a:rPr sz="1600" spc="-5" dirty="0">
                          <a:latin typeface="Courier New"/>
                          <a:cs typeface="Courier New"/>
                        </a:rPr>
                        <a:t>&lt;%!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900"/>
                        </a:lnSpc>
                      </a:pPr>
                      <a:r>
                        <a:rPr sz="1600" spc="-5" dirty="0">
                          <a:latin typeface="Courier New"/>
                          <a:cs typeface="Courier New"/>
                        </a:rPr>
                        <a:t>declarations</a:t>
                      </a:r>
                      <a:r>
                        <a:rPr sz="16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%&gt;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900"/>
                        </a:lnSpc>
                      </a:pPr>
                      <a:r>
                        <a:rPr sz="1600" spc="-5" dirty="0">
                          <a:latin typeface="Courier New"/>
                          <a:cs typeface="Courier New"/>
                        </a:rPr>
                        <a:t>&lt;%!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1900"/>
                        </a:lnSpc>
                      </a:pPr>
                      <a:r>
                        <a:rPr sz="1600" spc="-5" dirty="0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sz="16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" dirty="0">
                          <a:latin typeface="Courier New"/>
                          <a:cs typeface="Courier New"/>
                        </a:rPr>
                        <a:t>i=0,</a:t>
                      </a:r>
                      <a:r>
                        <a:rPr sz="16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j=5;</a:t>
                      </a:r>
                      <a:r>
                        <a:rPr sz="16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" dirty="0">
                          <a:latin typeface="Courier New"/>
                          <a:cs typeface="Courier New"/>
                        </a:rPr>
                        <a:t>%&gt;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521">
                <a:tc>
                  <a:txBody>
                    <a:bodyPr/>
                    <a:lstStyle/>
                    <a:p>
                      <a:pPr marR="21590" algn="ctr">
                        <a:lnSpc>
                          <a:spcPts val="1900"/>
                        </a:lnSpc>
                      </a:pPr>
                      <a:r>
                        <a:rPr sz="1600" spc="-5" dirty="0">
                          <a:latin typeface="Courier New"/>
                          <a:cs typeface="Courier New"/>
                        </a:rPr>
                        <a:t>&lt;%=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900"/>
                        </a:lnSpc>
                      </a:pPr>
                      <a:r>
                        <a:rPr sz="1600" spc="-5" dirty="0">
                          <a:latin typeface="Courier New"/>
                          <a:cs typeface="Courier New"/>
                        </a:rPr>
                        <a:t>expression</a:t>
                      </a:r>
                      <a:r>
                        <a:rPr sz="1600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" dirty="0">
                          <a:latin typeface="Courier New"/>
                          <a:cs typeface="Courier New"/>
                        </a:rPr>
                        <a:t>%&gt;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900"/>
                        </a:lnSpc>
                      </a:pPr>
                      <a:r>
                        <a:rPr sz="1600" spc="-5" dirty="0">
                          <a:latin typeface="Courier New"/>
                          <a:cs typeface="Courier New"/>
                        </a:rPr>
                        <a:t>&lt;%=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1900"/>
                        </a:lnSpc>
                      </a:pPr>
                      <a:r>
                        <a:rPr sz="1600" spc="-5" dirty="0">
                          <a:latin typeface="Courier New"/>
                          <a:cs typeface="Courier New"/>
                        </a:rPr>
                        <a:t>i+7</a:t>
                      </a:r>
                      <a:r>
                        <a:rPr sz="16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%&gt;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612">
                <a:tc gridSpan="2"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600" spc="-5" dirty="0">
                          <a:latin typeface="Courier New"/>
                          <a:cs typeface="Courier New"/>
                        </a:rPr>
                        <a:t>&lt;%</a:t>
                      </a:r>
                      <a:r>
                        <a:rPr sz="16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code</a:t>
                      </a:r>
                      <a:r>
                        <a:rPr sz="16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" dirty="0">
                          <a:latin typeface="Courier New"/>
                          <a:cs typeface="Courier New"/>
                        </a:rPr>
                        <a:t>fragment</a:t>
                      </a:r>
                      <a:r>
                        <a:rPr sz="16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%&gt;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794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600" spc="-5" dirty="0">
                          <a:latin typeface="Courier New"/>
                          <a:cs typeface="Courier New"/>
                        </a:rPr>
                        <a:t>&lt;% if(i</a:t>
                      </a:r>
                      <a:r>
                        <a:rPr sz="16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&lt;</a:t>
                      </a:r>
                      <a:r>
                        <a:rPr sz="16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j-4</a:t>
                      </a:r>
                      <a:r>
                        <a:rPr sz="16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{</a:t>
                      </a:r>
                      <a:r>
                        <a:rPr sz="16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" dirty="0">
                          <a:latin typeface="Courier New"/>
                          <a:cs typeface="Courier New"/>
                        </a:rPr>
                        <a:t>%&gt;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794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088">
                <a:tc gridSpan="2">
                  <a:txBody>
                    <a:bodyPr/>
                    <a:lstStyle/>
                    <a:p>
                      <a:pPr marL="31750">
                        <a:lnSpc>
                          <a:spcPts val="1900"/>
                        </a:lnSpc>
                      </a:pPr>
                      <a:r>
                        <a:rPr sz="1600" spc="-5" dirty="0">
                          <a:latin typeface="Courier New"/>
                          <a:cs typeface="Courier New"/>
                        </a:rPr>
                        <a:t>&lt;%--</a:t>
                      </a:r>
                      <a:r>
                        <a:rPr sz="16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" dirty="0">
                          <a:latin typeface="Courier New"/>
                          <a:cs typeface="Courier New"/>
                        </a:rPr>
                        <a:t>comment</a:t>
                      </a:r>
                      <a:r>
                        <a:rPr sz="16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" dirty="0">
                          <a:latin typeface="Courier New"/>
                          <a:cs typeface="Courier New"/>
                        </a:rPr>
                        <a:t>--%&gt;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2800" spc="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XML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notation: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9215">
                        <a:lnSpc>
                          <a:spcPts val="1900"/>
                        </a:lnSpc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&lt;%--</a:t>
                      </a:r>
                      <a:r>
                        <a:rPr sz="16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this</a:t>
                      </a:r>
                      <a:r>
                        <a:rPr sz="16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" dirty="0">
                          <a:latin typeface="Courier New"/>
                          <a:cs typeface="Courier New"/>
                        </a:rPr>
                        <a:t>is</a:t>
                      </a:r>
                      <a:r>
                        <a:rPr sz="16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the</a:t>
                      </a:r>
                      <a:r>
                        <a:rPr sz="16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" dirty="0">
                          <a:latin typeface="Courier New"/>
                          <a:cs typeface="Courier New"/>
                        </a:rPr>
                        <a:t>comment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900"/>
                        </a:lnSpc>
                      </a:pPr>
                      <a:r>
                        <a:rPr sz="1600" spc="-5" dirty="0">
                          <a:latin typeface="Courier New"/>
                          <a:cs typeface="Courier New"/>
                        </a:rPr>
                        <a:t>--%&gt;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74089" y="3865410"/>
          <a:ext cx="6423025" cy="5230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1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6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5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1521">
                <a:tc>
                  <a:txBody>
                    <a:bodyPr/>
                    <a:lstStyle/>
                    <a:p>
                      <a:pPr marL="31750">
                        <a:lnSpc>
                          <a:spcPts val="1655"/>
                        </a:lnSpc>
                      </a:pPr>
                      <a:r>
                        <a:rPr sz="1600" spc="-5" dirty="0">
                          <a:latin typeface="Courier New"/>
                          <a:cs typeface="Courier New"/>
                        </a:rPr>
                        <a:t>directive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655"/>
                        </a:lnSpc>
                      </a:pPr>
                      <a:r>
                        <a:rPr sz="1600" spc="-5" dirty="0">
                          <a:latin typeface="Courier New"/>
                          <a:cs typeface="Courier New"/>
                        </a:rPr>
                        <a:t>&lt;jsp:directive.page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1655"/>
                        </a:lnSpc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…</a:t>
                      </a:r>
                      <a:r>
                        <a:rPr sz="16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" dirty="0">
                          <a:latin typeface="Courier New"/>
                          <a:cs typeface="Courier New"/>
                        </a:rPr>
                        <a:t>/&gt;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521">
                <a:tc>
                  <a:txBody>
                    <a:bodyPr/>
                    <a:lstStyle/>
                    <a:p>
                      <a:pPr marL="31750">
                        <a:lnSpc>
                          <a:spcPts val="1900"/>
                        </a:lnSpc>
                      </a:pPr>
                      <a:r>
                        <a:rPr sz="1600" spc="-5" dirty="0">
                          <a:latin typeface="Courier New"/>
                          <a:cs typeface="Courier New"/>
                        </a:rPr>
                        <a:t>declarations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2705" algn="r">
                        <a:lnSpc>
                          <a:spcPts val="1900"/>
                        </a:lnSpc>
                      </a:pPr>
                      <a:r>
                        <a:rPr sz="1600" spc="-5" dirty="0">
                          <a:latin typeface="Courier New"/>
                          <a:cs typeface="Courier New"/>
                        </a:rPr>
                        <a:t>&lt;jsp:declaration&gt;</a:t>
                      </a:r>
                      <a:r>
                        <a:rPr sz="16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…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900"/>
                        </a:lnSpc>
                      </a:pPr>
                      <a:r>
                        <a:rPr sz="1600" spc="-5" dirty="0">
                          <a:latin typeface="Courier New"/>
                          <a:cs typeface="Courier New"/>
                        </a:rPr>
                        <a:t>&lt;/jsp:declaration&gt;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993139" y="4355347"/>
            <a:ext cx="6138545" cy="61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  <a:tabLst>
                <a:tab pos="1723389" algn="l"/>
              </a:tabLst>
            </a:pPr>
            <a:r>
              <a:rPr sz="1600" spc="-5" dirty="0">
                <a:latin typeface="Courier New"/>
                <a:cs typeface="Courier New"/>
              </a:rPr>
              <a:t>expression	&lt;jsp:expression&gt;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…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&lt;/jsp:expression&gt; </a:t>
            </a:r>
            <a:r>
              <a:rPr sz="1600" spc="-944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code</a:t>
            </a:r>
            <a:r>
              <a:rPr sz="1600" spc="1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fragment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&lt;jsp:scriptlet&gt;</a:t>
            </a:r>
            <a:r>
              <a:rPr sz="1600" spc="25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…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&lt;/jsp:scriptlet&gt;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3139" y="4940481"/>
            <a:ext cx="881380" cy="61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600" spc="-5" dirty="0">
                <a:latin typeface="Courier New"/>
                <a:cs typeface="Courier New"/>
              </a:rPr>
              <a:t>co</a:t>
            </a:r>
            <a:r>
              <a:rPr sz="1600" dirty="0">
                <a:latin typeface="Courier New"/>
                <a:cs typeface="Courier New"/>
              </a:rPr>
              <a:t>m</a:t>
            </a:r>
            <a:r>
              <a:rPr sz="1600" spc="-5" dirty="0">
                <a:latin typeface="Courier New"/>
                <a:cs typeface="Courier New"/>
              </a:rPr>
              <a:t>m</a:t>
            </a:r>
            <a:r>
              <a:rPr sz="1600" dirty="0">
                <a:latin typeface="Courier New"/>
                <a:cs typeface="Courier New"/>
              </a:rPr>
              <a:t>ent  </a:t>
            </a:r>
            <a:r>
              <a:rPr sz="1600" spc="-5" dirty="0">
                <a:latin typeface="Courier New"/>
                <a:cs typeface="Courier New"/>
              </a:rPr>
              <a:t>ac</a:t>
            </a:r>
            <a:r>
              <a:rPr sz="1600" dirty="0">
                <a:latin typeface="Courier New"/>
                <a:cs typeface="Courier New"/>
              </a:rPr>
              <a:t>t</a:t>
            </a:r>
            <a:r>
              <a:rPr sz="1600" spc="-5" dirty="0">
                <a:latin typeface="Courier New"/>
                <a:cs typeface="Courier New"/>
              </a:rPr>
              <a:t>i</a:t>
            </a:r>
            <a:r>
              <a:rPr sz="1600" dirty="0">
                <a:latin typeface="Courier New"/>
                <a:cs typeface="Courier New"/>
              </a:rPr>
              <a:t>ons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04168" y="4940481"/>
            <a:ext cx="3573779" cy="61087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600" dirty="0">
                <a:latin typeface="Courier New"/>
                <a:cs typeface="Courier New"/>
              </a:rPr>
              <a:t>&lt;%--</a:t>
            </a:r>
            <a:r>
              <a:rPr sz="1600" spc="-5" dirty="0">
                <a:latin typeface="Courier New"/>
                <a:cs typeface="Courier New"/>
              </a:rPr>
              <a:t> this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is the comment </a:t>
            </a:r>
            <a:r>
              <a:rPr sz="1600" dirty="0">
                <a:latin typeface="Courier New"/>
                <a:cs typeface="Courier New"/>
              </a:rPr>
              <a:t>--%&gt;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spc="-5" dirty="0">
                <a:latin typeface="Courier New"/>
                <a:cs typeface="Courier New"/>
              </a:rPr>
              <a:t>&lt;jsp:useBean&gt;,</a:t>
            </a:r>
            <a:r>
              <a:rPr sz="1600" spc="-2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etc.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3388" y="814069"/>
            <a:ext cx="317690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JSP</a:t>
            </a:r>
            <a:r>
              <a:rPr spc="-70" dirty="0"/>
              <a:t> </a:t>
            </a:r>
            <a:r>
              <a:rPr spc="-5" dirty="0"/>
              <a:t>directives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59250" y="2154427"/>
            <a:ext cx="271272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Courier New"/>
                <a:cs typeface="Courier New"/>
              </a:rPr>
              <a:t>&lt;%@</a:t>
            </a:r>
            <a:r>
              <a:rPr sz="1600" spc="-2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include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file=</a:t>
            </a:r>
            <a:r>
              <a:rPr sz="1600" dirty="0">
                <a:latin typeface="Courier New"/>
                <a:cs typeface="Courier New"/>
              </a:rPr>
              <a:t> …</a:t>
            </a:r>
            <a:r>
              <a:rPr sz="1600" spc="-1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%&gt;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770"/>
              </a:spcBef>
              <a:buChar char="–"/>
              <a:tabLst>
                <a:tab pos="298450" algn="l"/>
              </a:tabLst>
            </a:pPr>
            <a:r>
              <a:rPr spc="-5" dirty="0"/>
              <a:t>include</a:t>
            </a:r>
            <a:r>
              <a:rPr spc="-45" dirty="0"/>
              <a:t> </a:t>
            </a:r>
            <a:r>
              <a:rPr spc="-5" dirty="0"/>
              <a:t>directive:</a:t>
            </a:r>
          </a:p>
          <a:p>
            <a:pPr marL="298450" indent="-285750">
              <a:lnSpc>
                <a:spcPct val="100000"/>
              </a:lnSpc>
              <a:spcBef>
                <a:spcPts val="670"/>
              </a:spcBef>
              <a:buChar char="–"/>
              <a:tabLst>
                <a:tab pos="298450" algn="l"/>
              </a:tabLst>
            </a:pPr>
            <a:r>
              <a:rPr spc="-5" dirty="0"/>
              <a:t>page</a:t>
            </a:r>
            <a:r>
              <a:rPr spc="-45" dirty="0"/>
              <a:t> </a:t>
            </a:r>
            <a:r>
              <a:rPr spc="-5" dirty="0"/>
              <a:t>directive:</a:t>
            </a:r>
          </a:p>
          <a:p>
            <a:pPr marL="698500" lvl="1" indent="-229235">
              <a:lnSpc>
                <a:spcPct val="100000"/>
              </a:lnSpc>
              <a:spcBef>
                <a:spcPts val="590"/>
              </a:spcBef>
              <a:buChar char="•"/>
              <a:tabLst>
                <a:tab pos="698500" algn="l"/>
              </a:tabLst>
            </a:pPr>
            <a:r>
              <a:rPr sz="2400" spc="-5" dirty="0">
                <a:latin typeface="Times New Roman"/>
                <a:cs typeface="Times New Roman"/>
              </a:rPr>
              <a:t>Language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(only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Java)</a:t>
            </a:r>
            <a:endParaRPr sz="24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575"/>
              </a:spcBef>
              <a:buChar char="•"/>
              <a:tabLst>
                <a:tab pos="698500" algn="l"/>
              </a:tabLst>
            </a:pPr>
            <a:r>
              <a:rPr sz="2400" spc="-5" dirty="0">
                <a:latin typeface="Times New Roman"/>
                <a:cs typeface="Times New Roman"/>
              </a:rPr>
              <a:t>extends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another</a:t>
            </a:r>
            <a:r>
              <a:rPr sz="1600" spc="1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class</a:t>
            </a:r>
            <a:r>
              <a:rPr sz="1600" spc="1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(the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resultant</a:t>
            </a:r>
            <a:r>
              <a:rPr sz="1600" spc="2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servlet)</a:t>
            </a:r>
            <a:endParaRPr sz="1600">
              <a:latin typeface="Courier New"/>
              <a:cs typeface="Courier New"/>
            </a:endParaRPr>
          </a:p>
          <a:p>
            <a:pPr marL="698500" lvl="1" indent="-229235">
              <a:lnSpc>
                <a:spcPct val="100000"/>
              </a:lnSpc>
              <a:spcBef>
                <a:spcPts val="575"/>
              </a:spcBef>
              <a:buChar char="•"/>
              <a:tabLst>
                <a:tab pos="698500" algn="l"/>
              </a:tabLst>
            </a:pPr>
            <a:r>
              <a:rPr sz="2400" spc="-5" dirty="0">
                <a:latin typeface="Times New Roman"/>
                <a:cs typeface="Times New Roman"/>
              </a:rPr>
              <a:t>contentType</a:t>
            </a:r>
            <a:endParaRPr sz="24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575"/>
              </a:spcBef>
              <a:buChar char="•"/>
              <a:tabLst>
                <a:tab pos="698500" algn="l"/>
                <a:tab pos="1661795" algn="l"/>
              </a:tabLst>
            </a:pPr>
            <a:r>
              <a:rPr sz="2400" spc="-5" dirty="0">
                <a:latin typeface="Times New Roman"/>
                <a:cs typeface="Times New Roman"/>
              </a:rPr>
              <a:t>import	</a:t>
            </a:r>
            <a:r>
              <a:rPr sz="1600" spc="-5" dirty="0">
                <a:latin typeface="Courier New"/>
                <a:cs typeface="Courier New"/>
              </a:rPr>
              <a:t>&lt;%@</a:t>
            </a:r>
            <a:r>
              <a:rPr sz="1600" spc="-1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page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import=“java.util.*”</a:t>
            </a:r>
            <a:r>
              <a:rPr sz="1600" spc="2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%&gt;</a:t>
            </a:r>
            <a:endParaRPr sz="1600">
              <a:latin typeface="Courier New"/>
              <a:cs typeface="Courier New"/>
            </a:endParaRPr>
          </a:p>
          <a:p>
            <a:pPr marL="698500" lvl="1" indent="-229235">
              <a:lnSpc>
                <a:spcPct val="100000"/>
              </a:lnSpc>
              <a:spcBef>
                <a:spcPts val="575"/>
              </a:spcBef>
              <a:buChar char="•"/>
              <a:tabLst>
                <a:tab pos="698500" algn="l"/>
              </a:tabLst>
            </a:pPr>
            <a:r>
              <a:rPr sz="2400" spc="-5" dirty="0">
                <a:latin typeface="Times New Roman"/>
                <a:cs typeface="Times New Roman"/>
              </a:rPr>
              <a:t>session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true,</a:t>
            </a:r>
            <a:r>
              <a:rPr sz="1600" spc="1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false</a:t>
            </a:r>
            <a:r>
              <a:rPr sz="1600" spc="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(supports</a:t>
            </a:r>
            <a:r>
              <a:rPr sz="1600" spc="1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session</a:t>
            </a:r>
            <a:r>
              <a:rPr sz="1600" spc="2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objects)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9225" y="814069"/>
            <a:ext cx="376555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Action</a:t>
            </a:r>
            <a:r>
              <a:rPr spc="-70" dirty="0"/>
              <a:t> </a:t>
            </a:r>
            <a:r>
              <a:rPr spc="-5" dirty="0"/>
              <a:t>Elements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26539" y="1762799"/>
            <a:ext cx="7307580" cy="390461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785"/>
              </a:spcBef>
              <a:buChar char="–"/>
              <a:tabLst>
                <a:tab pos="298450" algn="l"/>
              </a:tabLst>
            </a:pPr>
            <a:r>
              <a:rPr sz="2800" spc="-5" dirty="0">
                <a:latin typeface="Times New Roman"/>
                <a:cs typeface="Times New Roman"/>
              </a:rPr>
              <a:t>Bean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related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actions:</a:t>
            </a:r>
            <a:endParaRPr sz="2800">
              <a:latin typeface="Times New Roman"/>
              <a:cs typeface="Times New Roman"/>
            </a:endParaRPr>
          </a:p>
          <a:p>
            <a:pPr marL="697865" marR="5080" lvl="1" indent="-228600">
              <a:lnSpc>
                <a:spcPct val="100000"/>
              </a:lnSpc>
              <a:spcBef>
                <a:spcPts val="585"/>
              </a:spcBef>
              <a:buChar char="•"/>
              <a:tabLst>
                <a:tab pos="698500" algn="l"/>
              </a:tabLst>
            </a:pPr>
            <a:r>
              <a:rPr sz="2400" dirty="0">
                <a:latin typeface="Times New Roman"/>
                <a:cs typeface="Times New Roman"/>
              </a:rPr>
              <a:t>useBean </a:t>
            </a:r>
            <a:r>
              <a:rPr sz="2400" spc="-5" dirty="0">
                <a:latin typeface="Times New Roman"/>
                <a:cs typeface="Times New Roman"/>
              </a:rPr>
              <a:t>(java object), getProperty, setProperty (on </a:t>
            </a:r>
            <a:r>
              <a:rPr sz="2400" dirty="0">
                <a:latin typeface="Times New Roman"/>
                <a:cs typeface="Times New Roman"/>
              </a:rPr>
              <a:t>an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object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field):</a:t>
            </a:r>
            <a:endParaRPr sz="2400">
              <a:latin typeface="Times New Roman"/>
              <a:cs typeface="Times New Roman"/>
            </a:endParaRPr>
          </a:p>
          <a:p>
            <a:pPr marL="697865" marR="1228725" indent="-228600">
              <a:lnSpc>
                <a:spcPct val="100000"/>
              </a:lnSpc>
              <a:spcBef>
                <a:spcPts val="305"/>
              </a:spcBef>
            </a:pPr>
            <a:r>
              <a:rPr sz="1800" spc="-10" dirty="0">
                <a:latin typeface="Courier New"/>
                <a:cs typeface="Courier New"/>
              </a:rPr>
              <a:t>&lt;jsp:useBean id=“my_bean” scope=“session” </a:t>
            </a:r>
            <a:r>
              <a:rPr sz="1800" spc="-107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class=“directory.MainBean”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/&gt;</a:t>
            </a:r>
            <a:endParaRPr sz="1800">
              <a:latin typeface="Courier New"/>
              <a:cs typeface="Courier New"/>
            </a:endParaRPr>
          </a:p>
          <a:p>
            <a:pPr marL="697865" marR="863600" indent="-228600">
              <a:lnSpc>
                <a:spcPct val="100000"/>
              </a:lnSpc>
              <a:spcBef>
                <a:spcPts val="434"/>
              </a:spcBef>
            </a:pPr>
            <a:r>
              <a:rPr sz="1800" spc="-10" dirty="0">
                <a:latin typeface="Courier New"/>
                <a:cs typeface="Courier New"/>
              </a:rPr>
              <a:t>&lt;jsp:setProperty name=“my_bean” </a:t>
            </a:r>
            <a:r>
              <a:rPr sz="1800" spc="-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property=“atribute_1”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value=“the_value”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/&gt;</a:t>
            </a:r>
            <a:endParaRPr sz="1800">
              <a:latin typeface="Courier New"/>
              <a:cs typeface="Courier New"/>
            </a:endParaRPr>
          </a:p>
          <a:p>
            <a:pPr marL="298450" indent="-285750">
              <a:lnSpc>
                <a:spcPct val="100000"/>
              </a:lnSpc>
              <a:spcBef>
                <a:spcPts val="785"/>
              </a:spcBef>
              <a:buFont typeface="Times New Roman"/>
              <a:buChar char="–"/>
              <a:tabLst>
                <a:tab pos="298450" algn="l"/>
              </a:tabLst>
            </a:pPr>
            <a:r>
              <a:rPr sz="2800" i="1" spc="-5" dirty="0">
                <a:latin typeface="Times New Roman"/>
                <a:cs typeface="Times New Roman"/>
              </a:rPr>
              <a:t>include</a:t>
            </a:r>
            <a:r>
              <a:rPr sz="2800" i="1" spc="-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forward</a:t>
            </a:r>
            <a:r>
              <a:rPr sz="2800" i="1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actions</a:t>
            </a:r>
            <a:endParaRPr sz="28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355"/>
              </a:spcBef>
            </a:pPr>
            <a:r>
              <a:rPr sz="1800" spc="-10" dirty="0">
                <a:latin typeface="Courier New"/>
                <a:cs typeface="Courier New"/>
              </a:rPr>
              <a:t>&lt;jsp:include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page=“test.jsp”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flush=“true”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/&gt;</a:t>
            </a:r>
            <a:endParaRPr sz="1800">
              <a:latin typeface="Courier New"/>
              <a:cs typeface="Courier New"/>
            </a:endParaRPr>
          </a:p>
          <a:p>
            <a:pPr marL="298450" indent="-285750">
              <a:lnSpc>
                <a:spcPct val="100000"/>
              </a:lnSpc>
              <a:spcBef>
                <a:spcPts val="750"/>
              </a:spcBef>
              <a:buFont typeface="Times New Roman"/>
              <a:buChar char="–"/>
              <a:tabLst>
                <a:tab pos="298450" algn="l"/>
              </a:tabLst>
            </a:pPr>
            <a:r>
              <a:rPr sz="2800" i="1" dirty="0">
                <a:latin typeface="Times New Roman"/>
                <a:cs typeface="Times New Roman"/>
              </a:rPr>
              <a:t>plugin</a:t>
            </a:r>
            <a:r>
              <a:rPr sz="2800" i="1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action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download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client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</TotalTime>
  <Words>1843</Words>
  <Application>Microsoft Office PowerPoint</Application>
  <PresentationFormat>Presentación en pantalla (4:3)</PresentationFormat>
  <Paragraphs>224</Paragraphs>
  <Slides>35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40" baseType="lpstr">
      <vt:lpstr>Arial MT</vt:lpstr>
      <vt:lpstr>Calibri</vt:lpstr>
      <vt:lpstr>Courier New</vt:lpstr>
      <vt:lpstr>Times New Roman</vt:lpstr>
      <vt:lpstr>Office Theme</vt:lpstr>
      <vt:lpstr>Servlets &amp; JSPs</vt:lpstr>
      <vt:lpstr>Background of Servlet: the Applet</vt:lpstr>
      <vt:lpstr>The Servlet</vt:lpstr>
      <vt:lpstr>Servlet aim</vt:lpstr>
      <vt:lpstr>Servlet's requested features</vt:lpstr>
      <vt:lpstr>Servlets – cycle of life</vt:lpstr>
      <vt:lpstr>Servlets – Life cycle</vt:lpstr>
      <vt:lpstr>Servlets – Life cycle</vt:lpstr>
      <vt:lpstr>Servlets – Life cycle</vt:lpstr>
      <vt:lpstr>Servlets – Life cycle</vt:lpstr>
      <vt:lpstr>Servlets – Threads (i)</vt:lpstr>
      <vt:lpstr>Servlets – Threads (ii)</vt:lpstr>
      <vt:lpstr>Servlets – Threads (iii)</vt:lpstr>
      <vt:lpstr>Scope of objects in webApps</vt:lpstr>
      <vt:lpstr>Scope of objects</vt:lpstr>
      <vt:lpstr>Scope of objects</vt:lpstr>
      <vt:lpstr>Scope of objects</vt:lpstr>
      <vt:lpstr>Service architecture</vt:lpstr>
      <vt:lpstr>Programming Servlets</vt:lpstr>
      <vt:lpstr>Retrieving data from Request</vt:lpstr>
      <vt:lpstr>Programming Servlets</vt:lpstr>
      <vt:lpstr>HttpServlet class</vt:lpstr>
      <vt:lpstr>Dealing with different object scopes</vt:lpstr>
      <vt:lpstr>Session scope</vt:lpstr>
      <vt:lpstr>Application scope</vt:lpstr>
      <vt:lpstr>Over-writing the init() method</vt:lpstr>
      <vt:lpstr>Over-writing the destroy() method</vt:lpstr>
      <vt:lpstr>Forwarding the request  processing</vt:lpstr>
      <vt:lpstr>Exercises</vt:lpstr>
      <vt:lpstr>Java Server Page – definition</vt:lpstr>
      <vt:lpstr>JSP – Modelling</vt:lpstr>
      <vt:lpstr>JSP – Modelling</vt:lpstr>
      <vt:lpstr>JSP syntax</vt:lpstr>
      <vt:lpstr>JSP directives</vt:lpstr>
      <vt:lpstr>Action Elements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Sergi Salvà</cp:lastModifiedBy>
  <cp:revision>1</cp:revision>
  <dcterms:created xsi:type="dcterms:W3CDTF">2023-09-18T18:45:18Z</dcterms:created>
  <dcterms:modified xsi:type="dcterms:W3CDTF">2023-09-26T15:36:52Z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2022-02-11T00:00:00Z</vt:filetime>
  </property>
  <property fmtid="{D5CDD505-2E9C-101B-9397-08002B2CF9AE}" pid="3" name="Creator">
    <vt:lpwstr>Acrobat PDFMaker 21 for PowerPoint</vt:lpwstr>
  </property>
  <property fmtid="{D5CDD505-2E9C-101B-9397-08002B2CF9AE}" pid="4" name="LastSaved">
    <vt:filetime>2023-09-18T00:00:00Z</vt:filetime>
  </property>
</Properties>
</file>