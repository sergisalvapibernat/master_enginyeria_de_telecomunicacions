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384" y="2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17:49.7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 1 7432 0 0,'0'0'112'0'0,"-2"5"-48"0"0,-2 3-1 0 0,1 1 0 0 0,1 0-1 0 0,-1 0 1 0 0,2 1 0 0 0,-1-1 0 0 0,1 0 0 0 0,1 0 0 0 0,-1 1 0 0 0,3 13 0 0 0,0-5 64 0 0,1 1 0 0 0,1-1 0 0 0,1-1 1 0 0,8 21-1 0 0,-6-15 42 0 0,-1 0 0 0 0,4 36-1 0 0,1-2 5 0 0,-10-47-144 0 0,0 1 0 0 0,0-1 0 0 0,-1 17 1 0 0,1 19 38 0 0,5-4-19 0 0,35 206 206 0 0,6 8 64 0 0,-32-146-225 0 0,-5-32-19 0 0,-1-7 31 0 0,-1 75 0 0 0,1 20 33 0 0,3 48 43 0 0,4 36-34 0 0,15 24 3 0 0,-1-11-8 0 0,-15-31 15 0 0,1-10-49 0 0,-8-97-64 0 0,-5-82-31 0 0,2 13 16 0 0,-3 64-1 0 0,-5-75-13 0 0,0 115 39 0 0,3 36 6 0 0,0-18-6 0 0,-6 100 101 0 0,6-263-147 0 0,0 124 68 0 0,0 28-11 0 0,-2-154-61 0 0,-8 200 72 0 0,-12 164 100 0 0,3-167-102 0 0,10-90-39 0 0,-4 80 44 0 0,5 81 97 0 0,0-63-83 0 0,-8 143 37 0 0,5-148-39 0 0,-14 712 265 0 0,25-53-68 0 0,1-640-215 0 0,1 51 15 0 0,7 190 78 0 0,-6-344-87 0 0,4 61 36 0 0,1 139 22 0 0,-6-112 52 0 0,1-125-112 0 0,47 686 400 0 0,-33-664-404 0 0,3 20 4 0 0,8 150 66 0 0,-22-214-90 0 0,-7-12-4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18:56.0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 0 9040 0 0,'-3'37'0'0'0,"305"5761"5288"0"0,-274-5677-5200 0 0,-15-52 0 0 0,-2-12-32 0 0,-1-6 8 0 0,3-1-16 0 0,-5-8 16 0 0,1-12-8 0 0,-1-4 0 0 0,0-5-8 0 0,5 12 16 0 0,0-10-24 0 0,-5-9-8 0 0,-6-2 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18:56.8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250 10003 9344 0 0,'-6'-23'-7'0'0,"1"-12"8"0"0,7 1 10 0 0,4-17 23 0 0,3-24 48 0 0,-14 23-10 0 0,-10-20 23 0 0,-14-83 66 0 0,-15-61-5 0 0,15 80-1 0 0,10 42-10 0 0,-26-166 167 0 0,10-208 47 0 0,23-272-30 0 0,9 262-282 0 0,0 316-42 0 0,2-648-10 0 0,-1 508-16 0 0,0 180 16 0 0,-9-482-73 0 0,16 338 30 0 0,59-395 1 0 0,-51 580 41 0 0,16-116-12 0 0,-12 80 16 0 0,5-53 3 0 0,4-86-1 0 0,-5 51 22 0 0,9 11-4 0 0,-23 129 3 0 0,29-114 0 0 0,-29 146-7 0 0,12-87 40 0 0,-15 87-30 0 0,1 1 0 0 0,16-56 0 0 0,23-46 30 0 0,62-175 95 0 0,29-42 131 0 0,-82 213-196 0 0,37-79 96 0 0,-56 143-79 0 0,47-93 117 0 0,64-121 34 0 0,-23 40 113 0 0,-76 174-238 0 0,-29 50-85 0 0,-1-2 1 0 0,13-30 0 0 0,-7 8 37 0 0,3 0 0 0 0,33-49 1 0 0,-23 40 22 0 0,-5-4 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22:29.0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1744 45 3912 0 0,'18'-13'22'0'0,"15"-8"92"0"0,-25 14 238 0 0,-3 3 301 0 0,-5 14-575 0 0,-13 137 451 0 0,10-98-349 0 0,-37 286 476 0 0,32-302-573 0 0,-18 54-1 0 0,13-47-23 0 0,-53 143 175 0 0,50-139-132 0 0,-33 63 0 0 0,-7 20 36 0 0,52-117-123 0 0,0 0 1 0 0,-1-1 0 0 0,-1 0-1 0 0,1 0 1 0 0,-8 8-1 0 0,6-8 1 0 0,1 0 1 0 0,0 0-1 0 0,1 0 0 0 0,-7 15 0 0 0,6-9-2 0 0,-1 5 8 0 0,-1 0 1 0 0,-1 0 0 0 0,-12 20-1 0 0,-2-1 76 0 0,-32 75 1 0 0,36-71 0 0 0,-31 53 1 0 0,25-61-1 0 0,-1-2 0 0 0,-1-1 0 0 0,-2-1-1 0 0,-45 38 1 0 0,7-7 23 0 0,-11 32 42 0 0,59-70-100 0 0,0 0 0 0 0,2 2 0 0 0,-22 40 0 0 0,19-31 28 0 0,-32 43 0 0 0,-22 29 149 0 0,-114 218 0 0 0,107-176-88 0 0,73-133-130 0 0,1 0-1 0 0,1 0 1 0 0,1 1-1 0 0,-5 19 1 0 0,5-14 18 0 0,-17 42 1 0 0,13-44-26 0 0,-2 3 19 0 0,2 0 1 0 0,-11 39 0 0 0,-11 35 57 0 0,1-1-26 0 0,-15 105 178 0 0,-22 259 0 0 0,57-333-139 0 0,-15 168 104 0 0,16-56 31 0 0,8-125-116 0 0,-72 1068 1197 0 0,64-1055-939 0 0,11 194-1 0 0,0-274-284 0 0,11 194 209 0 0,1 56 78 0 0,17 330 159 0 0,-24-526-441 0 0,-2-24-52 0 0,26 465 362 0 0,-22-396-306 0 0,2 46 3 0 0,14 222 165 0 0,-6-182-182 0 0,8 106 29 0 0,4 80-4 0 0,-9-113 9 0 0,-10-120-48 0 0,-14-135-55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35:08.4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666 0 5880 0 0,'-5'124'673'0'0,"10"-3"-273"0"0,-6-103-333 0 0,1-1-1 0 0,1 1 0 0 0,1 0 1 0 0,7 32-1 0 0,-7-42-38 0 0,-1 1 22 0 0,0 1-1 0 0,-1 0 1 0 0,1 0 0 0 0,-4 19-1 0 0,2-19-6 0 0,0 0 1 0 0,1 0-1 0 0,0 0 0 0 0,2 10 0 0 0,1-4 2 0 0,-2-10-28 0 0,0-1 0 0 0,0 1 0 0 0,0-1 0 0 0,-1 1 0 0 0,0 0 0 0 0,0-1 0 0 0,-1 10 0 0 0,-1-3 24 0 0,0 0-1 0 0,2 0 0 0 0,-1 0 0 0 0,1 0 0 0 0,1 0 1 0 0,3 19-1 0 0,-3-22-2 0 0,-1 0-1 0 0,0 0 1 0 0,-1 0 0 0 0,-2 15 0 0 0,-2 26 101 0 0,6-14-47 0 0,2 0 0 0 0,1 0 0 0 0,11 44 0 0 0,-12-67-56 0 0,-1-1 1 0 0,-1 1 0 0 0,1 15-1 0 0,-2-17-6 0 0,0 1 0 0 0,2 0 0 0 0,3 16 0 0 0,1-7 14 0 0,-2 0 0 0 0,0-1-1 0 0,2 33 1 0 0,8 87 244 0 0,-12-90-217 0 0,2 3 36 0 0,-2 1 1 0 0,-3 0-1 0 0,-2 0 1 0 0,-14 77-1 0 0,6-69 22 0 0,-5 20-13 0 0,-23 73 53 0 0,-22 66 225 0 0,-23 57 106 0 0,-134 417 962 0 0,214-682-1425 0 0,-103 463 604 0 0,83-367-453 0 0,13-65-64 0 0,-7 55 0 0 0,-21 128 136 0 0,32-183-166 0 0,-2 57 0 0 0,0 10 66 0 0,-24 163 156 0 0,12-80-148 0 0,7 16 55 0 0,6-68-41 0 0,5 57 22 0 0,3-87-101 0 0,13 165 388 0 0,1-34-216 0 0,-8 92 116 0 0,-1 38-92 0 0,-4-218-181 0 0,0 65 116 0 0,3 44-17 0 0,-1-180-156 0 0,8 49 18 0 0,2 43 66 0 0,-10-112-32 0 0,17 98-1 0 0,-20-161-111 0 0,13 125 86 0 0,5 28 63 0 0,8 48 53 0 0,-13-90-138 0 0,11 106 36 0 0,33 306 65 0 0,24 242 86 0 0,-47-493-110 0 0,-30-214-86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36:30.5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470 0 8640 0 0,'0'0'749'0'0,"-2"5"-641"0"0,-8 15 33 0 0,0 0-1 0 0,2 1 1 0 0,1-1-1 0 0,-8 37 1 0 0,9-31-13 0 0,-1 0 0 0 0,-1-1 1 0 0,-16 32-1 0 0,8-23 259 0 0,-18 59 0 0 0,24-62-153 0 0,-2 23 84 0 0,9-40-254 0 0,0 0 0 0 0,-7 21 1 0 0,3-17 12 0 0,2 1 1 0 0,-1 0-1 0 0,2 0 1 0 0,1 0-1 0 0,-2 28 1 0 0,-24 151 743 0 0,23-123-661 0 0,-3 66 99 0 0,-1 5-35 0 0,0-22-81 0 0,-3 153 127 0 0,-1 47-27 0 0,11 1119 397 0 0,18-400-248 0 0,-8-370-159 0 0,9 109-26 0 0,-13-526-149 0 0,0 330 92 0 0,-4-404-102 0 0,-13 437 86 0 0,-28 276 103 0 0,-8 166-35 0 0,45-982-191 0 0,-55 631 182 0 0,47-650-157 0 0,-7-15-3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36:33.5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72 6224 0 0,'37'-33'14'0'0,"-11"14"1"0"0,-25 19-14 0 0,-1-1 0 0 0,1 1 1 0 0,-1 0-1 0 0,1-1 0 0 0,-1 1 0 0 0,0 0 0 0 0,1-1 0 0 0,-1 1 1 0 0,0-1-1 0 0,1 1 0 0 0,-1-1 0 0 0,0 1 0 0 0,0-1 0 0 0,1 1 1 0 0,-1-1-1 0 0,0 1 0 0 0,0-1 0 0 0,0 1 0 0 0,0-1 0 0 0,0 1 0 0 0,0-1 1 0 0,0 1-1 0 0,0-1 0 0 0,0 0 0 0 0,0 1 0 0 0,0 0-1 0 0,0-1 1 0 0,0 1 0 0 0,0 0 0 0 0,0-1 0 0 0,1 1-1 0 0,-1 0 1 0 0,0 0 0 0 0,0-1 0 0 0,0 1 0 0 0,0 0-1 0 0,0-1 1 0 0,0 1 0 0 0,0 0 0 0 0,1-1 0 0 0,-1 1-1 0 0,0 0 1 0 0,0 0 0 0 0,1-1 0 0 0,-1 1-1 0 0,0 0 1 0 0,0 0 0 0 0,1 0 0 0 0,-1-1 0 0 0,0 1-1 0 0,0 0 1 0 0,1 0 0 0 0,-1 0 0 0 0,0 0 0 0 0,2-1 223 0 0,-1 9-172 0 0,0 0-1 0 0,1 0 0 0 0,0 0 0 0 0,0 0 0 0 0,1-1 0 0 0,0 1 1 0 0,0-1-1 0 0,1 1 0 0 0,9 12 0 0 0,-7-9-17 0 0,0-1-1 0 0,-1 1 0 0 0,6 18 1 0 0,7 44 118 0 0,-3 1 0 0 0,8 112 0 0 0,-17 235 130 0 0,-1-19-106 0 0,4-240-74 0 0,11 138 95 0 0,-1 45 34 0 0,-2-18-21 0 0,3 173 142 0 0,-29-14-84 0 0,0-185 18 0 0,-49 535 386 0 0,39-635-454 0 0,-31 443 201 0 0,14 328 146 0 0,33-815-518 0 0,6 325 188 0 0,1-197-73 0 0,10 460 145 0 0,-10-553-221 0 0,-2 211 251 0 0,-6-333-272 0 0,-19 221 206 0 0,13-230-60 0 0,-1 86 0 0 0,11-137-183 0 0,1 0 0 0 0,1 0-1 0 0,0 0 1 0 0,0 0 0 0 0,1 0-1 0 0,0 0 1 0 0,1 0 0 0 0,6 11 0 0 0,0 3 44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36:37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324 8 4120 0 0,'33'-6'96'0'0,"-32"6"-41"0"0,3 0-81 0 0,-4 0 43 0 0,1 0-1 0 0,-1 0 1 0 0,1 0 0 0 0,-1-1 0 0 0,1 1 0 0 0,0 0 0 0 0,-1 0 0 0 0,1 0-1 0 0,-1 0 1 0 0,1 0 0 0 0,-1 0 0 0 0,1 0 0 0 0,0 0 0 0 0,-1 0 0 0 0,1 0-1 0 0,-1 0 1 0 0,1 1 0 0 0,-1-1 0 0 0,1 0 0 0 0,-1 0 0 0 0,1 1 0 0 0,0-1-1 0 0,-1 0 1 0 0,1 0 0 0 0,-1 1 0 0 0,0-1 0 0 0,1 1 0 0 0,-1-1-1 0 0,1 0 1 0 0,-1 1 0 0 0,0-1 0 0 0,1 1 0 0 0,-1-1 0 0 0,0 1 0 0 0,1-1-1 0 0,-1 1 1 0 0,0-1 0 0 0,0 1 0 0 0,1-1 0 0 0,-1 1 0 0 0,0 0 0 0 0,0-1-1 0 0,0 1 1 0 0,0-1 0 0 0,0 1 0 0 0,0 0 0 0 0,0-1 0 0 0,0 1 0 0 0,-15 82 234 0 0,12-54-153 0 0,-2-1-1 0 0,-1 0 0 0 0,-2 0 0 0 0,-12 33 0 0 0,-21 51 308 0 0,4-8-172 0 0,6-32-93 0 0,-61 132 155 0 0,71-157-191 0 0,-19 69-1 0 0,16-42 1 0 0,22-67-88 0 0,0 0 1 0 0,1 0 0 0 0,0 0-1 0 0,0 0 1 0 0,1 12 0 0 0,0-12-5 0 0,0 0 1 0 0,0 0-1 0 0,-1 0 0 0 0,0 0 1 0 0,-2 9-1 0 0,2-13-8 0 0,-3 7 14 0 0,1-1 1 0 0,0 1-1 0 0,1 0 1 0 0,0 0 0 0 0,-1 20-1 0 0,-1 10 37 0 0,3-31-42 0 0,0 1 0 0 0,0 0 0 0 0,1-1 0 0 0,0 1 0 0 0,2 9 0 0 0,4 16 55 0 0,-2 0 0 0 0,-1 0 0 0 0,-1 1-1 0 0,-5 45 1 0 0,3-78-58 0 0,0 1 1 0 0,0 0-1 0 0,1 0 0 0 0,-1-1 1 0 0,1 1-1 0 0,0-1 0 0 0,1 4 0 0 0,4 24 67 0 0,-9-14-29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20.4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516 5 5920 0 0,'36'-2'6'0'0,"-7"0"7"0"0,-13 1 0 0 0,-16 1-12 0 0,0 0 0 0 0,0 0 0 0 0,0 0 0 0 0,-1 0 0 0 0,1 0 0 0 0,0 0 1 0 0,0 1-1 0 0,0-1 0 0 0,0 0 0 0 0,0 0 0 0 0,0 0 0 0 0,0 0 0 0 0,0 0 0 0 0,0 0 0 0 0,0 0 1 0 0,0 0-1 0 0,0 0 0 0 0,0 0 0 0 0,0 0 0 0 0,0 0 0 0 0,0 0 0 0 0,0 0 0 0 0,0 1 0 0 0,0-1 1 0 0,0 0-1 0 0,0 0 0 0 0,0 0 0 0 0,0 0 0 0 0,0 0 0 0 0,0 0 0 0 0,0 0 0 0 0,0 0 0 0 0,0 0 1 0 0,0 0-1 0 0,0 0 0 0 0,0 0 0 0 0,0 1 0 0 0,0-1 0 0 0,0 0 0 0 0,0 0 0 0 0,0 0 0 0 0,0 0 1 0 0,0 0-1 0 0,0 0 0 0 0,0 0 0 0 0,0 0 0 0 0,0 0 0 0 0,-14 9 31 0 0,-29 19 20 0 0,34-19-1 0 0,0 1 1 0 0,1 0-1 0 0,0 1 1 0 0,1 0-1 0 0,0 0 0 0 0,1 0 1 0 0,0 1-1 0 0,1 0 0 0 0,0 0 1 0 0,1 1-1 0 0,-4 22 0 0 0,-1 13 221 0 0,-5 85 0 0 0,13-118-211 0 0,-2 485 908 0 0,7-246-734 0 0,-17-22-45 0 0,2 164 102 0 0,2 150 56 0 0,11-493-309 0 0,9 793 371 0 0,-30-120 83 0 0,-1-287-213 0 0,0 98-52 0 0,13-296-113 0 0,-72 680 345 0 0,77-909-452 0 0,-135 972 373 0 0,99-590-249 0 0,28-284-93 0 0,-9 56 30 0 0,8-87-19 0 0,-2 114-1 0 0,2-84-13 0 0,6-73-9 0 0,-1 63-1 0 0,7-76-12 0 0,0 3 12 0 0,-1-1 0 0 0,-4 34 0 0 0,-1-14 12 0 0,2-1 0 0 0,3 54 0 0 0,0-91-36 0 0,-3 76 43 0 0,0-59-26 0 0,2 0 0 0 0,3 36 0 0 0,1-35-2 0 0,0-10 9 0 0,-2 0 0 0 0,0 31 1 0 0,-8 0 29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38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0 415 9848 0 0,'26'-3'492'0'0,"4"-12"468"0"0,-28 14-502 0 0,3-6 720 0 0,-3 16-1177 0 0,-6 0-5 0 0,3-5-25 0 0,0 0-1 0 0,0 0 1 0 0,0 0-1 0 0,0 0 1 0 0,0 0 0 0 0,1 1-1 0 0,0-1 1 0 0,0 0-1 0 0,0 0 1 0 0,0 1 0 0 0,1-1-1 0 0,1 7 1 0 0,0 14-234 0 0,6 101-475 0 0,-8-53 418 0 0,3-7-70 0 0,-3-65 382 0 0,0 0-4 0 0,0-1 10 0 0,0 1 0 0 0,1-1 1 0 0,-1 1-1 0 0,0-1 0 0 0,0 1 0 0 0,0-1 0 0 0,0 1 0 0 0,0-1 0 0 0,0 1 0 0 0,0-1 0 0 0,0 1 0 0 0,0-1 0 0 0,0 1 0 0 0,0-1 0 0 0,0 1 0 0 0,0-1 0 0 0,-1 1 0 0 0,1-1 0 0 0,0 0 0 0 0,0 1 0 0 0,0-1 1 0 0,-1 1-1 0 0,0 1-16 0 0,7-16-27 0 0,6-20 32 0 0,-1-1-1 0 0,10-62 1 0 0,-10 43 5 0 0,-6 23 7 0 0,-1 8-3 0 0,12-41 1 0 0,-16 68 6 0 0,-1 0 0 0 0,1 1 0 0 0,0-1 0 0 0,0 0 0 0 0,0 0 0 0 0,1 0 1 0 0,0 0-1 0 0,-1 0 0 0 0,1 0 0 0 0,1 0 0 0 0,-1 0 0 0 0,0 0 0 0 0,4 5 0 0 0,-2-1 19 0 0,1-1 0 0 0,1 0 0 0 0,-1 0 0 0 0,1 0 0 0 0,9 9 0 0 0,-12-14 3 0 0,-1-1-19 0 0,-1 0 0 0 0,1-1 0 0 0,-1 1 0 0 0,1 0-1 0 0,-1-1 1 0 0,1 1 0 0 0,0-1 0 0 0,-1 1 0 0 0,1-1 0 0 0,0 1 0 0 0,0-1 0 0 0,-1 1 0 0 0,1-1 0 0 0,0 0-1 0 0,0 1 1 0 0,0-1 0 0 0,-1 0 0 0 0,1 0 0 0 0,0 0 0 0 0,0 0 0 0 0,0 0 0 0 0,0 0 0 0 0,0 0 0 0 0,-1 0-1 0 0,3 0 1 0 0,-1-1 6 0 0,1-1 0 0 0,0 1 0 0 0,-1-1 0 0 0,1 1 0 0 0,-1-1 0 0 0,0 0 0 0 0,1 0 0 0 0,-1 0 0 0 0,0-1 0 0 0,0 1 0 0 0,0 0 0 0 0,-1-1 0 0 0,1 1 0 0 0,0-1 0 0 0,1-4 0 0 0,12-15 48 0 0,-2 4-14 0 0,-9 13-29 0 0,-1 0 1 0 0,1 1-1 0 0,-1-1 0 0 0,1 1 0 0 0,1 0 1 0 0,7-6-1 0 0,4-4 24 0 0,-14 12-22 0 0,-1 1-1 0 0,1-1 0 0 0,0 1 0 0 0,0-1 0 0 0,0 1 0 0 0,0 0 0 0 0,0-1 0 0 0,0 1 1 0 0,3-1-1 0 0,-4 2-15 0 0,0 0 1 0 0,-1 0 0 0 0,1 0 0 0 0,0 0-1 0 0,0 1 1 0 0,0-1 0 0 0,0 0-1 0 0,-1 1 1 0 0,1-1 0 0 0,0 0-1 0 0,0 1 1 0 0,-1-1 0 0 0,1 1-1 0 0,0-1 1 0 0,0 1 0 0 0,-1-1 0 0 0,1 1-1 0 0,-1-1 1 0 0,1 1 0 0 0,0 0-1 0 0,-1 0 1 0 0,0-1 0 0 0,1 1-1 0 0,-1 0 1 0 0,1 0 0 0 0,-1-1 0 0 0,0 1-1 0 0,1 0 1 0 0,-1 0 0 0 0,0 1-1 0 0,4 9 11 0 0,0 0-1 0 0,-1 0 0 0 0,-1 1 1 0 0,3 18-1 0 0,6 28 55 0 0,-11-57-65 0 0,0 0 0 0 0,1 0 0 0 0,-1 0 0 0 0,0 0 0 0 0,1 1 0 0 0,-1-1 1 0 0,1 0-1 0 0,0 0 0 0 0,-1 0 0 0 0,1 0 0 0 0,0 0 0 0 0,0 0 0 0 0,-1 0 0 0 0,1-1 0 0 0,0 1 0 0 0,0 0 0 0 0,0 0 1 0 0,0-1-1 0 0,0 1 0 0 0,0 0 0 0 0,0-1 0 0 0,0 1 0 0 0,1-1 0 0 0,-1 1 0 0 0,2-1 0 0 0,-1 0-1 0 0,1 0 0 0 0,-1 0 0 0 0,0 0 0 0 0,1 0 0 0 0,-1-1 0 0 0,0 1 0 0 0,0-1 0 0 0,1 0 0 0 0,-1 0 0 0 0,0 0 0 0 0,0 0 0 0 0,3-2 1 0 0,5-3-1 0 0,0-1 1 0 0,-1-1 0 0 0,0 0 0 0 0,8-9 0 0 0,-4 3 2 0 0,-2-1 0 0 0,0-1 0 0 0,0 0-1 0 0,-2 0 1 0 0,0-1 0 0 0,-1 0-1 0 0,0-1 1 0 0,6-23 0 0 0,-13 36 2 0 0,-1-1 1 0 0,0 6-8 0 0,-1-1 1 0 0,1 1-1 0 0,0 0 1 0 0,0-1-1 0 0,0 1 1 0 0,0 0-1 0 0,-1-1 1 0 0,1 1-1 0 0,0 0 1 0 0,0 0 0 0 0,-1-1-1 0 0,1 1 1 0 0,0 0-1 0 0,-1 0 1 0 0,1 0-1 0 0,0-1 1 0 0,-1 1-1 0 0,1 0 1 0 0,0 0-1 0 0,-1 0 1 0 0,1 0-1 0 0,0 0 1 0 0,-1-1 0 0 0,1 1-1 0 0,0 0 1 0 0,-1 0-1 0 0,1 0 1 0 0,0 0-1 0 0,-1 0 1 0 0,1 0-1 0 0,-1 0 1 0 0,1 0-1 0 0,0 1 1 0 0,-1-1-1 0 0,1 0 1 0 0,0 0 0 0 0,-1 0-1 0 0,1 0 1 0 0,0 0-1 0 0,-1 1 1 0 0,1-1-1 0 0,0 0 1 0 0,0 0-1 0 0,-1 0 1 0 0,1 1-1 0 0,0-1 1 0 0,-1 0-1 0 0,1 1 1 0 0,-17 9 19 0 0,13-6-17 0 0,0 0-1 0 0,0 0 1 0 0,1 1 0 0 0,0 0-1 0 0,-1-1 1 0 0,2 1-1 0 0,-1 0 1 0 0,0 1-1 0 0,1-1 1 0 0,-2 6 0 0 0,-13 58 39 0 0,17-67-39 0 0,-1 3 3 0 0,0 0 1 0 0,0 0-1 0 0,1 0 1 0 0,0 0-1 0 0,0 0 1 0 0,1 0-1 0 0,-1 0 1 0 0,1 0 0 0 0,0 0-1 0 0,2 6 1 0 0,-2-9 17 0 0,19 6 50 0 0,-13-8-59 0 0,0 0 0 0 0,-1-1-1 0 0,1 0 1 0 0,0 0 0 0 0,-1 0-1 0 0,1-1 1 0 0,-1 0 0 0 0,0 0-1 0 0,0-1 1 0 0,0 1 0 0 0,0-2-1 0 0,0 1 1 0 0,0 0 0 0 0,-1-1-1 0 0,1 0 1 0 0,-1-1 0 0 0,0 1-1 0 0,-1-1 1 0 0,1 0 0 0 0,-1 0-1 0 0,7-9 1 0 0,-6 7 4 0 0,-1 0 1 0 0,1 0-1 0 0,-1 0 0 0 0,0-1 0 0 0,-1 1 0 0 0,0-1 0 0 0,0 0 1 0 0,-1 0-1 0 0,0 0 0 0 0,0 0 0 0 0,-1 0 0 0 0,0-1 0 0 0,0 1 1 0 0,-1 0-1 0 0,0 0 0 0 0,-1-1 0 0 0,-1-9 0 0 0,1 11-6 0 0,-7-15 16 0 0,8 19-25 0 0,0 3-4 0 0,0-1 1 0 0,-1 0 0 0 0,1 0 0 0 0,0 1-1 0 0,-1-1 1 0 0,1 0 0 0 0,0 1-1 0 0,-1-1 1 0 0,1 0 0 0 0,-1 1 0 0 0,1-1-1 0 0,-1 0 1 0 0,1 1 0 0 0,-1-1-1 0 0,1 1 1 0 0,-1-1 0 0 0,0 1 0 0 0,1-1-1 0 0,-1 1 1 0 0,0 0 0 0 0,1-1-1 0 0,-1 1 1 0 0,0 0 0 0 0,1-1 0 0 0,-3 1-1 0 0,2-1 1 0 0,0 0-1 0 0,0 1 0 0 0,0-1 1 0 0,0 0-1 0 0,0 1 1 0 0,0-1-1 0 0,0 1 0 0 0,-1-1 1 0 0,1 1-1 0 0,0 0 0 0 0,0-1 1 0 0,-1 1-1 0 0,1 0 1 0 0,0 0-1 0 0,0 0 0 0 0,-1 0 1 0 0,1 0-1 0 0,0 0 0 0 0,0 0 1 0 0,-1 1-1 0 0,1-1 1 0 0,0 0-1 0 0,0 1 0 0 0,0-1 1 0 0,-3 2-1 0 0,1-1 1 0 0,-9 7 4 0 0,10-7-4 0 0,1 0-1 0 0,-1 0 1 0 0,0 1-1 0 0,1-1 0 0 0,-1 1 1 0 0,1-1-1 0 0,-1 1 1 0 0,1 0-1 0 0,0-1 1 0 0,0 1-1 0 0,-1 0 0 0 0,1 0 1 0 0,1 0-1 0 0,-1 0 1 0 0,0 0-1 0 0,0 0 1 0 0,1 0-1 0 0,-1 0 0 0 0,1 0 1 0 0,0 1-1 0 0,-1 2 1 0 0,-1 10 5 0 0,0-8-4 0 0,1-6-2 0 0,1-1 0 0 0,-1 1 0 0 0,1-1 0 0 0,-1 1 1 0 0,1 0-1 0 0,0-1 0 0 0,0 1 0 0 0,-1 0 0 0 0,1 0 0 0 0,0-1 0 0 0,0 1 1 0 0,0 0-1 0 0,0-1 0 0 0,0 1 0 0 0,0 0 0 0 0,0 0 0 0 0,0-1 1 0 0,0 1-1 0 0,0 0 0 0 0,0 0 0 0 0,1 1 0 0 0,0 2 10 0 0,4 7-6 0 0,3-3 1 0 0,-5-7-4 0 0,-1 0 0 0 0,1 0 1 0 0,0 0-1 0 0,0 0 0 0 0,0 0 0 0 0,0-1 0 0 0,0 1 0 0 0,0-1 0 0 0,0 0 0 0 0,0 0 0 0 0,0 0 1 0 0,0 0-1 0 0,5-1 0 0 0,0 0 2 0 0,-5 0-1 0 0,0 1 0 0 0,1 0-1 0 0,-1-1 1 0 0,0 0 0 0 0,1 0 0 0 0,-1 0-1 0 0,0 0 1 0 0,0 0 0 0 0,0-1 0 0 0,0 1 0 0 0,0-1-1 0 0,0 0 1 0 0,-1 0 0 0 0,1 0 0 0 0,0 0 0 0 0,2-4-1 0 0,4-1 10 0 0,6-6 11 0 0,-3 5 14 0 0,-1-1-1 0 0,0 0 0 0 0,0-1 0 0 0,-1-1 0 0 0,10-12 1 0 0,-19 21-10 0 0,1-4 236 0 0,-4 14-158 0 0,-9 20 67 0 0,0 1 1 0 0,2 0-1 0 0,2 1 1 0 0,-6 37-1 0 0,9-46-18 0 0,4-19-122 0 0,0 0-1 0 0,0 1 0 0 0,-1-1 0 0 0,1 1 1 0 0,1-1-1 0 0,-1 0 0 0 0,0 1 1 0 0,1-1-1 0 0,0 4 0 0 0,-1-5-16 0 0,1 0 0 0 0,-1-1 0 0 0,0 1 0 0 0,1 0 0 0 0,-1-1 1 0 0,0 1-1 0 0,1 0 0 0 0,-1-1 0 0 0,0 1 0 0 0,1 0 0 0 0,-1-1 0 0 0,1 1 0 0 0,0-1 0 0 0,-1 1 0 0 0,1-1 0 0 0,-1 1 0 0 0,1-1 0 0 0,0 1 0 0 0,-1-1 0 0 0,1 0 0 0 0,0 1 1 0 0,-1-1-1 0 0,1 0 0 0 0,0 0 0 0 0,0 1 0 0 0,1-1 0 0 0,3-3 41 0 0,0 0-1 0 0,0 0 1 0 0,-1 0 0 0 0,1-1-1 0 0,-1 0 1 0 0,5-5 0 0 0,-1-1-26 0 0,-2-2 0 0 0,1 1 0 0 0,-1 0 0 0 0,-1-1 0 0 0,0 0 0 0 0,-1-1 0 0 0,0 1 0 0 0,-1-1 0 0 0,0 1 0 0 0,1-19 1 0 0,-3 14-19 0 0,0 0 1 0 0,-1-1 0 0 0,0 1 0 0 0,-2 0-1 0 0,-4-20 1 0 0,3 23-2 0 0,-7-11-4 0 0,10 25-6 0 0,0 0 1 0 0,0 1-1 0 0,0-1 0 0 0,0 0 0 0 0,0 0 0 0 0,0 0 0 0 0,0 0 1 0 0,0 0-1 0 0,0 0 0 0 0,0 0 0 0 0,0 0 0 0 0,0 1 0 0 0,0-1 1 0 0,0 0-1 0 0,0 0 0 0 0,0 0 0 0 0,0 0 0 0 0,0 0 0 0 0,0 0 1 0 0,0 0-1 0 0,0 0 0 0 0,0 1 0 0 0,-1-1 0 0 0,1 0 1 0 0,0 0-1 0 0,0 0 0 0 0,0 0 0 0 0,0 0 0 0 0,0 0 0 0 0,0 0 1 0 0,0 0-1 0 0,0 0 0 0 0,0 0 0 0 0,0 0 0 0 0,-1 0 0 0 0,1 0 1 0 0,0 0-1 0 0,0 1 0 0 0,0-1 0 0 0,0 0 0 0 0,0 0 0 0 0,0 0 1 0 0,0 0-1 0 0,0 0 0 0 0,-1 0 0 0 0,1 0 0 0 0,0 0 0 0 0,0 0 1 0 0,0 0-1 0 0,0 0 0 0 0,0 0 0 0 0,0-1 0 0 0,0 1 0 0 0,0 0 1 0 0,-1 0-1 0 0,1 0 0 0 0,0 0 0 0 0,0 0 0 0 0,0 0 0 0 0,0 0 1 0 0,0 0-1 0 0,0 0 0 0 0,0 0 0 0 0,1 36 20 0 0,-1-28-17 0 0,1 13 16 0 0,0 0 0 0 0,1 0 0 0 0,1 0 0 0 0,1 0 0 0 0,1-1 0 0 0,1 1 0 0 0,9 19-1 0 0,-15-38-11 0 0,1 0-1 0 0,0 0 1 0 0,0 0-1 0 0,0 0 1 0 0,0 0-1 0 0,0 0 1 0 0,0 0-1 0 0,0 0 1 0 0,0-1-1 0 0,1 1 1 0 0,-1 0-1 0 0,1-1 1 0 0,0 1-1 0 0,-1-1 1 0 0,1 0-1 0 0,0 1 1 0 0,0-1-1 0 0,0 0 1 0 0,0 0-1 0 0,0 0 1 0 0,0 0-1 0 0,0 0 1 0 0,0-1-1 0 0,0 1 1 0 0,0-1-1 0 0,0 1 1 0 0,1-1-1 0 0,-1 0 1 0 0,0 0-1 0 0,0 0 1 0 0,0 0-1 0 0,1 0 1 0 0,-1 0-1 0 0,0-1 1 0 0,0 1-1 0 0,0-1 1 0 0,0 1-1 0 0,0-1 1 0 0,0 0-1 0 0,0 0 1 0 0,4-2-1 0 0,1-1 23 0 0,0-1 0 0 0,0 0 0 0 0,0 0 0 0 0,-1-1-1 0 0,1 1 1 0 0,-1-2 0 0 0,-1 1 0 0 0,1 0 0 0 0,5-10 0 0 0,-4 6 27 0 0,-1-1-1 0 0,0 0 1 0 0,-1 0 0 0 0,5-14-1 0 0,-9 23-25 0 0,7-14 212 0 0,-9 48-158 0 0,1 40 33 0 0,0-65-99 0 0,1-1-1 0 0,0 1 1 0 0,0-1 0 0 0,0 1-1 0 0,1-1 1 0 0,0 1-1 0 0,6 11 1 0 0,-8-18-14 0 0,1 1 0 0 0,-1 0 0 0 0,1-1 0 0 0,0 1 0 0 0,-1-1 0 0 0,1 1-1 0 0,0-1 1 0 0,-1 1 0 0 0,1-1 0 0 0,0 1 0 0 0,0-1 0 0 0,-1 0 0 0 0,1 1 0 0 0,0-1 0 0 0,0 0 0 0 0,0 0 0 0 0,-1 1 0 0 0,1-1 0 0 0,0 0 0 0 0,0 0 0 0 0,0 0 0 0 0,0 0 0 0 0,-1 0 0 0 0,1 0 0 0 0,0 0 0 0 0,0-1-1 0 0,0 1 1 0 0,0 0 0 0 0,-1 0 0 0 0,1-1 0 0 0,0 1 0 0 0,0 0 0 0 0,-1-1 0 0 0,1 1 0 0 0,0-1 0 0 0,0 1 0 0 0,-1-1 0 0 0,1 1 0 0 0,-1-1 0 0 0,2 0 0 0 0,1-2 7 0 0,0 0-1 0 0,1 1 1 0 0,-1-1 0 0 0,0 0 0 0 0,-1-1-1 0 0,5-4 1 0 0,4-14 124 0 0,-1-1-1 0 0,-1 0 0 0 0,-1-1 1 0 0,7-33-1 0 0,-15 55-51 0 0,0 8 240 0 0,0 11-126 0 0,0 1 0 0 0,1 0 0 0 0,1 0 0 0 0,0-1 0 0 0,2 1 0 0 0,5 17 0 0 0,-9-34-181 0 0,0 0-1 0 0,1 0 1 0 0,-1 0-1 0 0,0 0 0 0 0,1 0 1 0 0,-1 0-1 0 0,1 0 1 0 0,-1-1-1 0 0,1 1 1 0 0,0 0-1 0 0,-1 0 0 0 0,1 0 1 0 0,0-1-1 0 0,0 1 1 0 0,-1 0-1 0 0,1-1 1 0 0,0 1-1 0 0,0-1 0 0 0,0 1 1 0 0,0-1-1 0 0,0 1 1 0 0,0-1-1 0 0,-1 1 0 0 0,1-1 1 0 0,0 0-1 0 0,0 0 1 0 0,0 1-1 0 0,1-1 1 0 0,-1 0-1 0 0,0 0 0 0 0,0 0 1 0 0,0 0-1 0 0,0 0 1 0 0,0 0-1 0 0,0-1 0 0 0,0 1 1 0 0,0 0-1 0 0,0 0 1 0 0,0-1-1 0 0,1 0 1 0 0,1-1 4 0 0,-1 1 0 0 0,1-1 0 0 0,-1 0 0 0 0,1 1-1 0 0,-1-1 1 0 0,0 0 0 0 0,0-1 0 0 0,0 1 0 0 0,0 0 0 0 0,0-1 0 0 0,1-3 0 0 0,13-23 103 0 0,-11 20-68 0 0,0 0 1 0 0,0 0-1 0 0,0 0 0 0 0,-1-1 1 0 0,-1 0-1 0 0,0 0 1 0 0,0 0-1 0 0,-1 0 0 0 0,0 0 1 0 0,0-11-1 0 0,-2-1 30 0 0,0 1 0 0 0,-2-1 1 0 0,0 0-1 0 0,-8-29 0 0 0,8 48-72 0 0,-3-3-2 0 0,2 2 2 0 0,-4-4-4 0 0,3-1-1 0 0,4-1-1 0 0,-1 1-6 0 0,0 0 1 0 0,2-1 6 0 0,0 2 5 0 0,-1 5-4 0 0,3-3-1 0 0,-2 3 4 0 0,0 0-1 0 0,0 0 0 0 0,-1 0 0 0 0,1 0 1 0 0,-1 0-1 0 0,0 0 0 0 0,0 0 1 0 0,0 0-1 0 0,0-5 0 0 0,-1-2 80 0 0,1 9-71 0 0,1-5 101 0 0,-2 13-47 0 0,8 186 281 0 0,-7-183-340 0 0,0 0 1 0 0,1-1-1 0 0,0 1 1 0 0,1 0-1 0 0,-1-1 0 0 0,2 1 1 0 0,3 9-1 0 0,-4-14-3 0 0,0 0-1 0 0,0 0 0 0 0,1-1 0 0 0,0 0 0 0 0,-1 1 0 0 0,1-1 0 0 0,1 0 0 0 0,-1 0 1 0 0,1 0-1 0 0,-1-1 0 0 0,1 0 0 0 0,0 1 0 0 0,0-1 0 0 0,7 3 0 0 0,-7-5-1 0 0,1 0 0 0 0,-1 0 1 0 0,1-1-1 0 0,0 1 0 0 0,-1-1 0 0 0,1 0 0 0 0,-1-1 0 0 0,1 1 0 0 0,0-1 0 0 0,-1 0 1 0 0,1 0-1 0 0,-1 0 0 0 0,1-1 0 0 0,5-2 0 0 0,23-5 56 0 0,-13 6-26 0 0,-14 1-28 0 0,0 1-1 0 0,-1 0 0 0 0,1 0 1 0 0,0 1-1 0 0,0-1 1 0 0,0 1-1 0 0,0 0 1 0 0,-1 1-1 0 0,1 0 1 0 0,0 0-1 0 0,0 0 0 0 0,7 3 1 0 0,-12-3-11 0 0,0-1 1 0 0,1 1-1 0 0,-1 0 0 0 0,0 0 0 0 0,0 0 1 0 0,0 0-1 0 0,1 1 0 0 0,-1-1 1 0 0,0 0-1 0 0,-1 0 0 0 0,1 1 1 0 0,0-1-1 0 0,0 0 0 0 0,0 1 1 0 0,0 1-1 0 0,1 2 3 0 0,0 1 4 0 0,0 0 0 0 0,0 1 0 0 0,0 0 0 0 0,-1-1-1 0 0,0 1 1 0 0,0 0 0 0 0,-1-1 0 0 0,0 1 0 0 0,0 0 0 0 0,0 0-1 0 0,-2 7 1 0 0,1 3 16 0 0,1-15-19 0 0,0 1 0 0 0,0 0 0 0 0,0 0 0 0 0,-1 0 0 0 0,1-1 0 0 0,-1 1 0 0 0,1 0 0 0 0,-1 0 0 0 0,0-1 0 0 0,0 1 0 0 0,0-1 0 0 0,0 1 0 0 0,-1-1 0 0 0,1 1 0 0 0,-1-1 0 0 0,1 0 0 0 0,-1 1 0 0 0,0-1 0 0 0,0 0 0 0 0,0 0 0 0 0,0 0 0 0 0,0-1 0 0 0,-1 1 0 0 0,1 0 0 0 0,0-1 0 0 0,-1 0 0 0 0,1 1 0 0 0,-1-1 0 0 0,1 0 0 0 0,-1 0 0 0 0,0-1 0 0 0,0 1 0 0 0,-2 0 0 0 0,-5-1 11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38.5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14672 0 0,'0'0'2871'0'0,"29"0"-2751"0"0,-16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39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130 392 11656 0 0,'26'4'107'0'0,"-10"-3"98"0"0,9 0 804 0 0,2 5-545 0 0,97-4-46 0 0,168-7-60 0 0,-263 2-346 0 0,191-16 39 0 0,-161 17-44 0 0,99 8 0 0 0,11 18 13 0 0,-145-22 9 0 0,-1-1 0 0 0,0-1 0 0 0,1 0 0 0 0,-1-2 0 0 0,0-1 0 0 0,0-1 0 0 0,0-1 0 0 0,0-1 0 0 0,-1 0 0 0 0,0-2 0 0 0,0-1 0 0 0,-1-1 0 0 0,26-15 0 0 0,-37 18 31 0 0,-1 0 0 0 0,1 0 0 0 0,10-11 0 0 0,-2 1 166 0 0,-16 16-102 0 0,2-11 783 0 0,-87 24 61 0 0,-64-9 7 0 0,-2-1-206 0 0,-280 41 341 0 0,378-40-948 0 0,-1-3 0 0 0,0-2-1 0 0,-74-12 1 0 0,73 6 55 0 0,-98-31 1 0 0,134 32-154 0 0,0 0 1 0 0,0-2 0 0 0,-25-16-1 0 0,36 21-40 0 0,5 4-20 0 0,1-1-1 0 0,-1 1 0 0 0,1 0 1 0 0,-1 0-1 0 0,1-1 1 0 0,-1 1-1 0 0,1-1 0 0 0,0 1 1 0 0,-1 0-1 0 0,1-1 0 0 0,-1 1 1 0 0,1-1-1 0 0,0 1 0 0 0,-1-1 1 0 0,1 1-1 0 0,0-1 1 0 0,0 0-1 0 0,-1 1 0 0 0,1-1 1 0 0,0 1-1 0 0,0-1 0 0 0,0 1 1 0 0,0-1-1 0 0,0 0 0 0 0,0 1 1 0 0,0-1-1 0 0,0 1 1 0 0,0-1-1 0 0,0 0 0 0 0,0 1 1 0 0,0-1-1 0 0,0 1 0 0 0,0-1 1 0 0,1 0-1 0 0,-1 1 0 0 0,0-1 1 0 0,0 1-1 0 0,1-1 1 0 0,-1 1-1 0 0,0-1 0 0 0,1 1 1 0 0,-1-1-1 0 0,0 1 0 0 0,1-1 1 0 0,17-12 91 0 0,0 8-67 0 0,0 2-1 0 0,0 0 1 0 0,0 2-1 0 0,27-1 1 0 0,-4 1 2 0 0,43-11 99 0 0,-1-4 0 0 0,145-46 1 0 0,-202 54-105 0 0,201-44 294 0 0,-208 49-269 0 0,0 0 0 0 0,1 1 0 0 0,20 0 0 0 0,-31 3-12 0 0,-1-1 1 0 0,1 2-1 0 0,0-1 1 0 0,-1 1-1 0 0,1 0 1 0 0,-1 1 0 0 0,0 0-1 0 0,10 5 1 0 0,-18-8-34 0 0,0 0 1 0 0,1 0-1 0 0,-1 0 1 0 0,1 0 0 0 0,-1 0-1 0 0,0 1 1 0 0,1-1-1 0 0,-1 0 1 0 0,0 0-1 0 0,1 0 1 0 0,-1 1 0 0 0,0-1-1 0 0,1 0 1 0 0,-1 1-1 0 0,0-1 1 0 0,1 0-1 0 0,-1 0 1 0 0,0 1 0 0 0,0-1-1 0 0,0 0 1 0 0,1 1-1 0 0,-1-1 1 0 0,0 1-1 0 0,0-1 1 0 0,0 0 0 0 0,0 1-1 0 0,0-1 1 0 0,0 1-1 0 0,1-1 1 0 0,-1 0-1 0 0,0 1 1 0 0,0-1 0 0 0,0 1-1 0 0,0-1 1 0 0,0 0-1 0 0,-1 1 1 0 0,1-1 0 0 0,0 1-1 0 0,0-1 1 0 0,0 0-1 0 0,0 1 1 0 0,0-1-1 0 0,-1 1 1 0 0,1-1 0 0 0,0 0-1 0 0,0 1 1 0 0,0-1-1 0 0,-1 0 1 0 0,1 1-1 0 0,0-1 1 0 0,-1 0 0 0 0,1 0-1 0 0,0 1 1 0 0,-1-1-1 0 0,1 0 1 0 0,0 0-1 0 0,-1 0 1 0 0,1 1 0 0 0,0-1-1 0 0,-1 0 1 0 0,0 0-1 0 0,-25 12 85 0 0,25-11-79 0 0,-22 5 37 0 0,-1-1 0 0 0,1-1 0 0 0,-26 2 0 0 0,30-4-22 0 0,-239 18 98 0 0,154-13-92 0 0,-20 1-16 0 0,12-2-4 0 0,-179 34 1 0 0,271-36-13 0 0,1 2 0 0 0,0 0 0 0 0,0 1 0 0 0,0 0 1 0 0,1 2-1 0 0,0 0 0 0 0,1 2 0 0 0,0 0 0 0 0,-17 14 0 0 0,-14 20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27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0 125 4616 0 0,'12'8'12'0'0,"4"2"4"0"0,-1-4 13 0 0,-13-6 1 0 0,4-38 634 0 0,-6 37 458 0 0,3 2-1100 0 0,-1 0-1 0 0,1 0 1 0 0,-1-1-1 0 0,1 1 1 0 0,-1-1-1 0 0,1 1 1 0 0,-1-1-1 0 0,1 0 1 0 0,-1 0-1 0 0,1 0 1 0 0,-1 0-1 0 0,1 0 1 0 0,0-1-1 0 0,-1 1 1 0 0,5-2-1 0 0,38-19 124 0 0,-4 2-26 0 0,1 1 50 0 0,16-2 38 0 0,83-1 238 0 0,-106 16-360 0 0,25-2 140 0 0,-46 7-212 0 0,8-1 82 0 0,1 1 1 0 0,-1 1 0 0 0,1 1 0 0 0,-1 1 0 0 0,0 1 0 0 0,37 11 0 0 0,-48-10-13 0 0,8 4 42 0 0,1 0 1 0 0,0-2-1 0 0,0 0 1 0 0,0-1-1 0 0,1-1 0 0 0,0-1 1 0 0,40 3-1 0 0,-23-9 30 0 0,1-2 0 0 0,55-13 0 0 0,41-4 168 0 0,-124 21-292 0 0,-1 0 0 0 0,0 1 0 0 0,18 4 0 0 0,11 1 51 0 0,101 12 161 0 0,37 2 44 0 0,49-22-75 0 0,-143-1-82 0 0,1 3 0 0 0,0 3 0 0 0,-1 5 0 0 0,159 34 0 0 0,-53 15 182 0 0,17 4 105 0 0,50-11 55 0 0,-198-39-329 0 0,0-3 0 0 0,83 1 0 0 0,118-13 230 0 0,-196 1-335 0 0,179-15 228 0 0,-32 1-69 0 0,-145 13-124 0 0,87-2 83 0 0,-9-3-54 0 0,-93 3-8 0 0,56 3 1 0 0,104-6 146 0 0,-102 2-158 0 0,-57 4-38 0 0,134 0 195 0 0,-1 8-39 0 0,-99-10-78 0 0,5 1 4 0 0,278 38 486 0 0,-106 5-157 0 0,-87-9-238 0 0,20 2 57 0 0,-185-32-264 0 0,47 6 136 0 0,105-6 0 0 0,-25-12 6 0 0,240-10 317 0 0,-199 29-269 0 0,4 2-2 0 0,48 2 33 0 0,84-1 75 0 0,-102-18-90 0 0,-9-3-23 0 0,53-5 49 0 0,-192 13-156 0 0,0 3 0 0 0,66 8-1 0 0,-60-2 10 0 0,95-4-1 0 0,162-31 201 0 0,-60 4-8 0 0,-234 24-227 0 0,0 1 0 0 0,0 2 0 0 0,33 5 0 0 0,98 24 178 0 0,-21-3 5 0 0,376 41 490 0 0,-395-53-508 0 0,-71-8-147 0 0,23 5 56 0 0,-9 4 7 0 0,-2 2-1 0 0,107 47 0 0 0,-139-51-85 0 0,1-1 0 0 0,0-2-1 0 0,1-2 1 0 0,66 12 0 0 0,-51-15 60 0 0,94 2 0 0 0,-102-11-49 0 0,1-1 1 0 0,-1-3-1 0 0,79-21 0 0 0,182-67 257 0 0,-283 87-301 0 0,2 2 0 0 0,-1 0-1 0 0,1 1 1 0 0,-1 1 0 0 0,25 0-1 0 0,-15 3 10 0 0,1-1 0 0 0,-1-2 0 0 0,33-8 0 0 0,-41 5-11 0 0,-1-1-1 0 0,35-15 1 0 0,-19 6 20 0 0,-27 13-30 0 0,-8 2-5 0 0,0 0 0 0 0,0 0 0 0 0,0 0 0 0 0,0-1 1 0 0,-1 1-1 0 0,1-1 0 0 0,0 0 0 0 0,-1 1 0 0 0,3-4 0 0 0,-3 3-5 0 0,0 0 0 0 0,-1 1 0 0 0,0 0 0 0 0,0 0 0 0 0,0 0 0 0 0,1 0 1 0 0,-1 0-1 0 0,1 0 0 0 0,-1 0 0 0 0,0 0 0 0 0,1 0 1 0 0,0 1-1 0 0,-1-1 0 0 0,4 0 0 0 0,4 0-1 0 0,57 1-17 0 0,-65 0 10 0 0,-29-1-103 0 0,-12-8 85 0 0,25 5 9 0 0,0 1 0 0 0,-22-3 1 0 0,-27-3-33 0 0,-158-5 23 0 0,126 5 24 0 0,-75 7 1 0 0,99 3 0 0 0,-25-4 1 0 0,1-3 0 0 0,-98-19 0 0 0,-199-32 20 0 0,-56 15 5 0 0,256 29-10 0 0,27 1 8 0 0,-171 11 0 0 0,46 0 22 0 0,233 0-30 0 0,19-2-4 0 0,-54-12 1 0 0,18 3 4 0 0,-13 0 7 0 0,-253-23 46 0 0,53 35-32 0 0,116 2-12 0 0,-2 0 22 0 0,-192 25 0 0 0,-7 22-16 0 0,229-32-76 0 0,-266-2 0 0 0,51-5-153 0 0,161 0 89 0 0,-3 3-99 0 0,113-5 74 0 0,1-3-1 0 0,-123-11 0 0 0,-99-26-18 0 0,43 25 79 0 0,114 7 43 0 0,-24 4 2 0 0,52 2 14 0 0,7 0 5 0 0,58-2 3 0 0,-88-5-1 0 0,-370-59 7 0 0,348 33-3 0 0,-225-22-10 0 0,380 48 13 0 0,-391-1-30 0 0,-117 39-441 0 0,232-23 172 0 0,78 1 140 0 0,-1-10-1 0 0,-217-22 1 0 0,90-39 78 0 0,188 27 63 0 0,105 21 13 0 0,1 1 0 0 0,-1 2 0 0 0,0 2 0 0 0,0 2 1 0 0,-57 7-1 0 0,-107 40-4 0 0,143-27 0 0 0,-100 12 1 0 0,11-28-9 0 0,118-4 17 0 0,1 1 1 0 0,0 2-1 0 0,-64 10 0 0 0,92-10 5 0 0,0 1 0 0 0,0 0 0 0 0,0 0 0 0 0,-10 6-1 0 0,17-8 4 0 0,-3-1 0 0 0,5 0 16 0 0,197 10 8 0 0,156 15-38 0 0,689 65-364 0 0,-276-6 192 0 0,-561-64 155 0 0,269 22-73 0 0,-105-12-5 0 0,-37 3 67 0 0,77 22-4 0 0,143 12 28 0 0,-98-48 1 0 0,-225-17 6 0 0,309 8-3 0 0,-1 31 31 0 0,-400-28 1 0 0,272-10 1 0 0,130-54 12 0 0,-480 43-31 0 0,370-35 27 0 0,-343 39-27 0 0,1 4 1 0 0,169 22-1 0 0,-7 27-6 0 0,-127-22-3 0 0,213 19 1 0 0,345-41-77 0 0,0-9-108 0 0,-189-28 102 0 0,-423 23 79 0 0,76-22 1 0 0,33-5 5 0 0,-78 19 4 0 0,91-8 20 0 0,-88 25 97 0 0,160 20 0 0 0,-196-18-37 0 0,-45-3-42 0 0,37 5 1 0 0,-1 2 133 0 0,0-3 0 0 0,98-7 0 0 0,-22-1 176 0 0,-78-5-102 0 0,-40 5-32 0 0,-12 1-68 0 0,-9 1-103 0 0,5 2-46 0 0,1 1 0 0 0,-1-1 0 0 0,1 0 0 0 0,-1 0 0 0 0,1 0 0 0 0,-1 0 1 0 0,1 0-1 0 0,0 0 0 0 0,0 0 0 0 0,0 0 0 0 0,-1-1 0 0 0,1 1 0 0 0,-1-3 0 0 0,-19-16 28 0 0,-4 6 8 0 0,19 10-33 0 0,-1 0 1 0 0,0 1-1 0 0,0-1 1 0 0,0 1 0 0 0,-8-2-1 0 0,-18-1-1 0 0,0 1-1 0 0,-59-1 1 0 0,54 4 1 0 0,-58-9 1 0 0,53 4 4 0 0,18 3-5 0 0,0-1-1 0 0,-39-13 1 0 0,-51-12 10 0 0,66 17-2 0 0,-1 2-1 0 0,0 2 1 0 0,-1 3 0 0 0,-58-1 0 0 0,-56-6 16 0 0,1-12 6 0 0,-136-15 8 0 0,-115-18 18 0 0,156 25-16 0 0,74 14-20 0 0,-402-26 32 0 0,-246 42 20 0 0,704-2-47 0 0,22 0-6 0 0,-679-45 153 0 0,424 19-88 0 0,167 18-46 0 0,-405-14 174 0 0,461 33-141 0 0,-142 25 0 0 0,143-13-28 0 0,-144 1 1 0 0,183-18-30 0 0,38 2 11 0 0,-1-4 0 0 0,-95-12 0 0 0,-172-37 87 0 0,260 44-98 0 0,0 3 1 0 0,0 3 0 0 0,-114 15-1 0 0,78 2 8 0 0,-171 51 1 0 0,219-52-22 0 0,-41 17 13 0 0,1 3 0 0 0,-92 50 0 0 0,42-17 0 0 0,-44 29-4 0 0,132-64-8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34.7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0 6328 0 0,'11'2'5'0'0,"-5"-1"2"0"0,4 1 7 0 0,5-2 18 0 0,8 1 16 0 0,-14-2-33 0 0,1 3 149 0 0,-10-2-87 0 0,-4-5-9 0 0,3 3 199 0 0,-6 2-177 0 0,1 1 0 0 0,-1 0-1 0 0,1 0 1 0 0,0 0 0 0 0,-1 1 0 0 0,1 0 0 0 0,0 0-1 0 0,0 0 1 0 0,0 1 0 0 0,1 0 0 0 0,-1 0 0 0 0,0 1-1 0 0,1-1 1 0 0,0 1 0 0 0,0 1 0 0 0,0-1 0 0 0,1 0-1 0 0,-1 1 1 0 0,1 0 0 0 0,0 0 0 0 0,0 1 0 0 0,1-1-1 0 0,-1 1 1 0 0,1-1 0 0 0,-4 13 0 0 0,7-17-81 0 0,-1 0 0 0 0,1 0 1 0 0,0-1-1 0 0,-1 1 1 0 0,1 0-1 0 0,0 0 0 0 0,0 0 1 0 0,0 0-1 0 0,0 0 0 0 0,0-1 1 0 0,0 1-1 0 0,0 0 1 0 0,0 0-1 0 0,0 0 0 0 0,0 0 1 0 0,0 0-1 0 0,1-1 1 0 0,-1 1-1 0 0,0 0 0 0 0,1 0 1 0 0,-1 0-1 0 0,0-1 0 0 0,1 1 1 0 0,-1 0-1 0 0,1 0 1 0 0,-1-1-1 0 0,1 1 0 0 0,0-1 1 0 0,-1 1-1 0 0,1 0 0 0 0,0-1 1 0 0,-1 1-1 0 0,1-1 1 0 0,0 1-1 0 0,-1-1 0 0 0,1 0 1 0 0,0 1-1 0 0,0-1 0 0 0,1 1 1 0 0,38 8 247 0 0,-31-7-216 0 0,23 2 49 0 0,39 8 305 0 0,-67-11-357 0 0,0 0 1 0 0,-1 1-1 0 0,1-1 1 0 0,0 1-1 0 0,-1 0 1 0 0,1 0-1 0 0,-1 0 0 0 0,1 0 1 0 0,-1 0-1 0 0,0 1 1 0 0,0-1-1 0 0,0 1 0 0 0,0 0 1 0 0,3 5-1 0 0,-4-4-8 0 0,-1 0-1 0 0,0 0 0 0 0,0 0 0 0 0,0 0 1 0 0,-1 0-1 0 0,1 0 0 0 0,-1 0 1 0 0,0 0-1 0 0,0 0 0 0 0,0 0 0 0 0,-1 0 1 0 0,1 0-1 0 0,-1 0 0 0 0,0 0 0 0 0,0 0 1 0 0,-1 0-1 0 0,-1 5 0 0 0,0-1 15 0 0,-5 16 69 0 0,-2-1 1 0 0,0 0-1 0 0,-2-1 0 0 0,0 0 1 0 0,-1-1-1 0 0,-1-1 0 0 0,-1 0 1 0 0,-1 0-1 0 0,-23 20 0 0 0,31-31 8 0 0,-2-1 0 0 0,1 0 0 0 0,-1 0 0 0 0,0-1 0 0 0,-1-1 0 0 0,0 0-1 0 0,0 0 1 0 0,-21 8 0 0 0,28-15-27 0 0,-2-4 38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36.8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0 455 10544 0 0,'12'3'21'0'0,"5"0"81"0"0,1 0 61 0 0,9 0 150 0 0,16 3 186 0 0,-17-1-327 0 0,-22-4-89 0 0,-1-1-1 0 0,0 0 0 0 0,0 0 1 0 0,0 0-1 0 0,1 0 0 0 0,-1 0 1 0 0,0 0-1 0 0,0-1 0 0 0,0 0 1 0 0,0 0-1 0 0,0 0 0 0 0,0 0 1 0 0,0 0-1 0 0,0 0 0 0 0,0-1 1 0 0,0 1-1 0 0,-1-1 0 0 0,1 0 1 0 0,0 0-1 0 0,3-4 0 0 0,4-3-18 0 0,-1-1-1 0 0,0-1 1 0 0,10-15-1 0 0,-12 17 69 0 0,8-12-106 0 0,-2 0 0 0 0,0-1 0 0 0,-1 0-1 0 0,-1-1 1 0 0,-1 0 0 0 0,-1-1 0 0 0,-1 0 0 0 0,-1 0 0 0 0,-1-1 0 0 0,-1 0 0 0 0,2-50 0 0 0,-7 70-28 0 0,0 0 1 0 0,-1-1-1 0 0,0 1 1 0 0,0 0-1 0 0,-1 0 1 0 0,1 0-1 0 0,-1 0 1 0 0,0 0-1 0 0,-4-6 1 0 0,0 6-5 0 0,5 5 6 0 0,1 0 0 0 0,-1 0 0 0 0,0 0 0 0 0,1 0 0 0 0,-1 0 0 0 0,0 0-1 0 0,1 1 1 0 0,-1-1 0 0 0,0 0 0 0 0,1 0 0 0 0,-1 1 0 0 0,0-1 0 0 0,1 0 0 0 0,-1 1 0 0 0,1-1-1 0 0,-1 0 1 0 0,1 1 0 0 0,-1-1 0 0 0,1 1 0 0 0,-1-1 0 0 0,1 1 0 0 0,-1-1 0 0 0,1 1-1 0 0,-1-1 1 0 0,1 1 0 0 0,0 0 0 0 0,-1-1 0 0 0,1 1 0 0 0,0 0 0 0 0,0-1 0 0 0,-1 2 0 0 0,-8 19-1 0 0,1 0 0 0 0,1 1 0 0 0,1 0 1 0 0,0 0-1 0 0,-3 36 0 0 0,-1 116-1 0 0,9-168 6 0 0,1 0 0 0 0,0 0 0 0 0,0 0-1 0 0,1 0 1 0 0,0 0 0 0 0,0 0 0 0 0,1 0 0 0 0,-1 0 0 0 0,1 0 0 0 0,0 0 0 0 0,5 7 0 0 0,-6-12 45 0 0,13-14 14 0 0,-3 0-22 0 0,0 0 0 0 0,-1 0 1 0 0,0-1-1 0 0,-1 0 0 0 0,10-21 0 0 0,25-37 286 0 0,-27 56-140 0 0,-16 16-54 0 0,0 0-115 0 0,-1 0 0 0 0,1 0 0 0 0,-1 0-1 0 0,1 0 1 0 0,-1 0 0 0 0,1 0 0 0 0,-1 0 0 0 0,1 0-1 0 0,-1 0 1 0 0,1 0 0 0 0,-1 0 0 0 0,0 0 0 0 0,1 1-1 0 0,-1-1 1 0 0,1 0 0 0 0,-1 0 0 0 0,1 1 0 0 0,-1-1-1 0 0,0 0 1 0 0,1 1 0 0 0,-1-1 0 0 0,1 1 0 0 0,3 13 193 0 0,-3-10-126 0 0,-1 0-1 0 0,1 0 1 0 0,1 0 0 0 0,-1 0-1 0 0,0 0 1 0 0,1 0 0 0 0,0 0 0 0 0,0 0-1 0 0,4 5 1 0 0,-4-9-66 0 0,0-1 1 0 0,-1 1-1 0 0,1-1 0 0 0,-1 1 1 0 0,1-1-1 0 0,-1 0 0 0 0,1 0 0 0 0,-1 0 1 0 0,1 0-1 0 0,-1 0 0 0 0,0 0 0 0 0,0 0 1 0 0,1 0-1 0 0,-1 0 0 0 0,0-1 0 0 0,0 1 1 0 0,1-2-1 0 0,23-29 343 0 0,-24 30-179 0 0,0 3-165 0 0,0 0 0 0 0,-1 0 0 0 0,1-1 0 0 0,-1 1 0 0 0,1 0 0 0 0,-1 0 0 0 0,1 0 0 0 0,-1 0 0 0 0,0-1 1 0 0,1 1-1 0 0,-1 0 0 0 0,0 0 0 0 0,0 0 0 0 0,1 0 0 0 0,-1 0 0 0 0,0 0 0 0 0,0 0 0 0 0,0 0 0 0 0,0 0 0 0 0,0 0 0 0 0,-1 0 0 0 0,1 0 0 0 0,0 0 0 0 0,-1 46 34 0 0,1-25 10 0 0,8 38 78 0 0,-3-32-19 0 0,-5-27-115 0 0,0 0-1 0 0,0-1 1 0 0,0 1 0 0 0,0 0-1 0 0,0-1 1 0 0,0 1-1 0 0,0 0 1 0 0,0-1 0 0 0,1 1-1 0 0,-1 0 1 0 0,0-1-1 0 0,0 1 1 0 0,0 0 0 0 0,1-1-1 0 0,-1 1 1 0 0,0-1-1 0 0,1 1 1 0 0,-1 0 0 0 0,1-1-1 0 0,-1 1 1 0 0,0-1-1 0 0,1 1 1 0 0,-1-1 0 0 0,1 0-1 0 0,0 1 1 0 0,-1-1-1 0 0,1 1 1 0 0,-1-1 0 0 0,1 0-1 0 0,-1 1 1 0 0,1-1-1 0 0,0 0 1 0 0,-1 0 0 0 0,1 0-1 0 0,0 1 1 0 0,-1-1-1 0 0,1 0 1 0 0,0 0 0 0 0,-1 0-1 0 0,1 0 1 0 0,0 0-1 0 0,-1 0 1 0 0,1 0 0 0 0,0 0-1 0 0,-1-1 1 0 0,1 1-1 0 0,0 0 1 0 0,-1 0 0 0 0,1 0-1 0 0,0-1 1 0 0,-1 1-1 0 0,1 0 1 0 0,0-1 0 0 0,2-1 9 0 0,0 0 1 0 0,-1 0-1 0 0,1 0 1 0 0,-1 0 0 0 0,1 0-1 0 0,-1-1 1 0 0,0 1 0 0 0,0-1-1 0 0,2-3 1 0 0,1-3 17 0 0,-1-1-1 0 0,0 0 1 0 0,-1 0 0 0 0,2-12 0 0 0,8-22 59 0 0,-11 35-75 0 0,0 1 0 0 0,0-1 0 0 0,-1 0 0 0 0,-1 1 0 0 0,1-1 1 0 0,-1 0-1 0 0,-1 1 0 0 0,0-1 0 0 0,0 0 0 0 0,0 1 0 0 0,-1-1 0 0 0,-1 1 1 0 0,-5-15-1 0 0,8 22-15 0 0,-1 1 1 0 0,1-1-1 0 0,0 0 0 0 0,-1 0 1 0 0,1 0-1 0 0,-1 1 1 0 0,1-1-1 0 0,-1 0 1 0 0,1 0-1 0 0,-1 1 1 0 0,1-1-1 0 0,-1 0 0 0 0,0 1 1 0 0,1-1-1 0 0,-1 1 1 0 0,0-1-1 0 0,1 1 1 0 0,-1-1-1 0 0,0 1 0 0 0,0 0 1 0 0,0-1-1 0 0,0 1 1 0 0,1 0-1 0 0,-1-1 1 0 0,0 1-1 0 0,0 0 1 0 0,0 0-1 0 0,0 0 0 0 0,0 0 1 0 0,0 0-1 0 0,1 0 1 0 0,-1 0-1 0 0,0 0 1 0 0,-1 1-1 0 0,0 0 7 0 0,-8 31 14 0 0,10-26-19 0 0,0 1 1 0 0,0 0-1 0 0,0 0 0 0 0,2 12 1 0 0,1 12 14 0 0,-3-26-15 0 0,1 1 0 0 0,-1-1-1 0 0,1 0 1 0 0,0 1 0 0 0,1-1-1 0 0,-1 0 1 0 0,1 0-1 0 0,0 0 1 0 0,0 0 0 0 0,0-1-1 0 0,1 1 1 0 0,4 6-1 0 0,-5-9 1 0 0,-1 0-1 0 0,1 1 1 0 0,0-1-1 0 0,0 0 1 0 0,0 0-1 0 0,1 0 0 0 0,-1-1 1 0 0,0 1-1 0 0,1-1 1 0 0,-1 1-1 0 0,1-1 1 0 0,-1 0-1 0 0,1 0 0 0 0,0 0 1 0 0,-1 0-1 0 0,1 0 1 0 0,0 0-1 0 0,0-1 1 0 0,-1 0-1 0 0,1 1 0 0 0,0-1 1 0 0,0 0-1 0 0,4-1 1 0 0,-4 0 3 0 0,-1 0 0 0 0,1 0 0 0 0,-1 0 0 0 0,0 0 0 0 0,1 0 0 0 0,-1-1 0 0 0,0 1 0 0 0,0-1 0 0 0,0 0 0 0 0,0 1-1 0 0,0-1 1 0 0,0 0 0 0 0,-1 0 0 0 0,4-4 0 0 0,19-35 79 0 0,-17 30-64 0 0,-2 2 9 0 0,-1 1 1 0 0,1-1 0 0 0,-1 0-1 0 0,-1 0 1 0 0,1 0 0 0 0,-2 0-1 0 0,3-14 1 0 0,-4 21-4 0 0,3-5 115 0 0,-7 20-133 0 0,1 0 1 0 0,1-1 0 0 0,-1 1-1 0 0,2 0 1 0 0,0 0 0 0 0,2 13-1 0 0,-1 29 10 0 0,-7 26 30 0 0,-20 91 0 0 0,21-151-33 0 0,-14 35 0 0 0,0-2 37 0 0,18-50-24 0 0,2-7-10 0 0,3-13-3 0 0,8-31-5 0 0,-10 39-11 0 0,1-12 2 0 0,1-1 1 0 0,1 1-1 0 0,1-1 1 0 0,1 2-1 0 0,1-1 1 0 0,19-35-1 0 0,-11 21-3 0 0,-8 22 0 0 0,-7 11 0 0 0,-1 0 0 0 0,1 1 0 0 0,0-1 0 0 0,-1 0 0 0 0,1 1 0 0 0,0-1 0 0 0,0 1 0 0 0,-1-1 0 0 0,1 1 0 0 0,0-1 0 0 0,0 1 0 0 0,0-1 0 0 0,0 1 0 0 0,0 0 0 0 0,-1-1 0 0 0,1 1 0 0 0,0 0 0 0 0,2 0 0 0 0,1 2 2 0 0,-2-1-1 0 0,0 0-1 0 0,0 0 1 0 0,-1 0 0 0 0,1 0 0 0 0,-1 0 0 0 0,1 0-1 0 0,-1 0 1 0 0,1 1 0 0 0,-1-1 0 0 0,1 1 0 0 0,-1-1 0 0 0,0 1-1 0 0,0-1 1 0 0,0 1 0 0 0,0 0 0 0 0,0-1 0 0 0,0 1-1 0 0,0 0 1 0 0,-1 0 0 0 0,1 2 0 0 0,13 41 15 0 0,-13-39-17 0 0,1-2 7 0 0,2 2 2 0 0,-2-5 0 0 0,-2-1-7 0 0,1 0 1 0 0,-1 0-1 0 0,1 0 0 0 0,-1-1 0 0 0,1 1 0 0 0,0 0 0 0 0,-1-1 0 0 0,1 1 0 0 0,-1 0 0 0 0,1-1 0 0 0,-1 1 0 0 0,1-1 1 0 0,-1 1-1 0 0,0-1 0 0 0,1 1 0 0 0,-1-1 0 0 0,0 1 0 0 0,1-1 0 0 0,-1 1 0 0 0,0-1 0 0 0,1 0 0 0 0,18-91 67 0 0,8-47 90 0 0,-20 120-60 0 0,-3 16-20 0 0,-2 12 0 0 0,-1 68 254 0 0,12 84 0 0 0,1-133-99 0 0,-14-27-228 0 0,0-1 1 0 0,0 1-1 0 0,0-1 1 0 0,1 1-1 0 0,-1-1 1 0 0,0 1 0 0 0,0-1-1 0 0,1 1 1 0 0,-1-1-1 0 0,0 1 1 0 0,1-1 0 0 0,-1 1-1 0 0,1-1 1 0 0,-1 1-1 0 0,0-1 1 0 0,1 0-1 0 0,-1 1 1 0 0,1-1 0 0 0,-1 0-1 0 0,1 0 1 0 0,-1 1-1 0 0,1-1 1 0 0,-1 0-1 0 0,1 0 1 0 0,-1 0 0 0 0,1 1-1 0 0,0-1 1 0 0,-1 0-1 0 0,1 0 1 0 0,-1 0-1 0 0,1 0 1 0 0,-1 0 0 0 0,1 0-1 0 0,0 0 1 0 0,-1 0-1 0 0,1-1 1 0 0,-1 1 0 0 0,1 0-1 0 0,-1 0 1 0 0,1 0-1 0 0,-1-1 1 0 0,1 1-1 0 0,-1 0 1 0 0,1 0 0 0 0,-1-1-1 0 0,1 1 1 0 0,-1 0-1 0 0,1-1 1 0 0,-1 1-1 0 0,0-1 1 0 0,1 1 0 0 0,-1-1-1 0 0,1 1 1 0 0,-1 0-1 0 0,0-1 1 0 0,0 1-1 0 0,1-1 1 0 0,-1 0 0 0 0,12-23 86 0 0,-1 2 75 0 0,23-36-1 0 0,1 14 74 0 0,-35 44-236 0 0,0-1-1 0 0,0 1 1 0 0,1-1 0 0 0,-1 1-1 0 0,0-1 1 0 0,0 1 0 0 0,0-1 0 0 0,1 1-1 0 0,-1 0 1 0 0,0-1 0 0 0,0 1-1 0 0,1-1 1 0 0,-1 1 0 0 0,0 0 0 0 0,1-1-1 0 0,-1 1 1 0 0,0 0 0 0 0,1 0-1 0 0,-1-1 1 0 0,1 1 0 0 0,-1 0 0 0 0,0 0-1 0 0,1-1 1 0 0,-1 1 0 0 0,1 0-1 0 0,-1 0 1 0 0,1 0 0 0 0,-1 0-1 0 0,1 0 1 0 0,-1 0 0 0 0,1 0 0 0 0,-1 0-1 0 0,1 0 1 0 0,-1 0 0 0 0,0 0-1 0 0,2 0 1 0 0,8 16 76 0 0,0 24 11 0 0,-10 7 14 0 0,-1-38-71 0 0,1 0-1 0 0,0 1 1 0 0,1-1 0 0 0,0 0 0 0 0,2 9 0 0 0,-3-16 25 0 0,2-5-50 0 0,1 0 1 0 0,-1 1-1 0 0,0-1 1 0 0,0 0 0 0 0,-1 0-1 0 0,1 0 1 0 0,-1-1 0 0 0,2-2-1 0 0,4-8 17 0 0,1 1 0 0 0,0 0 0 0 0,1 0-1 0 0,1 1 1 0 0,10-11 0 0 0,-15 18-16 0 0,0 0 1 0 0,0 1-1 0 0,1 0 0 0 0,-1 0 1 0 0,1 0-1 0 0,0 0 0 0 0,12-5 1 0 0,-15 7-6 0 0,22-25 4 0 0,-14 14-9 0 0,-11 9 0 0 0,1-1 0 0 0,21-22 0 0 0,-22 26 0 0 0,0 1 0 0 0,0 0 0 0 0,0 0 0 0 0,0 0 0 0 0,0-1 0 0 0,0 1 0 0 0,0 0 0 0 0,0 0 0 0 0,0 0 0 0 0,0 0 0 0 0,1-1 0 0 0,-1 1 0 0 0,0 0 0 0 0,0 0 0 0 0,0 0 0 0 0,0 0 0 0 0,0-1 0 0 0,1 1 0 0 0,-1 0 0 0 0,0 0 0 0 0,0 0 0 0 0,0 0 0 0 0,1 0 0 0 0,-1 0 0 0 0,0 0 0 0 0,0 0 0 0 0,0 0 0 0 0,1 0 0 0 0,-1-1 0 0 0,0 1 0 0 0,0 0 0 0 0,0 0 0 0 0,1 0 0 0 0,-1 0 0 0 0,0 0 0 0 0,0 1 0 0 0,0-1 0 0 0,1 0 0 0 0,-1 0 0 0 0,0 0 0 0 0,0 0 0 0 0,0 0 0 0 0,1 0 0 0 0,-1 0 0 0 0,0 0 0 0 0,0 0 0 0 0,0 0 0 0 0,0 1 0 0 0,1-1 0 0 0,-1 0 0 0 0,0 0 0 0 0,0 0 0 0 0,0 0 0 0 0,0 1 0 0 0,0-1 0 0 0,1 0 0 0 0,-1 0 0 0 0,0 0 0 0 0,0 0 0 0 0,0 1 0 0 0,0-1 0 0 0,0 0 0 0 0,0 0 0 0 0,0 0 0 0 0,0 1 0 0 0,0-1 0 0 0,0 0 0 0 0,1 17 0 0 0,-1-15 0 0 0,-1 24 0 0 0,-1-13-5 0 0,2 1 1 0 0,0-1 0 0 0,0 1 0 0 0,1-1 0 0 0,4 17 0 0 0,-5-26-1 0 0,1-1-1 0 0,0 0 1 0 0,0 1 0 0 0,-1-1 0 0 0,2 0-1 0 0,-1 1 1 0 0,0-1 0 0 0,1 0 0 0 0,2 4-1 0 0,-3-6 1 0 0,1 1-1 0 0,-1-1 1 0 0,1 0-1 0 0,-1 0 1 0 0,1-1-1 0 0,-1 1 1 0 0,1 0-1 0 0,-1 0 1 0 0,1-1-1 0 0,0 1 1 0 0,-1-1-1 0 0,1 1 1 0 0,0-1-1 0 0,0 0 1 0 0,0 0-1 0 0,-1 1 1 0 0,1-1-1 0 0,3-1 1 0 0,-3 2-2 0 0,-1-1 0 0 0,1 1 0 0 0,0 0 0 0 0,0-1 1 0 0,-1 1-1 0 0,1 0 0 0 0,0 0 0 0 0,-1 0 0 0 0,1 1 0 0 0,-1-1 1 0 0,0 0-1 0 0,1 0 0 0 0,-1 1 0 0 0,0-1 0 0 0,0 1 1 0 0,1-1-1 0 0,-1 1 0 0 0,0 0 0 0 0,0 2 0 0 0,16 33-48 0 0,-12-13 32 0 0,0-1 0 0 0,-1 1 1 0 0,-2 0-1 0 0,0-1 0 0 0,-4 42 1 0 0,-1-51 11 0 0,-4 7-4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37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15072 0 0,'0'0'0'0'0,"24"9"0"0"0,3-9 240 0 0,-3-2 8 0 0,-7-1 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38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1 534 12760 0 0,'0'0'281'0'0,"4"-3"6"0"0,8-6-201 0 0,-3 4 444 0 0,0-1-1 0 0,-1-1 1 0 0,1 0 0 0 0,9-10-1 0 0,-5 3-251 0 0,1 1 1 0 0,19-14-1 0 0,-5 4 30 0 0,-14 5-188 0 0,-12 16-118 0 0,-4 7-5 0 0,-8 10-8 0 0,8-13 9 0 0,-10 19-18 0 0,0 2-1 0 0,1-1 0 0 0,1 1 0 0 0,1 1 0 0 0,-10 39 0 0 0,17-53 8 0 0,1 1-1 0 0,0 0 0 0 0,0 0 1 0 0,1 0-1 0 0,0 0 0 0 0,1 0 1 0 0,1 0-1 0 0,2 13 0 0 0,-4-23 14 0 0,1 0-1 0 0,-1 1 0 0 0,0-1 1 0 0,1 0-1 0 0,-1 0 0 0 0,0 1 0 0 0,1-1 1 0 0,0 0-1 0 0,-1 0 0 0 0,1 0 1 0 0,0 1-1 0 0,0-1 0 0 0,-1 0 0 0 0,1 0 1 0 0,0 0-1 0 0,0 0 0 0 0,0 0 1 0 0,0-1-1 0 0,0 1 0 0 0,1 0 0 0 0,-1 0 1 0 0,0-1-1 0 0,0 1 0 0 0,0-1 1 0 0,1 1-1 0 0,-1-1 0 0 0,0 1 0 0 0,1-1 1 0 0,-1 0-1 0 0,0 0 0 0 0,1 0 1 0 0,-1 1-1 0 0,0-1 0 0 0,1 0 0 0 0,-1-1 1 0 0,0 1-1 0 0,1 0 0 0 0,-1 0 1 0 0,0-1-1 0 0,1 1 0 0 0,-1 0 0 0 0,0-1 1 0 0,0 1-1 0 0,1-1 0 0 0,-1 0 1 0 0,1 0-1 0 0,8-5-6 0 0,-1 0-1 0 0,0 0 1 0 0,0-1-1 0 0,12-11 1 0 0,-14 11 5 0 0,93-93 11 0 0,-40 37-2 0 0,35-40 127 0 0,-95 102-130 0 0,1 1 0 0 0,-1 0 0 0 0,0 0 1 0 0,1-1-1 0 0,-1 1 0 0 0,0 0 0 0 0,1 0 0 0 0,-1-1 0 0 0,0 1 1 0 0,1 0-1 0 0,-1-1 0 0 0,0 1 0 0 0,0 0 0 0 0,0-1 1 0 0,1 1-1 0 0,-1-1 0 0 0,0 1 0 0 0,0 0 0 0 0,0-1 0 0 0,0 1 1 0 0,0-1-1 0 0,0 1 0 0 0,0-1 0 0 0,0 1 0 0 0,0 0 0 0 0,0-1 1 0 0,0 1-1 0 0,0-1 0 0 0,0 1 0 0 0,0 0 0 0 0,0-1 1 0 0,0 1-1 0 0,0-1 0 0 0,0 1 0 0 0,-1 0 0 0 0,1-1 0 0 0,0 1 1 0 0,-1-1-1 0 0,1 1 1 0 0,-1 0-1 0 0,0 0 1 0 0,1 0 0 0 0,-1 0 0 0 0,1 0 0 0 0,-1 0-1 0 0,0 0 1 0 0,1 0 0 0 0,-1 0 0 0 0,0 0 0 0 0,1 0-1 0 0,-1 0 1 0 0,0 0 0 0 0,1 1 0 0 0,-1-1 0 0 0,1 0-1 0 0,-1 1 1 0 0,1-1 0 0 0,-1 0 0 0 0,0 1 0 0 0,1-1-1 0 0,-1 1 1 0 0,-8 9 22 0 0,0 1 0 0 0,0 0 0 0 0,1 1 0 0 0,1-1 0 0 0,0 1 0 0 0,-10 26 0 0 0,14-31-17 0 0,-6 12 20 0 0,1 2 0 0 0,1-1 0 0 0,0 1 0 0 0,-5 37 0 0 0,8-17 75 0 0,1 58 1 0 0,3-98-102 0 0,0-1 0 0 0,0 1 0 0 0,0 0 0 0 0,1 0 0 0 0,-1-1-1 0 0,0 1 1 0 0,0 0 0 0 0,1 0 0 0 0,-1-1 0 0 0,1 1 0 0 0,-1 0 0 0 0,0-1 0 0 0,1 1 0 0 0,-1-1-1 0 0,1 1 1 0 0,0-1 0 0 0,-1 1 0 0 0,1-1 0 0 0,-1 1 0 0 0,1-1 0 0 0,0 1 0 0 0,-1-1 0 0 0,1 0-1 0 0,0 1 1 0 0,-1-1 0 0 0,1 0 0 0 0,0 1 0 0 0,0-1 0 0 0,-1 0 0 0 0,1 0 0 0 0,0 0 0 0 0,0 0 0 0 0,0 0-1 0 0,-1 0 1 0 0,1 0 0 0 0,0 0 0 0 0,0 0 0 0 0,-1 0 0 0 0,1 0 0 0 0,0-1 0 0 0,0 1 0 0 0,-1 0-1 0 0,1 0 1 0 0,0-1 0 0 0,0 1 0 0 0,-1-1 0 0 0,1 1 0 0 0,1-1 0 0 0,7-8 13 0 0,0-1 0 0 0,-1 1-1 0 0,0-1 1 0 0,0-1 0 0 0,-1 1 0 0 0,-1-1 0 0 0,8-16 0 0 0,28-86 84 0 0,-33 88-76 0 0,-5 9 11 0 0,-1 0 1 0 0,0 0-1 0 0,-1 0 0 0 0,-1-29 0 0 0,3 79 94 0 0,1-1 0 0 0,16 57 0 0 0,-16-82-84 0 0,-1 0-1 0 0,1 0 1 0 0,10 13 0 0 0,-14-20-36 0 0,28-23 234 0 0,-11 3-139 0 0,-2-2-1 0 0,26-40 1 0 0,-13 17 10 0 0,-21 31-56 0 0,-4 7-29 0 0,0 0 0 0 0,0 0 0 0 0,1 0 0 0 0,-1 0 0 0 0,1 1 0 0 0,0 0 0 0 0,1 0 0 0 0,-1 0 0 0 0,1 0 0 0 0,0 1 0 0 0,10-5 0 0 0,-15 8-23 0 0,1 0-1 0 0,0 0 1 0 0,-1 0-1 0 0,1 0 1 0 0,0-1-1 0 0,-1 1 1 0 0,1-1 0 0 0,-1 1-1 0 0,0-1 1 0 0,0 1-1 0 0,1-1 1 0 0,-1 0-1 0 0,0 1 1 0 0,0-1-1 0 0,0 0 1 0 0,-1 0 0 0 0,1 0-1 0 0,0 0 1 0 0,0-2-1 0 0,5-43 28 0 0,-5 34-20 0 0,0-40-10 0 0,-3 0 1 0 0,-1 1 0 0 0,-16-80-1 0 0,15 115-7 0 0,4 29-4 0 0,3 32-5 0 0,10 38 3 0 0,35 124 0 0 0,-28-158 1 0 0,-19-37 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38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12864 0 0,'53'9'930'0'0,"27"-4"-79"0"0,-22-2 270 0 0,-43-3-940 0 0,-1 0 1 0 0,24-4-1 0 0,0-1 203 0 0,-21 5-207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39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1 109 11256 0 0,'5'-2'96'0'0,"2"-1"44"0"0,1-1 0 0 0,-1 0 0 0 0,0 0 0 0 0,10-9 0 0 0,-16 12-6 0 0,38-26 542 0 0,-34 20-663 0 0,1 3 35 0 0,45-20 35 0 0,-48 22-75 0 0,4-4-6 0 0,2 0-2 0 0,-2 5-2 0 0,-33 19-20 0 0,18-16 22 0 0,-31 20 0 0 0,29-14 2 0 0,2-1 10 0 0,6-4 5 0 0,0-1 0 0 0,0 1 0 0 0,0-1 0 0 0,0 1 0 0 0,0 0 0 0 0,1 0 0 0 0,-1 0 0 0 0,1 0 0 0 0,0 0 0 0 0,0 0 0 0 0,0 0 0 0 0,1 0 0 0 0,-1 1 0 0 0,1-1 0 0 0,-1 0 0 0 0,1 0 0 0 0,0 1 0 0 0,1 4 0 0 0,-1-3 27 0 0,1 1 1 0 0,1 0 0 0 0,-1-1-1 0 0,1 1 1 0 0,0-1 0 0 0,0 0-1 0 0,0 1 1 0 0,1-1 0 0 0,3 5 0 0 0,-5-8 3 0 0,1 2 11 0 0,1 0 1 0 0,-1-1-1 0 0,1 1 1 0 0,-1-1 0 0 0,1 0-1 0 0,0 1 1 0 0,0-2-1 0 0,0 1 1 0 0,7 4 0 0 0,-7-4-1 0 0,18 11 280 0 0,-21-13-316 0 0,1-1-1 0 0,0 0 0 0 0,-1 1 1 0 0,1-1-1 0 0,-1 1 0 0 0,1-1 1 0 0,0 0-1 0 0,-1 1 1 0 0,1-1-1 0 0,0 0 0 0 0,0 0 1 0 0,-1 0-1 0 0,1 0 0 0 0,0 1 1 0 0,0-1-1 0 0,-1 0 0 0 0,1 0 1 0 0,0 0-1 0 0,-1 0 0 0 0,1-1 1 0 0,0 1-1 0 0,0 0 0 0 0,-1 0 1 0 0,1 0-1 0 0,1-1 1 0 0,37-31 391 0 0,-37 31-379 0 0,-1-1-6 0 0,0 1-1 0 0,0 0 1 0 0,0-1 0 0 0,0 1-1 0 0,1 0 1 0 0,-1 0 0 0 0,0 0-1 0 0,1 0 1 0 0,-1 0 0 0 0,1 0-1 0 0,-1 0 1 0 0,1 0 0 0 0,-1 0-1 0 0,1 1 1 0 0,-1-1 0 0 0,1 1-1 0 0,0-1 1 0 0,-1 1 0 0 0,3-1-1 0 0,-2 1 253 0 0,-1-1-270 0 0,0 0 0 0 0,-1 0-1 0 0,1 0 1 0 0,0 0 0 0 0,0 0-1 0 0,0 0 1 0 0,-1-1 0 0 0,1 1-1 0 0,0 0 1 0 0,-1-1 0 0 0,1 1-1 0 0,-1 0 1 0 0,0-1 0 0 0,1-1 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1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0 393 10848 0 0,'14'-4'18'0'0,"7"0"36"0"0,-16 4 7 0 0,0-1-1 0 0,0 0 1 0 0,-1 0-1 0 0,1 0 1 0 0,0 0-1 0 0,0-1 1 0 0,-1 0-1 0 0,1 0 1 0 0,5-4-1 0 0,22-21 1648 0 0,-1 16-1292 0 0,-26 7-393 0 0,-1 1 0 0 0,1 1-1 0 0,1-1 1 0 0,-1 0 0 0 0,0 1 0 0 0,1 0 0 0 0,8-2 0 0 0,6-14 30 0 0,-13 10-50 0 0,2-1-3 0 0,0 2 1 0 0,-24 28 22 0 0,6-14-16 0 0,1 0 1 0 0,-1 1 0 0 0,1 0 0 0 0,1 1 0 0 0,0-1 0 0 0,0 1 0 0 0,0 1 0 0 0,1-1 0 0 0,1 1-1 0 0,0 0 1 0 0,-8 21 0 0 0,3-10 34 0 0,7-15-27 0 0,0 1-1 0 0,0-1 0 0 0,1 1 0 0 0,-4 13 1 0 0,6-18-6 0 0,-1 0 0 0 0,1 0-1 0 0,0 0 1 0 0,0 0 0 0 0,0 0 0 0 0,0 0 0 0 0,1 0 0 0 0,-1 0 0 0 0,0 0-1 0 0,1-1 1 0 0,0 1 0 0 0,-1 0 0 0 0,1 0 0 0 0,0 0 0 0 0,0 0 0 0 0,0-1-1 0 0,0 1 1 0 0,0 0 0 0 0,0-1 0 0 0,1 1 0 0 0,-1-1 0 0 0,3 3 0 0 0,5 2 29 0 0,-1 1 1 0 0,1-1 0 0 0,1-1 0 0 0,-1 0 0 0 0,1 0-1 0 0,0-1 1 0 0,0 0 0 0 0,1-1 0 0 0,-1 0 0 0 0,1 0-1 0 0,0-1 1 0 0,17 1 0 0 0,-12-2 5 0 0,1-1 0 0 0,-1-1-1 0 0,0 0 1 0 0,1-1 0 0 0,-1-1 0 0 0,0 0-1 0 0,24-9 1 0 0,-35 10-27 0 0,1-1 0 0 0,0-1-1 0 0,-1 1 1 0 0,0-1 0 0 0,0 1-1 0 0,0-1 1 0 0,0-1 0 0 0,-1 1 0 0 0,0-1-1 0 0,0 0 1 0 0,0 0 0 0 0,0 0-1 0 0,-1 0 1 0 0,5-9 0 0 0,1-4 45 0 0,-1-1 1 0 0,11-38 0 0 0,-12 31-8 0 0,-2-1 1 0 0,0 0 0 0 0,-2 0-1 0 0,1-43 1 0 0,-4 53-21 0 0,-1 1 0 0 0,-1-1 0 0 0,0 1-1 0 0,-1-1 1 0 0,-1 1 0 0 0,0 0 0 0 0,-1 0 0 0 0,-12-24 0 0 0,-2 11 66 0 0,18 27-92 0 0,0 1 0 0 0,-1 0 0 0 0,1 0 0 0 0,0 0 0 0 0,0-1 0 0 0,-1 1 0 0 0,1 0 0 0 0,0 1 0 0 0,-1-1 0 0 0,1 0 0 0 0,-1 0 0 0 0,1 1 0 0 0,-1-1 0 0 0,1 0 0 0 0,-1 1 0 0 0,-3-1 1 0 0,4 2-3 0 0,0-1 1 0 0,0 1-1 0 0,0-1 1 0 0,0 1-1 0 0,0-1 1 0 0,0 1-1 0 0,0 0 1 0 0,0 0-1 0 0,0-1 1 0 0,0 1-1 0 0,1 0 1 0 0,-1 0 0 0 0,0 0-1 0 0,1 0 1 0 0,-1 0-1 0 0,0 0 1 0 0,1 0-1 0 0,-1 0 1 0 0,0 3-1 0 0,0-1 0 0 0,-4 8 24 0 0,1 1 1 0 0,0 0 0 0 0,1 1-1 0 0,0-1 1 0 0,1 0 0 0 0,0 1-1 0 0,1-1 1 0 0,1 26 0 0 0,-2 13 44 0 0,-1 36 80 0 0,4-1-1 0 0,14 99 1 0 0,-5-144-8 0 0,-10-40-145 0 0,0-1 0 0 0,0 0-1 0 0,0 1 1 0 0,0-1 0 0 0,0 0 0 0 0,0 1 0 0 0,0-1 0 0 0,0 0 0 0 0,0 0-1 0 0,0 1 1 0 0,0-1 0 0 0,0 0 0 0 0,0 1 0 0 0,0-1 0 0 0,1 0 0 0 0,-1 0-1 0 0,0 1 1 0 0,0-1 0 0 0,0 0 0 0 0,0 0 0 0 0,1 1 0 0 0,-1-1 0 0 0,0 0-1 0 0,0 0 1 0 0,1 0 0 0 0,-1 1 0 0 0,0-1 0 0 0,0 0 0 0 0,1 0 0 0 0,-1 0-1 0 0,0 0 1 0 0,1 0 0 0 0,-1 0 0 0 0,0 1 0 0 0,0-1 0 0 0,1 0 0 0 0,-1 0-1 0 0,0 0 1 0 0,1 0 0 0 0,-1 0 0 0 0,0 0 0 0 0,1 0 0 0 0,-1 0 0 0 0,0 0-1 0 0,0 0 1 0 0,1-1 0 0 0,-1 1 0 0 0,0 0 0 0 0,1 0 0 0 0,-1 0 0 0 0,0 0-1 0 0,0 0 1 0 0,1 0 0 0 0,-1-1 0 0 0,0 1 0 0 0,0 0 0 0 0,1 0 0 0 0,-1 0-1 0 0,0-1 1 0 0,0 1 0 0 0,0 0 0 0 0,1 0 0 0 0,-1-1 0 0 0,0 1 0 0 0,0-1-1 0 0,13-15 147 0 0,6-38-23 0 0,-10 27 13 0 0,1 0 0 0 0,1 1-1 0 0,26-45 1 0 0,-16 44 204 0 0,-19 25-18 0 0,10 8 31 0 0,-6 3-260 0 0,-1 0 0 0 0,1 0 0 0 0,-1 1-1 0 0,-1 0 1 0 0,0 0 0 0 0,0 0-1 0 0,3 16 1 0 0,9 22 178 0 0,-4-13-53 0 0,-10-27-167 0 0,1 0-1 0 0,0 0 0 0 0,0 1 0 0 0,1-2 0 0 0,0 1 1 0 0,0 0-1 0 0,7 8 0 0 0,-10-15-36 0 0,0 1-1 0 0,0-1 1 0 0,0 1-1 0 0,0-1 1 0 0,0 0 0 0 0,0 0-1 0 0,0 0 1 0 0,0 0-1 0 0,1 0 1 0 0,-1 0-1 0 0,1 0 1 0 0,-1 0 0 0 0,1 0-1 0 0,-1-1 1 0 0,1 1-1 0 0,-1 0 1 0 0,1-1-1 0 0,-1 0 1 0 0,1 1 0 0 0,0-1-1 0 0,-1 0 1 0 0,1 0-1 0 0,0 0 1 0 0,-1 0 0 0 0,1 0-1 0 0,2 0 1 0 0,-1-1 1 0 0,-1-1 0 0 0,0 1 0 0 0,-1-1 1 0 0,1 1-1 0 0,0-1 0 0 0,0 0 0 0 0,-1 1 0 0 0,1-1 1 0 0,0 0-1 0 0,-1 0 0 0 0,0 0 0 0 0,0 0 1 0 0,1-1-1 0 0,-1 1 0 0 0,1-3 0 0 0,3-9 40 0 0,-1 0 0 0 0,-1-1 0 0 0,4-25 0 0 0,0-4 37 0 0,0-17 42 0 0,-4-77 117 0 0,-3 134-246 0 0,0 0 0 0 0,-1 0 0 0 0,1 0 0 0 0,-1-1 0 0 0,0 1 0 0 0,0 0 0 0 0,0 0 0 0 0,0 0 0 0 0,-1 0 0 0 0,0 0 0 0 0,0 1 0 0 0,0-1 0 0 0,0 0 0 0 0,-1 1 0 0 0,-3-5 0 0 0,6 8-7 0 0,0 0 1 0 0,0-1-1 0 0,0 1 0 0 0,-1 0 0 0 0,1-1 0 0 0,0 1 0 0 0,0 0 0 0 0,0 0 0 0 0,-1-1 1 0 0,1 1-1 0 0,0 0 0 0 0,-1 0 0 0 0,1 0 0 0 0,0-1 0 0 0,-1 1 0 0 0,1 0 0 0 0,0 0 1 0 0,-1 0-1 0 0,1 0 0 0 0,0 0 0 0 0,-1-1 0 0 0,1 1 0 0 0,0 0 0 0 0,-1 0 0 0 0,1 0 1 0 0,0 0-1 0 0,-1 0 0 0 0,1 0 0 0 0,0 0 0 0 0,-1 0 0 0 0,1 1 0 0 0,0-1 0 0 0,-1 0 1 0 0,1 0-1 0 0,-1 0 0 0 0,1 0 0 0 0,0 0 0 0 0,0 0 0 0 0,-1 1 0 0 0,1-1 0 0 0,0 0 1 0 0,-1 0-1 0 0,1 1 0 0 0,0-1 0 0 0,0 0 0 0 0,-1 0 0 0 0,1 1 0 0 0,0-1 0 0 0,0 0 1 0 0,0 0-1 0 0,-1 1 0 0 0,1-1 0 0 0,0 1 0 0 0,-8 16 12 0 0,8-16-12 0 0,-1 2 3 0 0,-7 19 6 0 0,2-1 0 0 0,-4 25 0 0 0,9-40-9 0 0,0 0-1 0 0,0 0 1 0 0,1 0 0 0 0,0 0-1 0 0,0 0 1 0 0,1 0 0 0 0,0-1 0 0 0,0 1-1 0 0,0 0 1 0 0,1 0 0 0 0,-1 0 0 0 0,1-1-1 0 0,4 7 1 0 0,21 46 0 0 0,-12-44-4 0 0,-8-15 1 0 0,-6 1 1 0 0,7 0 0 0 0,0 0 1 0 0,0-1-1 0 0,-1 1 1 0 0,1-2-1 0 0,0 1 1 0 0,-1-1-1 0 0,1 0 0 0 0,-1 0 1 0 0,1-1-1 0 0,-1 0 1 0 0,0-1-1 0 0,0 1 1 0 0,-1-1-1 0 0,1-1 1 0 0,-1 1-1 0 0,0-1 1 0 0,7-6-1 0 0,-2-3 1 0 0,-4 2 0 0 0,10-23 0 0 0,-14 25 0 0 0,-6 16 0 0 0,0-1 0 0 0,0 0 0 0 0,1 0 0 0 0,-1 0 0 0 0,1 1 0 0 0,-2 9 0 0 0,1 7 0 0 0,-1 9 0 0 0,1 0 0 0 0,2 34 0 0 0,1-55 0 0 0,1-1 0 0 0,0 0 0 0 0,1 1 0 0 0,0-1 0 0 0,0 0 0 0 0,1 0 0 0 0,1 0 0 0 0,-1 0 0 0 0,1-1 0 0 0,1 0 0 0 0,6 11 0 0 0,18 12 0 0 0,-27-29 0 0 0,0-1 0 0 0,0 0 0 0 0,-1 0 0 0 0,1 0 0 0 0,0 0 0 0 0,0 0 0 0 0,0-1 0 0 0,0 1 0 0 0,0-1 0 0 0,0 1 0 0 0,0-1 0 0 0,0 0 0 0 0,1 0 0 0 0,-1 1 0 0 0,0-1 0 0 0,0-1 0 0 0,0 1 0 0 0,0 0 0 0 0,0-1 0 0 0,0 1 0 0 0,3-1 0 0 0,-3-1 0 0 0,0 1 0 0 0,1-1 0 0 0,-1 0 0 0 0,0 0 0 0 0,0 1 0 0 0,0-1 0 0 0,0-1 0 0 0,0 1 0 0 0,-1 0 0 0 0,1 0 0 0 0,-1-1 0 0 0,1 1 0 0 0,1-6 0 0 0,2-5 0 0 0,0-1 0 0 0,-2 0 0 0 0,1 0 0 0 0,1-28 0 0 0,0-23 0 0 0,-4-71 0 0 0,0 65 1 0 0,1 46 0 0 0,-2 1 0 0 0,0-1 1 0 0,-2 0-1 0 0,0 1 0 0 0,-8-33 0 0 0,10 56 2 0 0,-1 0 0 0 0,1-1 0 0 0,0 1 0 0 0,0 0 0 0 0,-1 0 0 0 0,1 0 0 0 0,-1 0 0 0 0,1 0 0 0 0,-1-1 0 0 0,1 1 0 0 0,-1 0 0 0 0,0 0 0 0 0,0 1 0 0 0,1-1 0 0 0,-1 0 0 0 0,0 0 0 0 0,0 0 0 0 0,0 0 0 0 0,0 1 0 0 0,0-1 0 0 0,-1 0 0 0 0,0 0 50 0 0,-1 12 26 0 0,12 7 26 0 0,-8-17-64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2.7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0 362 15472 0 0,'13'-14'101'0'0,"6"-5"332"0"0,-11 11-207 0 0,0 0 0 0 0,0-1-1 0 0,-1 0 1 0 0,0 0 0 0 0,6-11 0 0 0,46-98 2516 0 0,-54 111-2681 0 0,45-81 862 0 0,-40 72-534 0 0,-10 16-383 0 0,0-1-1 0 0,1 1 1 0 0,-1 0 0 0 0,0 0-1 0 0,0 0 1 0 0,0 0 0 0 0,1 0-1 0 0,-1 0 1 0 0,0 0-1 0 0,1 0 1 0 0,-1 0 0 0 0,0 0-1 0 0,0 0 1 0 0,1 0 0 0 0,-1 0-1 0 0,0 0 1 0 0,0 0 0 0 0,1 0-1 0 0,-1 0 1 0 0,0 0 0 0 0,0 0-1 0 0,1 0 1 0 0,-1 0-1 0 0,0 0 1 0 0,0 1 0 0 0,1-1-1 0 0,-1 0 1 0 0,0 0 0 0 0,0 0-1 0 0,0 0 1 0 0,1 1 0 0 0,-1-1-1 0 0,0 0 1 0 0,0 0-1 0 0,0 0 1 0 0,0 1 0 0 0,1-1-1 0 0,-1 0 1 0 0,0 0 0 0 0,0 1-1 0 0,0-1 1 0 0,0 0 0 0 0,0 0-1 0 0,0 1 1 0 0,0-1-1 0 0,0 0 1 0 0,0 0 0 0 0,0 1-1 0 0,0-1 1 0 0,1 2-5 0 0,-1-1 1 0 0,0 0-1 0 0,0 0 1 0 0,0 0-1 0 0,0 0 1 0 0,0 0-1 0 0,0 0 1 0 0,0 0-1 0 0,0 0 1 0 0,-1 0-1 0 0,1 0 1 0 0,0 0-1 0 0,0 0 1 0 0,-1 0-1 0 0,1 0 1 0 0,-1 0-1 0 0,0 1 1 0 0,-1 3 0 0 0,-8 42-49 0 0,-7 81-1 0 0,8-39-146 0 0,7-76 109 0 0,0 0 0 0 0,2 0 0 0 0,-1 0 0 0 0,2 0 0 0 0,0 0 0 0 0,3 18 0 0 0,-3-18-167 0 0,-1-12 242 0 0,0-1 1 0 0,0 0-1 0 0,0 0 0 0 0,0 0 1 0 0,0 1-1 0 0,0-1 1 0 0,0 0-1 0 0,0 0 1 0 0,0 0-1 0 0,0 1 1 0 0,0-1-1 0 0,0 0 1 0 0,0 0-1 0 0,0 1 1 0 0,0-1-1 0 0,0 0 1 0 0,0 0-1 0 0,0 0 0 0 0,0 1 1 0 0,0-1-1 0 0,0 0 1 0 0,1 0-1 0 0,-1 0 1 0 0,0 0-1 0 0,0 1 1 0 0,0-1-1 0 0,0 0 1 0 0,1 0-1 0 0,-1 0 1 0 0,0 0-1 0 0,0 0 0 0 0,0 1 1 0 0,0-1-1 0 0,1 0 1 0 0,-1 0-1 0 0,0 0 1 0 0,0 0-1 0 0,0 0 1 0 0,1 0-1 0 0,-1 0 1 0 0,0 0-1 0 0,0 0 1 0 0,1 0-1 0 0,-1 0 1 0 0,0 0-1 0 0,0 0 0 0 0,0 0 1 0 0,1 0-1 0 0,-1 0 1 0 0,0 0-1 0 0,0 0 1 0 0,0 0-1 0 0,1 0 1 0 0,-1 0-1 0 0,0 0 1 0 0,0-1-1 0 0,0 1 1 0 0,1 0-1 0 0,-1 0 1 0 0,0 0-1 0 0,0 0 0 0 0,0 0 1 0 0,0-1-1 0 0,1 1 1 0 0,-1 0-1 0 0,0 0 1 0 0,0 0-1 0 0,0-1 1 0 0,49-60-434 0 0,-32 37 313 0 0,38-38 0 0 0,-18 29 43 0 0,-23 21 47 0 0,1-1 1 0 0,-2-1-1 0 0,20-24 1 0 0,-23 21 5 0 0,-8 13 20 0 0,0 0 0 0 0,1 0 0 0 0,-1 0 1 0 0,1 0-1 0 0,0 0 0 0 0,0 1 0 0 0,0-1 0 0 0,6-4 0 0 0,-3 26-7 0 0,-5-7 21 0 0,0 0 1 0 0,0 1-1 0 0,-1-1 1 0 0,-1 0-1 0 0,0 1 1 0 0,-3 12-1 0 0,1-8 1 0 0,1-1 0 0 0,1 21 0 0 0,1-22 6 0 0,0-1 1 0 0,1 0-1 0 0,1 0 0 0 0,0 0 0 0 0,1 0 0 0 0,6 20 0 0 0,-8-32 110 0 0,16-59 6 0 0,4-43 74 0 0,-16 63-3 0 0,-4 29 115 0 0,-1 34-172 0 0,0-15-119 0 0,0 19 72 0 0,5 35 1 0 0,-4-56-73 0 0,0-1 1 0 0,0 1-1 0 0,1-1 1 0 0,0 0-1 0 0,1 0 1 0 0,0 0-1 0 0,0 0 1 0 0,0 0 0 0 0,1 0-1 0 0,5 7 1 0 0,-8-13-6 0 0,1 1 0 0 0,0 0 0 0 0,0 0 0 0 0,0-1 0 0 0,0 1 0 0 0,0-1 0 0 0,0 0 1 0 0,1 0-1 0 0,3 2 0 0 0,7 4 56 0 0,-12-6 3 0 0,11-16 50 0 0,2-23-47 0 0,-8 26-46 0 0,-1 0 0 0 0,-1-1-1 0 0,0 1 1 0 0,4-25 0 0 0,16-115 236 0 0,-26 128-113 0 0,2 25-149 0 0,-1-1 0 0 0,1 1 0 0 0,0-1 1 0 0,-1 1-1 0 0,1-1 0 0 0,0 1 0 0 0,-1-1 0 0 0,1 1 0 0 0,0 0 0 0 0,0-1 1 0 0,-1 1-1 0 0,1-1 0 0 0,0 1 0 0 0,0 0 0 0 0,0-1 0 0 0,0 1 0 0 0,0 0 1 0 0,0-1-1 0 0,0 1 0 0 0,0 0 0 0 0,0-1 0 0 0,0 1 0 0 0,0 0 0 0 0,1-1 1 0 0,-1 1-1 0 0,5 183 197 0 0,-4-175-182 0 0,0 0 1 0 0,1 0 0 0 0,0 0-1 0 0,0-1 1 0 0,1 1 0 0 0,-1-1-1 0 0,2 0 1 0 0,0 0 0 0 0,0 0-1 0 0,0 0 1 0 0,8 9 0 0 0,-12-17-16 0 0,1 1 0 0 0,-1-1 0 0 0,1 0 0 0 0,-1 1 0 0 0,1-1 0 0 0,-1 0 0 0 0,1 0 0 0 0,0 0 0 0 0,-1 0 0 0 0,1 1 0 0 0,-1-1 0 0 0,1 0 0 0 0,0 0 0 0 0,-1 0-1 0 0,1 0 1 0 0,0 0 0 0 0,-1 0 0 0 0,1-1 0 0 0,-1 1 0 0 0,1 0 0 0 0,0 0 0 0 0,-1 0 0 0 0,1 0 0 0 0,-1-1 0 0 0,1 1 0 0 0,-1 0 0 0 0,1-1 0 0 0,-1 1 0 0 0,1 0 0 0 0,-1-1 0 0 0,1 1 0 0 0,-1-1 0 0 0,1 1 0 0 0,0-2 0 0 0,14-13 87 0 0,-2-8-33 0 0,-1 0 0 0 0,-1 0 0 0 0,9-27 0 0 0,-12 28 35 0 0,0 0 0 0 0,2 1 0 0 0,22-35 0 0 0,-31 55-81 0 0,-1 0 0 0 0,0 1-1 0 0,1-1 1 0 0,-1 0 0 0 0,1 1 0 0 0,-1-1-1 0 0,1 1 1 0 0,-1-1 0 0 0,1 1 0 0 0,0-1-1 0 0,-1 1 1 0 0,1-1 0 0 0,-1 1-1 0 0,1-1 1 0 0,0 1 0 0 0,0 0 0 0 0,-1-1-1 0 0,1 1 1 0 0,0 0 0 0 0,0 0 0 0 0,-1 0-1 0 0,1-1 1 0 0,0 1 0 0 0,0 0-1 0 0,-1 0 1 0 0,3 0 0 0 0,-2 1-2 0 0,0 0 1 0 0,0-1-1 0 0,1 1 0 0 0,-1 0 1 0 0,0 0-1 0 0,0-1 1 0 0,0 1-1 0 0,0 0 1 0 0,0 0-1 0 0,0 0 0 0 0,0 0 1 0 0,-1 0-1 0 0,1 1 1 0 0,1 1-1 0 0,3 8 16 0 0,1 0 1 0 0,6 24-1 0 0,-7-20 12 0 0,-5-14-35 0 0,6 14 39 0 0,0 0-1 0 0,12 17 1 0 0,-16-29-29 0 0,0 1 0 0 0,1-1 0 0 0,-1 0-1 0 0,1 0 1 0 0,0 0 0 0 0,0 0 0 0 0,0 0 0 0 0,0 0 0 0 0,0-1-1 0 0,1 0 1 0 0,-1 0 0 0 0,1 0 0 0 0,6 3 0 0 0,-9-5-7 0 0,0 0-1 0 0,0 0 1 0 0,0 0 0 0 0,0-1 0 0 0,0 1 0 0 0,0 0 0 0 0,0 0 0 0 0,0-1 0 0 0,0 1 0 0 0,0 0 0 0 0,0-1-1 0 0,0 1 1 0 0,-1-1 0 0 0,1 0 0 0 0,0 1 0 0 0,0-1 0 0 0,-1 1 0 0 0,1-1 0 0 0,0 0 0 0 0,-1 0 0 0 0,1 1 0 0 0,0-1-1 0 0,-1 0 1 0 0,1-1 0 0 0,15-23 27 0 0,-15 22-26 0 0,7-16 16 0 0,-1 0 0 0 0,-1-1 0 0 0,-1 0 1 0 0,-1 0-1 0 0,4-34 0 0 0,-5 32-10 0 0,1-7 11 0 0,0 5 20 0 0,-1 0-1 0 0,0-43 1 0 0,-8 43 59 0 0,2 26-42 0 0,-1 14-32 0 0,-4 52 87 0 0,5-41-78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3.0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15680 0 0,'50'19'1303'0'0,"-30"-14"-711"0"0,37 6 0 0 0,75-5 1856 0 0,-124-7-2332 0 0,1 0 0 0 0,0 0 0 0 0,-1-1 0 0 0,9-2 0 0 0,-8 2-5 0 0,7-2 142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3.5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119 0 13560 0 0,'0'0'652'0'0,"-4"6"-527"0"0,-41 82 349 0 0,-13 23 35 0 0,47-92-389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4.6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1 540 10544 0 0,'4'0'126'0'0,"4"0"-43"0"0,0-1 0 0 0,0 0 0 0 0,0 0 0 0 0,0 0 0 0 0,0-1 0 0 0,0-1-1 0 0,-1 1 1 0 0,1-1 0 0 0,7-4 0 0 0,-11 5-32 0 0,0-1 1 0 0,0 1-1 0 0,0-1 0 0 0,0 0 0 0 0,-1 0 1 0 0,1 0-1 0 0,-1 0 0 0 0,0-1 1 0 0,0 0-1 0 0,0 1 0 0 0,0-1 1 0 0,-1 0-1 0 0,1 0 0 0 0,-1 0 0 0 0,0-1 1 0 0,-1 1-1 0 0,3-9 0 0 0,3-17 24 0 0,-2-1 1 0 0,-1 0-1 0 0,-1 0 0 0 0,-2 0 0 0 0,-1 0 0 0 0,-1 0 0 0 0,-2 0 0 0 0,-1 0 1 0 0,-2 1-1 0 0,-18-59 0 0 0,7 56-65 0 0,16 32-10 0 0,0-1 1 0 0,0 1 0 0 0,1 0 0 0 0,-1 0-1 0 0,0 0 1 0 0,0 0 0 0 0,0 0 0 0 0,0 0 0 0 0,0 0-1 0 0,-1 0 1 0 0,1 1 0 0 0,0-1 0 0 0,0 0 0 0 0,-1 1-1 0 0,1-1 1 0 0,0 1 0 0 0,0-1 0 0 0,-1 1 0 0 0,1-1-1 0 0,-1 1 1 0 0,1 0 0 0 0,0 0 0 0 0,-1 0-1 0 0,-1 0 1 0 0,1 0-1 0 0,-1 1 0 0 0,1 0 1 0 0,-1 0-1 0 0,1 0 0 0 0,-1 1 0 0 0,1-1 0 0 0,-1 0 0 0 0,1 1 0 0 0,0 0 0 0 0,0-1 0 0 0,0 1 0 0 0,0 0 0 0 0,0 0 1 0 0,0 0-1 0 0,1 0 0 0 0,-1 1 0 0 0,-2 4 0 0 0,1 0 0 0 0,-1 0 0 0 0,2 0 0 0 0,-1 1 0 0 0,-1 7 0 0 0,3-10 0 0 0,-5 20 18 0 0,1 1 0 0 0,2 0 0 0 0,0 0 0 0 0,2 0 1 0 0,1 0-1 0 0,0 0 0 0 0,2 0 0 0 0,9 41 1 0 0,1-18 30 0 0,2-2 0 0 0,2 0 0 0 0,34 70 0 0 0,-45-107-14 0 0,1 1 0 0 0,0-1 0 0 0,0 0-1 0 0,1 0 1 0 0,1 0 0 0 0,10 10 0 0 0,-14-16 1 0 0,0 0-1 0 0,0-1 0 0 0,0 0 0 0 0,0 0 0 0 0,1 0 0 0 0,-1-1 0 0 0,1 1 0 0 0,0-1 0 0 0,0 0 1 0 0,0 0-1 0 0,0-1 0 0 0,0 0 0 0 0,0 1 0 0 0,0-2 0 0 0,10 2 0 0 0,-12-3 8 0 0,-1 0 0 0 0,1 0 0 0 0,0 0 0 0 0,-1 0 0 0 0,1 0-1 0 0,-1 0 1 0 0,1-1 0 0 0,-1 1 0 0 0,1-1 0 0 0,-1 0 0 0 0,0 1 0 0 0,0-1 0 0 0,0 0-1 0 0,0 0 1 0 0,0-1 0 0 0,-1 1 0 0 0,1 0 0 0 0,1-4 0 0 0,3-3 41 0 0,0-1 0 0 0,-1 1 1 0 0,6-15-1 0 0,-5 6 142 0 0,-1-1 0 0 0,0 0 0 0 0,-1 0-1 0 0,-1 0 1 0 0,1-38 0 0 0,-9 5 387 0 0,5 50-498 0 0,-1-1-1 0 0,0 1 1 0 0,1-1-1 0 0,-1 1 1 0 0,0-1 0 0 0,0 1-1 0 0,0-1 1 0 0,-1 1-1 0 0,1 0 1 0 0,0 0 0 0 0,-1 0-1 0 0,0 0 1 0 0,1 0-1 0 0,-1 0 1 0 0,0 0 0 0 0,0 0-1 0 0,-3-2 1 0 0,10 15 246 0 0,7 34-173 0 0,-6-17 1 0 0,1-1-1 0 0,2 0 1 0 0,22 47 0 0 0,-29-71-187 0 0,-1 0 52 0 0,1 0 0 0 0,-1 0 0 0 0,1-1-1 0 0,0 1 1 0 0,0 0 0 0 0,0-1 0 0 0,4 4-1 0 0,2-7 227 0 0,1-13-138 0 0,-1-6 32 0 0,9-40 0 0 0,-1-1 33 0 0,-10 46-169 0 0,-1-3 55 0 0,2 0 1 0 0,0 0-1 0 0,1 0 0 0 0,0 1 0 0 0,2 1 0 0 0,12-19 1 0 0,-21 35-84 0 0,0-1-1 0 0,-1 0 1 0 0,1 1 0 0 0,0-1 0 0 0,-1 1 0 0 0,1-1 0 0 0,0 1 0 0 0,-1-1 0 0 0,1 1 0 0 0,0 0 0 0 0,0-1 0 0 0,-1 1-1 0 0,1 0 1 0 0,0 0 0 0 0,0-1 0 0 0,0 1 0 0 0,0 0 0 0 0,-1 0 0 0 0,1 0 0 0 0,0 0 0 0 0,0 0 0 0 0,0 0 0 0 0,0 0-1 0 0,0 1 1 0 0,-1-1 0 0 0,1 0 0 0 0,0 0 0 0 0,0 1 0 0 0,0-1 0 0 0,-1 0 0 0 0,1 1 0 0 0,0-1 0 0 0,0 0-1 0 0,-1 1 1 0 0,1 0 0 0 0,0-1 0 0 0,-1 1 0 0 0,1-1 0 0 0,-1 1 0 0 0,1 0 0 0 0,-1-1 0 0 0,1 1 0 0 0,-1 0 0 0 0,1-1-1 0 0,0 3 1 0 0,20 35 103 0 0,-9-11 2 0 0,0 0 0 0 0,2 0 0 0 0,1-2 0 0 0,1 0 0 0 0,30 35 0 0 0,-46-59-109 0 0,1 0-1 0 0,-1-1 0 0 0,1 1 0 0 0,-1 0 1 0 0,1-1-1 0 0,-1 1 0 0 0,1 0 1 0 0,0-1-1 0 0,0 1 0 0 0,-1-1 1 0 0,1 1-1 0 0,0-1 0 0 0,0 1 0 0 0,0-1 1 0 0,-1 0-1 0 0,1 1 0 0 0,0-1 1 0 0,0 0-1 0 0,0 0 0 0 0,0 0 1 0 0,0 0-1 0 0,0 0 0 0 0,0 1 0 0 0,-1-2 1 0 0,1 1-1 0 0,0 0 0 0 0,0 0 1 0 0,0 0-1 0 0,0 0 0 0 0,0 0 1 0 0,0-1-1 0 0,0 1 0 0 0,-1 0 0 0 0,1-1 1 0 0,0 1-1 0 0,0-1 0 0 0,0 1 1 0 0,-1-1-1 0 0,1 1 0 0 0,0-1 1 0 0,-1 0-1 0 0,1 1 0 0 0,0-1 0 0 0,0-1 1 0 0,2-2 10 0 0,0 0 1 0 0,0-1-1 0 0,-1 1 0 0 0,1-1 1 0 0,-1 0-1 0 0,3-8 1 0 0,2-23 30 0 0,-1-1-1 0 0,-1 1 1 0 0,-2-1 0 0 0,-2-38 0 0 0,-10-108 93 0 0,9 169-118 0 0,-1 1-1 0 0,0-1 1 0 0,-1 1 0 0 0,-7-26-1 0 0,8 37 15 0 0,0 3-32 0 0,0-1 0 0 0,0 1-1 0 0,0 0 1 0 0,0-1 0 0 0,0 1-1 0 0,0 0 1 0 0,0-1 0 0 0,0 1 0 0 0,0 0-1 0 0,1 0 1 0 0,-1 0 0 0 0,0 0-1 0 0,1 0 1 0 0,-1 0 0 0 0,0 0-1 0 0,1 0 1 0 0,-1 0 0 0 0,1 0-1 0 0,-1 2 1 0 0,-9 24 25 0 0,-1 12 0 0 0,2 1 1 0 0,2 0-1 0 0,-4 60 0 0 0,11-76-13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5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1 183 16479 0 0,'5'-9'25'0'0,"6"-5"91"0"0,4 0 72 0 0,8-5 169 0 0,-4 4-37 0 0,-10 7-131 0 0,-5 3 13 0 0,0 0-1 0 0,0-1 1 0 0,0 1 0 0 0,-1-1-1 0 0,1 0 1 0 0,-1 0-1 0 0,-1 0 1 0 0,1 0-1 0 0,-1 0 1 0 0,0-1 0 0 0,0 1-1 0 0,-1-1 1 0 0,0 1-1 0 0,1-13 1 0 0,-2 17 291 0 0,-10 7-45 0 0,0 2-296 0 0</inkml:trace>
  <inkml:trace contextRef="#ctx0" brushRef="#br0" timeOffset="1">7 287 13360 0 0,'0'0'0'0'0,"25"11"0"0"0,-2-3 240 0 0,-6 1 0 0 0,1 0-8 0 0,-5 1 8 0 0,0 1-128 0 0,4 13 104 0 0,-9-15-104 0 0,1-1 552 0 0,1 5-328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5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12960 0 0,'0'0'0'0'0,"27"0"0"0"0,3 0 232 0 0,8 0 256 0 0,-27 0-248 0 0,-2 0 80 0 0,-5-12 904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6.2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1 588 11952 0 0,'3'-4'128'0'0,"2"-1"-70"0"0,-1 0 1 0 0,0 0-1 0 0,-1 0 0 0 0,1-1 1 0 0,-1 1-1 0 0,0-1 1 0 0,-1 0-1 0 0,1 0 1 0 0,-1 0-1 0 0,0-1 1 0 0,1-11-1 0 0,3-35 350 0 0,-3-1 0 0 0,-2 1 1 0 0,-12-103-1 0 0,4 75-198 0 0,-5-18-92 0 0,10 96-96 0 0,-2-1-17 0 0,5 7-4 0 0,0 1 0 0 0,0 0 1 0 0,0-1-1 0 0,-1 1 0 0 0,1 0 0 0 0,-1-1 1 0 0,0 5-1 0 0,1 6 2 0 0,0-1-2 0 0,7 64 3 0 0,3-1 0 0 0,4 0 0 0 0,27 84 1 0 0,-40-153-5 0 0,2 5 2 0 0,0 0-1 0 0,0-1 1 0 0,1 0 0 0 0,1 0 0 0 0,0 0 0 0 0,0 0-1 0 0,13 15 1 0 0,-16-24 0 0 0,-1 0 0 0 0,0-1 1 0 0,1 1-1 0 0,-1-1 0 0 0,1 0 0 0 0,-1 0 0 0 0,1 0 0 0 0,0 0 0 0 0,-1 0 1 0 0,1 0-1 0 0,0-1 0 0 0,0 1 0 0 0,-1-1 0 0 0,1 0 0 0 0,0 0 0 0 0,0 0 0 0 0,0 0 1 0 0,-1-1-1 0 0,1 1 0 0 0,0-1 0 0 0,0 1 0 0 0,-1-1 0 0 0,1 0 0 0 0,0 0 1 0 0,-1 0-1 0 0,1-1 0 0 0,-1 1 0 0 0,1 0 0 0 0,2-3 0 0 0,26-21 16 0 0,7-6 64 0 0,-32 24-47 0 0,5-5 50 0 0,-1 0 0 0 0,14-21 0 0 0,-21 27-34 0 0,0 1 0 0 0,-1 0-1 0 0,0-1 1 0 0,0 1 0 0 0,0-1 0 0 0,0 1-1 0 0,-1-1 1 0 0,0 0 0 0 0,0 0-1 0 0,-1-9 1 0 0,0 13-18 0 0,1 0 0 0 0,-1 0 0 0 0,0 0 0 0 0,0 0 1 0 0,0 0-1 0 0,-1 1 0 0 0,1-1 0 0 0,0 0 0 0 0,-1 0 0 0 0,1 0 0 0 0,-1 0 0 0 0,0 0 0 0 0,1 1 0 0 0,-1-1 0 0 0,0 0 0 0 0,0 1 0 0 0,0-1 1 0 0,-1 0-1 0 0,1 1 0 0 0,0 0 0 0 0,0-1 0 0 0,-1 1 0 0 0,1 0 0 0 0,-3-2 0 0 0,1 2-1 0 0,1 0 0 0 0,0 1 0 0 0,-1 0-1 0 0,1-1 1 0 0,-1 1 0 0 0,1 0 0 0 0,-1 0 0 0 0,1 0 0 0 0,-1 1 0 0 0,1-1-1 0 0,0 1 1 0 0,-1-1 0 0 0,1 1 0 0 0,0 0 0 0 0,-1 0 0 0 0,1 0-1 0 0,0 0 1 0 0,-4 2 0 0 0,3 0-1 0 0,-1 1 0 0 0,0-1 0 0 0,1 1 0 0 0,0-1-1 0 0,0 1 1 0 0,0 0 0 0 0,0 0 0 0 0,0 0 0 0 0,1 1 0 0 0,0-1 0 0 0,0 1 0 0 0,0-1-1 0 0,1 1 1 0 0,-1 0 0 0 0,1-1 0 0 0,0 1 0 0 0,0 0 0 0 0,0 9 0 0 0,0 1 33 0 0,0-1 1 0 0,1 1-1 0 0,1-1 1 0 0,4 27-1 0 0,-5-36-45 0 0,1-1 0 0 0,0 0 0 0 0,1 0 0 0 0,-1 0-1 0 0,1 0 1 0 0,0 0 0 0 0,0 0 0 0 0,0 0-1 0 0,0-1 1 0 0,1 1 0 0 0,-1-1 0 0 0,1 0 0 0 0,0 1-1 0 0,0-1 1 0 0,0 0 0 0 0,1-1 0 0 0,5 5 0 0 0,-7-6-9 0 0,0 0 0 0 0,1-1 0 0 0,-1 1 0 0 0,0 0 0 0 0,1-1 0 0 0,-1 1 0 0 0,0-1-1 0 0,1 0 1 0 0,-1 0 0 0 0,1 0 0 0 0,-1 0 0 0 0,1 0 0 0 0,-1 0 0 0 0,0-1 0 0 0,1 1 0 0 0,-1-1 0 0 0,0 0 0 0 0,1 0 0 0 0,-1 0 0 0 0,0 0 0 0 0,0 0 0 0 0,0 0 0 0 0,1 0 0 0 0,-1-1 0 0 0,-1 1 0 0 0,1-1 0 0 0,0 1 0 0 0,0-1 0 0 0,-1 0 0 0 0,3-3 0 0 0,7-9 23 0 0,-1 0-1 0 0,0-1 0 0 0,-1 0 0 0 0,-1-1 0 0 0,-1 0 0 0 0,0 0 0 0 0,-1 0 0 0 0,0-1 0 0 0,-2 0 0 0 0,0 0 0 0 0,0-1 0 0 0,-2 1 1 0 0,0-1-1 0 0,-1-22 0 0 0,-4 22 5 0 0,0 0 0 0 0,0 0 0 0 0,-2 1 0 0 0,-11-29 0 0 0,16 44-30 0 0,0 0 0 0 0,-1 0-1 0 0,0 1 1 0 0,1-1 0 0 0,-1 0 0 0 0,0 0 0 0 0,0 0-1 0 0,0 1 1 0 0,0-1 0 0 0,-1 0 0 0 0,1 1 0 0 0,0-1 0 0 0,-1 1-1 0 0,1 0 1 0 0,-1-1 0 0 0,1 1 0 0 0,-1 0 0 0 0,0 0-1 0 0,1 0 1 0 0,-1 0 0 0 0,0 0 0 0 0,0 0 0 0 0,0 1-1 0 0,1-1 1 0 0,-1 0 0 0 0,-3 1 0 0 0,3 0 1 0 0,0 1 0 0 0,0-1 1 0 0,0 1-1 0 0,0 0 0 0 0,0 0 0 0 0,0 0 1 0 0,0 0-1 0 0,1 0 0 0 0,-1 1 1 0 0,0-1-1 0 0,1 0 0 0 0,-1 1 1 0 0,1-1-1 0 0,-1 1 0 0 0,1 0 0 0 0,0-1 1 0 0,0 1-1 0 0,0 0 0 0 0,0 0 1 0 0,0 0-1 0 0,0 0 0 0 0,0 0 0 0 0,0 2 1 0 0,-5 11 34 0 0,2-1 0 0 0,0 0-1 0 0,1 1 1 0 0,0 0 0 0 0,1 0 0 0 0,1 0 0 0 0,0 0 0 0 0,1 0 0 0 0,0 0 0 0 0,5 22 0 0 0,-1-19 19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46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13768 0 0,'22'12'136'0'0,"-8"-6"44"0"0,7 3 156 0 0,27 13 273 0 0,-32-16-369 0 0,0 0 0 0 0,0-1 1 0 0,0-1-1 0 0,1-1 0 0 0,-1 0 1 0 0,1-1-1 0 0,0-1 0 0 0,22-1 0 0 0,-25-1-134 0 0,-1-1 0 0 0,1 0 1 0 0,-1-1-1 0 0,0 0 0 0 0,0-1 0 0 0,23-10 0 0 0,25-8 307 0 0,-34 13-281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54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0 443 13360 0 0,'5'1'57'0'0,"11"5"154"0"0,-5-2 63 0 0,-10-4-254 0 0,-1 0 1 0 0,1 0-1 0 0,-1 1 0 0 0,1-1 0 0 0,-1 0 0 0 0,0 0 0 0 0,1 1 1 0 0,-1-1-1 0 0,0 0 0 0 0,1 1 0 0 0,-1-1 0 0 0,0 0 0 0 0,1 1 1 0 0,-1-1-1 0 0,0 1 0 0 0,0-1 0 0 0,1 0 0 0 0,-1 1 0 0 0,0-1 1 0 0,0 1-1 0 0,0-1 0 0 0,1 1 0 0 0,-1-1 0 0 0,0 1 0 0 0,0-1 1 0 0,0 1-1 0 0,0-1 0 0 0,0 1 0 0 0,0-1 0 0 0,0 1 0 0 0,0-1 1 0 0,0 0-1 0 0,-1 1 0 0 0,1-1 0 0 0,0 2 0 0 0,-8 16 620 0 0,4-11 30 0 0,3-4-631 0 0,1-3-20 0 0,0 1 0 0 0,-1 0 0 0 0,1 0 0 0 0,0-1-1 0 0,-1 1 1 0 0,1 0 0 0 0,0 0 0 0 0,0 0 0 0 0,0 0-1 0 0,0-1 1 0 0,0 1 0 0 0,0 0 0 0 0,0 0 0 0 0,0 0-1 0 0,0 0 1 0 0,1 1 0 0 0,8 0 126 0 0,13-12-83 0 0,-5-1-139 0 0,1-2 0 0 0,-1 0 0 0 0,-1-1 0 0 0,0-1 0 0 0,-1-1 0 0 0,-1 0 0 0 0,-1-1 0 0 0,0 0 0 0 0,20-36 0 0 0,-32 51 23 0 0,1-4-53 0 0,3-9-104 0 0,-5 15 207 0 0,0 0 0 0 0,0 0 0 0 0,0 0 0 0 0,0 0 0 0 0,1 1 0 0 0,-1-1 0 0 0,0 0 0 0 0,0 0 0 0 0,0 0-1 0 0,0 0 1 0 0,0 0 0 0 0,0 0 0 0 0,0 0 0 0 0,0 0 0 0 0,0 1 0 0 0,0-1 0 0 0,0 0 0 0 0,1 0 0 0 0,-1 0 0 0 0,0 0 0 0 0,0 0 0 0 0,0 0 0 0 0,0 0 0 0 0,0 0 0 0 0,0 0 0 0 0,1 0 0 0 0,-1 0 0 0 0,0 0 0 0 0,0 0 0 0 0,0 0 0 0 0,0 0 0 0 0,0 0 0 0 0,0 0 0 0 0,1 0 0 0 0,-1 0-1 0 0,0 0 1 0 0,0 0 0 0 0,0 0 0 0 0,0 0 0 0 0,0 0 0 0 0,1 0 0 0 0,-1 0 0 0 0,0 0 0 0 0,0 0 0 0 0,0 0 0 0 0,0 0 0 0 0,0 0 0 0 0,0 0 0 0 0,0 0 0 0 0,1-1 0 0 0,-1 1 0 0 0,0 0 0 0 0,0 0 0 0 0,0 0 0 0 0,0 0 0 0 0,0 0 0 0 0,0 0 0 0 0,0 0 0 0 0,0-1 0 0 0,5 20 2 0 0,-2 0 0 0 0,0 0 0 0 0,-1 0 1 0 0,0 23-1 0 0,-6 86 3 0 0,0-35 0 0 0,4 72 160 0 0,0-163 153 0 0,3-24-220 0 0,20-133 253 0 0,-18 130-255 0 0,2 0 1 0 0,1 0 0 0 0,21-45 0 0 0,-29 70-93 0 0,3-7 46 0 0,0 0 1 0 0,1 0-1 0 0,0 1 0 0 0,1 0 1 0 0,4-6-1 0 0,-8 10-22 0 0,30 4 276 0 0,-25-2-275 0 0,-1 1 0 0 0,1-1 0 0 0,-1 0 0 0 0,0 0 0 0 0,1-1 0 0 0,9-2 0 0 0,-5 1 14 0 0,-1-1 1 0 0,1 0-1 0 0,-1-1 1 0 0,1 0-1 0 0,-1-1 0 0 0,0 0 1 0 0,-1 0-1 0 0,1-1 1 0 0,-1 0-1 0 0,0 0 1 0 0,12-14-1 0 0,9-5 43 0 0,-21 19-34 0 0,-1 1 0 0 0,-1-2 0 0 0,1 1 1 0 0,10-15-1 0 0,-16 21-44 0 0,-1-1 0 0 0,1 1 0 0 0,-1-1-1 0 0,0 1 1 0 0,0-1 0 0 0,1 1 0 0 0,-1-1 0 0 0,0 1 0 0 0,0-1 0 0 0,0 0 0 0 0,0 1 0 0 0,0-1 0 0 0,0 0 0 0 0,0 1 0 0 0,0-1-1 0 0,0 1 1 0 0,0-1 0 0 0,0 0 0 0 0,0 1 0 0 0,0-1 0 0 0,0 1 0 0 0,-1-1 0 0 0,1 0 0 0 0,0 1 0 0 0,0-1 0 0 0,-1 1 0 0 0,1-1-1 0 0,-1 0 1 0 0,-4-15 169 0 0,4 16-165 0 0,0 0 0 0 0,0 0 0 0 0,0 0 0 0 0,0 0 0 0 0,0 1 0 0 0,-1-1 0 0 0,1 0 0 0 0,0 1 0 0 0,0-1 0 0 0,0 1 0 0 0,0-1 0 0 0,0 1 0 0 0,0-1 0 0 0,0 1 0 0 0,-1 1 0 0 0,1-2-5 0 0,-6 8 16 0 0,0-1 0 0 0,0 1-1 0 0,0 0 1 0 0,1 0 0 0 0,0 1 0 0 0,1 0 0 0 0,0 0-1 0 0,0 0 1 0 0,1 1 0 0 0,0-1 0 0 0,-3 13-1 0 0,1-7 13 0 0,4-7-13 0 0,1 0 0 0 0,-1-1 0 0 0,1 1 0 0 0,0 0 0 0 0,1-1 0 0 0,0 1 0 0 0,0 0 0 0 0,1 0 0 0 0,0 0 0 0 0,0-1 0 0 0,5 15 0 0 0,-6-20-12 0 0,1-1 1 0 0,-1 0-1 0 0,1 1 1 0 0,-1-1-1 0 0,1 1 0 0 0,0-1 1 0 0,-1 0-1 0 0,1 0 0 0 0,0 1 1 0 0,0-1-1 0 0,0 0 1 0 0,0 0-1 0 0,0 0 0 0 0,0 0 1 0 0,0 0-1 0 0,0 0 0 0 0,1 0 1 0 0,-1 0-1 0 0,0-1 0 0 0,1 1 1 0 0,-1 0-1 0 0,0-1 1 0 0,1 1-1 0 0,-1-1 0 0 0,1 1 1 0 0,-1-1-1 0 0,0 0 0 0 0,1 0 1 0 0,-1 1-1 0 0,1-1 1 0 0,-1 0-1 0 0,1 0 0 0 0,-1-1 1 0 0,1 1-1 0 0,-1 0 0 0 0,1 0 1 0 0,1-1-1 0 0,5-2 29 0 0,0 1-1 0 0,0-1 1 0 0,0-1-1 0 0,13-7 1 0 0,-17 6-19 0 0,0 1 1 0 0,0-1 0 0 0,-1 0-1 0 0,0 0 1 0 0,0 0 0 0 0,0 0-1 0 0,4-11 1 0 0,0-6 30 0 0,-1 0 1 0 0,-1-1-1 0 0,3-37 0 0 0,-8 58-37 0 0,0-16 28 0 0,0 16-30 0 0,0 1 0 0 0,0-5 3 0 0,0 4 18 0 0,-3 33-11 0 0,3 1-11 0 0,2-1 0 0 0,6 33 0 0 0,-6-50 2 0 0,1 1 1 0 0,1-1-1 0 0,1 0 0 0 0,0 0 1 0 0,1-1-1 0 0,12 23 0 0 0,-17-34-6 0 0,1-1 0 0 0,-1 0 0 0 0,1 1 0 0 0,-1-1 0 0 0,1 0 0 0 0,-1 0 0 0 0,1 1 0 0 0,0-1 0 0 0,0-1 0 0 0,-1 1 0 0 0,1 0 0 0 0,0 0 0 0 0,0-1 0 0 0,4 2 0 0 0,-5-2 0 0 0,1 1 15 0 0,24-8 191 0 0,-13-7-104 0 0,-1 0 0 0 0,-1 0 0 0 0,-1-1 0 0 0,16-29 0 0 0,-19 30 3 0 0,-2-1-1 0 0,1 0 1 0 0,4-27-1 0 0,0 4 105 0 0,-9 36-160 0 0,-1-6 123 0 0,2 12 84 0 0,1 14-59 0 0,-3-7-145 0 0,-1 7 49 0 0,1 0 0 0 0,1 0 0 0 0,1-1 1 0 0,0 1-1 0 0,8 25 0 0 0,-10-43-100 0 0,0 1-1 0 0,0-1 0 0 0,0 0 0 0 0,0 1 0 0 0,1-1 1 0 0,-1 0-1 0 0,0 1 0 0 0,0-1 0 0 0,1 0 0 0 0,-1 0 1 0 0,0 1-1 0 0,0-1 0 0 0,1 0 0 0 0,-1 0 0 0 0,0 0 1 0 0,1 1-1 0 0,-1-1 0 0 0,0 0 0 0 0,1 0 0 0 0,-1 0 1 0 0,0 0-1 0 0,1 0 0 0 0,-1 0 0 0 0,0 0 1 0 0,1 0-1 0 0,-1 0 0 0 0,0 0 0 0 0,1 0 0 0 0,-1 0 1 0 0,1 0-1 0 0,-1 0 0 0 0,0 0 0 0 0,1 0 0 0 0,-1 0 1 0 0,0 0-1 0 0,1 0 0 0 0,-1 0 0 0 0,0-1 0 0 0,1 1 1 0 0,-1 0-1 0 0,0 0 0 0 0,0 0 0 0 0,1-1 0 0 0,-1 1 1 0 0,1-1-1 0 0,13-14 103 0 0,-10 6-91 0 0,46-90 171 0 0,-46 95-182 0 0,-3 1 0 0 0,1 0 0 0 0,-1 0-1 0 0,1 0 1 0 0,-1 0 0 0 0,0 0-1 0 0,0 0 1 0 0,0 0-1 0 0,0 0 1 0 0,-1 0 0 0 0,1-1-1 0 0,-1-4 1 0 0,3 0-3 0 0,1 10-1 0 0,3 10 0 0 0,-6-11 0 0 0,3 18 0 0 0,-1 1-1 0 0,-1 0 1 0 0,0-1-1 0 0,-3 36 1 0 0,-15 84-6 0 0,11-111 6 0 0,-2-1 0 0 0,0 0 0 0 0,-2 0 0 0 0,-1-1 0 0 0,-1 0 0 0 0,-15 24 0 0 0,19-40 0 0 0,5-9 0 0 0,1 1 0 0 0,-1 0 0 0 0,0-1 1 0 0,0 1-1 0 0,0-1 0 0 0,0 0 0 0 0,0 0 0 0 0,0 1 0 0 0,-3 0 0 0 0,-5-3-7 0 0,1-8 6 0 0,9 9 1 0 0,-7-30-10 0 0,3 14 5 0 0,4 3 2 0 0,3-1-2 0 0,1 2 2 0 0,2 3-5 0 0,-3 5 6 0 0,-1 1 0 0 0,1-1 0 0 0,0 1 0 0 0,0 0 0 0 0,0 0 0 0 0,1 0 0 0 0,-1 1 0 0 0,1-1 0 0 0,0 1 0 0 0,-1 0 0 0 0,1 0 0 0 0,0 0 0 0 0,7-2 0 0 0,8-4-7 0 0,2-7 5 0 0,-1 0 0 0 0,-1-1 1 0 0,0-1-1 0 0,-1-1 1 0 0,-1-1-1 0 0,25-36 0 0 0,8-30 4 0 0,-19 32 2 0 0,-12 0 23 0 0,12-14 39 0 0,-31 67-63 0 0,0 0-1 0 0,0 0 1 0 0,1-1 0 0 0,-1 1 0 0 0,0 0 0 0 0,0 0-1 0 0,0 0 1 0 0,1-1 0 0 0,-1 1 0 0 0,0 0-1 0 0,0 0 1 0 0,0 0 0 0 0,1 0 0 0 0,-1 0-1 0 0,0 0 1 0 0,0-1 0 0 0,1 1 0 0 0,-1 0 0 0 0,0 0-1 0 0,1 0 1 0 0,-1 0 0 0 0,0 0 0 0 0,0 0-1 0 0,1 0 1 0 0,-1 0 0 0 0,0 0 0 0 0,0 0-1 0 0,1 0 1 0 0,-1 0 0 0 0,0 1 0 0 0,0-1-1 0 0,1 0 1 0 0,-1 0 0 0 0,0 0 0 0 0,0 0 0 0 0,1 0-1 0 0,-1 0 1 0 0,0 1 0 0 0,0-1 0 0 0,0 0-1 0 0,1 0 1 0 0,-1 0 0 0 0,0 0 0 0 0,0 1-1 0 0,0-1 1 0 0,0 0 0 0 0,1 0 0 0 0,-1 1-1 0 0,0-1 1 0 0,0 0 0 0 0,0 0 0 0 0,0 1 0 0 0,0-1-1 0 0,0 0 1 0 0,0 0 0 0 0,0 1 0 0 0,0-1-1 0 0,0 1 1 0 0,7 15 22 0 0,1 51 36 0 0,-3 0 1 0 0,-5 112-1 0 0,-1-80-5 0 0,1-44 23 0 0,-10 84-1 0 0,7-114-6 0 0,3-22-5 0 0,1-16-29 0 0,2-28 54 0 0,2 0 1 0 0,19-70-1 0 0,-17 87-22 0 0,0 1-1 0 0,2 0 0 0 0,1 0 0 0 0,1 1 0 0 0,26-39 1 0 0,-33 56-43 0 0,0 1 0 0 0,1 0 1 0 0,-1 0-1 0 0,1 0 1 0 0,0 0-1 0 0,0 1 1 0 0,0 0-1 0 0,0 0 1 0 0,1 0-1 0 0,-1 1 0 0 0,8-2 1 0 0,-5 1 12 0 0,-1 0 0 0 0,0 0 1 0 0,0-1-1 0 0,0 0 0 0 0,7-6 0 0 0,9-8 41 0 0,-13 11-17 0 0,-1-1-1 0 0,0 0 1 0 0,0-1-1 0 0,8-10 1 0 0,-3 3 52 0 0,-11 13-92 0 0,-1 1 0 0 0,1-1 0 0 0,-1 1 0 0 0,0-1 0 0 0,0 0 0 0 0,-1 0 0 0 0,1 0 0 0 0,0 0 0 0 0,-1 0 0 0 0,0 0-1 0 0,0 0 1 0 0,0 0 0 0 0,1-6 0 0 0,-2-10 220 0 0,-3 15-107 0 0,-5 12-77 0 0,2 2-21 0 0,1 0 0 0 0,0 0 0 0 0,1 0 0 0 0,0 0 0 0 0,0 1 1 0 0,1-1-1 0 0,-2 20 0 0 0,1-1 92 0 0,1 49 1 0 0,2-77-124 0 0,1 0 1 0 0,0 0 0 0 0,0 1-1 0 0,0-1 1 0 0,0 0-1 0 0,1 0 1 0 0,-1 0-1 0 0,0 0 1 0 0,0 0 0 0 0,1 0-1 0 0,-1 0 1 0 0,0 0-1 0 0,1 0 1 0 0,-1 0 0 0 0,1 0-1 0 0,-1-1 1 0 0,1 1-1 0 0,-1 0 1 0 0,1 0-1 0 0,0 0 1 0 0,0-1 0 0 0,-1 1-1 0 0,1 0 1 0 0,0 0-1 0 0,0-1 1 0 0,0 1-1 0 0,0-1 1 0 0,0 1 0 0 0,1 0-1 0 0,-1-2-1 0 0,0 1 0 0 0,0-1 0 0 0,0 0 0 0 0,0 1 0 0 0,0-1-1 0 0,0 0 1 0 0,0 0 0 0 0,0 0 0 0 0,-1 0 0 0 0,1 0 0 0 0,0 0 0 0 0,-1 0 0 0 0,1 0-1 0 0,-1 0 1 0 0,1 0 0 0 0,-1 0 0 0 0,1-2 0 0 0,7-23 39 0 0,18-95 199 0 0,-24 116-240 0 0,5-17 96 0 0,-6 22-98 0 0,-1-1 0 0 0,0 1 0 0 0,0 0 0 0 0,0 0 0 0 0,0-1 0 0 0,0 1 1 0 0,0 0-1 0 0,0 0 0 0 0,0 0 0 0 0,1-1 0 0 0,-1 1 0 0 0,0 0 1 0 0,0 0-1 0 0,0 0 0 0 0,0 0 0 0 0,1-1 0 0 0,-1 1 0 0 0,0 0 0 0 0,0 0 1 0 0,0 0-1 0 0,1 0 0 0 0,-1 0 0 0 0,0 0 0 0 0,0-1 0 0 0,1 1 0 0 0,-1 0 1 0 0,0 0-1 0 0,0 0 0 0 0,0 0 0 0 0,1 0 0 0 0,-1 0 0 0 0,0 0 0 0 0,0 0 1 0 0,1 0-1 0 0,-1 0 0 0 0,0 0 0 0 0,0 0 0 0 0,1 0 0 0 0,-1 0 0 0 0,0 1 1 0 0,0-1-1 0 0,1 0 0 0 0,-1 0 0 0 0,0 0 0 0 0,0 0 0 0 0,0 0 0 0 0,1 0 1 0 0,-1 1-1 0 0,0-1 0 0 0,0 0 0 0 0,0 0 0 0 0,0 0 0 0 0,1 1 0 0 0,-1-1 1 0 0,0 0-1 0 0,0 0 0 0 0,0 0 0 0 0,0 1 0 0 0,0-1 0 0 0,0 0 0 0 0,0 0 1 0 0,0 1-1 0 0,1-1 0 0 0,-1 0 0 0 0,0 0 0 0 0,5 11 14 0 0,1-1 0 0 0,1-1 0 0 0,-1 1 0 0 0,2-1-1 0 0,-1 0 1 0 0,1-1 0 0 0,17 14 0 0 0,-23-20-13 0 0,0-1 0 0 0,1 1 0 0 0,-1-1 0 0 0,1 1 0 0 0,-1-1 0 0 0,1 0 0 0 0,0 0 0 0 0,-1 0 0 0 0,1 0 0 0 0,0 0 0 0 0,0-1 0 0 0,-1 0 0 0 0,1 1 0 0 0,0-1 0 0 0,0 0 0 0 0,0 0 0 0 0,0 0 0 0 0,0-1 0 0 0,-1 1 0 0 0,1-1 0 0 0,0 1 0 0 0,0-1 0 0 0,-1 0 0 0 0,1 0 0 0 0,0 0 0 0 0,-1-1 0 0 0,1 1 0 0 0,-1 0 0 0 0,0-1 0 0 0,1 0 0 0 0,-1 1 0 0 0,0-1 0 0 0,0 0 0 0 0,0 0 0 0 0,3-4 0 0 0,3-5 1 0 0,0 0 0 0 0,0 0 0 0 0,-1-1 0 0 0,-1 0 0 0 0,0 0 0 0 0,7-19 1 0 0,20-85 10 0 0,-27 92-10 0 0,0 1-2 0 0,-2 0 0 0 0,0 0 1 0 0,-2 0-1 0 0,-1-1 0 0 0,0 1 1 0 0,-2-1-1 0 0,-5-33 0 0 0,2 45 4 0 0,3 12-6 0 0,1 0 0 0 0,0-1 0 0 0,0 1 0 0 0,-1 0 1 0 0,1-1-1 0 0,0 1 0 0 0,-1 0 0 0 0,1 0 0 0 0,0-1 0 0 0,-1 1 0 0 0,1 0 1 0 0,0 0-1 0 0,-1 0 0 0 0,1 0 0 0 0,0-1 0 0 0,-1 1 0 0 0,1 0 1 0 0,0 0-1 0 0,-1 0 0 0 0,1 0 0 0 0,-1 0 0 0 0,1 0 0 0 0,0 0 0 0 0,-1 0 1 0 0,1 0-1 0 0,-1 0 0 0 0,1 0 0 0 0,0 0 0 0 0,-1 0 0 0 0,1 1 0 0 0,0-1 1 0 0,-1 0-1 0 0,1 0 0 0 0,0 0 0 0 0,-1 0 0 0 0,1 1 0 0 0,0-1 1 0 0,-1 0-1 0 0,1 0 0 0 0,0 1 0 0 0,-1-1 0 0 0,1 0 0 0 0,0 0 0 0 0,0 1 1 0 0,-1-1-1 0 0,1 0 0 0 0,0 1 0 0 0,0-1 0 0 0,0 0 0 0 0,0 1 0 0 0,-1-1 1 0 0,1 1-1 0 0,-4 5 1 0 0,-1 1-1 0 0,1 0 1 0 0,1 0 0 0 0,-1 0-1 0 0,1 0 1 0 0,0 0 0 0 0,-2 9-1 0 0,-10 58 6 0 0,12-58-7 0 0,-3 13 5 0 0,2 1 0 0 0,1 0 0 0 0,1 0 0 0 0,2 0-1 0 0,4 34 1 0 0,0-30-4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55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16687 0 0,'0'0'3643'0'0,"3"5"-3210"0"0,1 2-360 0 0,-1 1 0 0 0,0 0 0 0 0,0 0 0 0 0,0 0 0 0 0,-1 0-1 0 0,0 1 1 0 0,-1-1 0 0 0,0 0 0 0 0,0 13 0 0 0,7 37 25 0 0,8 50 26 0 0,-5-20-119 0 0,16 122-111 0 0,-19-136-326 0 0,-4-50-148 0 0,-2-25-72 0 0,1-13 390 0 0,0-16-198 0 0,-4-60-1 0 0,0 30 104 0 0,-8-47-460 0 0,1 2-80 0 0,8 103 808 0 0,0-7-588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3:59.0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0 608 9040 0 0,'0'0'374'0'0,"3"-4"-186"0"0,22-40 1176 0 0,40-51 0 0 0,-55 74-1118 0 0,-8 16-220 0 0,-1 1 0 0 0,0 0 0 0 0,1 0 0 0 0,0 0 0 0 0,0 0 0 0 0,3-5 0 0 0,-3 7-15 0 0,-3 0-6 0 0,5-4 3 0 0,10-13-6 0 0,-7 11-2 0 0,0 6 1 0 0,-6 3 2 0 0,-1 0 1 0 0,1 0-1 0 0,0-1 0 0 0,0 1 0 0 0,0 0 1 0 0,-1 0-1 0 0,1 0 0 0 0,-1 0 1 0 0,1 0-1 0 0,-1 0 0 0 0,1 0 0 0 0,-1 0 1 0 0,1 0-1 0 0,-1 0 0 0 0,0 0 1 0 0,0 0-1 0 0,1 1 0 0 0,-1-1 0 0 0,0 0 1 0 0,0 2-1 0 0,4 13 261 0 0,10 20 149 0 0,-1 0 0 0 0,-2 1 0 0 0,-1 0 0 0 0,7 62 1 0 0,-6-31-126 0 0,36 225 955 0 0,-47-227-383 0 0,0-65-349 0 0,4-15-331 0 0,-5-142 148 0 0,7-264-51 0 0,-4 398-248 0 0,0-1 0 0 0,10-33 0 0 0,-12 54 28 0 0,4 28-25 0 0,-2-17-26 0 0,2 9 11 0 0,0 0-1 0 0,1-1 1 0 0,12 30-1 0 0,-12-38-6 0 0,-2-2 9 0 0,1 0-1 0 0,-1-1 1 0 0,1 1 0 0 0,1-1-1 0 0,9 11 1 0 0,14 18 26 0 0,-21-24-31 0 0,1-1-1 0 0,0 0 1 0 0,1 0-1 0 0,0 0 1 0 0,15 11-1 0 0,-21-20-10 0 0,-1 0-1 0 0,1 0 1 0 0,-1-1-1 0 0,1 1 1 0 0,-1-1-1 0 0,1 0 1 0 0,-1 1-1 0 0,1-1 1 0 0,-1 0-1 0 0,1 0 1 0 0,-1-1-1 0 0,1 1 1 0 0,-1-1-1 0 0,1 1 1 0 0,-1-1-1 0 0,1 0 1 0 0,-1 0-1 0 0,0 0 1 0 0,1 0-1 0 0,-1 0 1 0 0,0 0-1 0 0,0-1 1 0 0,0 1-1 0 0,0-1 1 0 0,0 1-1 0 0,2-3 1 0 0,5-3 7 0 0,-1-1 1 0 0,1-1-1 0 0,-1 1 1 0 0,8-12-1 0 0,-3-1 9 0 0,-1 0-1 0 0,-1 0 0 0 0,0-1 1 0 0,-2-1-1 0 0,0 0 0 0 0,-2 0 1 0 0,0 0-1 0 0,4-36 0 0 0,-6 27 29 0 0,-2-1 0 0 0,-1 0 0 0 0,-2 1-1 0 0,-1-1 1 0 0,-9-56 0 0 0,8 79-15 0 0,-1 1 0 0 0,0-1 1 0 0,-1 1-1 0 0,-8-17 0 0 0,11 24 16 0 0,0 2-43 0 0,-1 1 1 0 0,1-1-1 0 0,-1 0 0 0 0,1 1 1 0 0,0-1-1 0 0,-1 1 0 0 0,1 0 1 0 0,0 0-1 0 0,-1-1 0 0 0,1 1 1 0 0,0 0-1 0 0,0 0 0 0 0,0 0 1 0 0,0 0-1 0 0,0 0 1 0 0,0 1-1 0 0,0-1 0 0 0,0 0 1 0 0,0 0-1 0 0,0 1 0 0 0,1-1 1 0 0,-1 0-1 0 0,0 3 0 0 0,-11 34 28 0 0,5-3 12 0 0,2 0 0 0 0,1 0-1 0 0,2 43 1 0 0,3-66-2 0 0,1 0-1 0 0,0 0 0 0 0,1-1 1 0 0,0 1-1 0 0,1 0 1 0 0,5 10-1 0 0,-8-19-25 0 0,0-1-1 0 0,0 1 1 0 0,1-1-1 0 0,-1 0 1 0 0,1 1-1 0 0,0-1 1 0 0,-1 0-1 0 0,1 0 1 0 0,0 0-1 0 0,0 0 1 0 0,0 0-1 0 0,1-1 1 0 0,-1 1-1 0 0,0 0 1 0 0,1-1-1 0 0,-1 0 1 0 0,1 0-1 0 0,-1 0 1 0 0,1 0-1 0 0,0 0 1 0 0,-1 0-1 0 0,1 0 0 0 0,0-1 1 0 0,0 0-1 0 0,-1 1 1 0 0,1-1-1 0 0,0 0 1 0 0,0 0-1 0 0,0-1 1 0 0,-1 1-1 0 0,1-1 1 0 0,0 1-1 0 0,-1-1 1 0 0,4-1-1 0 0,4-1 56 0 0,1-1-1 0 0,-1 0 0 0 0,0-1 1 0 0,-1 0-1 0 0,1 0 1 0 0,-1-1-1 0 0,9-8 0 0 0,-12 9 24 0 0,0-1 1 0 0,-1 1-1 0 0,1-2 0 0 0,-1 1 0 0 0,-1 0 0 0 0,1-1 0 0 0,-1 0 0 0 0,6-14 0 0 0,-9 19 89 0 0,-4 0-80 0 0,3 2-101 0 0,0 0 1 0 0,0 0 0 0 0,0 0-1 0 0,0 0 1 0 0,-1-1-1 0 0,1 1 1 0 0,0 0 0 0 0,0 0-1 0 0,0 0 1 0 0,0 0 0 0 0,0 0-1 0 0,0 0 1 0 0,-1-1 0 0 0,1 1-1 0 0,0 0 1 0 0,0 0 0 0 0,0 0-1 0 0,0 0 1 0 0,-1 0 0 0 0,1 0-1 0 0,0 0 1 0 0,0 0 0 0 0,0 0-1 0 0,0 0 1 0 0,-1 0 0 0 0,1 0-1 0 0,0 0 1 0 0,0 0 0 0 0,0 0-1 0 0,-1 0 1 0 0,1 0-1 0 0,0 0 1 0 0,0 0 0 0 0,0 0-1 0 0,0 0 1 0 0,-1 0 0 0 0,1 0-1 0 0,0 0 1 0 0,0 1 0 0 0,0-1-1 0 0,0 0 1 0 0,0 0 0 0 0,-1 0-1 0 0,-10 19 64 0 0,0 0-1 0 0,1 0 0 0 0,1 1 1 0 0,1 1-1 0 0,-5 21 1 0 0,9-29-44 0 0,2-1 0 0 0,-1 1 0 0 0,2-1 0 0 0,0 1 1 0 0,0 0-1 0 0,1 0 0 0 0,1 0 0 0 0,0-1 0 0 0,1 1 0 0 0,3 13 1 0 0,-5-25-20 0 0,1 1 0 0 0,-1 0 0 0 0,1 0 1 0 0,0 0-1 0 0,-1 0 1 0 0,1 0-1 0 0,0-1 1 0 0,0 1-1 0 0,0 0 0 0 0,0 0 1 0 0,2 1-1 0 0,-2-3-2 0 0,0 1 0 0 0,0-1 0 0 0,-1 1 0 0 0,1-1 0 0 0,0 0 0 0 0,0 1 0 0 0,0-1 0 0 0,0 0 0 0 0,0 0-1 0 0,0 0 1 0 0,0 0 0 0 0,0 0 0 0 0,0 0 0 0 0,0 0 0 0 0,0 0 0 0 0,-1 0 0 0 0,1 0 0 0 0,0-1 0 0 0,0 1 0 0 0,0 0 0 0 0,0-1 0 0 0,0 1-1 0 0,0 0 1 0 0,0-1 0 0 0,-1 1 0 0 0,1-1 0 0 0,0 1 0 0 0,0-1 0 0 0,-1 0 0 0 0,1 1 0 0 0,0-1 0 0 0,-1 0 0 0 0,1 1 0 0 0,0-2 0 0 0,4-3-2 0 0,1 1 1 0 0,-1-1-1 0 0,-1 0 1 0 0,1-1-1 0 0,-1 1 1 0 0,0-1-1 0 0,0 0 1 0 0,0 0-1 0 0,-1 0 1 0 0,0 0-1 0 0,0-1 1 0 0,2-8-1 0 0,3-7-20 0 0,6-29-98 0 0,-11 35 18 0 0,-2 14 52 0 0,2 17-327 0 0,-1-8 336 0 0,0 0 0 0 0,0 0 0 0 0,1-1 0 0 0,0 1 1 0 0,0 0-1 0 0,8 11 0 0 0,-9-16 22 0 0,0 1 0 0 0,0-1 0 0 0,1 1 0 0 0,-1-1 0 0 0,1 0 0 0 0,-1 0 0 0 0,1 0 0 0 0,-1 0 0 0 0,1 0 0 0 0,0 0 0 0 0,0-1 0 0 0,0 0 0 0 0,0 1 0 0 0,0-1 0 0 0,0 0 0 0 0,1-1 0 0 0,-1 1 0 0 0,0 0 0 0 0,4-1 0 0 0,-2 0-2 0 0,-1 0 0 0 0,1 0 0 0 0,0-1-1 0 0,-1 1 1 0 0,1-1 0 0 0,-1 0 0 0 0,1-1 0 0 0,-1 1 0 0 0,1-1 0 0 0,-1 0 0 0 0,0 0-1 0 0,0 0 1 0 0,0 0 0 0 0,7-6 0 0 0,-5 2-3 0 0,1 0-1 0 0,-1 0 1 0 0,-1-1 0 0 0,1 0-1 0 0,-1 0 1 0 0,0 0 0 0 0,5-12-1 0 0,0-1-8 0 0,-2-1 0 0 0,0-1 0 0 0,-2 1 0 0 0,0-1 0 0 0,4-33 0 0 0,2-47-72 0 0,-1-111 1 0 0,-11 236 96 0 0,0 25 59 0 0,1 0 0 0 0,11 65 0 0 0,-10-104-28 0 0,5 32 111 0 0,2 0 0 0 0,1-1 0 0 0,32 77 0 0 0,-40-114-136 0 0,4 10 99 0 0,1-1 1 0 0,14 21 0 0 0,-19-31-77 0 0,0 1 1 0 0,0-1-1 0 0,0 1 0 0 0,0-1 1 0 0,1 0-1 0 0,-1 0 1 0 0,1 0-1 0 0,-1 0 1 0 0,1 0-1 0 0,0-1 1 0 0,0 1-1 0 0,-1-1 1 0 0,1 0-1 0 0,0 1 0 0 0,0-1 1 0 0,0-1-1 0 0,1 1 1 0 0,4 0-1 0 0,-5-1-3 0 0,-1 0 0 0 0,0 0-1 0 0,1-1 1 0 0,-1 1-1 0 0,0-1 1 0 0,1 0 0 0 0,-1 0-1 0 0,0 0 1 0 0,0 0 0 0 0,0 0-1 0 0,0 0 1 0 0,0 0-1 0 0,0-1 1 0 0,0 1 0 0 0,0-1-1 0 0,-1 1 1 0 0,1-1 0 0 0,0 0-1 0 0,-1 0 1 0 0,1 1-1 0 0,-1-1 1 0 0,0 0 0 0 0,0 0-1 0 0,0-1 1 0 0,2-2 0 0 0,0-4 31 0 0,1-1 1 0 0,-1 0 0 0 0,-1 0 0 0 0,3-17 0 0 0,-1-23 92 0 0,-1 1 1 0 0,-6-77 0 0 0,0 110-103 0 0,-1 0-1 0 0,0 0 0 0 0,-1 0 0 0 0,0 1 1 0 0,-9-16-1 0 0,13 28-31 0 0,1 2-5 0 0,0 0 0 0 0,-1-1 0 0 0,1 1 0 0 0,0 0 1 0 0,-1 0-1 0 0,1 0 0 0 0,-1 0 0 0 0,1 0 1 0 0,-1 0-1 0 0,0 0 0 0 0,0 0 0 0 0,1 0 0 0 0,-1 0 1 0 0,0 0-1 0 0,0 0 0 0 0,0 1 0 0 0,0-1 1 0 0,0 0-1 0 0,0 1 0 0 0,0-1 0 0 0,0 1 0 0 0,-2-2 1 0 0,3 3-1 0 0,-1-1-1 0 0,0 1 1 0 0,0-1 0 0 0,0 1 0 0 0,1-1 0 0 0,-1 1 0 0 0,0-1 0 0 0,1 1 0 0 0,-1 0-1 0 0,0-1 1 0 0,1 1 0 0 0,-1 0 0 0 0,1-1 0 0 0,-1 1 0 0 0,1 0 0 0 0,0 0 0 0 0,-1 0-1 0 0,1 0 1 0 0,0-1 0 0 0,-1 1 0 0 0,1 1 0 0 0,-10 52 105 0 0,10-14-53 0 0,1-1 1 0 0,3 1 0 0 0,1 0-1 0 0,19 70 1 0 0,5 38 37 0 0,-24-117-70 0 0,-3 1 1 0 0,0 0 0 0 0,-5 53-1 0 0,0-63-3 0 0,-1 1-1 0 0,-1-1 0 0 0,-16 42 1 0 0,18-55-13 0 0,-1 0 1 0 0,0-1-1 0 0,-1 1 1 0 0,0-1-1 0 0,-1 0 1 0 0,1 0 0 0 0,-1 0-1 0 0,-1-1 1 0 0,1 0-1 0 0,-1 0 1 0 0,-12 8-1 0 0,18-15-7 0 0,1 1-1 0 0,-1 0 0 0 0,1-1 1 0 0,-1 0-1 0 0,0 1 0 0 0,1-1 0 0 0,-1 1 1 0 0,0-1-1 0 0,0 0 0 0 0,1 1 1 0 0,-1-1-1 0 0,0 0 0 0 0,0 0 1 0 0,1 0-1 0 0,-1 0 0 0 0,0 0 1 0 0,0 0-1 0 0,0 0 0 0 0,1 0 1 0 0,-1 0-1 0 0,0 0 0 0 0,0 0 1 0 0,1 0-1 0 0,-1 0 0 0 0,0 0 1 0 0,0-1-1 0 0,1 1 0 0 0,-1 0 1 0 0,0-1-1 0 0,0 0 0 0 0,0 0 1 0 0,-1 0 0 0 0,1-1-1 0 0,1 1 1 0 0,-1-1 0 0 0,0 1-1 0 0,0-1 1 0 0,1 0 0 0 0,-1 1 0 0 0,0-1-1 0 0,1 0 1 0 0,0 1 0 0 0,-1-1-1 0 0,1-1 1 0 0,-1-6 2 0 0,1 0 0 0 0,0 0 0 0 0,2-18 1 0 0,1 13-3 0 0,0 1 0 0 0,1-1 1 0 0,1 0-1 0 0,0 1 0 0 0,1 0 1 0 0,7-13-1 0 0,4-1 5 0 0,33-40 0 0 0,94-95-15 0 0,-120 138 4 0 0,11-12-9 0 0,54-71 0 0 0,-89 107 13 0 0,42-59-34 0 0,49-95 1 0 0,-86 138 17 0 0,-16 22 1 0 0,-16 23 1 0 0,-75 129-26 0 0,36-51 29 0 0,58-94 10 0 0,1 0 1 0 0,1 0-1 0 0,0 1 0 0 0,1 0 1 0 0,0 1-1 0 0,1-1 0 0 0,1 1 1 0 0,0 0-1 0 0,-1 20 0 0 0,4-24 1 0 0,1 2 0 0 0,1 0 0 0 0,6-9 0 0 0,-7-4 0 0 0,0 0 0 0 0,0 0 0 0 0,0 0 0 0 0,0 1 0 0 0,0-2 0 0 0,0 1 0 0 0,0 0 0 0 0,0 0 0 0 0,-1 0 0 0 0,1 0 0 0 0,0-1 0 0 0,0 1 0 0 0,0 0 0 0 0,0-1 0 0 0,0 1 0 0 0,-1 0 0 0 0,1-1 0 0 0,0 1 0 0 0,0-1 0 0 0,-1 0 0 0 0,1 1 0 0 0,0-1 0 0 0,0-1 0 0 0,1 0 0 0 0,17-9 1 0 0,0 0 0 0 0,-1-2 0 0 0,0 0 0 0 0,-1-1 0 0 0,-1 0 0 0 0,0-2 0 0 0,-1 0 0 0 0,-1 0 0 0 0,24-38 0 0 0,-30 41-1 0 0,-1-1 0 0 0,0 1 1 0 0,-1-1-1 0 0,0-1 1 0 0,-2 1-1 0 0,0-1 1 0 0,0 0-1 0 0,-1 0 1 0 0,-1 0-1 0 0,-1 0 0 0 0,0 0 1 0 0,0-1-1 0 0,-2 1 1 0 0,-3-23-1 0 0,3 35 0 0 0,-7-18 0 0 0,-2 4 0 0 0,-1 3 0 0 0,5 12 7 0 0,-2-2-4 0 0,-1 4 3 0 0,5 2-4 0 0,1 0 0 0 0,-1 1-1 0 0,1-1 1 0 0,0 1 0 0 0,0-1-1 0 0,0 1 1 0 0,0 0 0 0 0,0 0-1 0 0,1 0 1 0 0,-1 0 0 0 0,1 1-1 0 0,0-1 1 0 0,0 1 0 0 0,0-1-1 0 0,0 1 1 0 0,1 0 0 0 0,-1-1-1 0 0,1 1 1 0 0,0 0 0 0 0,0 0-1 0 0,1 0 1 0 0,-1 0 0 0 0,1 7-1 0 0,0-11-1 0 0,-3 18 4 0 0,1 1 0 0 0,1-1 0 0 0,0 1-1 0 0,2 0 1 0 0,3 26 0 0 0,3-12-3 0 0,-3-22-1 0 0,-3-10 0 0 0,-1 0 0 0 0,0-1 0 0 0,0 1 0 0 0,0 0 0 0 0,0-1 0 0 0,0 1 0 0 0,0-1 0 0 0,0 1 0 0 0,1 0 0 0 0,-1-1 0 0 0,0 1 0 0 0,1-1 0 0 0,-1 1 0 0 0,0-1 0 0 0,1 1 0 0 0,-1-1 0 0 0,0 1 0 0 0,1-1 0 0 0,-1 1 0 0 0,1-1 0 0 0,-1 0 0 0 0,1 1 0 0 0,-1-1 0 0 0,1 0 0 0 0,-1 1 0 0 0,1-1 0 0 0,0 0 0 0 0,-1 1 0 0 0,1-1 0 0 0,-1 0 0 0 0,1 0 0 0 0,0 0 0 0 0,-1 0 0 0 0,1 0 0 0 0,-1 0 0 0 0,1 0 0 0 0,0 0 0 0 0,1 0 0 0 0,4 0 0 0 0,-4 0 1 0 0,1 0 0 0 0,-1-1-1 0 0,1 1 1 0 0,-1-1 0 0 0,1 1-1 0 0,-1-1 1 0 0,1 0 0 0 0,-1 0-1 0 0,1 0 1 0 0,-1 0 0 0 0,0 0-1 0 0,0-1 1 0 0,0 1 0 0 0,0-1-1 0 0,0 0 1 0 0,3-2 0 0 0,6-5 2 0 0,1-1 6 0 0,-1 0 0 0 0,15-17 1 0 0,5-4 5 0 0,-26 28-10 0 0,-2 2-4 0 0,4-1 4 0 0,1 0 0 0 0,-1 0 0 0 0,1 0 0 0 0,-1 1 1 0 0,10 0-1 0 0,-13 1-3 0 0,-1 1 1 0 0,0 0-1 0 0,0 0 1 0 0,0 0-1 0 0,0 1 1 0 0,0-1-1 0 0,0 0 0 0 0,0 1 1 0 0,0 0-1 0 0,0 0 1 0 0,-1 0-1 0 0,4 3 1 0 0,1 1-1 0 0,-1 0 1 0 0,-1 1-1 0 0,1-1 0 0 0,-1 1 1 0 0,0 0-1 0 0,-1 1 0 0 0,0-1 1 0 0,0 1-1 0 0,0 0 0 0 0,-1 0 1 0 0,0 0-1 0 0,1 9 0 0 0,1 3 9 0 0,-1 0-1 0 0,-1 0 1 0 0,-1 0-1 0 0,-1 21 1 0 0,-1-39-5 0 0,0-1 2 0 0,0 5 3 0 0,0-4 42 0 0,4-37-27 0 0,-4 30-24 0 0,1-1 0 0 0,0 0 0 0 0,0 1 0 0 0,0-1 0 0 0,1 1 0 0 0,0-1 0 0 0,0 1 0 0 0,0-1 0 0 0,1 1 0 0 0,-1 0 0 0 0,1 0 0 0 0,1 0 0 0 0,-1 1 0 0 0,1-1 0 0 0,5-5 0 0 0,-2 2 3 0 0,0 0 0 0 0,1 1 0 0 0,0 0 0 0 0,10-7 0 0 0,-15 13-5 0 0,0-1 1 0 0,0 1-1 0 0,1 0 1 0 0,-1-1-1 0 0,0 1 1 0 0,0 1-1 0 0,1-1 1 0 0,-1 0-1 0 0,1 1 1 0 0,-1 0 0 0 0,1 0-1 0 0,5 0 1 0 0,-7 1-1 0 0,-1-1 1 0 0,0 0-1 0 0,1 0 1 0 0,-1 1-1 0 0,1-1 1 0 0,-1 0-1 0 0,0 1 1 0 0,1-1-1 0 0,-1 1 1 0 0,0 0-1 0 0,0 0 1 0 0,1-1-1 0 0,-1 1 1 0 0,0 0-1 0 0,0 0 1 0 0,0 0-1 0 0,0 0 1 0 0,0 0-1 0 0,0 0 1 0 0,0 0-1 0 0,-1 1 1 0 0,1-1-1 0 0,0 0 1 0 0,-1 0-1 0 0,1 1 1 0 0,-1-1-1 0 0,1 2 1 0 0,3 31 13 0 0,-4-33-13 0 0,-1 42 15 0 0,-10 53 0 0 0,10-91-15 0 0,0 26 17 0 0,1-29 4 0 0,6-22-12 0 0,6-20 3 0 0,23-50 1 0 0,-28 75-11 0 0,1 0 0 0 0,0 0 0 0 0,1 1 0 0 0,1 1 1 0 0,0 0-1 0 0,13-13 0 0 0,-20 22 8 0 0,-1 0-10 0 0,7-10 0 0 0,2 16 9 0 0,-8 1-5 0 0,2 5-4 0 0,0 1 0 0 0,-1-1 0 0 0,1 0 0 0 0,-2 1 1 0 0,1 0-1 0 0,2 14 0 0 0,1 0 0 0 0,-5-11-1 0 0,-2-8 0 0 0,1-1 0 0 0,0 1 0 0 0,0-1 0 0 0,0 0 0 0 0,0 1 0 0 0,1-1 0 0 0,-1 0 0 0 0,1 0 0 0 0,0 0 0 0 0,0 0 0 0 0,0 0 0 0 0,4 4 0 0 0,3 3 0 0 0,-1-1 0 0 0,1-5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4:00.8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15176 0 0,'0'0'3249'0'0,"5"1"-2843"0"0,34 10-70 0 0,-12-2-139 0 0,1-2 0 0 0,-1-1-1 0 0,43 4 1 0 0,-63-9-169 0 0,12 0 5 0 0,0 0 1 0 0,0-1 0 0 0,0-1-1 0 0,26-5 1 0 0,-30 4-33 0 0,4 4-1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8:59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112 144 5416 0 0,'0'0'406'0'0,"-2"4"-295"0"0,0-3-39 0 0,1 1 0 0 0,0 0 0 0 0,0 0 0 0 0,-1 0 0 0 0,1 0 0 0 0,1 0 0 0 0,-1 0 1 0 0,0 0-1 0 0,0 0 0 0 0,1 0 0 0 0,-1 1 0 0 0,1-1 0 0 0,0 0 0 0 0,0 0 0 0 0,0 1 0 0 0,0-1 0 0 0,0 0 0 0 0,0 0 0 0 0,0 0 0 0 0,1 1 0 0 0,-1-1 0 0 0,1 0 0 0 0,0 0 0 0 0,-1 0 0 0 0,2 2 0 0 0,5 15 131 0 0,-1-1-1 0 0,-1 1 1 0 0,0 0-1 0 0,2 34 0 0 0,-5-39-115 0 0,16 295 1880 0 0,-9-80-965 0 0,-9-222-965 0 0,0-2 29 0 0,1 1 0 0 0,-1-1 0 0 0,1 0 0 0 0,0 1 0 0 0,0-1 0 0 0,4 10 0 0 0,-4-14 71 0 0,0-2-120 0 0,0 0 0 0 0,0-1 0 0 0,0 1 0 0 0,0-1 0 0 0,-1 1 0 0 0,1-1 0 0 0,0 1 0 0 0,-1-1-1 0 0,1 1 1 0 0,-1-1 0 0 0,0 0 0 0 0,1 1 0 0 0,-1-1 0 0 0,0 0 0 0 0,0 1 0 0 0,0-1 0 0 0,0 1 0 0 0,-1-3 0 0 0,1-27 102 0 0,1-3 147 0 0,-6-38 1 0 0,2 38-184 0 0,-20-123 541 0 0,16 130-506 0 0,0 0 0 0 0,-2 1 0 0 0,-1-1 0 0 0,-13-24 0 0 0,7 19 56 0 0,1-1 1 0 0,2 0-1 0 0,2-2 1 0 0,0 1-1 0 0,3-1 1 0 0,1 0-1 0 0,1-1 1 0 0,-1-49 0 0 0,7 83-145 0 0,0 0 0 0 0,0 0 1 0 0,0-1-1 0 0,1 1 0 0 0,-1 0 1 0 0,0 0-1 0 0,1-1 0 0 0,-1 1 1 0 0,1 0-1 0 0,0 0 0 0 0,0 0 1 0 0,0 0-1 0 0,0 0 0 0 0,0 0 1 0 0,0 0-1 0 0,1 0 0 0 0,-1 0 1 0 0,1 0-1 0 0,-1 1 0 0 0,1-1 1 0 0,0 1-1 0 0,-1-1 0 0 0,1 1 1 0 0,0-1-1 0 0,0 1 0 0 0,0 0 1 0 0,0 0-1 0 0,0 0 1 0 0,3-1-1 0 0,5 0 67 0 0,0 0 1 0 0,0 1-1 0 0,0-1 0 0 0,0 2 1 0 0,15 0-1 0 0,8 0 18 0 0,-7-1 33 0 0,1 1 0 0 0,-1 1 0 0 0,1 2 1 0 0,-1 0-1 0 0,52 15 0 0 0,-15 10 176 0 0,-56-25-274 0 0,-1 0 1 0 0,0 0-1 0 0,0 1 1 0 0,0-1-1 0 0,-1 1 0 0 0,11 10 1 0 0,-12-11 15 0 0,-3-2-50 0 0,1 0 0 0 0,-1-1-1 0 0,0 1 1 0 0,0 0 0 0 0,0 0 0 0 0,0 0 0 0 0,-1 0 0 0 0,1 0 0 0 0,0 0 0 0 0,0 0 0 0 0,-1 0 0 0 0,1 0 0 0 0,0 0 0 0 0,-1 0 0 0 0,1 0-1 0 0,-1 0 1 0 0,1 0 0 0 0,-1 1 0 0 0,0-1 0 0 0,1 0 0 0 0,-1 0 0 0 0,0 1 0 0 0,0-1 0 0 0,0 0 0 0 0,0 0 0 0 0,0 1 0 0 0,0-1-1 0 0,0 0 1 0 0,-1 1 0 0 0,1-1 0 0 0,0 0 0 0 0,-1 2 0 0 0,-7 3 89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8:59.6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1 131 14272 0 0,'0'0'0'0'0,"21"-3"0"0"0,3-3 0 0 0,4-1 376 0 0,26-5 392 0 0,-28 1-376 0 0,3-1-256 0 0,-2 1-8 0 0,-1 2 8 0 0,-1-2 0 0 0,1-2 327 0 0,-2 1 17 0 0,-1 1-8 0 0,5 2 8 0 0,-3 5-344 0 0,-4 4 8 0 0,-4 2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0.9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0 765 13360 0 0,'0'0'2296'0'0,"4"-2"-2183"0"0,19-13-33 0 0,-2-1 1 0 0,0-1-1 0 0,0-1 0 0 0,24-28 1 0 0,64-92 324 0 0,-102 129-350 0 0,-1 0 1 0 0,-1-1 0 0 0,0 1 0 0 0,0-1-1 0 0,6-17 1 0 0,-11 25-4 0 0,0 2-48 0 0,0 0 0 0 0,-1 0 0 0 0,1 0 0 0 0,0-1 0 0 0,0 1 0 0 0,0 0 0 0 0,-1 0 0 0 0,1 0 0 0 0,0 0 0 0 0,0 0 0 0 0,-1-1 0 0 0,1 1 0 0 0,0 0 0 0 0,0 0 0 0 0,-1 0 0 0 0,1 0 0 0 0,0 0 0 0 0,0 0 0 0 0,-1 0 0 0 0,1 0 0 0 0,0 0 0 0 0,0 0 0 0 0,-1 0 0 0 0,1 0 0 0 0,0 0 0 0 0,0 0 0 0 0,-1 0 0 0 0,1 1 0 0 0,0-1 0 0 0,0 0 0 0 0,-1 0 0 0 0,1 0 0 0 0,0 0 0 0 0,0 0 0 0 0,-1 1 0 0 0,1-1 0 0 0,-8 12 56 0 0,-4 17-25 0 0,11-27-25 0 0,-7 24 30 0 0,1 1-1 0 0,2 0 1 0 0,0 0-1 0 0,-1 44 1 0 0,5-52-15 0 0,2 1 1 0 0,0 0-1 0 0,1-1 1 0 0,1 1-1 0 0,1-1 1 0 0,1 1-1 0 0,7 20 1 0 0,-9-35-13 0 0,-1 0 0 0 0,1 0 0 0 0,0 0-1 0 0,1 0 1 0 0,-1-1 0 0 0,1 1 0 0 0,0-1 0 0 0,6 5 0 0 0,-9-8-9 0 0,0 0 0 0 0,0 0 1 0 0,0 0-1 0 0,0 0 0 0 0,0 0 0 0 0,0 0 0 0 0,0-1 1 0 0,0 1-1 0 0,0 0 0 0 0,1-1 0 0 0,-1 1 0 0 0,0-1 1 0 0,1 1-1 0 0,-1-1 0 0 0,0 0 0 0 0,1 1 0 0 0,-1-1 1 0 0,0 0-1 0 0,1 0 0 0 0,-1 0 0 0 0,1 0 0 0 0,-1 0 1 0 0,0 0-1 0 0,1 0 0 0 0,-1-1 0 0 0,1 1 0 0 0,-1 0 1 0 0,0-1-1 0 0,0 1 0 0 0,1-1 0 0 0,-1 0 0 0 0,0 1 1 0 0,0-1-1 0 0,1 0 0 0 0,-1 0 0 0 0,0 0 0 0 0,0 0 1 0 0,1-1-1 0 0,10-14 42 0 0,0-1 1 0 0,-1-1 0 0 0,0 0-1 0 0,13-34 1 0 0,20-79 88 0 0,1-2 34 0 0,-35 103-124 0 0,-8 24-3 0 0,-1 0 1 0 0,1 1 0 0 0,1-1 0 0 0,-1 0 0 0 0,6-9-1 0 0,-6 14 20 0 0,-2 246 683 0 0,0-234-693 0 0,1 1 0 0 0,0-1 1 0 0,1 0-1 0 0,5 17 0 0 0,1 5 152 0 0,-7-31-190 0 0,-1-1 0 0 0,0 1 0 0 0,0 0-1 0 0,1 0 1 0 0,-1-1 0 0 0,1 1 0 0 0,0 0-1 0 0,-1-1 1 0 0,1 1 0 0 0,0-1 0 0 0,0 1-1 0 0,0-1 1 0 0,0 1 0 0 0,0-1 0 0 0,1 1-1 0 0,-1-1 1 0 0,0 0 0 0 0,1 0 0 0 0,1 2-1 0 0,-1-3 0 0 0,-1 1 0 0 0,0-1 0 0 0,1 0 0 0 0,-1 0 1 0 0,0 0-1 0 0,1 0 0 0 0,-1 0 0 0 0,1 0 0 0 0,-1 0 0 0 0,0 0 0 0 0,1 0 0 0 0,-1-1 0 0 0,0 1 0 0 0,1 0 0 0 0,-1-1 0 0 0,0 1 0 0 0,0-1 0 0 0,1 0 0 0 0,0-1 0 0 0,5-2 35 0 0,0-2 0 0 0,0 1 0 0 0,-1-1 0 0 0,0 0 0 0 0,0-1 0 0 0,8-10 0 0 0,6-14 75 0 0,-2-2 0 0 0,28-65-1 0 0,-23 40 29 0 0,-4-1 0 0 0,-1 0-1 0 0,16-106 1 0 0,-32 148-108 0 0,-1 1 1 0 0,-1 0-1 0 0,0 0 1 0 0,-1 0-1 0 0,-1 0 1 0 0,0 0-1 0 0,-9-30 1 0 0,10 42-30 0 0,-1 1 0 0 0,0-1 0 0 0,1 1 1 0 0,-1 0-1 0 0,-1 0 0 0 0,1 0 0 0 0,0 0 0 0 0,-4-3 0 0 0,6 5-8 0 0,0 1-1 0 0,-1-1 0 0 0,1 0 0 0 0,-1 1 0 0 0,0-1 0 0 0,1 1 1 0 0,-1-1-1 0 0,1 1 0 0 0,-1-1 0 0 0,0 1 0 0 0,0-1 1 0 0,1 1-1 0 0,-1 0 0 0 0,0-1 0 0 0,1 1 0 0 0,-1 0 1 0 0,0 0-1 0 0,0-1 0 0 0,0 1 0 0 0,1 0 0 0 0,-1 0 0 0 0,0 0 1 0 0,0 0-1 0 0,0 0 0 0 0,0 0 0 0 0,1 0 0 0 0,-1 0 1 0 0,0 0-1 0 0,0 1 0 0 0,1-1 0 0 0,-1 0 0 0 0,0 1 1 0 0,0-1-1 0 0,1 0 0 0 0,-1 1 0 0 0,0-1 0 0 0,0 1 0 0 0,1-1 1 0 0,-1 1-1 0 0,0 0 0 0 0,-9 14 38 0 0,0 0-1 0 0,2 1 1 0 0,0 0-1 0 0,1 0 1 0 0,0 1 0 0 0,-7 34-1 0 0,8-33-9 0 0,-17 62 112 0 0,-18 109 0 0 0,38-166-103 0 0,2 0-1 0 0,3 47 1 0 0,-1-45-9 0 0,0-9-8 0 0,1-1 0 0 0,0 1 0 0 0,1-1 0 0 0,1 1 0 0 0,6 17 0 0 0,4 12 33 0 0,-13-40-48 0 0,0-1 0 0 0,0 1 0 0 0,1 0 1 0 0,0-1-1 0 0,0 1 0 0 0,0-1 0 0 0,0 0 0 0 0,1 1 1 0 0,0-1-1 0 0,0 0 0 0 0,0-1 0 0 0,0 1 1 0 0,1 0-1 0 0,-1-1 0 0 0,1 0 0 0 0,0 0 0 0 0,0 0 1 0 0,0 0-1 0 0,0-1 0 0 0,1 0 0 0 0,-1 1 1 0 0,10 2-1 0 0,-8-4 0 0 0,0 0 1 0 0,0-1 0 0 0,0 1-1 0 0,0-1 1 0 0,1 0 0 0 0,-1-1-1 0 0,0 1 1 0 0,0-1 0 0 0,0-1-1 0 0,0 1 1 0 0,0-1-1 0 0,0 0 1 0 0,0 0 0 0 0,-1-1-1 0 0,1 1 1 0 0,-1-1 0 0 0,1-1-1 0 0,7-5 1 0 0,5-6 15 0 0,-1 0 0 0 0,-1 0-1 0 0,0-2 1 0 0,-1 0 0 0 0,-1-1 0 0 0,16-26 0 0 0,-13 17 4 0 0,-2-1 1 0 0,-1-1 0 0 0,-1 0 0 0 0,10-36 0 0 0,-6 15 10 0 0,-8 25-16 0 0,-1-1 0 0 0,6-35 1 0 0,-3 11 9 0 0,2-13 21 0 0,-4-10 13 0 0,-6 57-46 0 0,0-1 1 0 0,-1 0 0 0 0,-1-1-1 0 0,0 1 1 0 0,-1 0 0 0 0,-5-31-1 0 0,5 46-18 0 0,-1 1 0 0 0,1-1 0 0 0,0 1 0 0 0,-1-1 0 0 0,1 1 0 0 0,-1-1 0 0 0,1 1-1 0 0,-1 0 1 0 0,0-1 0 0 0,1 1 0 0 0,-1 0 0 0 0,0 0 0 0 0,0 0 0 0 0,0-1 0 0 0,-2-1 0 0 0,2 3-3 0 0,1 0 0 0 0,-1 0 0 0 0,1 0 1 0 0,-1 0-1 0 0,1 0 0 0 0,-1 0 0 0 0,1 0 1 0 0,-1 0-1 0 0,1 0 0 0 0,-1 1 1 0 0,1-1-1 0 0,-1 0 0 0 0,1 0 0 0 0,0 0 1 0 0,-1 0-1 0 0,1 1 0 0 0,-1-1 0 0 0,1 0 1 0 0,0 1-1 0 0,-1-1 0 0 0,1 0 1 0 0,-1 1-1 0 0,1-1 0 0 0,0 0 0 0 0,-1 1 1 0 0,1-1-1 0 0,0 0 0 0 0,0 1 0 0 0,-1 0 1 0 0,-16 37 76 0 0,13-19-50 0 0,1 0 0 0 0,0 0 0 0 0,0 33 1 0 0,1-8 1 0 0,-1-17-3 0 0,2 1 0 0 0,5 51 1 0 0,-1-43-4 0 0,21 129 74 0 0,-21-148-88 0 0,2 0 1 0 0,0-1 0 0 0,1 0-1 0 0,0 0 1 0 0,9 16-1 0 0,-1-3 8 0 0,-10-21-11 0 0,1 0 0 0 0,-1-1-1 0 0,1 1 1 0 0,1-1 0 0 0,-1 0 0 0 0,1 0 0 0 0,1-1-1 0 0,-1 1 1 0 0,1-2 0 0 0,0 1 0 0 0,0-1 0 0 0,11 6 0 0 0,-14-8-4 0 0,1-1 1 0 0,-1 0-1 0 0,1 0 1 0 0,0 0-1 0 0,0-1 1 0 0,0 1-1 0 0,0-1 1 0 0,0 0-1 0 0,0-1 1 0 0,0 1-1 0 0,0-1 1 0 0,0 0-1 0 0,0 0 1 0 0,0-1-1 0 0,0 0 1 0 0,0 0-1 0 0,0 0 1 0 0,0 0-1 0 0,0-1 1 0 0,-1 1-1 0 0,1-1 1 0 0,6-4-1 0 0,0-2 6 0 0,0 0 1 0 0,0-1-1 0 0,-2-1 0 0 0,1 1 1 0 0,-1-2-1 0 0,0 1 0 0 0,-1-1 0 0 0,0 0 1 0 0,-1-1-1 0 0,-1 0 0 0 0,7-14 0 0 0,-6 11 1 0 0,-1 1 0 0 0,-1-2 0 0 0,0 1 0 0 0,-1-1 0 0 0,-1 1 1 0 0,0-1-1 0 0,-1 0 0 0 0,-1 0 0 0 0,-1-21 0 0 0,-1 30-4 0 0,0 1 0 0 0,0 0 0 0 0,-1 0 0 0 0,0 0 0 0 0,0 0 1 0 0,0 0-1 0 0,-6-9 0 0 0,7 13-5 0 0,1 1 0 0 0,-1 0-1 0 0,1 0 1 0 0,-1 0 0 0 0,0 0 0 0 0,1 0 0 0 0,-1 0 0 0 0,0 0-1 0 0,0 0 1 0 0,0 0 0 0 0,0 1 0 0 0,0-1 0 0 0,0 0 0 0 0,0 0-1 0 0,0 1 1 0 0,0-1 0 0 0,0 1 0 0 0,0-1 0 0 0,0 1-1 0 0,0-1 1 0 0,-1 1 0 0 0,1 0 0 0 0,0-1 0 0 0,0 1 0 0 0,0 0-1 0 0,-1 0 1 0 0,1 0 0 0 0,0 0 0 0 0,0 0 0 0 0,-1 0 0 0 0,1 1-1 0 0,0-1 1 0 0,0 0 0 0 0,-1 0 0 0 0,1 1 0 0 0,0-1-1 0 0,0 1 1 0 0,0-1 0 0 0,0 1 0 0 0,0 0 0 0 0,0-1 0 0 0,0 1-1 0 0,0 0 1 0 0,0 0 0 0 0,-1 1 0 0 0,-10 12 10 0 0,0 0-1 0 0,1 1 1 0 0,1 1-1 0 0,0 0 1 0 0,-10 23 0 0 0,7-14-1 0 0,-6 11 18 0 0,-22 62-1 0 0,24-53-10 0 0,12-31-6 0 0,-1 1 1 0 0,2-1-1 0 0,0 1 1 0 0,-3 22 0 0 0,7-36-12 0 0,0 0 1 0 0,-1 1 0 0 0,1-1-1 0 0,0 0 1 0 0,0 0 0 0 0,0 1-1 0 0,0-1 1 0 0,0 0 0 0 0,0 1 0 0 0,0-1-1 0 0,0 0 1 0 0,1 0 0 0 0,-1 1-1 0 0,0-1 1 0 0,1 0 0 0 0,-1 0-1 0 0,1 1 1 0 0,-1-1 0 0 0,1 0 0 0 0,0 0-1 0 0,1 2 1 0 0,-1-3 0 0 0,0 0 0 0 0,-1 1 0 0 0,1-1 0 0 0,0 0-1 0 0,0 0 1 0 0,0 0 0 0 0,0 0 0 0 0,0 0 0 0 0,0 0 0 0 0,0 0 0 0 0,0 0 0 0 0,0 0 0 0 0,0 0 0 0 0,0 0 0 0 0,0-1-1 0 0,0 1 1 0 0,0 0 0 0 0,0-1 0 0 0,0 1 0 0 0,-1 0 0 0 0,2-2 0 0 0,8-3 11 0 0,-1-1 1 0 0,0-1-1 0 0,13-12 0 0 0,-18 16-12 0 0,179-151 111 0 0,-177 149-107 0 0,1 1 1 0 0,0-1 0 0 0,0 1-1 0 0,0 1 1 0 0,1-1-1 0 0,12-3 1 0 0,-18 6-3 0 0,0 0 1 0 0,0 1-1 0 0,0-1 0 0 0,0 1 0 0 0,0-1 0 0 0,0 1 1 0 0,0 0-1 0 0,0 0 0 0 0,0 0 0 0 0,0 0 0 0 0,0 0 1 0 0,0 1-1 0 0,0-1 0 0 0,0 0 0 0 0,0 1 1 0 0,-1 0-1 0 0,1-1 0 0 0,0 1 0 0 0,0 0 0 0 0,0 0 1 0 0,-1 0-1 0 0,1 0 0 0 0,0 0 0 0 0,-1 1 0 0 0,1-1 1 0 0,-1 0-1 0 0,1 1 0 0 0,-1-1 0 0 0,0 1 1 0 0,1-1-1 0 0,-1 1 0 0 0,1 2 0 0 0,2 5 7 0 0,-1 0-1 0 0,0 1 0 0 0,0-1 1 0 0,-1 1-1 0 0,0 0 1 0 0,0 0-1 0 0,-1 0 1 0 0,-1 19-1 0 0,-2 0 24 0 0,-9 52 0 0 0,9-70-25 0 0,2 0 0 0 0,-1 0 1 0 0,3 20-1 0 0,-1-1 18 0 0,-1-30-24 0 0,-1 1 0 0 0,1 0 1 0 0,0 0-1 0 0,0-1 1 0 0,0 1-1 0 0,0 0 0 0 0,0-1 1 0 0,0 1-1 0 0,0 0 1 0 0,0 0-1 0 0,0-1 1 0 0,1 1-1 0 0,-1 0 0 0 0,0-1 1 0 0,0 1-1 0 0,1 0 1 0 0,-1-1-1 0 0,0 1 1 0 0,1 0-1 0 0,-1-1 0 0 0,0 1 1 0 0,1-1-1 0 0,-1 1 1 0 0,1 0-1 0 0,-1-1 1 0 0,1 1-1 0 0,0-1 0 0 0,-1 0 1 0 0,1 1-1 0 0,-1-1 1 0 0,1 1-1 0 0,0-1 1 0 0,-1 0-1 0 0,1 0 0 0 0,0 1 1 0 0,-1-1-1 0 0,1 0 1 0 0,1 0-1 0 0,0 0 2 0 0,-1 0-1 0 0,0-1 1 0 0,0 1-1 0 0,1 0 1 0 0,-1-1-1 0 0,0 0 1 0 0,0 1-1 0 0,0-1 1 0 0,0 0-1 0 0,1 1 1 0 0,-1-1 0 0 0,0 0-1 0 0,0 0 1 0 0,0 0-1 0 0,-1 0 1 0 0,1 0-1 0 0,0 0 1 0 0,0 0-1 0 0,1-3 1 0 0,8-15 15 0 0,1 0 0 0 0,1 1 0 0 0,1 0 0 0 0,15-16 1 0 0,-20 26-11 0 0,0 0 0 0 0,0 1 0 0 0,0 0 0 0 0,1 1 0 0 0,0 0 0 0 0,0 0 0 0 0,1 1 0 0 0,0 0 1 0 0,0 1-1 0 0,14-5 0 0 0,-22 8-6 0 0,0 1 0 0 0,0-1 0 0 0,0 0 0 0 0,0 1 0 0 0,0 0 0 0 0,0-1 1 0 0,0 1-1 0 0,0 0 0 0 0,1 0 0 0 0,-1 0 0 0 0,0 1 0 0 0,0-1 0 0 0,0 0 0 0 0,0 1 0 0 0,0 0 0 0 0,0-1 1 0 0,0 1-1 0 0,0 0 0 0 0,0 0 0 0 0,0 0 0 0 0,0 0 0 0 0,-1 0 0 0 0,1 0 0 0 0,0 1 0 0 0,2 2 0 0 0,-1-1 2 0 0,-1 1-1 0 0,0 0 0 0 0,1 0 1 0 0,-1 0-1 0 0,-1 1 0 0 0,1-1 1 0 0,0 0-1 0 0,-1 1 0 0 0,0-1 1 0 0,0 1-1 0 0,0 5 0 0 0,0 9 11 0 0,0-1-1 0 0,-1 1 0 0 0,-1 0 1 0 0,-5 22-1 0 0,5-29-4 0 0,-1-1 1 0 0,0 1-1 0 0,-1-1 1 0 0,-1 0-1 0 0,0 0 0 0 0,0 0 1 0 0,-1-1-1 0 0,0 1 1 0 0,-1-1-1 0 0,-7 9 0 0 0,13-18-8 0 0,0-1-1 0 0,-1 1 0 0 0,1-1 0 0 0,-1 1 0 0 0,1-1 0 0 0,-1 1 0 0 0,1-1 0 0 0,0 0 0 0 0,-1 1 0 0 0,0-1 0 0 0,1 0 1 0 0,-1 1-1 0 0,1-1 0 0 0,-1 0 0 0 0,1 0 0 0 0,-1 0 0 0 0,1 1 0 0 0,-1-1 0 0 0,0 0 0 0 0,1 0 0 0 0,-1 0 0 0 0,1 0 1 0 0,-1 0-1 0 0,0 0 0 0 0,1 0 0 0 0,-1 0 0 0 0,1 0 0 0 0,-1 0 0 0 0,0-1 0 0 0,1 1 0 0 0,-1 0 0 0 0,1 0 0 0 0,-1 0 0 0 0,1-1 1 0 0,-1 1-1 0 0,1 0 0 0 0,-1-1 0 0 0,1 1 0 0 0,-1 0 0 0 0,1-1 0 0 0,-1 1 0 0 0,1-1 0 0 0,-1 0 0 0 0,-14-25 29 0 0,15 25-30 0 0,-8-16 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1.2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16879 0 0,'0'0'0'0'0,"29"2"0"0"0,-2-2 464 0 0,3 3-8 0 0,0-3 0 0 0,2-8 8 0 0,2 2-328 0 0,24-4 152 0 0,-28 3-144 0 0,1 0 360 0 0,0 2 8 0 0,3 4 0 0 0,1-2 0 0 0,-3 3-368 0 0,21 3 144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1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0 206 13968 0 0,'23'-21'64'0'0,"2"-1"112"0"0,-20 17-145 0 0,0 0 1 0 0,-1 0 0 0 0,0 0 0 0 0,0-1 0 0 0,-1 1-1 0 0,4-7 1 0 0,-2 2 41 0 0,1 0-1 0 0,0 0 1 0 0,0 1-1 0 0,1 0 0 0 0,0 1 1 0 0,1-1-1 0 0,0 1 1 0 0,0 1-1 0 0,1-1 1 0 0,-1 2-1 0 0,14-9 1 0 0,-20 14-56 0 0,1-1 1 0 0,0 1-1 0 0,-1 0 1 0 0,1 0 0 0 0,0 0-1 0 0,0 0 1 0 0,0 0 0 0 0,0 0-1 0 0,0 1 1 0 0,0-1 0 0 0,0 1-1 0 0,0 0 1 0 0,0 0 0 0 0,0 0-1 0 0,0 1 1 0 0,0-1 0 0 0,0 0-1 0 0,0 1 1 0 0,-1 0-1 0 0,4 1 1 0 0,-2 0-4 0 0,-1 0-1 0 0,0 0 1 0 0,0 0-1 0 0,0 0 1 0 0,0 1 0 0 0,0-1-1 0 0,-1 1 1 0 0,1 0-1 0 0,-1 0 1 0 0,0 0-1 0 0,0 0 1 0 0,0 0 0 0 0,0 1-1 0 0,0-1 1 0 0,-1 0-1 0 0,3 7 1 0 0,0 6-4 0 0,0 0 1 0 0,-1 1 0 0 0,-1-1-1 0 0,0 1 1 0 0,-1-1 0 0 0,-1 1-1 0 0,-1-1 1 0 0,0 1 0 0 0,-1-1-1 0 0,-4 17 1 0 0,-9 27-21 0 0,-29 79-1 0 0,40-127 14 0 0,-17 42-15 0 0,-2-1 0 0 0,-3 0 0 0 0,-49 74 0 0 0,56-102-1 0 0,12-16 6 0 0,0 0 0 0 0,0 0 0 0 0,1 1 1 0 0,-9 18-1 0 0,15-28 6 0 0,-1 1 1 0 0,1 0-1 0 0,-1-1 0 0 0,1 1 0 0 0,-1 0 1 0 0,1 0-1 0 0,0 0 0 0 0,-1-1 1 0 0,1 1-1 0 0,0 0 0 0 0,0 0 1 0 0,-1 0-1 0 0,1 0 0 0 0,0-1 1 0 0,0 1-1 0 0,0 0 0 0 0,0 0 1 0 0,0 0-1 0 0,0 0 0 0 0,1 0 1 0 0,-1 0-1 0 0,0-1 0 0 0,0 1 1 0 0,0 0-1 0 0,1 1 0 0 0,14 3-1 0 0,-8-4-3 0 0,28 7 2 0 0,1-1 1 0 0,45 3 0 0 0,3 0 1 0 0,-33-3 23 0 0,38 9 48 0 0,-63-8-42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4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54 342 9344 0 0,'5'1'65'0'0,"7"0"-36"0"0,-2 0 58 0 0,0 1 0 0 0,0-2-1 0 0,0 0 1 0 0,0 0 0 0 0,13-2-1 0 0,-22 1-73 0 0,1 0-1 0 0,0 0 0 0 0,-1 0 0 0 0,1 0 0 0 0,-1 0 0 0 0,0 0 1 0 0,1-1-1 0 0,-1 1 0 0 0,0-1 0 0 0,0 1 0 0 0,0-1 0 0 0,1-1 0 0 0,8-10 41 0 0,2-1-20 0 0,0-1-1 0 0,0 0 1 0 0,-2-1-1 0 0,0 0 1 0 0,-1-1-1 0 0,0 0 1 0 0,-2 0-1 0 0,0-1 1 0 0,8-32-1 0 0,-3 9 1 0 0,-7 22-24 0 0,6-36 0 0 0,-10 53 8 0 0,-1 2-15 0 0,-1 0-1 0 0,1 0 0 0 0,0 0 1 0 0,0 0-1 0 0,0-1 0 0 0,-1 1 0 0 0,1 0 1 0 0,0 0-1 0 0,0 0 0 0 0,-1 0 1 0 0,1 0-1 0 0,0 0 0 0 0,0 0 0 0 0,-1-1 1 0 0,1 1-1 0 0,0 0 0 0 0,0 0 1 0 0,-1 0-1 0 0,1 0 0 0 0,0 0 0 0 0,0 0 1 0 0,-1 0-1 0 0,1 0 0 0 0,0 1 1 0 0,0-1-1 0 0,-1 0 0 0 0,1 0 1 0 0,0 0-1 0 0,0 0 0 0 0,-1 0 0 0 0,1 0 1 0 0,0 0-1 0 0,0 0 0 0 0,0 1 1 0 0,-1-1-1 0 0,1 0 0 0 0,0 0 0 0 0,0 0 1 0 0,0 1-1 0 0,0-1 0 0 0,-1 0 1 0 0,-7 15 24 0 0,-1 19 4 0 0,5 19 64 0 0,2-1-1 0 0,3 1 1 0 0,2 0-1 0 0,18 101 1 0 0,-16-118 2 0 0,-3 0 1 0 0,0 1-1 0 0,-3-1 0 0 0,-5 47 0 0 0,1-56 2 0 0,-1-1 0 0 0,-2 0 0 0 0,-19 48-1 0 0,19-55-21 0 0,6-13-45 0 0,0-1 1 0 0,-1 1 0 0 0,0-1-1 0 0,0 0 1 0 0,-1 0-1 0 0,1 0 1 0 0,-1 0-1 0 0,0-1 1 0 0,0 0-1 0 0,-1 0 1 0 0,1 0-1 0 0,-1 0 1 0 0,-6 4-1 0 0,8-7-11 0 0,0 1 0 0 0,1-1 0 0 0,-1 0 0 0 0,0 0 0 0 0,0 0 0 0 0,0 0 0 0 0,0-1 0 0 0,0 1-1 0 0,0-1 1 0 0,0 1 0 0 0,0-1 0 0 0,0 0 0 0 0,0 0 0 0 0,0-1 0 0 0,0 1 0 0 0,0-1 0 0 0,0 1 0 0 0,0-1-1 0 0,1 0 1 0 0,-1 0 0 0 0,0 0 0 0 0,0 0 0 0 0,1-1 0 0 0,-1 1 0 0 0,0-1 0 0 0,1 0 0 0 0,-4-2 0 0 0,-4-5 46 0 0,1 0 1 0 0,0 0 0 0 0,0-1 0 0 0,1 0 0 0 0,0-1 0 0 0,1 0 0 0 0,0 0 0 0 0,1 0-1 0 0,0-1 1 0 0,0 0 0 0 0,2 0 0 0 0,-7-22 0 0 0,10 29-44 0 0,0 0-1 0 0,1 0 1 0 0,-1 0 0 0 0,1 0-1 0 0,0 0 1 0 0,0 0 0 0 0,0 0-1 0 0,1 0 1 0 0,0 0 0 0 0,0 1-1 0 0,0-1 1 0 0,0 0 0 0 0,1 0-1 0 0,0 1 1 0 0,0-1 0 0 0,0 1-1 0 0,1-1 1 0 0,-1 1 0 0 0,1 0-1 0 0,0 0 1 0 0,0 0 0 0 0,0 1-1 0 0,1-1 1 0 0,-1 1 0 0 0,1-1-1 0 0,0 1 1 0 0,6-4 0 0 0,41-31 144 0 0,-2-2 1 0 0,57-61-1 0 0,-80 72-80 0 0,0-2 0 0 0,-2 0-1 0 0,37-65 1 0 0,-61 95-75 0 0,1-1 1 0 0,0 1 0 0 0,0 0-1 0 0,-1-1 1 0 0,1 1-1 0 0,-1-1 1 0 0,1 1-1 0 0,-1-1 1 0 0,0 1 0 0 0,1-1-1 0 0,-1 0 1 0 0,0 1-1 0 0,0-1 1 0 0,0 1-1 0 0,0-1 1 0 0,-1 1-1 0 0,1-1 1 0 0,0 1 0 0 0,-1-1-1 0 0,1 1 1 0 0,-1-1-1 0 0,1 1 1 0 0,-1-1-1 0 0,1 1 1 0 0,-3-3 0 0 0,-4 3 43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5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12552 0 0,'0'0'728'0'0,"34"2"-472"0"0,-17-2-152 0 0,-5-2 112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6.0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1 225 10248 0 0,'44'0'454'0'0,"-44"-1"-413"0"0,1 0-1 0 0,0 1 1 0 0,0-1-1 0 0,-1 0 1 0 0,1 0-1 0 0,0 0 1 0 0,-1 0-1 0 0,1 0 1 0 0,-1 0-1 0 0,1 0 1 0 0,-1 0-1 0 0,1 0 1 0 0,-1 0-1 0 0,0 0 1 0 0,1 0-1 0 0,-1-1 1 0 0,0 1-1 0 0,0 0 1 0 0,0 0-1 0 0,0-2 1 0 0,1-3 326 0 0,-1-13 891 0 0,-1 17-1227 0 0,1 1 0 0 0,0 0-1 0 0,-1-1 1 0 0,1 1 0 0 0,0 0 0 0 0,0-1 0 0 0,0 1 0 0 0,0-1-1 0 0,1 1 1 0 0,-1 0 0 0 0,0-1 0 0 0,0 1 0 0 0,1 0 0 0 0,-1-1 0 0 0,1 1-1 0 0,-1 0 1 0 0,1 0 0 0 0,0-1 0 0 0,-1 1 0 0 0,1 0 0 0 0,0 0-1 0 0,0 0 1 0 0,0 0 0 0 0,1-1 0 0 0,14-14 5 0 0,1 2 1 0 0,0-1-1 0 0,2 2 1 0 0,-1 1-1 0 0,2 0 1 0 0,-1 1-1 0 0,1 1 0 0 0,43-14 1 0 0,-58 23-37 0 0,-1 0 0 0 0,0 0 1 0 0,1 1-1 0 0,-1-1 0 0 0,1 1 0 0 0,-1 1 1 0 0,1-1-1 0 0,-1 0 0 0 0,1 1 0 0 0,-1 0 1 0 0,8 3-1 0 0,-10-4 0 0 0,1 1 0 0 0,-1 0 0 0 0,1 1 0 0 0,-1-1 0 0 0,1 0-1 0 0,-1 1 1 0 0,0-1 0 0 0,0 1 0 0 0,0 0 0 0 0,0 0 0 0 0,0 0 0 0 0,0 0 0 0 0,0 0 0 0 0,-1 0 0 0 0,1 0 0 0 0,-1 0 0 0 0,0 1-1 0 0,1-1 1 0 0,-1 1 0 0 0,1 3 0 0 0,1 8 0 0 0,-1 1-1 0 0,-1 0 0 0 0,0 0 0 0 0,-1 0 1 0 0,-1 0-1 0 0,0-1 0 0 0,-1 1 0 0 0,-1 0 1 0 0,0-1-1 0 0,-1 0 0 0 0,0 1 0 0 0,-1-1 1 0 0,-1-1-1 0 0,0 1 0 0 0,-1-1 1 0 0,-1 0-1 0 0,0-1 0 0 0,0 1 0 0 0,-12 12 1 0 0,17-22 0 0 0,0 0 0 0 0,0 1 0 0 0,0-1 0 0 0,0 0 0 0 0,-1 0 0 0 0,1-1 0 0 0,-1 1 0 0 0,1-1 0 0 0,-1 0 0 0 0,-5 3 0 0 0,-3-2 0 0 0,11-6-1 0 0,8-5 2 0 0,8-5 5 0 0,35-24 5 0 0,-23 18 5 0 0,44-40 0 0 0,20-31 37 0 0,-84 81-41 0 0,10-9 61 0 0,-1 0 0 0 0,-1-1 0 0 0,-1-1 0 0 0,-1 0 0 0 0,16-31 0 0 0,-30 51-66 0 0,1 0 1 0 0,0 0 0 0 0,0 0 0 0 0,0 0 0 0 0,0 0 0 0 0,0-1-1 0 0,0 1 1 0 0,0 0 0 0 0,-1 0 0 0 0,1 0 0 0 0,0 0-1 0 0,0 0 1 0 0,0 0 0 0 0,0 0 0 0 0,0 0 0 0 0,0 0 0 0 0,0 0-1 0 0,0 0 1 0 0,0 0 0 0 0,-1 0 0 0 0,1 0 0 0 0,0-1 0 0 0,0 1-1 0 0,0 0 1 0 0,0 0 0 0 0,0 0 0 0 0,0 0 0 0 0,0 0 0 0 0,0 0-1 0 0,0 0 1 0 0,0 0 0 0 0,0-1 0 0 0,0 1 0 0 0,0 0 0 0 0,0 0-1 0 0,0 0 1 0 0,0 0 0 0 0,0 0 0 0 0,0 0 0 0 0,0 0-1 0 0,0-1 1 0 0,0 1 0 0 0,0 0 0 0 0,0 0 0 0 0,0 0 0 0 0,0 0-1 0 0,0 0 1 0 0,0 0 0 0 0,0 0 0 0 0,0 0 0 0 0,0-1 0 0 0,0 1-1 0 0,0 0 1 0 0,1 0 0 0 0,-1 0 0 0 0,0 0 0 0 0,0 0 0 0 0,0 0-1 0 0,0 0 1 0 0,0 0 0 0 0,0 0 0 0 0,0 0 0 0 0,0 0 0 0 0,0 0-1 0 0,1-1 1 0 0,-6 13 181 0 0,1 52-25 0 0,1-2 99 0 0,-17 84 1 0 0,-40 81 231 0 0,49-190-421 0 0,3-9 59 0 0,-2-1 0 0 0,-22 48 1 0 0,26-67 122 0 0,11-24-27 0 0,1 0-225 0 0,-2 6 18 0 0,14-45 117 0 0,28-55 1 0 0,-37 93-103 0 0,0 0-1 0 0,1 0 0 0 0,1 1 1 0 0,1 0-1 0 0,0 1 0 0 0,1 1 1 0 0,19-18-1 0 0,-30 30-27 0 0,1 0 0 0 0,0 0 0 0 0,0 0 0 0 0,0 0 0 0 0,0 0 0 0 0,0 0 0 0 0,0 1 0 0 0,0 0 0 0 0,0-1-1 0 0,1 1 1 0 0,-1 1 0 0 0,1-1 0 0 0,-1 0 0 0 0,1 1 0 0 0,-1-1 0 0 0,1 1 0 0 0,-1 0 0 0 0,1 0 0 0 0,-1 1 0 0 0,1-1 0 0 0,-1 1 0 0 0,1 0 0 0 0,-1 0 0 0 0,0 0-1 0 0,1 0 1 0 0,-1 0 0 0 0,5 3 0 0 0,6 5 27 0 0,-1 0 0 0 0,0 1-1 0 0,0 0 1 0 0,20 23 0 0 0,11 8 47 0 0,-29-32-30 0 0,-1 0 1 0 0,24 10-1 0 0,-20-11-4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7.3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158 619 13056 0 0,'9'3'132'0'0,"1"-1"0"0"0,0 0 0 0 0,0-1 1 0 0,0 0-1 0 0,11-1 0 0 0,-12-1-27 0 0,0 1 1 0 0,-1-2-1 0 0,1 1 0 0 0,0-1 0 0 0,-1-1 1 0 0,1 1-1 0 0,-1-2 0 0 0,0 1 1 0 0,9-5-1 0 0,-8 2-43 0 0,0 0 1 0 0,-1-1-1 0 0,0 0 1 0 0,0 0-1 0 0,0-1 1 0 0,-1 1-1 0 0,0-2 1 0 0,0 1-1 0 0,-1-1 1 0 0,0 0-1 0 0,-1 0 1 0 0,1-1-1 0 0,6-19 1 0 0,49-143 257 0 0,-59 166-319 0 0,-1 0 0 0 0,1 0 1 0 0,-1 1-1 0 0,0-1 0 0 0,0-11 0 0 0,4-18 5 0 0,-3 24-5 0 0,-1 1 1 0 0,0-1-1 0 0,0 0 0 0 0,-2 1 1 0 0,1-1-1 0 0,-1 0 0 0 0,-1 1 0 0 0,-4-18 1 0 0,-3-28-14 0 0,9 54 11 0 0,0 0 1 0 0,-1 0-1 0 0,1 0 0 0 0,0 0 0 0 0,-1 0 0 0 0,1 1 0 0 0,-1-1 1 0 0,0 0-1 0 0,0 0 0 0 0,0 0 0 0 0,0 1 0 0 0,0-1 0 0 0,0 0 1 0 0,0 1-1 0 0,0-1 0 0 0,0 1 0 0 0,-1 0 0 0 0,-1-2 0 0 0,-1 0-7 0 0,1 1 0 0 0,-1 0 0 0 0,0 1 0 0 0,0-1-1 0 0,0 1 1 0 0,0-1 0 0 0,-4 0 0 0 0,7 3 6 0 0,0-1 0 0 0,0 0-1 0 0,0 0 1 0 0,0 1 0 0 0,0-1 0 0 0,1 0 0 0 0,-1 1 0 0 0,0-1 0 0 0,0 1 0 0 0,0-1 0 0 0,1 1-1 0 0,-1-1 1 0 0,0 1 0 0 0,1 0 0 0 0,-1-1 0 0 0,1 1 0 0 0,-1 0 0 0 0,1-1 0 0 0,-1 1-1 0 0,1 0 1 0 0,-1 0 0 0 0,1 0 0 0 0,-1-1 0 0 0,1 1 0 0 0,0 0 0 0 0,-1 1 0 0 0,-7 23-4 0 0,-28 223-7 0 0,4-12 4 0 0,-1-82 9 0 0,19-87 8 0 0,-43 121 1 0 0,43-151 3 0 0,-2-1 0 0 0,-22 35 1 0 0,31-58 0 0 0,-2-1 0 0 0,1 1 1 0 0,-2-1-1 0 0,1-1 1 0 0,-2 1-1 0 0,1-2 0 0 0,-2 1 1 0 0,1-2-1 0 0,-17 11 1 0 0,27-19-8 0 0,-1 0 0 0 0,1 0 1 0 0,-1 0-1 0 0,1-1 0 0 0,-1 1 1 0 0,0 0-1 0 0,1-1 1 0 0,-1 0-1 0 0,1 1 0 0 0,-1-1 1 0 0,0 0-1 0 0,1 0 1 0 0,-1 1-1 0 0,0-2 0 0 0,1 1 1 0 0,-1 0-1 0 0,0 0 1 0 0,1 0-1 0 0,-1-1 0 0 0,0 1 1 0 0,1-1-1 0 0,-1 1 1 0 0,1-1-1 0 0,-1 0 0 0 0,1 1 1 0 0,-1-1-1 0 0,1 0 0 0 0,-1 0 1 0 0,1 0-1 0 0,0 0 1 0 0,0 0-1 0 0,-1-1 0 0 0,0 0 1 0 0,2 0 2 0 0,-1-1 0 0 0,1 1 0 0 0,0 0 0 0 0,0 0 0 0 0,0 0 0 0 0,0-1 0 0 0,0 1 0 0 0,0 0 0 0 0,1 0-1 0 0,-1-1 1 0 0,1 1 0 0 0,0-3 0 0 0,0 2 12 0 0,3-12 23 0 0,0-1 1 0 0,2 0-1 0 0,-1 1 0 0 0,16-28 0 0 0,-17 37-31 0 0,-1 1 0 0 0,1-1 0 0 0,0 1-1 0 0,0 0 1 0 0,0 1 0 0 0,0-1 0 0 0,1 1 0 0 0,0 0-1 0 0,0 0 1 0 0,0 0 0 0 0,1 1 0 0 0,-1 0 0 0 0,1 0-1 0 0,0 0 1 0 0,0 0 0 0 0,6-1 0 0 0,57-11 126 0 0,-37 8-16 0 0,55-18 0 0 0,-76 21-100 0 0,-1 0 0 0 0,0-1-1 0 0,0-1 1 0 0,0 0 0 0 0,0 0-1 0 0,-1-1 1 0 0,0 0 0 0 0,15-16-1 0 0,-17 15-9 0 0,0 1 4 0 0,-1 0-1 0 0,0-1 1 0 0,0 1-1 0 0,0-1 1 0 0,6-14-1 0 0,41-69 105 0 0,-15 29 43 0 0,-37 60-90 0 0,0 3-68 0 0,-1 0 0 0 0,1 0 0 0 0,0 0 0 0 0,-1 0 0 0 0,1 0 0 0 0,-1 0 0 0 0,1 0 0 0 0,-1 1 0 0 0,1-1 0 0 0,-1 0 0 0 0,0 0 0 0 0,0 0 0 0 0,0 1 0 0 0,0-1 0 0 0,0 0 0 0 0,0 0 0 0 0,0 1 0 0 0,0-1 0 0 0,0 2 0 0 0,-2 41 31 0 0,2-31-13 0 0,0 1 4 0 0,2 0 0 0 0,-1 0 0 0 0,2 0 0 0 0,0 0 0 0 0,0 0 0 0 0,2-1 0 0 0,0 0 0 0 0,0 0 0 0 0,10 18 0 0 0,-14-29-19 0 0,0 0 0 0 0,1 0 0 0 0,-1-1 0 0 0,0 1 0 0 0,1 0 0 0 0,-1 0 0 0 0,1-1 0 0 0,0 1 0 0 0,0-1 0 0 0,-1 1 0 0 0,1-1 0 0 0,0 0 0 0 0,0 0 0 0 0,0 0 0 0 0,0 0 0 0 0,0 0-1 0 0,0 0 1 0 0,1-1 0 0 0,-1 1 0 0 0,0-1 0 0 0,0 1 0 0 0,1-1 0 0 0,-1 0 0 0 0,0 0 0 0 0,0 0 0 0 0,1 0 0 0 0,-1 0 0 0 0,0-1 0 0 0,0 1 0 0 0,1 0 0 0 0,1-2 0 0 0,3 0 13 0 0,-1 0 0 0 0,0 0 0 0 0,1-1 0 0 0,-1 0 0 0 0,0 0 0 0 0,-1 0 0 0 0,1-1 0 0 0,7-5 0 0 0,-4 0 8 0 0,-1 0-1 0 0,0 0 1 0 0,-1 0 0 0 0,0-1-1 0 0,0 0 1 0 0,-1-1-1 0 0,0 1 1 0 0,6-18-1 0 0,2-11 61 0 0,10-46-1 0 0,-10 32-31 0 0,1-9 93 0 0,-3-1-1 0 0,7-108 1 0 0,-18 161-127 0 0,-1 0-1 0 0,0 1 1 0 0,0-1 0 0 0,-1 1-1 0 0,0-1 1 0 0,0 1 0 0 0,-2-1-1 0 0,1 1 1 0 0,-1 0-1 0 0,-6-14 1 0 0,9 22-20 0 0,0 1 0 0 0,-1-1 0 0 0,1 1 1 0 0,0-1-1 0 0,-1 1 0 0 0,1-1 0 0 0,0 1 0 0 0,-1-1 0 0 0,1 1 0 0 0,-1 0 0 0 0,1-1 1 0 0,0 1-1 0 0,-1-1 0 0 0,1 1 0 0 0,-1 0 0 0 0,1-1 0 0 0,-1 1 0 0 0,0 0 0 0 0,1 0 1 0 0,-1 0-1 0 0,1-1 0 0 0,-1 1 0 0 0,1 0 0 0 0,-1 0 0 0 0,0 0 0 0 0,1 0 0 0 0,-1 0 1 0 0,1 0-1 0 0,-1 0 0 0 0,0 0 0 0 0,1 0 0 0 0,-1 0 0 0 0,1 0 0 0 0,-1 1 0 0 0,0-1 1 0 0,1 0-1 0 0,-1 0 0 0 0,1 0 0 0 0,-1 1 0 0 0,1-1 0 0 0,-1 0 0 0 0,1 1 0 0 0,-1-1 1 0 0,1 1-1 0 0,-1-1 0 0 0,1 0 0 0 0,0 1 0 0 0,-1-1 0 0 0,1 1 0 0 0,0-1 0 0 0,-1 1 1 0 0,1-1-1 0 0,-1 2 0 0 0,-1 1 4 0 0,0 0 1 0 0,-1 0 0 0 0,1 0-1 0 0,1 1 1 0 0,-1-1 0 0 0,0 1-1 0 0,0 4 1 0 0,-6 43 46 0 0,2 0 0 0 0,1 61-1 0 0,5-85-42 0 0,0 10 50 0 0,2 1 0 0 0,2-1 0 0 0,1 1 0 0 0,2-1 0 0 0,16 49 0 0 0,-22-81-41 0 0,0-1 1 0 0,1 1-1 0 0,0 0 0 0 0,0-1 1 0 0,1 0-1 0 0,-1 1 0 0 0,1-1 1 0 0,0 0-1 0 0,0 0 0 0 0,7 6 1 0 0,-9-8-12 0 0,0-1 0 0 0,1 0 0 0 0,-1 0 0 0 0,1-1-1 0 0,-1 1 1 0 0,1 0 0 0 0,-1 0 0 0 0,1-1 0 0 0,-1 1 0 0 0,1-1 0 0 0,0 1 0 0 0,-1-1 0 0 0,1 0 0 0 0,0 1 0 0 0,-1-1 0 0 0,1 0 0 0 0,0 0 0 0 0,-1 0-1 0 0,1 0 1 0 0,0-1 0 0 0,-1 1 0 0 0,1 0 0 0 0,0-1 0 0 0,-1 1 0 0 0,1-1 0 0 0,-1 0 0 0 0,1 1 0 0 0,-1-1 0 0 0,1 0 0 0 0,1-1 0 0 0,13-11 58 0 0,0-1 1 0 0,-1 0 0 0 0,0-1 0 0 0,20-29-1 0 0,14-13 14 0 0,-49 56-81 0 0,180-203 469 0 0,-162 181-421 0 0,32-41 102 0 0,-45 57-111 0 0,-1 0-1 0 0,1 0 0 0 0,-2 0 0 0 0,1 0 0 0 0,-1-1 0 0 0,0 0 0 0 0,2-10 0 0 0,-4 16-23 0 0,-1-1 0 0 0,1 1-1 0 0,-1-1 1 0 0,0 0 0 0 0,0 0 0 0 0,0 1 0 0 0,-1-1 0 0 0,1 0-1 0 0,0 1 1 0 0,-1-1 0 0 0,0 1 0 0 0,0-1 0 0 0,1 1 0 0 0,-2-1 0 0 0,1 1-1 0 0,0-1 1 0 0,0 1 0 0 0,-1 0 0 0 0,1 0 0 0 0,-1-1 0 0 0,0 1-1 0 0,0 0 1 0 0,1 1 0 0 0,-1-1 0 0 0,-1 0 0 0 0,1 0 0 0 0,0 1-1 0 0,0-1 1 0 0,-1 1 0 0 0,1 0 0 0 0,0 0 0 0 0,-1 0 0 0 0,1 0-1 0 0,-1 0 1 0 0,0 0 0 0 0,1 1 0 0 0,-1-1 0 0 0,1 1 0 0 0,-1 0-1 0 0,-3 0 1 0 0,-16-1 92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8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0 25463 0 0,'-2'10'0'0'0,"1"6"0"0"0,-2 8 0 0 0,-2 1 0 0 0,1 0 0 0 0,1 0 0 0 0,1 0 0 0 0,2 0 0 0 0,3 40 0 0 0,-2-57-3 0 0,0 0 1 0 0,0-1-1 0 0,1 1 0 0 0,1 0 0 0 0,-1 0 0 0 0,1-1 0 0 0,0 1 1 0 0,1-1-1 0 0,0 0 0 0 0,0 0 0 0 0,0 0 0 0 0,1-1 0 0 0,0 0 1 0 0,0 1-1 0 0,1-2 0 0 0,0 1 0 0 0,0-1 0 0 0,0 0 1 0 0,1 0-1 0 0,-1 0 0 0 0,1-1 0 0 0,12 6 0 0 0,8 2-12 0 0,1-1 0 0 0,0-1 0 0 0,1-2 0 0 0,52 10 0 0 0,-27-5-85 0 0,-39-8 65 0 0,0-1-1 0 0,0-1 1 0 0,19 2 0 0 0,-27-5 24 0 0,-1 0 0 0 0,0 0 0 0 0,0-1 0 0 0,0 1 0 0 0,0-2 0 0 0,0 1 0 0 0,0-1 0 0 0,0 1 0 0 0,0-2 0 0 0,0 1 0 0 0,10-6 0 0 0,-7 2-2 0 0,-1 1 0 0 0,0-1 1 0 0,0 0-1 0 0,0-1 0 0 0,0 0 1 0 0,-1 0-1 0 0,-1-1 0 0 0,1 0 1 0 0,-1 0-1 0 0,0 0 0 0 0,-1-1 0 0 0,0 0 1 0 0,0 0-1 0 0,6-17 0 0 0,-6 12-3 0 0,1-1-1 0 0,-2 1 0 0 0,0-1 1 0 0,2-15-1 0 0,-6 25 11 0 0,1-1-1 0 0,-1 1 1 0 0,-1-1 0 0 0,1 1-1 0 0,-1 0 1 0 0,0 0-1 0 0,0-1 1 0 0,0 1 0 0 0,-1 0-1 0 0,1 0 1 0 0,-2 0-1 0 0,1 0 1 0 0,0 0 0 0 0,-1 1-1 0 0,-4-8 1 0 0,2 6-2 0 0,0-1-2 0 0,0 0 0 0 0,-1-1 0 0 0,0 2 0 0 0,-8-8 0 0 0,13 13 9 0 0,0 0 0 0 0,0-1 1 0 0,0 1-1 0 0,0 1 0 0 0,-1-1 0 0 0,1 0 0 0 0,0 0 0 0 0,-1 0 0 0 0,1 1 0 0 0,0-1 0 0 0,-1 1 1 0 0,1-1-1 0 0,-1 1 0 0 0,1-1 0 0 0,-1 1 0 0 0,1 0 0 0 0,-1 0 0 0 0,1 0 0 0 0,-1 0 0 0 0,1 0 0 0 0,-1 0 1 0 0,1 0-1 0 0,-1 0 0 0 0,1 1 0 0 0,-1-1 0 0 0,1 0 0 0 0,-1 1 0 0 0,1-1 0 0 0,-1 1 0 0 0,1 0 1 0 0,0 0-1 0 0,-1-1 0 0 0,-1 3 0 0 0,-2 3-3 0 0,0 0 0 0 0,0 0 1 0 0,1 1-1 0 0,0 0 0 0 0,1-1 0 0 0,-1 1 1 0 0,-3 13-1 0 0,-10 17-3 0 0,11-27 5 0 0,1 1 0 0 0,1 0 0 0 0,-1 0 0 0 0,2 0 0 0 0,-1 0 0 0 0,2 1 0 0 0,0 0 0 0 0,0-1 0 0 0,1 1 0 0 0,0 0 0 0 0,1 0 0 0 0,0 0 0 0 0,1-1 0 0 0,0 1 0 0 0,1 0 0 0 0,6 18 0 0 0,-7-28 2 0 0,-1 0 0 0 0,1-1 0 0 0,0 1 0 0 0,0 0 0 0 0,0-1 0 0 0,0 1 0 0 0,0-1 0 0 0,0 1 0 0 0,1-1 0 0 0,-1 0 0 0 0,0 1 0 0 0,1-1 0 0 0,-1 0 0 0 0,1 0 0 0 0,-1 0 0 0 0,1 0 0 0 0,0 0 0 0 0,0 0 0 0 0,-1-1 0 0 0,1 1 0 0 0,0-1 0 0 0,0 1 0 0 0,-1-1 0 0 0,1 1 0 0 0,0-1 0 0 0,0 0 0 0 0,0 0 0 0 0,0 0 0 0 0,0 0 0 0 0,0 0 0 0 0,-1-1 0 0 0,4 1 0 0 0,7-2 0 0 0,0-1 0 0 0,0 0 0 0 0,18-6 0 0 0,-22 6 0 0 0,145-62 0 0 0,-127 54 0 0 0,35-10 0 0 0,-56 20 0 0 0,-1 0 0 0 0,1 0 0 0 0,0 1 0 0 0,0-1 0 0 0,0 1 0 0 0,0 1 0 0 0,-1-1 0 0 0,1 0 0 0 0,0 1 0 0 0,0 0 0 0 0,5 2 0 0 0,-4-1 0 0 0,-1 0 0 0 0,1 0 0 0 0,-1 0 0 0 0,0 0 0 0 0,0 1 0 0 0,9 5 0 0 0,-12-5 0 0 0,1-1 0 0 0,-1 1 0 0 0,0-1 0 0 0,0 1 0 0 0,-1 0 0 0 0,1 0 0 0 0,0-1 0 0 0,-1 1 0 0 0,0 0 0 0 0,0 1 0 0 0,0-1 0 0 0,1 3 0 0 0,4 20 0 0 0,4 35 0 0 0,-7-37 0 0 0,1-1 0 0 0,7 25 0 0 0,12-1 0 0 0,-17-35 2 0 0,3-2 4 0 0,-1-2 15 0 0,-8-8-20 0 0,0 0-1 0 0,0 0 1 0 0,0 0-1 0 0,0 0 1 0 0,0 0-1 0 0,0 0 0 0 0,0 1 1 0 0,0-1-1 0 0,0 0 1 0 0,0 0-1 0 0,0 0 1 0 0,0 0-1 0 0,1 0 0 0 0,-1 0 1 0 0,0 0-1 0 0,0 0 1 0 0,0 0-1 0 0,0 0 0 0 0,0 0 1 0 0,0 0-1 0 0,0 0 1 0 0,0 1-1 0 0,0-1 1 0 0,1 0-1 0 0,-1 0 0 0 0,0 0 1 0 0,0 0-1 0 0,0 0 1 0 0,0 0-1 0 0,0 0 0 0 0,0 0 1 0 0,0 0-1 0 0,0 0 1 0 0,1 0-1 0 0,-1 0 1 0 0,0 0-1 0 0,0 0 0 0 0,0-1 1 0 0,0 1-1 0 0,0 0 1 0 0,0 0-1 0 0,0 0 1 0 0,0 0-1 0 0,1 0 0 0 0,-1 0 1 0 0,0 0-1 0 0,0 0 1 0 0,0 0-1 0 0,0 0 0 0 0,0 0 1 0 0,0 0-1 0 0,0 0 1 0 0,0 0-1 0 0,0-1 1 0 0,0 1-1 0 0,0 0 0 0 0,0 0 1 0 0,0 0-1 0 0,3-2 1 0 0,-1 0 8 0 0,21-4 7 0 0,-18 4-9 0 0,0 0-1 0 0,-1 0 1 0 0,1 1-1 0 0,0 0 1 0 0,0 0-1 0 0,0 1 1 0 0,0-1-1 0 0,0 1 1 0 0,0 0-1 0 0,5 0 0 0 0,2 1 27 0 0,-10-1-1 0 0,25 0 56 0 0,-7-5-62 0 0,-18 5-22 0 0,1 0 0 0 0,0-1-1 0 0,0 0 1 0 0,0 0 0 0 0,0 0-1 0 0,-1 0 1 0 0,1 0 0 0 0,0-1-1 0 0,3-1 1 0 0,19-14 4 0 0,9-7 3 0 0,-27 18-10 0 0,0 1 0 0 0,0-1 1 0 0,0 1-1 0 0,1 1 1 0 0,0-1-1 0 0,0 1 1 0 0,0 0-1 0 0,0 1 1 0 0,1 0-1 0 0,-1 1 1 0 0,1-1-1 0 0,0 2 0 0 0,16-2 1 0 0,-18 2-1 0 0,-1 1 0 0 0,0 0 0 0 0,0 0-1 0 0,0 1 1 0 0,0 0 0 0 0,0 0 0 0 0,0 1 0 0 0,0-1 0 0 0,0 1 0 0 0,0 1 0 0 0,0-1-1 0 0,-1 1 1 0 0,1 0 0 0 0,-1 0 0 0 0,0 0 0 0 0,0 1 0 0 0,0 0 0 0 0,0 0 0 0 0,-1 0-1 0 0,8 10 1 0 0,-8-10-1 0 0,-1 1 0 0 0,0 0 0 0 0,0 1 0 0 0,0-1 0 0 0,-1 0 0 0 0,0 1 0 0 0,0 0 0 0 0,0-1 0 0 0,0 1 0 0 0,-1 0 0 0 0,0 0 0 0 0,0 0 0 0 0,-1 0 0 0 0,0 0 0 0 0,0 0 0 0 0,0 0 0 0 0,-1-1 0 0 0,0 1 0 0 0,0 0 0 0 0,0 0 0 0 0,-1 0 0 0 0,0-1 0 0 0,0 1 0 0 0,0 0 0 0 0,-1-1 0 0 0,1 0 0 0 0,-1 0 0 0 0,-5 6 0 0 0,4-5 0 0 0,-1 0 0 0 0,1-1 0 0 0,-1 0 0 0 0,0 0 0 0 0,-1-1 0 0 0,1 1 0 0 0,-1-1 0 0 0,0 0 0 0 0,0-1 0 0 0,0 1 0 0 0,0-1 0 0 0,-1 0 0 0 0,1-1 0 0 0,-1 1 0 0 0,0-2 0 0 0,1 1 0 0 0,-1-1 0 0 0,0 1 0 0 0,0-2 0 0 0,0 1 0 0 0,0-1 0 0 0,0 0 0 0 0,-10-2 0 0 0,13 1 0 0 0,0 0 0 0 0,-1 0 0 0 0,1-1 0 0 0,0 1 0 0 0,0-1 0 0 0,0 0 0 0 0,0 0 0 0 0,0-1 0 0 0,0 1 0 0 0,1-1 0 0 0,-1 0 0 0 0,-5-6 0 0 0,-19-17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8.7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20 14672 0 0,'-2'-7'-175'0'0,"-3"-5"1428"0"0,5 12-1240 0 0,0 0 1 0 0,0 0 0 0 0,0 0 0 0 0,0 1-1 0 0,0-1 1 0 0,0 0 0 0 0,0 0-1 0 0,0 0 1 0 0,0 0 0 0 0,0 0-1 0 0,0 0 1 0 0,0 0 0 0 0,0 1 0 0 0,0-1-1 0 0,0 0 1 0 0,0 0 0 0 0,0 0-1 0 0,0 0 1 0 0,0 0 0 0 0,0 0-1 0 0,0 0 1 0 0,0 1 0 0 0,0-1-1 0 0,0 0 1 0 0,0 0 0 0 0,0 0 0 0 0,0 0-1 0 0,-1 0 1 0 0,1 0 0 0 0,0 0-1 0 0,0 0 1 0 0,0 0 0 0 0,0 0-1 0 0,0 0 1 0 0,0 0 0 0 0,0 1 0 0 0,0-1-1 0 0,-1 0 1 0 0,1 0 0 0 0,0 0-1 0 0,0 0 1 0 0,0 0 0 0 0,0 0-1 0 0,0 0 1 0 0,0 0 0 0 0,0 0 0 0 0,-1 0-1 0 0,1 0 1 0 0,0 0 0 0 0,0 0-1 0 0,0 0 1 0 0,0 0 0 0 0,0 0-1 0 0,0 0 1 0 0,0 0 0 0 0,-1-1 0 0 0,1 1-1 0 0,0 0 1 0 0,0 0 0 0 0,0 0-1 0 0,0 0 1 0 0,0 0 0 0 0,0 0-1 0 0,0 0 1 0 0,0 0 0 0 0,-1 0-1 0 0,1 1 575 0 0,16 19 412 0 0,3-8-887 0 0,-3-2-46 0 0,0 0 1 0 0,1-1 0 0 0,0-1 0 0 0,0-1-1 0 0,28 8 1 0 0,-7-5-42 0 0,-20-5-12 0 0,1-1 0 0 0,0 0 1 0 0,0-2-1 0 0,28 1 0 0 0,-36-3-14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49:09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12864 0 0,'0'0'104'0'0,"28"17"312"0"0,-22-8-272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23.7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11 225 6224 0 0,'0'0'0'0'0,"-11"-42"0"0"0,20 3 0 0 0,-3-5 24 0 0,-8-3-8 0 0,-8-6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24.3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5224 0 0,'28'26'10'0'0,"10"11"23"0"0,-34-32-29 0 0,0-1 0 0 0,-1 1 1 0 0,1 0-1 0 0,-1 0 0 0 0,0 0 1 0 0,0 1-1 0 0,-1-1 0 0 0,1 1 1 0 0,-1 0-1 0 0,0-1 0 0 0,1 8 1 0 0,9 127 91 0 0,-3-14 41 0 0,-1-40 27 0 0,-5 1 0 0 0,-11 138 1 0 0,3-138-48 0 0,-8 140 235 0 0,-5 105-73 0 0,-4 145 96 0 0,2-182-213 0 0,15-115-52 0 0,0 177 75 0 0,5-223-124 0 0,3 63 25 0 0,6-2 92 0 0,13 180 137 0 0,15 140 119 0 0,-22-298-223 0 0,8 310 60 0 0,-20-460-248 0 0,11 707 445 0 0,-16-312-171 0 0,-7-28 96 0 0,5-325-331 0 0,-14 599 499 0 0,55 159 14 0 0,-9-654-415 0 0,-14-128-96 0 0,-5-7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29.2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284 0 6224 0 0,'13'12'26'0'0,"-5"5"37"0"0,-8-14-52 0 0,-1 0 0 0 0,1 1 0 0 0,-1-1 0 0 0,1 0 0 0 0,-1 0 0 0 0,0 0 0 0 0,0 1 0 0 0,-2 2 0 0 0,0 2-3 0 0,-15 49 249 0 0,-16 85 1 0 0,29-114-124 0 0,-26 184 588 0 0,23-138-481 0 0,-66 408 529 0 0,55-317-588 0 0,12-91-101 0 0,3 23 29 0 0,4-1 0 0 0,22 166-1 0 0,-11-161 15 0 0,0 11-6 0 0,53 784 548 0 0,-63-813-598 0 0,-4 326 163 0 0,-5-266-150 0 0,-16 177 93 0 0,17-257-141 0 0,-47 312 126 0 0,-31 190 257 0 0,76-473-365 0 0,2-31 3 0 0,2 77-1 0 0,8 0 21 0 0,11 187 112 0 0,-4-209-133 0 0,14 126 68 0 0,-13-168-73 0 0,32 170 126 0 0,-32-196-140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49.6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 5520 0 0,'16'-9'9'0'0,"4"-1"87"0"0,-9 2 583 0 0,-4 39-441 0 0,-6 30 96 0 0,14 233 612 0 0,-11-218-635 0 0,-4-52-204 0 0,1 0 0 0 0,0 0 0 0 0,2 0 1 0 0,2-1-1 0 0,6 24 0 0 0,-10-45-87 0 0,-1-1 1 0 0,1 1 0 0 0,0-1 0 0 0,0 0-1 0 0,0 0 1 0 0,0 1 0 0 0,1-1 0 0 0,-1 0-1 0 0,0 0 1 0 0,0 0 0 0 0,1 0 0 0 0,-1 0-1 0 0,0-1 1 0 0,1 1 0 0 0,-1 0 0 0 0,1-1-1 0 0,-1 1 1 0 0,1-1 0 0 0,-1 1-1 0 0,1-1 1 0 0,0 0 0 0 0,-1 1 0 0 0,1-1-1 0 0,0 0 1 0 0,-1 0 0 0 0,1 0 0 0 0,-1-1-1 0 0,1 1 1 0 0,0 0 0 0 0,-1 0 0 0 0,3-2-1 0 0,7 0 45 0 0,0-1 0 0 0,0-1 0 0 0,12-5 0 0 0,-22 8-51 0 0,54-18 138 0 0,-36 13-45 0 0,-1-1 1 0 0,34-17 0 0 0,-17 6-23 0 0,-23 12-29 0 0,-1 0 0 0 0,1 0-1 0 0,-1-1 1 0 0,0-1 0 0 0,-1 0 0 0 0,10-9 0 0 0,-17 13-15 0 0,4-6 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49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85 8936 0 0,'0'0'0'0'0,"41"-3"112"0"0,-23-2-8 0 0,2 1 8 0 0,0 2 0 0 0,1-1-48 0 0,12-1 72 0 0,-18 1-64 0 0,2-4 128 0 0,-3-3-8 0 0,-1 1 8 0 0,3 0 8 0 0,-1 0-112 0 0,16-8 104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0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8936 0 0,'0'0'1832'0'0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1.7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0 600 8240 0 0,'0'0'106'0'0,"4"0"10"0"0,-3 1-138 0 0,1-1 80 0 0,0 1-1 0 0,0-1 1 0 0,0 0-1 0 0,0 1 1 0 0,-1-1-1 0 0,1 0 1 0 0,0 0-1 0 0,0 0 1 0 0,0 0-1 0 0,0-1 1 0 0,0 1-1 0 0,-1 0 1 0 0,1-1-1 0 0,0 1 1 0 0,0-1-1 0 0,0 0 1 0 0,-1 1-1 0 0,1-1 1 0 0,0 0-1 0 0,-1 0 1 0 0,1 0-1 0 0,-1 0 1 0 0,1-1-1 0 0,-1 1 1 0 0,0 0-1 0 0,1-1 1 0 0,-1 1-1 0 0,0-1 1 0 0,0 1-1 0 0,0-1 1 0 0,0 1-1 0 0,0-1 1 0 0,0 0-1 0 0,-1 1 1 0 0,2-3-1 0 0,1-5-26 0 0,1 0 0 0 0,1 1 0 0 0,-1-1-1 0 0,1 1 1 0 0,1 0 0 0 0,-1 1 0 0 0,2-1-1 0 0,-1 1 1 0 0,1 1 0 0 0,0-1 0 0 0,0 1-1 0 0,0 0 1 0 0,1 0 0 0 0,10-5 0 0 0,-16 10-26 0 0,-1 1-1 0 0,1-1 1 0 0,-1 0 0 0 0,1 1 0 0 0,-1-1 0 0 0,1 0 0 0 0,0 1 0 0 0,-1 0 0 0 0,1-1-1 0 0,0 1 1 0 0,-1 0 0 0 0,1 0 0 0 0,0 0 0 0 0,0 0 0 0 0,-1 0 0 0 0,1 1-1 0 0,0-1 1 0 0,-1 0 0 0 0,1 1 0 0 0,-1-1 0 0 0,1 1 0 0 0,2 1 0 0 0,-2 0-3 0 0,1 0 0 0 0,-1 0 0 0 0,0 0 0 0 0,0 0 1 0 0,0 1-1 0 0,-1-1 0 0 0,1 0 0 0 0,0 1 0 0 0,-1-1 1 0 0,0 1-1 0 0,1 0 0 0 0,-1 0 0 0 0,1 3 0 0 0,5 25 12 0 0,0 1 0 0 0,-2 1 0 0 0,2 44 0 0 0,-8-64-7 0 0,0-9-4 0 0,1 0-1 0 0,0 0 1 0 0,0 0 0 0 0,0 0 0 0 0,0 0 0 0 0,0 1 0 0 0,1-1 0 0 0,0-1 0 0 0,0 1-1 0 0,0 0 1 0 0,0 0 0 0 0,1 0 0 0 0,2 5 0 0 0,-3-8 12 0 0,0-27 87 0 0,3-8-5 0 0,14-60 0 0 0,0 9 103 0 0,-13 59-88 0 0,2 0 0 0 0,11-27 0 0 0,-18 51-99 0 0,1 1 1 0 0,-1-1 0 0 0,1 1-1 0 0,0 0 1 0 0,0-1 0 0 0,-1 1-1 0 0,1 0 1 0 0,0-1 0 0 0,0 1-1 0 0,0 0 1 0 0,0 0 0 0 0,1 0-1 0 0,-1-1 1 0 0,2 0 0 0 0,-2 2 0 0 0,-1 0 0 0 0,1-1 0 0 0,0 1 0 0 0,-1 0 1 0 0,1 0-1 0 0,0 0 0 0 0,-1 0 0 0 0,1 0 1 0 0,0 0-1 0 0,-1 0 0 0 0,1 0 0 0 0,0 0 0 0 0,-1 0 1 0 0,1 0-1 0 0,0 0 0 0 0,0 0 0 0 0,-1 1 1 0 0,1-1-1 0 0,-1 0 0 0 0,1 0 0 0 0,0 1 0 0 0,0 0 1 0 0,2 1 20 0 0,-1 0 0 0 0,1 0 0 0 0,-1 1 0 0 0,0-1 0 0 0,0 1 0 0 0,0-1 0 0 0,0 1 1 0 0,-1 0-1 0 0,1 0 0 0 0,-1 0 0 0 0,2 3 0 0 0,-1 2 38 0 0,1-1 0 0 0,0 1 0 0 0,1-1 0 0 0,0 1 0 0 0,0-1 0 0 0,0 0 0 0 0,1-1 0 0 0,0 1 0 0 0,0-1 0 0 0,1 0 0 0 0,0 0 0 0 0,0-1 1 0 0,7 5-1 0 0,-12-9 55 0 0,1-2-97 0 0,0-1 1 0 0,-1 1 0 0 0,1-1-1 0 0,-1 1 1 0 0,1-1 0 0 0,-1 0 0 0 0,0 0-1 0 0,0 1 1 0 0,0-1 0 0 0,0 0 0 0 0,0 0-1 0 0,0 0 1 0 0,-1 0 0 0 0,2-3 0 0 0,6-26 78 0 0,-2 0 0 0 0,-1 0 0 0 0,-1 0 0 0 0,0-33 0 0 0,-10-130 266 0 0,6 174-328 0 0,-1 5 32 0 0,0 1 0 0 0,0-1 0 0 0,-6-21 0 0 0,34 187 488 0 0,-11-65-422 0 0,14 61 67 0 0,-24-125-168 0 0,1-1 0 0 0,0 0-1 0 0,2 0 1 0 0,17 29 0 0 0,-23-43-18 0 0,1-1 0 0 0,0 0-1 0 0,1 0 1 0 0,0 0 0 0 0,0 0 0 0 0,0-1 0 0 0,0 1 0 0 0,1-1 0 0 0,0-1 0 0 0,0 1-1 0 0,0-1 1 0 0,0 0 0 0 0,1-1 0 0 0,0 1 0 0 0,0-1 0 0 0,0 0 0 0 0,0-1 0 0 0,11 3-1 0 0,-15-5-9 0 0,0-1-1 0 0,0 1 0 0 0,0-1 1 0 0,0 1-1 0 0,-1-1 0 0 0,1 0 0 0 0,0 0 1 0 0,0 0-1 0 0,0 0 0 0 0,-1-1 0 0 0,1 1 1 0 0,-1-1-1 0 0,1 1 0 0 0,-1-1 1 0 0,0 0-1 0 0,1 0 0 0 0,-1 0 0 0 0,0 0 1 0 0,0-1-1 0 0,0 1 0 0 0,-1-1 0 0 0,1 1 1 0 0,1-4-1 0 0,1-1 19 0 0,0 0 1 0 0,0 0-1 0 0,-1 0 0 0 0,0-1 1 0 0,-1 1-1 0 0,0-1 0 0 0,3-15 1 0 0,-2-13 82 0 0,-1 13 34 0 0,0-1 0 0 0,9-31 0 0 0,-5 38-34 0 0,-6 17-113 0 0,1 0 0 0 0,-1 0 0 0 0,0-1 0 0 0,0 1 1 0 0,0 0-1 0 0,0 0 0 0 0,0 0 0 0 0,0 0 0 0 0,0 0 1 0 0,0 0-1 0 0,0 0 0 0 0,0 0 0 0 0,1 0 0 0 0,-1-1 1 0 0,0 1-1 0 0,0 0 0 0 0,0 0 0 0 0,0 0 0 0 0,0 0 0 0 0,0 0 1 0 0,1 0-1 0 0,-1 0 0 0 0,0 0 0 0 0,0 0 0 0 0,0 0 1 0 0,0 0-1 0 0,0 0 0 0 0,0 0 0 0 0,1 0 0 0 0,-1 0 1 0 0,0 0-1 0 0,0 0 0 0 0,0 0 0 0 0,0 0 0 0 0,0 0 1 0 0,0 0-1 0 0,1 0 0 0 0,-1 0 0 0 0,0 0 0 0 0,0 1 1 0 0,0-1-1 0 0,0 0 0 0 0,0 0 0 0 0,0 0 0 0 0,0 0 1 0 0,0 0-1 0 0,1 0 0 0 0,-1 0 0 0 0,0 0 0 0 0,0 1 1 0 0,9 28 494 0 0,-5-13-489 0 0,8 51 214 0 0,-8-41-54 0 0,1 0-1 0 0,10 33 0 0 0,-11-45-112 0 0,-2-8-19 0 0,0 0-1 0 0,0-1 1 0 0,0 1-1 0 0,6 10 0 0 0,-7-15 10 0 0,-1 0-41 0 0,0 0-1 0 0,1-1 1 0 0,-1 1-1 0 0,0 0 1 0 0,1-1-1 0 0,-1 1 1 0 0,0-1-1 0 0,1 1 1 0 0,-1-1-1 0 0,1 1 1 0 0,-1-1-1 0 0,1 1 0 0 0,-1-1 1 0 0,1 1-1 0 0,0-1 1 0 0,-1 1-1 0 0,1-1 1 0 0,-1 0-1 0 0,1 0 1 0 0,0 1-1 0 0,-1-1 1 0 0,1 0-1 0 0,0 0 1 0 0,0 1-1 0 0,-1-1 1 0 0,2 0-1 0 0,0 0 29 0 0,-1-3 1 0 0,4-11-6 0 0,0-1-1 0 0,-1 0 1 0 0,0 0 0 0 0,-1-1 0 0 0,1-19 0 0 0,-3-80 40 0 0,-2 36-15 0 0,-3-22 5 0 0,1 45-28 0 0,-11-42 58 0 0,11 60 33 0 0,13 47-90 0 0,-7-1-25 0 0,0 0-1 0 0,0 0 0 0 0,-1 1 0 0 0,0-1 0 0 0,0 1 1 0 0,-1 0-1 0 0,0 0 0 0 0,-1 16 0 0 0,5 30 22 0 0,31 156 45 0 0,-27-170-50 0 0,-5-20-7 0 0,0 0-1 0 0,2-1 1 0 0,14 35 0 0 0,-14-41-3 0 0,1 0 0 0 0,1-1 0 0 0,0 0 0 0 0,20 23 0 0 0,-25-32-8 0 0,0 0 0 0 0,1-1 0 0 0,0 1 1 0 0,0-1-1 0 0,0 0 0 0 0,0 0 0 0 0,0 0 0 0 0,0-1 0 0 0,1 1 1 0 0,0-1-1 0 0,-1 0 0 0 0,1 0 0 0 0,0-1 0 0 0,0 1 0 0 0,0-1 1 0 0,0 0-1 0 0,0-1 0 0 0,0 1 0 0 0,9-1 0 0 0,-11-1-1 0 0,-1 1 1 0 0,1-1-1 0 0,0 0 0 0 0,0 0 0 0 0,-1 0 0 0 0,1-1 0 0 0,-1 1 0 0 0,1-1 1 0 0,-1 1-1 0 0,1-1 0 0 0,-1 0 0 0 0,0 0 0 0 0,0 0 0 0 0,0 0 0 0 0,0 0 1 0 0,0 0-1 0 0,0 0 0 0 0,2-5 0 0 0,3-5 22 0 0,-1 0 0 0 0,9-22 0 0 0,-5 1 20 0 0,-1 0 1 0 0,-2-1-1 0 0,-1 0 1 0 0,-2 0-1 0 0,-1 0 1 0 0,-2-38-1 0 0,-3 51 184 0 0,-1 48 31 0 0,0 2-187 0 0,-3 1 16 0 0,1 1 0 0 0,2-1 0 0 0,1 1 0 0 0,1 0 0 0 0,1 0 0 0 0,2 0 0 0 0,9 45 0 0 0,-11-74-42 0 0,1-1-41 0 0,0-1-1 0 0,-1 0 0 0 0,1 0 1 0 0,0 1-1 0 0,0-1 1 0 0,-1 0-1 0 0,1 0 0 0 0,0 0 1 0 0,0 0-1 0 0,0 0 1 0 0,-1 0-1 0 0,1 0 0 0 0,0 0 1 0 0,0 0-1 0 0,-1 0 1 0 0,1 0-1 0 0,0 0 0 0 0,0 0 1 0 0,1-1-1 0 0,1-4 17 0 0,0 0 0 0 0,1 0 0 0 0,-2-1 0 0 0,1 1-1 0 0,-1-1 1 0 0,1 1 0 0 0,-1-1 0 0 0,1-7 0 0 0,-1 6 0 0 0,0-1 1 0 0,0 1 0 0 0,1 0 0 0 0,0 0-1 0 0,1 1 1 0 0,4-8 0 0 0,-7 13-19 0 0,0-1 1 0 0,0 1-1 0 0,1-1 0 0 0,-1 1 1 0 0,1 0-1 0 0,-1 0 0 0 0,1 0 0 0 0,-1 0 1 0 0,1 0-1 0 0,0 0 0 0 0,0 0 1 0 0,-1 1-1 0 0,1-1 0 0 0,0 1 1 0 0,0-1-1 0 0,0 1 0 0 0,0-1 1 0 0,-1 1-1 0 0,1 0 0 0 0,0 0 0 0 0,0 0 1 0 0,0 0-1 0 0,0 1 0 0 0,0-1 1 0 0,0 0-1 0 0,0 1 0 0 0,-1-1 1 0 0,4 2-1 0 0,-1 0 4 0 0,0 0-1 0 0,0 0 1 0 0,0 1 0 0 0,0-1 0 0 0,-1 1 0 0 0,1 0-1 0 0,-1 0 1 0 0,0 1 0 0 0,0-1 0 0 0,0 0-1 0 0,0 1 1 0 0,0 0 0 0 0,-1 0 0 0 0,4 6 0 0 0,0 3 18 0 0,0 0 0 0 0,9 25 1 0 0,-10-17-10 0 0,-1 0 0 0 0,-1 0 0 0 0,-1 1 0 0 0,-1 0 0 0 0,-1-1 1 0 0,0 1-1 0 0,-2-1 0 0 0,0 1 0 0 0,-2-1 0 0 0,0 0 0 0 0,-9 23 0 0 0,11-36-14 0 0,-1 0 0 0 0,-1 0 0 0 0,1 0 0 0 0,-1 0 0 0 0,-1-1 0 0 0,1 0 0 0 0,-1 0 0 0 0,-1 0-1 0 0,-8 9 1 0 0,12-14-4 0 0,0 0 0 0 0,0 0-1 0 0,0-1 1 0 0,-1 1 0 0 0,1 0 0 0 0,0-1-1 0 0,-1 0 1 0 0,1 1 0 0 0,-1-1-1 0 0,1 0 1 0 0,-1 0 0 0 0,1 0 0 0 0,-1-1-1 0 0,0 1 1 0 0,0-1 0 0 0,1 1-1 0 0,-1-1 1 0 0,0 0 0 0 0,0 0 0 0 0,1 0-1 0 0,-1 0 1 0 0,0-1 0 0 0,0 1-1 0 0,1-1 1 0 0,-1 0 0 0 0,0 0 0 0 0,1 0-1 0 0,-1 0 1 0 0,1 0 0 0 0,-1 0-1 0 0,-3-4 1 0 0,-1 1-1 0 0,1-1-1 0 0,0 0 1 0 0,1-1-1 0 0,-1 1 1 0 0,1-1-1 0 0,0 0 1 0 0,1-1-1 0 0,-8-12 1 0 0,4 4-3 0 0,2-1 1 0 0,0 0-1 0 0,-6-24 1 0 0,0-7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2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 15472 0 0,'0'0'3502'0'0,"5"0"-3290"0"0,234-11 587 0 0,-177 7-559 0 0,36-5 88 0 0,-45 4-146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2.3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404 42 13360 0 0,'0'0'0'0'0</inkml:trace>
  <inkml:trace contextRef="#ctx0" brushRef="#br0" timeOffset="1">1 0 12960 0 0,'0'0'0'0'0,"35"10"0"0"0,2-8 288 0 0,20 3 296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3.9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0 388 11048 0 0,'8'-4'20'0'0,"6"0"76"0"0,4-3 110 0 0,8-6 179 0 0,-24 12-360 0 0,0 0 0 0 0,0-1 0 0 0,0 1 0 0 0,-1-1 0 0 0,1 1 0 0 0,0-1 0 0 0,-1 0 0 0 0,1 0 0 0 0,-1 0 1 0 0,0 1-1 0 0,1-2 0 0 0,-1 1 0 0 0,0 0 0 0 0,0 0 0 0 0,0 0 0 0 0,-1 0 0 0 0,2-5 0 0 0,5-79 1265 0 0,-7 68-1133 0 0,0 1-1 0 0,2-1 1 0 0,0 0 0 0 0,1 1 0 0 0,1-1-1 0 0,8-23 1 0 0,-6 29-110 0 0,2 2-38 0 0,-5 8-4 0 0,-2 2-5 0 0,-1 0 1 0 0,1-1-1 0 0,-1 1 0 0 0,1 0 0 0 0,-1 0 0 0 0,1 0 0 0 0,-1 1 1 0 0,1-1-1 0 0,0 0 0 0 0,-1 0 0 0 0,1 0 0 0 0,-1 0 0 0 0,1 0 1 0 0,-1 1-1 0 0,1-1 0 0 0,-1 0 0 0 0,1 0 0 0 0,-1 1 0 0 0,1-1 1 0 0,-1 0-1 0 0,0 1 0 0 0,1-1 0 0 0,-1 1 0 0 0,1-1 0 0 0,-1 0 1 0 0,0 1-1 0 0,1-1 0 0 0,-1 1 0 0 0,0-1 0 0 0,0 1 0 0 0,1-1 1 0 0,-1 1-1 0 0,0-1 0 0 0,0 1 0 0 0,0-1 0 0 0,0 1 0 0 0,0-1 1 0 0,1 2-1 0 0,-1-2 0 0 0,8 20-4 0 0,-1 0-1 0 0,0 0 1 0 0,-1 0 0 0 0,-2 0-1 0 0,0 1 1 0 0,2 31 0 0 0,3 14-9 0 0,12 135-124 0 0,-10-80 62 0 0,-10-29-22 0 0,-2-54 13 0 0,1-36 75 0 0,-8-12-9 0 0,4 1 13 0 0,0 1-1 0 0,1-1 0 0 0,0 0 0 0 0,0 0 1 0 0,1-1-1 0 0,0 1 0 0 0,0-1 1 0 0,0-17-1 0 0,3-6 12 0 0,4-40-1 0 0,-2 42-3 0 0,-1-66 135 0 0,3 77 210 0 0,1 16 121 0 0,-5 6-429 0 0,0-1 0 0 0,1 1 0 0 0,-1-1 0 0 0,0 1 0 0 0,0 0 0 0 0,0-1 0 0 0,-1 1 0 0 0,1 0-1 0 0,0 0 1 0 0,0 0 0 0 0,-1 0 0 0 0,1 3 0 0 0,-1-4-27 0 0,0 0-1 0 0,0 0 1 0 0,1 0 0 0 0,-1 0-1 0 0,0 0 1 0 0,1 0-1 0 0,-1 0 1 0 0,1 0 0 0 0,-1 0-1 0 0,1 0 1 0 0,-1-1-1 0 0,1 1 1 0 0,0 0 0 0 0,-1 0-1 0 0,1 0 1 0 0,0-1-1 0 0,0 1 1 0 0,-1 0 0 0 0,1-1-1 0 0,0 1 1 0 0,0 0-1 0 0,0-1 1 0 0,0 1 0 0 0,0-1-1 0 0,0 0 1 0 0,0 1-1 0 0,0-1 1 0 0,0 0 0 0 0,0 0-1 0 0,0 1 1 0 0,0-1-1 0 0,0 0 1 0 0,0 0 0 0 0,1 0-1 0 0,-1 0 1 0 0,0 0 0 0 0,0-1-1 0 0,0 1 1 0 0,0 0-1 0 0,0 0 1 0 0,0-1 0 0 0,0 1-1 0 0,0 0 1 0 0,0-1-1 0 0,0 1 1 0 0,0-1 0 0 0,-1 0-1 0 0,1 1 1 0 0,2-2-1 0 0,2-2 26 0 0,1 0-1 0 0,-1 0 1 0 0,0-1 0 0 0,0 0-1 0 0,0 0 1 0 0,4-6-1 0 0,55-89 393 0 0,-22 32-145 0 0,-21 22 58 0 0,-13 24-162 0 0,-7 20-38 0 0,-1-4 18 0 0,0 11-11 0 0,-3 18 21 0 0,-2-5-112 0 0,1 1 0 0 0,1 0 1 0 0,0 0-1 0 0,1 0 0 0 0,1 0 0 0 0,1 1 0 0 0,4 27 0 0 0,-3-32 5 0 0,1 11 57 0 0,0 0-1 0 0,2 0 0 0 0,1-1 0 0 0,16 47 0 0 0,-21-71-113 0 0,0-1 0 0 0,0 1 0 0 0,0-1 0 0 0,0 1 0 0 0,0 0 0 0 0,0-1 0 0 0,0 1 0 0 0,0-1 0 0 0,1 1 0 0 0,-1-1 0 0 0,0 1 0 0 0,1-1 1 0 0,-1 1-1 0 0,0-1 0 0 0,1 1 0 0 0,-1-1 0 0 0,0 1 0 0 0,1-1 0 0 0,-1 1 0 0 0,1-1 0 0 0,-1 0 0 0 0,1 1 0 0 0,-1-1 0 0 0,1 0 0 0 0,-1 1 0 0 0,1-1 0 0 0,-1 0 0 0 0,1 0 0 0 0,-1 0 0 0 0,1 1 0 0 0,-1-1 0 0 0,1 0 0 0 0,0 0 0 0 0,-1 0 0 0 0,1 0 0 0 0,-1 0 0 0 0,1 0 0 0 0,0 0 0 0 0,-1 0 0 0 0,1 0 0 0 0,-1 0 0 0 0,1-1 0 0 0,0 1 1 0 0,-1 0-1 0 0,1 0 0 0 0,-1 0 0 0 0,1-1 0 0 0,-1 1 0 0 0,1 0 0 0 0,-1-1 0 0 0,1 1 0 0 0,-1 0 0 0 0,1-1 0 0 0,-1 1 0 0 0,0-1 0 0 0,1 0 0 0 0,1-1 17 0 0,0-1 0 0 0,0 0 0 0 0,0 1 0 0 0,-1-1 0 0 0,1 0 0 0 0,-1 0 0 0 0,0 0 1 0 0,0 0-1 0 0,1-3 0 0 0,22-228 586 0 0,-7 41-141 0 0,-10 91-65 0 0,-7 100-254 0 0,-3 0-44 0 0,-4-1 87 0 0,5 9-159 0 0,1 0-1 0 0,1 0 1 0 0,-1 1-1 0 0,1-1 1 0 0,0 0-1 0 0,0 0 1 0 0,2 10-1 0 0,9 48 132 0 0,-10-61-156 0 0,2 12 41 0 0,-1-2 10 0 0,1-1 1 0 0,0 1 0 0 0,1 0-1 0 0,6 12 1 0 0,-8-22-43 0 0,-1 0 0 0 0,1 0 1 0 0,0 0-1 0 0,0 0 0 0 0,0-1 0 0 0,0 1 0 0 0,1 0 0 0 0,-1-1 0 0 0,1 0 0 0 0,-1 1 1 0 0,1-1-1 0 0,0 0 0 0 0,0-1 0 0 0,0 1 0 0 0,0 0 0 0 0,0-1 0 0 0,1 1 0 0 0,-1-1 1 0 0,7 1-1 0 0,-8-1 12 0 0,14-4 27 0 0,-14 3-51 0 0,1 0 0 0 0,-1-1 1 0 0,0 1-1 0 0,1 0 0 0 0,-1-1 0 0 0,0 0 0 0 0,0 0 1 0 0,1 0-1 0 0,-1 0 0 0 0,3-2 0 0 0,-2 2-2 0 0,8-7 13 0 0,0 1 0 0 0,-1-1 1 0 0,18-18-1 0 0,-17 11-5 0 0,0 0 1 0 0,-1 0-1 0 0,13-30 1 0 0,-21 41-7 0 0,-2-4-2 0 0,-1 8-3 0 0,1-1 0 0 0,0 1 0 0 0,0 0 1 0 0,0 0-1 0 0,0 0 0 0 0,-1-1 1 0 0,1 1-1 0 0,0 0 0 0 0,0 0 0 0 0,-1 0 1 0 0,1 0-1 0 0,0 0 0 0 0,0 0 0 0 0,-1-1 1 0 0,1 1-1 0 0,0 0 0 0 0,0 0 1 0 0,-1 0-1 0 0,1 0 0 0 0,0 0 0 0 0,0 0 1 0 0,-1 0-1 0 0,1 0 0 0 0,0 0 0 0 0,0 0 1 0 0,-1 0-1 0 0,1 0 0 0 0,0 0 0 0 0,0 1 1 0 0,-1-1-1 0 0,1 0 0 0 0,0 0 1 0 0,0 0-1 0 0,0 0 0 0 0,-1 0 0 0 0,1 0 1 0 0,0 1-1 0 0,0-1 0 0 0,0 0 0 0 0,-1 0 1 0 0,1 0-1 0 0,0 0 0 0 0,0 1 1 0 0,0-1-1 0 0,0 0 0 0 0,-1 0 0 0 0,1 1 1 0 0,0-1-1 0 0,-11 38 7 0 0,2 0 0 0 0,2 1 0 0 0,1 0 0 0 0,2 0-1 0 0,1 54 1 0 0,4-73 11 0 0,0 0 0 0 0,1 1 0 0 0,1-1 0 0 0,6 21 0 0 0,-8-37-14 0 0,0 0 1 0 0,0-1 0 0 0,1 1 0 0 0,-1 0 0 0 0,1-1 0 0 0,0 1 0 0 0,0-1-1 0 0,0 0 1 0 0,1 1 0 0 0,-1-1 0 0 0,1 0 0 0 0,0 0 0 0 0,0-1 0 0 0,0 1-1 0 0,0-1 1 0 0,0 1 0 0 0,0-1 0 0 0,1 0 0 0 0,-1 0 0 0 0,1 0-1 0 0,-1-1 1 0 0,1 1 0 0 0,0-1 0 0 0,0 0 0 0 0,-1 0 0 0 0,1 0 0 0 0,6 0-1 0 0,-1 0 9 0 0,1-1-1 0 0,0 0 1 0 0,0-1-1 0 0,0 0 0 0 0,0 0 1 0 0,-1-1-1 0 0,1 0 1 0 0,-1-1-1 0 0,19-7 1 0 0,-23 8-2 0 0,0-1 0 0 0,0 0 0 0 0,-1 0 0 0 0,1 0 0 0 0,0 0 0 0 0,-1-1 0 0 0,0 1 0 0 0,0-1 0 0 0,0 0 0 0 0,0-1-1 0 0,0 1 1 0 0,-1-1 0 0 0,0 1 0 0 0,0-1 0 0 0,2-5 0 0 0,0-2 1 0 0,-1 0 0 0 0,-1-1 0 0 0,0 1 1 0 0,0-1-1 0 0,-1 1 0 0 0,-1-1 0 0 0,0 0 0 0 0,-1-13 0 0 0,-2 17-7 0 0,-6 1-4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4.7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1 647 13672 0 0,'0'0'1002'0'0,"2"-4"-696"0"0,4-8-4 0 0,0-1 1 0 0,-1-1-1 0 0,0 1 1 0 0,-2-1-1 0 0,1 0 1 0 0,-1 0-1 0 0,-1 0 1 0 0,0-18-1 0 0,-6-124-141 0 0,-1 10-122 0 0,5 76-69 0 0,-1 50-79 0 0,1 0-1 0 0,1 0 0 0 0,5-38 0 0 0,-5 55 44 0 0,-1-5-124 0 0,0 7 92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5.1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1 288 9344 0 0,'16'-1'4'0'0,"4"-5"251"0"0,-18 5-229 0 0,0 0-1 0 0,-1 0 0 0 0,1 0 1 0 0,-1 0-1 0 0,1 0 0 0 0,-1-1 1 0 0,1 1-1 0 0,-1-1 1 0 0,0 1-1 0 0,0-1 0 0 0,0 1 1 0 0,1-1-1 0 0,-2 1 0 0 0,1-1 1 0 0,0 0-1 0 0,0 0 0 0 0,0-2 1 0 0,60-162 1375 0 0,-25 94-805 0 0,-22 57-301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5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1 522 8240 0 0,'3'10'-2'0'0,"1"-5"3"0"0,5 1 2 0 0,22 9 26 0 0,-16-9 2 0 0,-6-1-5 0 0,-1 0-1 0 0,1 1 1 0 0,-2 0-1 0 0,1 1 1 0 0,0-1-1 0 0,-1 2 1 0 0,-1-1-1 0 0,1 1 1 0 0,9 15-1 0 0,24 27 243 0 0,-38-48-236 0 0,0 1 0 0 0,1 0 0 0 0,0-1 0 0 0,-1 0 0 0 0,1 1 0 0 0,0-1 0 0 0,0 0 0 0 0,0-1 0 0 0,0 1 1 0 0,0 0-1 0 0,1-1 0 0 0,-1 0 0 0 0,0 0 0 0 0,1 0 0 0 0,-1 0 0 0 0,1 0 0 0 0,-1-1 0 0 0,1 1 0 0 0,0-1 0 0 0,-1 0 0 0 0,1 0 0 0 0,-1 0 0 0 0,1-1 0 0 0,-1 1 0 0 0,1-1 0 0 0,6-2 0 0 0,-4 1-10 0 0,1 0 0 0 0,-1 0 0 0 0,0-1 0 0 0,0 0-1 0 0,0 0 1 0 0,0 0 0 0 0,0-1 0 0 0,-1 1 0 0 0,0-2-1 0 0,1 1 1 0 0,-1 0 0 0 0,-1-1 0 0 0,1 0 0 0 0,-1 0 0 0 0,0-1-1 0 0,0 1 1 0 0,0-1 0 0 0,-1 1 0 0 0,0-1 0 0 0,0 0-1 0 0,-1-1 1 0 0,1 1 0 0 0,-1 0 0 0 0,-1-1 0 0 0,1 1-1 0 0,-1-1 1 0 0,1-10 0 0 0,-2 14-20 0 0,2-16 24 0 0,0-1 1 0 0,-1 0 0 0 0,-1 1-1 0 0,-1-1 1 0 0,0 0-1 0 0,-9-35 1 0 0,7 45-10 0 0,3 8-9 0 0,0 0 0 0 0,-1-1-1 0 0,0 1 1 0 0,1-1-1 0 0,-1 1 1 0 0,0 0-1 0 0,-1-1 1 0 0,1 1 0 0 0,0 0-1 0 0,0 0 1 0 0,-1 0-1 0 0,-1-2 1 0 0,2 3 55 0 0,-1 2-56 0 0,1 0 0 0 0,0 1 0 0 0,-1-1 0 0 0,1 0 0 0 0,0 1 0 0 0,0-1 0 0 0,0 1 0 0 0,0-1 0 0 0,1 1 0 0 0,-1 0 0 0 0,0-1 0 0 0,1 1 0 0 0,-1 0 0 0 0,1-1 0 0 0,-1 1 0 0 0,1 0 0 0 0,0 0 0 0 0,0-1 0 0 0,0 1 0 0 0,0 0 0 0 0,0 3 0 0 0,5 45 99 0 0,-4-39-74 0 0,3 24 56 0 0,2-1 0 0 0,1 0 0 0 0,2 0 0 0 0,1-1 0 0 0,20 46 0 0 0,-27-73-60 0 0,0 0 0 0 0,1 0 0 0 0,-1 0 0 0 0,1-1 1 0 0,0 1-1 0 0,8 6 0 0 0,-11-10-10 0 0,1-1 0 0 0,0 1-1 0 0,0 0 1 0 0,0-1 0 0 0,1 1 0 0 0,-1-1 0 0 0,0 0-1 0 0,0 0 1 0 0,1 0 0 0 0,-1 0 0 0 0,1 0 0 0 0,-1-1-1 0 0,1 1 1 0 0,-1-1 0 0 0,1 1 0 0 0,-1-1 0 0 0,1 0-1 0 0,-1 0 1 0 0,4-1 0 0 0,-4 1-5 0 0,0-1 0 0 0,-1 0 0 0 0,1 0 0 0 0,0-1 0 0 0,-1 1 0 0 0,1 0 0 0 0,-1 0 0 0 0,1-1 0 0 0,-1 1 0 0 0,0-1 0 0 0,1 1 0 0 0,-1-1 1 0 0,0 0-1 0 0,0 0 0 0 0,0 1 0 0 0,0-1 0 0 0,-1 0 0 0 0,1 0 0 0 0,0-2 0 0 0,3-3 15 0 0,1-5 23 0 0,0 0-1 0 0,-1 0 1 0 0,-1-1 0 0 0,1 1-1 0 0,1-23 1 0 0,1-73 352 0 0,-4 39-235 0 0,0 11 145 0 0,-3 0 1 0 0,-2 0 0 0 0,-3 0-1 0 0,-2 1 1 0 0,-19-67-1 0 0,11 78 335 0 0,16 45-382 0 0,0 15 44 0 0,5 90 339 0 0,37 189-1 0 0,-29-218-526 0 0,-2-23 240 0 0,30 91 0 0 0,-27-100-158 0 0,-2-6-30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5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13864 0 0,'0'0'408'0'0,"21"2"408"0"0,-12 4-400 0 0,-1-2-288 0 0,9 5 144 0 0,-7-4-128 0 0,6 1 391 0 0,-1 2 17 0 0,0-1-8 0 0,2 1 8 0 0,2-2-408 0 0,8 1 144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6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0 298 13056 0 0,'0'0'461'0'0,"6"0"-233"0"0,-1 0-158 0 0,5 0 29 0 0,1 0 0 0 0,-1-1 0 0 0,16-3 0 0 0,-23 4-51 0 0,-1 0 0 0 0,1-1 0 0 0,-1 0 1 0 0,0 0-1 0 0,0 0 0 0 0,1 0 0 0 0,-1 0 0 0 0,0 0 1 0 0,0 0-1 0 0,0-1 0 0 0,0 1 0 0 0,0-1 0 0 0,0 1 1 0 0,0-1-1 0 0,-1 0 0 0 0,1 0 0 0 0,-1 0 0 0 0,1 0 1 0 0,-1 0-1 0 0,0 0 0 0 0,1 0 0 0 0,0-4 1 0 0,2-10 223 0 0,0-1 0 0 0,1-27 0 0 0,0 0-10 0 0,-4 31-148 0 0,0 0 0 0 0,-1-1 0 0 0,-3-25 0 0 0,0-7 86 0 0,3 44-165 0 0,-5-6 105 0 0,3 9-138 0 0,1 1 0 0 0,0 0 0 0 0,-1-1 0 0 0,1 1 0 0 0,0 0 0 0 0,0 0 1 0 0,0 0-1 0 0,0 0 0 0 0,0 0 0 0 0,0 0 0 0 0,0 0 0 0 0,1 0 0 0 0,-1 0 0 0 0,1 0 0 0 0,0 0 0 0 0,-1 0 1 0 0,1 1-1 0 0,0-1 0 0 0,0 0 0 0 0,0 0 0 0 0,1 3 0 0 0,-2 8 4 0 0,-1 31 3 0 0,2 1 1 0 0,2 0 0 0 0,2-1-1 0 0,11 58 1 0 0,-14-97-8 0 0,1-1 0 0 0,-1 1 0 0 0,0 0 1 0 0,1-1-1 0 0,0 1 0 0 0,0-1 0 0 0,1 0 0 0 0,-1 0 1 0 0,1 0-1 0 0,0 0 0 0 0,6 7 0 0 0,-6-8 0 0 0,0-1-1 0 0,1 0 0 0 0,-1 0 1 0 0,1 0-1 0 0,-1 0 0 0 0,1-1 1 0 0,0 0-1 0 0,0 1 0 0 0,0-1 1 0 0,0 0-1 0 0,-1-1 0 0 0,1 1 1 0 0,6-1-1 0 0,1 0 3 0 0,1-1 1 0 0,-1 0-1 0 0,0-1 0 0 0,0-1 1 0 0,-1 0-1 0 0,1 0 0 0 0,0-1 1 0 0,-1 0-1 0 0,17-9 0 0 0,37-14 26 0 0,-56 25-25 0 0,3-1 6 0 0,-1 0-1 0 0,0 0 1 0 0,1 1-1 0 0,14 0 1 0 0,-24 2-8 0 0,-1 0-1 0 0,1 0 1 0 0,0 0 0 0 0,0 0-1 0 0,0 0 1 0 0,-1 0 0 0 0,1 1-1 0 0,0-1 1 0 0,-1 0 0 0 0,1 0 0 0 0,0 1-1 0 0,0-1 1 0 0,-1 1 0 0 0,1-1-1 0 0,-1 0 1 0 0,1 1 0 0 0,0-1-1 0 0,-1 1 1 0 0,1 0 0 0 0,-1-1 0 0 0,1 1-1 0 0,-1-1 1 0 0,0 1 0 0 0,1 0-1 0 0,0 0 1 0 0,3 25 37 0 0,-9 21 16 0 0,5-45-53 0 0,-17 57 76 0 0,16-55-69 0 0,-1 0-1 0 0,0-1 1 0 0,0 1 0 0 0,0 0 0 0 0,0 0 0 0 0,0-1-1 0 0,-1 0 1 0 0,0 1 0 0 0,0-1 0 0 0,0 0-1 0 0,-6 5 1 0 0,7-8-6 0 0,1 1 0 0 0,0-1 0 0 0,-1 1-1 0 0,1-1 1 0 0,-1 0 0 0 0,1 0 0 0 0,0 0 0 0 0,-1 0-1 0 0,1 0 1 0 0,-1 0 0 0 0,1 0 0 0 0,0 0 0 0 0,-1 0-1 0 0,1-1 1 0 0,-1 1 0 0 0,1 0 0 0 0,0-1 0 0 0,0 1-1 0 0,-1-1 1 0 0,1 0 0 0 0,0 1 0 0 0,0-1 0 0 0,-1 0-1 0 0,1 0 1 0 0,0 0 0 0 0,-2-2 0 0 0,-18-16 38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6.7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13360 0 0,'0'0'2392'0'0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9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0 740 12256 0 0,'25'-6'44'0'0,"-15"4"165"0"0,0 0 1 0 0,0-1 0 0 0,-1 0 0 0 0,1-1 0 0 0,-1 1 0 0 0,1-2 0 0 0,-1 0 0 0 0,0 0 0 0 0,-1 0 0 0 0,16-14 0 0 0,-6 3-30 0 0,0 0 89 0 0,-1 0 0 0 0,0-1 0 0 0,23-32 0 0 0,-35 41-210 0 0,0 3-19 0 0,-2 0-1 0 0,1-1 1 0 0,0 0 0 0 0,-1 1 0 0 0,0-1-1 0 0,0 0 1 0 0,-1-1 0 0 0,0 1 0 0 0,0 0-1 0 0,0-1 1 0 0,1-9 0 0 0,-17 29-16 0 0,1 3-16 0 0,1 2-1 0 0,1 0 1 0 0,1 0 0 0 0,0 1 0 0 0,1 0-1 0 0,1 0 1 0 0,1 1 0 0 0,1 0 0 0 0,0 1 0 0 0,2-1-1 0 0,-3 29 1 0 0,3-19 2 0 0,2-20-4 0 0,0 1 0 0 0,1-1 0 0 0,1 21-1 0 0,0-30-3 0 0,0 0 0 0 0,0-1-1 0 0,0 1 1 0 0,0 0-1 0 0,1-1 1 0 0,-1 1 0 0 0,0-1-1 0 0,1 1 1 0 0,-1 0-1 0 0,0-1 1 0 0,1 1-1 0 0,-1-1 1 0 0,1 1 0 0 0,-1-1-1 0 0,0 1 1 0 0,1-1-1 0 0,-1 0 1 0 0,1 1 0 0 0,0-1-1 0 0,-1 0 1 0 0,1 1-1 0 0,-1-1 1 0 0,1 0-1 0 0,0 1 1 0 0,-1-1 0 0 0,1 0-1 0 0,-1 0 1 0 0,1 0-1 0 0,0 0 1 0 0,-1 0-1 0 0,1 0 1 0 0,0 0 0 0 0,-1 0-1 0 0,1 0 1 0 0,1 0-1 0 0,0 0 3 0 0,0 0-1 0 0,-1 0 1 0 0,1-1 0 0 0,0 1-1 0 0,0-1 1 0 0,0 0-1 0 0,0 1 1 0 0,0-1-1 0 0,-1 0 1 0 0,4-2-1 0 0,188-160 251 0 0,-173 145-200 0 0,-2-1-1 0 0,31-40 1 0 0,14-31 181 0 0,-62 88-207 0 0,0 0 1 0 0,0-1-1 0 0,0 1 1 0 0,-1 0-1 0 0,1-1 0 0 0,0 1 1 0 0,-1-1-1 0 0,0 1 1 0 0,0-1-1 0 0,1 1 1 0 0,-1-1-1 0 0,-1 1 1 0 0,1-1-1 0 0,-1-4 0 0 0,1 7-23 0 0,-1 0-1 0 0,1 0 0 0 0,0-1 0 0 0,-1 1 0 0 0,1 0 0 0 0,0 0 0 0 0,-1-1 0 0 0,1 1 0 0 0,-1 0 0 0 0,1 0 0 0 0,0 0 1 0 0,-1 0-1 0 0,1 0 0 0 0,-1-1 0 0 0,1 1 0 0 0,-1 0 0 0 0,1 0 0 0 0,0 0 0 0 0,-1 0 0 0 0,1 0 0 0 0,-1 0 1 0 0,1 1-1 0 0,-1-1 0 0 0,1 0 0 0 0,0 0 0 0 0,-1 0 0 0 0,1 0 0 0 0,-1 0 0 0 0,1 1 0 0 0,0-1 0 0 0,-1 0 0 0 0,1 0 1 0 0,0 1-1 0 0,-1-1 0 0 0,1 0 0 0 0,0 0 0 0 0,-1 1 0 0 0,-13 9 76 0 0,5 0-50 0 0,0 1-1 0 0,1 0 1 0 0,0 0-1 0 0,0 0 1 0 0,2 1-1 0 0,-1 1 0 0 0,-8 24 1 0 0,8-16 5 0 0,1-1 1 0 0,1 1 0 0 0,1 1-1 0 0,-2 27 1 0 0,6-30-15 0 0,2-1 1 0 0,0 0 0 0 0,0 0 0 0 0,2 0-1 0 0,0 0 1 0 0,7 18 0 0 0,-9-33-15 0 0,0 1 0 0 0,0-1 0 0 0,0 0 0 0 0,0 0 0 0 0,0 0 0 0 0,0 0 0 0 0,1 0 0 0 0,0-1 0 0 0,-1 1 0 0 0,1-1 0 0 0,4 3 0 0 0,6 6 34 0 0,17-20 27 0 0,-25 7-60 0 0,0 0-1 0 0,0 0 1 0 0,-1 0 0 0 0,1 0-1 0 0,-1-1 1 0 0,0 0 0 0 0,1 0-1 0 0,-1 0 1 0 0,0 0-1 0 0,-1-1 1 0 0,1 1 0 0 0,5-8-1 0 0,0-2 22 0 0,0 0 0 0 0,11-25-1 0 0,-16 28-14 0 0,-1-1 0 0 0,0 1 0 0 0,-1-1 0 0 0,0 1 0 0 0,1-22 0 0 0,-3 20-10 0 0,1 3 5 0 0,-2 0-1 0 0,1 0 0 0 0,-1 0 1 0 0,0-1-1 0 0,-4-9 1 0 0,-1-11 11 0 0,4 19-12 0 0,-1 0 0 0 0,0 0 1 0 0,-1 0-1 0 0,-1 1 0 0 0,0-1 0 0 0,0 1 0 0 0,-9-13 0 0 0,13 21-6 0 0,1 1 0 0 0,-1 0 0 0 0,0 0-1 0 0,0 0 1 0 0,0 0 0 0 0,1 0 0 0 0,-1 0-1 0 0,0 0 1 0 0,0 0 0 0 0,0 0 0 0 0,0 0-1 0 0,-1 1 1 0 0,1-1 0 0 0,0 0 0 0 0,0 1-1 0 0,0-1 1 0 0,-1 1 0 0 0,1-1 0 0 0,0 1-1 0 0,0-1 1 0 0,-1 1 0 0 0,1 0 0 0 0,0 0-1 0 0,-1 0 1 0 0,1 0 0 0 0,0 0 0 0 0,-1 0-1 0 0,1 0 1 0 0,0 0 0 0 0,-1 0 0 0 0,1 1-1 0 0,0-1 1 0 0,-1 0 0 0 0,1 1 0 0 0,0-1-1 0 0,0 1 1 0 0,-1 0 0 0 0,1-1 0 0 0,0 1-1 0 0,0 0 1 0 0,0 0 0 0 0,0-1 0 0 0,0 1 0 0 0,0 0-1 0 0,0 0 1 0 0,0 0 0 0 0,1 0 0 0 0,-1 1-1 0 0,-1 0 1 0 0,-3 5 4 0 0,1 0-1 0 0,-1 0 1 0 0,1 0-1 0 0,1 0 1 0 0,-1 1 0 0 0,-2 11-1 0 0,2-5 4 0 0,0 1-1 0 0,2-1 0 0 0,-2 23 1 0 0,4-32-3 0 0,-1 0-1 0 0,2 0 1 0 0,-1 0 0 0 0,0 0-1 0 0,1 0 1 0 0,0 0 0 0 0,0 0-1 0 0,0 0 1 0 0,1 0 0 0 0,0-1-1 0 0,0 1 1 0 0,0-1 0 0 0,4 7-1 0 0,-5-10-2 0 0,0 0-1 0 0,-1-1 0 0 0,1 1 0 0 0,0-1 0 0 0,-1 1 1 0 0,1-1-1 0 0,0 1 0 0 0,0-1 0 0 0,0 1 0 0 0,0-1 1 0 0,-1 0-1 0 0,1 1 0 0 0,0-1 0 0 0,0 0 0 0 0,0 0 1 0 0,0 0-1 0 0,0 0 0 0 0,0 1 0 0 0,0-1 0 0 0,0-1 1 0 0,-1 1-1 0 0,1 0 0 0 0,0 0 0 0 0,0 0 0 0 0,0 0 1 0 0,0-1-1 0 0,0 1 0 0 0,0 0 0 0 0,0-1 0 0 0,1 0 1 0 0,22-15 35 0 0,-22 14-33 0 0,52-37 82 0 0,-29 22-5 0 0,35-32-1 0 0,-52 42-45 0 0,1 0 0 0 0,0 0 1 0 0,0 1-1 0 0,1 0 0 0 0,0 0 1 0 0,0 1-1 0 0,20-7 0 0 0,-29 12-31 0 0,0 0-1 0 0,-1 0 0 0 0,1 1 1 0 0,0-1-1 0 0,-1 0 0 0 0,1 0 1 0 0,0 1-1 0 0,0-1 0 0 0,-1 0 1 0 0,1 1-1 0 0,0-1 0 0 0,-1 0 1 0 0,1 1-1 0 0,-1-1 0 0 0,1 1 1 0 0,-1-1-1 0 0,1 1 0 0 0,-1 0 1 0 0,1-1-1 0 0,-1 1 0 0 0,1-1 1 0 0,-1 1-1 0 0,1 0 0 0 0,-1 1 1 0 0,8 16 34 0 0,-6-8-12 0 0,0 1 0 0 0,-1-1-1 0 0,-1 1 1 0 0,0-1-1 0 0,0 1 1 0 0,-1-1-1 0 0,0 1 1 0 0,-1-1 0 0 0,0 1-1 0 0,-1-1 1 0 0,0 0-1 0 0,0 0 1 0 0,-7 12-1 0 0,9-20 10 0 0,-1-1 21 0 0,2-1-54 0 0,0 0 1 0 0,0-1-1 0 0,0 1 1 0 0,0 0-1 0 0,0 0 0 0 0,0-1 1 0 0,0 1-1 0 0,0 0 1 0 0,0-1-1 0 0,0 1 0 0 0,0 0 1 0 0,0 0-1 0 0,0-1 1 0 0,0 1-1 0 0,0 0 1 0 0,-1-1-1 0 0,1 1 0 0 0,0 0 1 0 0,0 0-1 0 0,0-1 1 0 0,0 1-1 0 0,0 0 1 0 0,-1 0-1 0 0,1-1 0 0 0,0 1 1 0 0,0 0-1 0 0,0 0 1 0 0,-1 0-1 0 0,1 0 1 0 0,0-1-1 0 0,0 1 0 0 0,-1 0 1 0 0,1 0-1 0 0,0 0 1 0 0,0 0-1 0 0,-1 0 1 0 0,1 0-1 0 0,0 0 0 0 0,0-1 1 0 0,-1 1-1 0 0,1 0 1 0 0,0 0-1 0 0,-1 0 1 0 0,1 0-1 0 0,0 0 0 0 0,0 0 1 0 0,-1 0-1 0 0,1 1 1 0 0,0-1-1 0 0,-1 0 1 0 0,1 0-1 0 0,0 0 0 0 0,0 0 1 0 0,-1 0-1 0 0,1 0 1 0 0,0 0-1 0 0,0 1 1 0 0,-1-1-1 0 0,1 0 0 0 0,0 0 1 0 0,0 0-1 0 0,0 1 1 0 0,-1-1-1 0 0,1 0 1 0 0,0 0-1 0 0,1-5 24 0 0,1 0 1 0 0,-1-1-1 0 0,1 1 0 0 0,0 0 0 0 0,1 0 1 0 0,-1 0-1 0 0,1 0 0 0 0,0 0 0 0 0,1 1 1 0 0,5-7-1 0 0,-8 9 10 0 0,1 0-10 0 0,-1 1 0 0 0,0-1 0 0 0,1 1-1 0 0,0-1 1 0 0,-1 1 0 0 0,1 0 0 0 0,0-1 0 0 0,-1 1-1 0 0,1 0 1 0 0,0 0 0 0 0,0 0 0 0 0,0 0 0 0 0,0 1-1 0 0,0-1 1 0 0,0 0 0 0 0,0 1 0 0 0,0-1 0 0 0,0 1-1 0 0,1 0 1 0 0,-1 0 0 0 0,4 0 0 0 0,37 43 794 0 0,-42-42-746 0 0,10-3 214 0 0,-5-6-221 0 0,0-1 0 0 0,0 0 0 0 0,6-14 0 0 0,-7 12 2 0 0,0 1 0 0 0,1-1 0 0 0,1 1-1 0 0,10-12 1 0 0,22-26 341 0 0,-37 46-171 0 0,6 0-57 0 0,0 2-87 0 0,-7 1 10 0 0,0-1-90 0 0,1 0 0 0 0,-1 0 0 0 0,0 0 0 0 0,1-1-1 0 0,-1 1 1 0 0,0 0 0 0 0,0-1 0 0 0,1 1 0 0 0,-1 0 0 0 0,0-1-1 0 0,0 0 1 0 0,0 1 0 0 0,0-1 0 0 0,0 1 0 0 0,1-1-1 0 0,-1 0 1 0 0,0 0 0 0 0,-1 0 0 0 0,1 0 0 0 0,0 0 0 0 0,0 0-1 0 0,0 0 1 0 0,0 0 0 0 0,-1 0 0 0 0,1 0 0 0 0,-1 0 0 0 0,1 0-1 0 0,-1-1 1 0 0,1 0 0 0 0,4-6 16 0 0,-5 6 17 0 0,2 1-33 0 0,-1 0 0 0 0,0 0 0 0 0,0 0 0 0 0,1 0 0 0 0,-1 0 0 0 0,0 1 0 0 0,1-1 0 0 0,-1 0 0 0 0,1 1 0 0 0,2-2 0 0 0,0 12 10 0 0,0 1 0 0 0,-1-1-1 0 0,-1 0 1 0 0,1 1 0 0 0,-2 0-1 0 0,1 12 1 0 0,1 69 74 0 0,-3-77-86 0 0,0 6 7 0 0,1 50 100 0 0,-3-1-1 0 0,-19 118 0 0 0,20-213-22 0 0,0-1-1 0 0,5-35 0 0 0,0 37-47 0 0,1 1-1 0 0,1-1 0 0 0,1 1 1 0 0,14-33-1 0 0,-19 53-25 0 0,4 3 4 0 0,-5 0-23 0 0,1 0-1 0 0,-1 0 1 0 0,0 0-1 0 0,0 0 1 0 0,1 0-1 0 0,-1 0 1 0 0,0 1-1 0 0,1-1 1 0 0,-1 0-1 0 0,0 1 1 0 0,0-1-1 0 0,1 1 1 0 0,-1-1-1 0 0,0 1 1 0 0,0 0-1 0 0,0-1 1 0 0,1 2-1 0 0,27 25 61 0 0,-27-24-59 0 0,0-1 0 0 0,0 1 0 0 0,0 0 1 0 0,1-1-1 0 0,-1 1 0 0 0,1-1 0 0 0,0 0 0 0 0,-1 0 0 0 0,1 0 0 0 0,0 0 0 0 0,0 0 0 0 0,1-1 0 0 0,-1 1 0 0 0,0-1 0 0 0,0 0 0 0 0,1 0 0 0 0,-1 0 0 0 0,0-1 0 0 0,1 1 0 0 0,-1-1 0 0 0,1 0 0 0 0,5 0 0 0 0,-7 0-3 0 0,0-1-1 0 0,-1 0 1 0 0,1 0 0 0 0,0 0-1 0 0,-1 0 1 0 0,1 0 0 0 0,-1 0-1 0 0,0 0 1 0 0,1 0-1 0 0,-1-1 1 0 0,0 1 0 0 0,0 0-1 0 0,0-1 1 0 0,0 1 0 0 0,2-3-1 0 0,11-24 20 0 0,-12 25-16 0 0,2-9 3 0 0,0-1 1 0 0,0 1-1 0 0,-1-1 0 0 0,-1 1 1 0 0,2-24-1 0 0,0 5 8 0 0,25-257 75 0 0,-21 199-71 0 0,-4 32 15 0 0,-4-71-1 0 0,1 121-30 0 0,-2 1 0 0 0,1-1 0 0 0,-1 1 1 0 0,0-1-1 0 0,0 1 0 0 0,0 0 0 0 0,-1 0 1 0 0,0-1-1 0 0,0 1 0 0 0,-7-11 0 0 0,8 17-4 0 0,1 0 0 0 0,-1 1 0 0 0,0-1 0 0 0,0 0 0 0 0,1 0 0 0 0,-1 1 0 0 0,0-1 0 0 0,1 0 0 0 0,-1 1 0 0 0,0-1 0 0 0,1 1 0 0 0,-1-1 0 0 0,0 1 0 0 0,1-1-1 0 0,-1 1 1 0 0,1 0 0 0 0,-1-1 0 0 0,1 1 0 0 0,-1 0 0 0 0,1-1 0 0 0,0 1 0 0 0,-1 0 0 0 0,1-1 0 0 0,0 1 0 0 0,0 0 0 0 0,-1 0 0 0 0,1 1 0 0 0,-9 33 16 0 0,2 1 0 0 0,2 1 0 0 0,1-1 0 0 0,0 47 0 0 0,2-30-1 0 0,1-15-5 0 0,2-1-1 0 0,2 1 0 0 0,1 0 1 0 0,2-1-1 0 0,11 37 1 0 0,-13-60-7 0 0,0 0 0 0 0,2-1 0 0 0,0 1-1 0 0,0-1 1 0 0,1-1 0 0 0,11 17 0 0 0,-14-23 0 0 0,1-1-1 0 0,-1 1 1 0 0,1-1-1 0 0,-1 0 1 0 0,1-1-1 0 0,1 1 1 0 0,-1-1-1 0 0,1 0 1 0 0,0 0-1 0 0,0 0 1 0 0,0-1-1 0 0,0 0 1 0 0,0 0-1 0 0,14 3 1 0 0,-16-5-3 0 0,0-1 0 0 0,0 1 0 0 0,0-1 0 0 0,0 0 0 0 0,0 0 0 0 0,0 0 0 0 0,0-1 0 0 0,0 1 0 0 0,0-1 0 0 0,-1 0 0 0 0,1 0 0 0 0,0-1 0 0 0,0 1 1 0 0,0-1-1 0 0,6-3 0 0 0,-5 1 0 0 0,0 0 0 0 0,0-1 0 0 0,0 1 0 0 0,0-1 0 0 0,-1 0 0 0 0,0 0 0 0 0,0 0 0 0 0,6-11 0 0 0,0-3 3 0 0,-1-1 1 0 0,-1 0-1 0 0,-1 0 0 0 0,7-38 1 0 0,-10 42-2 0 0,-1-1 1 0 0,0 0-1 0 0,-2 1 1 0 0,0-1-1 0 0,0 0 1 0 0,-2 0-1 0 0,0 0 1 0 0,-1 0-1 0 0,-6-24 0 0 0,3 30 3 0 0,4 11-6 0 0,1-1 0 0 0,0 1 0 0 0,0-1 0 0 0,-1 1 1 0 0,1 0-1 0 0,-1-1 0 0 0,1 1 0 0 0,0 0 0 0 0,-1 0 0 0 0,1-1 1 0 0,-1 1-1 0 0,1 0 0 0 0,-1 0 0 0 0,1-1 0 0 0,-1 1 0 0 0,1 0 0 0 0,-1 0 1 0 0,1 0-1 0 0,-1 0 0 0 0,1 0 0 0 0,-1 0 0 0 0,1 0 0 0 0,-1 0 1 0 0,1 0-1 0 0,-1 0 0 0 0,1 0 0 0 0,0 0 0 0 0,-1 0 0 0 0,1 0 0 0 0,-1 1 1 0 0,1-1-1 0 0,-1 0 0 0 0,1 0 0 0 0,-1 0 0 0 0,1 1 0 0 0,-1-1 1 0 0,1 0-1 0 0,0 1 0 0 0,-1-1 0 0 0,1 0 0 0 0,0 1 0 0 0,-1-1 0 0 0,1 0 1 0 0,0 1-1 0 0,-1-1 0 0 0,1 1 0 0 0,0-1 0 0 0,0 1 0 0 0,-1-1 1 0 0,1 0-1 0 0,0 1 0 0 0,0-1 0 0 0,0 1 0 0 0,0-1 0 0 0,0 1 0 0 0,0-1 1 0 0,0 1-1 0 0,0-1 0 0 0,0 2 0 0 0,-1-1 0 0 0,-6 22 3 0 0,0 0 0 0 0,2 0 0 0 0,0 1 0 0 0,2-1 1 0 0,1 1-1 0 0,0 0 0 0 0,2 0 0 0 0,1 0 0 0 0,0 0 0 0 0,2 0 0 0 0,1-1 0 0 0,10 35 0 0 0,-13-54-3 0 0,0 0 0 0 0,1 0 0 0 0,-1 0 0 0 0,1 0 0 0 0,0-1 0 0 0,0 1 0 0 0,0-1 0 0 0,1 1 0 0 0,-1-1 0 0 0,1 0 0 0 0,0 0 0 0 0,0 0 0 0 0,0 0 0 0 0,0 0 0 0 0,0-1 0 0 0,1 0 0 0 0,-1 1 0 0 0,1-1 0 0 0,-1 0 0 0 0,7 2 0 0 0,-7-4 0 0 0,0 1 0 0 0,0-1 0 0 0,0 1 0 0 0,0-1 0 0 0,0 0 0 0 0,-1 0 0 0 0,1 0 0 0 0,0-1 0 0 0,0 1 0 0 0,0-1 0 0 0,0 0 0 0 0,0 1 0 0 0,-1-1 0 0 0,1 0 0 0 0,0-1 0 0 0,-1 1 0 0 0,1 0 0 0 0,-1-1 0 0 0,1 1 0 0 0,-1-1 0 0 0,0 0 0 0 0,0 0 0 0 0,0 0 0 0 0,0 0 0 0 0,0 0 0 0 0,0-1 0 0 0,0 1 0 0 0,-1 0 0 0 0,1-1 0 0 0,0-2 0 0 0,9-14 0 0 0,-2 0 0 0 0,-1-1 0 0 0,0 0 0 0 0,-2-1 0 0 0,0 1 0 0 0,3-25 0 0 0,12-135-12 0 0,-15 108 7 0 0,0 28 0 0 0,-3 21 2 0 0,-1 1 1 0 0,0-1-1 0 0,-2 1 0 0 0,-1-1 0 0 0,0 1 1 0 0,-6-29-1 0 0,7 51 3 0 0,0 0-1 0 0,0 0 1 0 0,0-1 0 0 0,0 1 0 0 0,-1 0 0 0 0,1 0-1 0 0,0 0 1 0 0,0 0 0 0 0,0 0 0 0 0,0 0 0 0 0,0 0-1 0 0,0-1 1 0 0,0 1 0 0 0,0 0 0 0 0,0 0 0 0 0,0 0-1 0 0,-1 0 1 0 0,1 0 0 0 0,0 0 0 0 0,0 0-1 0 0,0 0 1 0 0,0 0 0 0 0,0 0 0 0 0,0 0 0 0 0,0 0-1 0 0,-1 0 1 0 0,1 0 0 0 0,0 0 0 0 0,0 0 0 0 0,0 0-1 0 0,0 0 1 0 0,0 0 0 0 0,-1 0 0 0 0,1 0 0 0 0,0 0-1 0 0,0 0 1 0 0,0 0 0 0 0,0 0 0 0 0,0 0 0 0 0,0 0-1 0 0,-1 0 1 0 0,1 0 0 0 0,0 0 0 0 0,0 0 0 0 0,0 0-1 0 0,0 0 1 0 0,0 0 0 0 0,0 0 0 0 0,0 0-1 0 0,0 1 1 0 0,-1-1 0 0 0,1 0 0 0 0,0 0 0 0 0,0 0-1 0 0,0 0 1 0 0,0 0 0 0 0,0 0 0 0 0,0 0 0 0 0,0 1-1 0 0,0-1 1 0 0,0 0 0 0 0,0 0 0 0 0,0 0 0 0 0,0 0-1 0 0,0 1 1 0 0,-5 8-2 0 0,4 40-4 0 0,2 0-1 0 0,2 0 1 0 0,3 0 0 0 0,1 0 0 0 0,15 46-1 0 0,19 36 1 0 0,-35-116 3 0 0,0-1 0 0 0,1 1 0 0 0,1-1 0 0 0,1-1 1 0 0,0 1-1 0 0,14 16 0 0 0,-22-29 2 0 0,1 1 1 0 0,-1 0-1 0 0,1 0 1 0 0,-1-1-1 0 0,1 1 1 0 0,-1-1-1 0 0,1 0 0 0 0,0 1 1 0 0,-1-1-1 0 0,1 0 1 0 0,0 0-1 0 0,0 0 1 0 0,0 0-1 0 0,0 0 1 0 0,0-1-1 0 0,0 1 1 0 0,0 0-1 0 0,0-1 1 0 0,0 0-1 0 0,1 1 0 0 0,-1-1 1 0 0,0 0-1 0 0,0 0 1 0 0,0 0-1 0 0,0-1 1 0 0,1 1-1 0 0,-1 0 1 0 0,0-1-1 0 0,0 1 1 0 0,0-1-1 0 0,0 0 0 0 0,0 0 1 0 0,0 0-1 0 0,0 0 1 0 0,0 0-1 0 0,-1 0 1 0 0,1 0-1 0 0,0-1 1 0 0,-1 1-1 0 0,1 0 1 0 0,0-1-1 0 0,-1 0 0 0 0,0 1 1 0 0,1-1-1 0 0,0-2 1 0 0,5-6-3 0 0,-1-1 0 0 0,0 1 0 0 0,0-1 0 0 0,-1 0 0 0 0,-1-1 0 0 0,6-19 0 0 0,-3-5-8 0 0,-1 0-1 0 0,2-65 1 0 0,-6 68 4 0 0,-2 20 1 0 0,0 1 0 0 0,-1-1 0 0 0,0 0 1 0 0,-1 1-1 0 0,0-1 0 0 0,-8-21 0 0 0,10 34 5 0 0,0-1 1 0 0,0 1 0 0 0,0 0-1 0 0,0-1 1 0 0,-1 1-1 0 0,1-1 1 0 0,0 1 0 0 0,0 0-1 0 0,0-1 1 0 0,-1 1-1 0 0,1-1 1 0 0,0 1 0 0 0,0 0-1 0 0,-1-1 1 0 0,1 1 0 0 0,0 0-1 0 0,-1-1 1 0 0,1 1-1 0 0,0 0 1 0 0,-1 0 0 0 0,1-1-1 0 0,-1 1 1 0 0,1 0-1 0 0,0 0 1 0 0,-1 0 0 0 0,1 0-1 0 0,-1-1 1 0 0,1 1-1 0 0,0 0 1 0 0,-1 0 0 0 0,1 0-1 0 0,-1 0 1 0 0,1 0-1 0 0,-1 0 1 0 0,0 0 0 0 0,-13 12-8 0 0,-3 16 0 0 0,12-16 5 0 0,1 1 0 0 0,0-1 0 0 0,1 1 0 0 0,1-1 0 0 0,-2 21 0 0 0,1 57-19 0 0,2-79 20 0 0,2 0-1 0 0,-1 0 1 0 0,2 1-1 0 0,-1-1 1 0 0,1 0-1 0 0,1 0 1 0 0,0 0-1 0 0,1-1 1 0 0,7 16-1 0 0,3-3-5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0:59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16575 0 0,'0'0'4368'0'0,"25"6"-4224"0"0,-15-6-8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1:01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20 254 11048 0 0,'0'0'2664'0'0,"-3"-1"-2416"0"0,2 0-231 0 0,0 1 0 0 0,0 0 0 0 0,0 0 0 0 0,0-1 0 0 0,0 1 1 0 0,1 0-1 0 0,-1-1 0 0 0,0 1 0 0 0,0-1 0 0 0,1 1 0 0 0,-1-1 0 0 0,0 1 1 0 0,0-1-1 0 0,1 1 0 0 0,-1-1 0 0 0,1 0 0 0 0,-1 1 0 0 0,0-1 1 0 0,1 0-1 0 0,-1 0 0 0 0,1-1 0 0 0,-1 1-1 0 0,1-1-1 0 0,0 1 1 0 0,1-1 0 0 0,-1 1-1 0 0,0-1 1 0 0,0 0-1 0 0,1 1 1 0 0,-1-1 0 0 0,1 1-1 0 0,-1-1 1 0 0,1 1 0 0 0,0-1-1 0 0,-1 1 1 0 0,2-2 0 0 0,10-16 31 0 0,0 0 1 0 0,1 1-1 0 0,0 0 1 0 0,2 1-1 0 0,24-23 1 0 0,-28 30-18 0 0,0 0 1 0 0,1 1-1 0 0,0 1 0 0 0,0 0 0 0 0,1 1 1 0 0,0 0-1 0 0,1 1 0 0 0,-1 0 0 0 0,19-4 1 0 0,-26 9 8 0 0,0 0 0 0 0,0 0 0 0 0,0 1 0 0 0,1 0 0 0 0,-1 0 0 0 0,0 0 0 0 0,0 1 1 0 0,0 0-1 0 0,0 0 0 0 0,0 1 0 0 0,0-1 0 0 0,0 1 0 0 0,7 4 0 0 0,-2-1-300 0 0,0 1 0 0 0,0 1 0 0 0,-1 0 0 0 0,0 0 0 0 0,11 11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27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1 729 4816 0 0,'0'0'1248'0'0,"3"0"-1176"0"0,-2 0-70 0 0,0 0 1 0 0,-1 0-1 0 0,1 0 1 0 0,0 0-1 0 0,-1 0 1 0 0,1 0 0 0 0,0 0-1 0 0,-1-1 1 0 0,1 1-1 0 0,-1 0 1 0 0,1 0-1 0 0,0-1 1 0 0,-1 1-1 0 0,1 0 1 0 0,-1-1-1 0 0,1 1 1 0 0,-1-1-1 0 0,1 1 1 0 0,-1-1-1 0 0,1 1 1 0 0,-1-1-1 0 0,1 1 1 0 0,-1-1 0 0 0,0 1-1 0 0,1-1 1 0 0,-1 0-1 0 0,0 1 1 0 0,1-2-1 0 0,5-18 33 0 0,-1 0-1 0 0,-1 0 0 0 0,2-37 1 0 0,-3 29-5 0 0,21-244 306 0 0,-12 87 113 0 0,-13 182-422 0 0,1 1-1 0 0,0-1 1 0 0,0 1-1 0 0,0-1 1 0 0,0 1-1 0 0,1-1 1 0 0,-1 1-1 0 0,1-1 1 0 0,-1 1-1 0 0,1 0 1 0 0,2-5-1 0 0,-3 7-13 0 0,1 0-1 0 0,-1 0 1 0 0,1 0-1 0 0,0 0 1 0 0,-1 0-1 0 0,1 0 1 0 0,-1 1-1 0 0,1-1 1 0 0,-1 0-1 0 0,1 0 1 0 0,-1 1-1 0 0,1-1 1 0 0,-1 0-1 0 0,0 1 1 0 0,1-1-1 0 0,-1 0 1 0 0,1 1-1 0 0,-1-1 1 0 0,0 1 0 0 0,1-1-1 0 0,-1 1 1 0 0,0-1-1 0 0,0 1 1 0 0,1-1-1 0 0,-1 1 1 0 0,0-1-1 0 0,0 1 1 0 0,0-1-1 0 0,1 1 1 0 0,-1 0-1 0 0,23 62 320 0 0,-22-61-352 0 0,11 39 145 0 0,-4-13 10 0 0,19 47 0 0 0,-24-69-98 0 0,0 1 0 0 0,1-1 0 0 0,-1 0 0 0 0,1 0 0 0 0,1 0 0 0 0,-1 0 0 0 0,1-1 0 0 0,0 1 0 0 0,0-1 0 0 0,1-1 0 0 0,-1 1 0 0 0,9 4 0 0 0,-12-8-19 0 0,0 0 1 0 0,1 0 0 0 0,-1 0 0 0 0,1 0-1 0 0,0 0 1 0 0,-1-1 0 0 0,1 0-1 0 0,-1 1 1 0 0,1-1 0 0 0,0 0 0 0 0,-1 0-1 0 0,1 0 1 0 0,0-1 0 0 0,-1 1-1 0 0,1 0 1 0 0,0-1 0 0 0,-1 0-1 0 0,1 0 1 0 0,-1 0 0 0 0,1 0 0 0 0,-1 0-1 0 0,0 0 1 0 0,1 0 0 0 0,-1-1-1 0 0,0 1 1 0 0,0-1 0 0 0,0 0 0 0 0,0 0-1 0 0,0 0 1 0 0,-1 0 0 0 0,1 0-1 0 0,1-2 1 0 0,6-8 62 0 0,-1 1 1 0 0,0-1-1 0 0,-1-1 0 0 0,9-21 1 0 0,-8 13 78 0 0,-1 0 0 0 0,5-27 1 0 0,-7 27-20 0 0,1 0 1 0 0,9-22-1 0 0,-15 42-136 0 0,1 0 25 0 0,0 0 0 0 0,0 0 0 0 0,-1 0 0 0 0,1-1 0 0 0,-1 1 0 0 0,1 0 0 0 0,-1 0 0 0 0,1 0 0 0 0,-1-1 0 0 0,0 1 0 0 0,1 0 0 0 0,-1-1 0 0 0,0 1 0 0 0,0 0 0 0 0,0-1 0 0 0,0 1 0 0 0,0 0 0 0 0,-1 0 0 0 0,1-1 0 0 0,0 1 0 0 0,0 0 0 0 0,-1-1 0 0 0,1 1 0 0 0,-1 0 0 0 0,1 0 0 0 0,-1 0 0 0 0,-1-2 0 0 0,1 2 284 0 0,-5 36 188 0 0,13 201 762 0 0,-7-224-1124 0 0,2-1 0 0 0,-1 1-1 0 0,7 19 1 0 0,-7-27-101 0 0,0-1 1 0 0,0 0-1 0 0,1 1 1 0 0,0-1-1 0 0,-1 0 1 0 0,1 0-1 0 0,1 0 1 0 0,-1 0-1 0 0,0 0 1 0 0,1 0-1 0 0,-1 0 0 0 0,1-1 1 0 0,0 1-1 0 0,5 3 1 0 0,-6-5 85 0 0,0-1-69 0 0,0 0-21 0 0,0 0 0 0 0,-1 1 0 0 0,1-1 0 0 0,0 0 1 0 0,0 0-1 0 0,0-1 0 0 0,-1 1 0 0 0,1 0 0 0 0,0 0 0 0 0,0-1 1 0 0,-1 1-1 0 0,1-1 0 0 0,0 0 0 0 0,-1 1 0 0 0,1-1 0 0 0,-1 0 1 0 0,1 0-1 0 0,-1 0 0 0 0,1 0 0 0 0,-1 0 0 0 0,1-1 0 0 0,-1 1 1 0 0,0 0-1 0 0,2-3 0 0 0,5-4 49 0 0,-1 0 37 0 0,1 0-1 0 0,-2 0 1 0 0,10-15-1 0 0,-15 22-70 0 0,-4-4 2 0 0,0 3 368 0 0,-2 12-132 0 0,1 3-253 0 0,1 0 0 0 0,0 1 0 0 0,1-1 1 0 0,0 1-1 0 0,2-1 0 0 0,-1 1 0 0 0,3 15 0 0 0,-2 4 58 0 0,0-27-72 0 0,1 0 0 0 0,0 0 0 0 0,0 0 0 0 0,0-1 0 0 0,0 1-1 0 0,1 0 1 0 0,0-1 0 0 0,0 1 0 0 0,0-1 0 0 0,1 0-1 0 0,0 0 1 0 0,5 8 0 0 0,-5-11 23 0 0,-3-1-39 0 0,0 0 0 0 0,1-1-1 0 0,-1 1 1 0 0,1 0 0 0 0,0-1-1 0 0,-1 1 1 0 0,1-1 0 0 0,-1 1 0 0 0,1-1-1 0 0,0 1 1 0 0,-1-1 0 0 0,1 0-1 0 0,0 1 1 0 0,0-1 0 0 0,-1 0 0 0 0,1 1-1 0 0,0-1 1 0 0,0 0 0 0 0,0 0-1 0 0,-1 0 1 0 0,1 0 0 0 0,0 0 0 0 0,0 0-1 0 0,0 0 1 0 0,-1 0 0 0 0,1 0-1 0 0,0 0 1 0 0,0 0 0 0 0,0-1-1 0 0,-1 1 1 0 0,2 0 0 0 0,18-4 61 0 0,-16 2-55 0 0,0 1 0 0 0,0-1 0 0 0,-1-1 0 0 0,1 1-1 0 0,-1 0 1 0 0,0-1 0 0 0,0 0 0 0 0,0 0 0 0 0,0 0-1 0 0,4-5 1 0 0,0 1 18 0 0,3-5-1 0 0,-1 1 0 0 0,0-2 0 0 0,8-13 0 0 0,-7 10-4 0 0,-6 9-16 0 0,-1-1 0 0 0,1 1 0 0 0,-1-1 0 0 0,-1 0 0 0 0,1 0-1 0 0,-2 0 1 0 0,1-1 0 0 0,-1 1 0 0 0,1-10 0 0 0,-2 0 6 0 0,0 0 1 0 0,-1 1 0 0 0,-4-25 0 0 0,-10-18 21 0 0,14 56-34 0 0,-1 1 1 0 0,1-1-1 0 0,-1 1 1 0 0,0 0-1 0 0,0-1 1 0 0,0 1-1 0 0,0 0 0 0 0,-1 0 1 0 0,1 0-1 0 0,-1 1 1 0 0,0-1-1 0 0,0 1 1 0 0,-3-3-1 0 0,4 4 0 0 0,0-1 1 0 0,0 1-1 0 0,0 0 0 0 0,-1-1 1 0 0,1 1-1 0 0,0 0 0 0 0,-1 0 0 0 0,1 1 1 0 0,0-1-1 0 0,-1 0 0 0 0,-2 0 1 0 0,4 2-2 0 0,0-1 0 0 0,0 1 0 0 0,0-1 0 0 0,0 0 0 0 0,0 1 0 0 0,1 0 1 0 0,-1-1-1 0 0,0 1 0 0 0,0-1 0 0 0,0 1 0 0 0,1 0 0 0 0,-1 0 0 0 0,0-1 1 0 0,0 1-1 0 0,1 0 0 0 0,-1 0 0 0 0,1 0 0 0 0,-1 0 0 0 0,1 0 0 0 0,-1 0 1 0 0,1 0-1 0 0,0 0 0 0 0,-1 0 0 0 0,1 0 0 0 0,0 0 0 0 0,0 0 0 0 0,0 0 1 0 0,0 0-1 0 0,0 0 0 0 0,0 1 0 0 0,-3 12 3 0 0,2 1-1 0 0,0-1 1 0 0,0 1 0 0 0,1-1-1 0 0,1 1 1 0 0,1-1-1 0 0,3 17 1 0 0,-3-23-2 0 0,0 0 0 0 0,0-1 0 0 0,0 0 0 0 0,1 1 0 0 0,1-1 0 0 0,-1 0 0 0 0,1-1 0 0 0,0 1-1 0 0,1 0 1 0 0,-1-1 0 0 0,1 0 0 0 0,1 0 0 0 0,-1-1 0 0 0,1 1 0 0 0,8 5 0 0 0,-8-8 0 0 0,-1 0-1 0 0,0 0 0 0 0,0-1 1 0 0,1 0-1 0 0,0 0 1 0 0,-1-1-1 0 0,1 1 0 0 0,0-1 1 0 0,0 0-1 0 0,0-1 1 0 0,-1 0-1 0 0,1 1 1 0 0,0-2-1 0 0,0 1 0 0 0,0-1 1 0 0,0 0-1 0 0,-1 0 1 0 0,1-1-1 0 0,0 1 0 0 0,-1-1 1 0 0,1 0-1 0 0,8-5 1 0 0,-4 1 0 0 0,-1 0 0 0 0,1 0 0 0 0,-1 0 1 0 0,-1-1-1 0 0,1-1 0 0 0,-1 1 0 0 0,-1-1 0 0 0,1-1 1 0 0,-1 1-1 0 0,-1-1 0 0 0,1-1 0 0 0,6-13 0 0 0,-10 12-2 0 0,-2-1 0 0 0,-1 12 0 0 0,0 0 0 0 0,0-1 0 0 0,1 1 0 0 0,-1 0 0 0 0,0-1 0 0 0,0 1 0 0 0,0 0 0 0 0,0-1 0 0 0,0 1 0 0 0,0-1 0 0 0,0 1 0 0 0,-1 0 0 0 0,1-1 0 0 0,0 1 0 0 0,0 0 0 0 0,0-1 0 0 0,0 1 0 0 0,0 0 0 0 0,0-1 0 0 0,-1 1 0 0 0,1 0 0 0 0,0 0 0 0 0,0-1 0 0 0,0 1 0 0 0,-1 0 0 0 0,1 0 0 0 0,0-1 0 0 0,0 1 0 0 0,-1 0 0 0 0,1 0 0 0 0,0-1 0 0 0,-1 1 0 0 0,1 0 0 0 0,0 0 0 0 0,-1 0 0 0 0,1 0 0 0 0,0 0 0 0 0,-1 0 0 0 0,1 0 0 0 0,0-1 0 0 0,-1 1 0 0 0,1 0 0 0 0,0 0 0 0 0,-1 0 0 0 0,1 0 0 0 0,0 0 0 0 0,-1 0 0 0 0,1 1 0 0 0,0-1 0 0 0,-1 0 0 0 0,1 0 0 0 0,0 0 0 0 0,-1 0 0 0 0,-12 8 0 0 0,13-8 0 0 0,-4 5 0 0 0,-1 1 0 0 0,1 0 0 0 0,1 0 0 0 0,-1 0 0 0 0,1 1 0 0 0,0-1 0 0 0,0 1 0 0 0,1 0 0 0 0,-2 9 0 0 0,-1-4 0 0 0,0 3 0 0 0,0 0 0 0 0,1 0 0 0 0,0 1 0 0 0,2-1 0 0 0,-1 1 0 0 0,2-1 0 0 0,0 1 0 0 0,3 30 0 0 0,1-31 0 0 0,0-6 0 0 0,7 4 0 0 0,-8-11 0 0 0,0-1 0 0 0,0 1 0 0 0,0-1 0 0 0,0 0 0 0 0,0 1 0 0 0,0-1 0 0 0,0 0 0 0 0,0 0 0 0 0,1 0 0 0 0,-1-1 0 0 0,0 1 0 0 0,1 0 0 0 0,-1-1 0 0 0,1 0 0 0 0,-1 1 0 0 0,0-1 0 0 0,1 0 0 0 0,-1 0 0 0 0,1-1 0 0 0,-1 1 0 0 0,0 0 0 0 0,1-1 0 0 0,-1 1 0 0 0,1-1 0 0 0,-1 0 0 0 0,0 0 0 0 0,0 0 0 0 0,0 0 0 0 0,1 0 0 0 0,-1 0 0 0 0,0-1 0 0 0,0 1 0 0 0,-1-1 0 0 0,4-2 0 0 0,21-24 0 0 0,-18 17 0 0 0,-5 6 0 0 0,-1-2-3 0 0,1 1-1 0 0,-1-1 1 0 0,-1 1-1 0 0,1-1 1 0 0,-1 0-1 0 0,0 0 1 0 0,-1 1-1 0 0,1-10 0 0 0,0-5-4 0 0,-1 0-13 0 0,0 0 0 0 0,-1 0 0 0 0,-7-35 0 0 0,-2-17-24 0 0,4 6 6 0 0,-3-45-41 0 0,9 110 72 0 0,10 24-8 0 0,-4 24 15 0 0,1-1 0 0 0,2 0-1 0 0,2-1 1 0 0,2 0 0 0 0,23 53-1 0 0,-28-80 2 0 0,1 1 0 0 0,1-1 0 0 0,0-1 0 0 0,1 0 0 0 0,1 0 0 0 0,0-1 0 0 0,28 26 0 0 0,-36-38 2 0 0,0 1-1 0 0,0-1 0 0 0,0 0 0 0 0,0 0 0 0 0,1-1 0 0 0,-1 1 0 0 0,1-1 0 0 0,0 0 0 0 0,-1 0 0 0 0,1-1 0 0 0,0 1 0 0 0,0-1 0 0 0,0 0 0 0 0,0-1 1 0 0,0 1-1 0 0,1-1 0 0 0,7 0 0 0 0,-9-1 0 0 0,0 0 0 0 0,1 0 0 0 0,-1-1 0 0 0,-1 1 0 0 0,1-1 0 0 0,0 0 0 0 0,0 0 0 0 0,0 0 0 0 0,-1 0 0 0 0,0-1 0 0 0,1 0 0 0 0,-1 0 1 0 0,0 1-1 0 0,0-2 0 0 0,0 1 0 0 0,-1 0 0 0 0,1-1 0 0 0,-1 1 0 0 0,0-1 0 0 0,0 0 0 0 0,2-4 0 0 0,1-2 3 0 0,-1-1-1 0 0,-1 1 1 0 0,0-1-1 0 0,0 0 1 0 0,-1 0 0 0 0,0 0-1 0 0,-1 0 1 0 0,0 0-1 0 0,-1 0 1 0 0,0 0 0 0 0,-1 0-1 0 0,0 0 1 0 0,-1 0-1 0 0,0 0 1 0 0,-1 1 0 0 0,0-1-1 0 0,0 0 1 0 0,-1 1-1 0 0,-1 0 1 0 0,0 0-1 0 0,0 0 1 0 0,-1 1 0 0 0,0 0-1 0 0,-1 0 1 0 0,-13-14-1 0 0,8 13 5 0 0,0 10 0 0 0,11 2-7 0 0,-1-1 0 0 0,1 1 0 0 0,-1 0 0 0 0,1-1-1 0 0,0 1 1 0 0,0 0 0 0 0,0 0 0 0 0,0 0 0 0 0,0 0-1 0 0,0 0 1 0 0,0 0 0 0 0,1 0 0 0 0,-1 0-1 0 0,1 0 1 0 0,-1 0 0 0 0,1 0 0 0 0,0 0 0 0 0,0 1-1 0 0,0-1 1 0 0,0 0 0 0 0,0 0 0 0 0,1 0 0 0 0,-1 0-1 0 0,1 3 1 0 0,13 54 14 0 0,-11-48-12 0 0,1-1 1 0 0,0 0-1 0 0,0 0 0 0 0,1-1 1 0 0,0 1-1 0 0,1-1 0 0 0,0 0 1 0 0,1-1-1 0 0,0 0 0 0 0,0 0 1 0 0,0 0-1 0 0,1-1 0 0 0,12 10 1 0 0,-17-16-3 0 0,-1 0 0 0 0,0 1 0 0 0,1-1 0 0 0,-1 0 0 0 0,1 0 0 0 0,0 0 0 0 0,-1 0 0 0 0,1-1 0 0 0,0 1 0 0 0,-1-1 0 0 0,1 0 0 0 0,0 1 0 0 0,-1-1 0 0 0,1-1 0 0 0,0 1 0 0 0,0 0 0 0 0,-1-1 0 0 0,1 1 0 0 0,0-1 0 0 0,-1 0 0 0 0,1 1 0 0 0,-1-1 0 0 0,1-1 0 0 0,-1 1 0 0 0,0 0 0 0 0,1-1 0 0 0,-1 1 0 0 0,0-1 0 0 0,0 1 0 0 0,0-1 0 0 0,0 0 0 0 0,0 0 0 0 0,0 0 0 0 0,0 0 0 0 0,-1-1 0 0 0,3-2 0 0 0,2-6 1 0 0,1 1 1 0 0,-2-1-1 0 0,1-1 0 0 0,-2 1 0 0 0,1-1 1 0 0,3-19-1 0 0,2-13 2 0 0,-2-1 0 0 0,-2 0-1 0 0,-3 0 1 0 0,-3-85 0 0 0,-1 103 2 0 0,0 13-4 0 0,0 1 0 0 0,-1-1 0 0 0,0 1 0 0 0,-6-17 0 0 0,1 39 4 0 0,3 7-4 0 0,0 1 0 0 0,2-1-1 0 0,0 1 1 0 0,0 21 0 0 0,4 74 11 0 0,-1-68-9 0 0,6 39 2 0 0,-4-61-6 0 0,1 8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29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1 508 12056 0 0,'10'-2'67'0'0,"7"-3"291"0"0,-16 4-312 0 0,1 1 0 0 0,-1-1 0 0 0,0 1 0 0 0,0-1 0 0 0,0 1 0 0 0,0-1 0 0 0,0 0 0 0 0,0 1 0 0 0,0-1 0 0 0,0 0-1 0 0,0 0 1 0 0,0 0 0 0 0,0 0 0 0 0,0 0 0 0 0,-1 0 0 0 0,2-2 0 0 0,1 0 335 0 0,-1 2-224 0 0,-1 0 0 0 0,1-1 0 0 0,-1 1 0 0 0,1-1 0 0 0,-1 1-1 0 0,0-1 1 0 0,1 0 0 0 0,-1 0 0 0 0,0 1 0 0 0,0-1 0 0 0,0 0-1 0 0,0-3 1 0 0,1 4-144 0 0,0 1-1 0 0,0-1 1 0 0,-1 0 0 0 0,1 0-1 0 0,0 0 1 0 0,-1 0-1 0 0,1 0 1 0 0,0 0 0 0 0,-1 0-1 0 0,0 0 1 0 0,1 0-1 0 0,-1-1 1 0 0,0 1 0 0 0,0-1-1 0 0,1 1 1 0 0,-1-1-1 0 0,0 1 1 0 0,0-1 0 0 0,-1 0-1 0 0,2-2 1 0 0,19-45-177 0 0,-14 33 141 0 0,9-61-348 0 0,-15 76 326 0 0,0-25-494 0 0,5 49 522 0 0,-1 0 0 0 0,-1 0 0 0 0,2 39 0 0 0,6 32-8 0 0,6 67 25 0 0,-13-97 0 0 0,-6 3 5 0 0,-1-24-2 0 0,2-39-3 0 0,-7 116 88 0 0,7-119-42 0 0,-1-8-28 0 0,0 0 1 0 0,1 0-1 0 0,0 0 0 0 0,0 0 0 0 0,1-1 0 0 0,1-9 0 0 0,1-3 5 0 0,4-219 199 0 0,0 126-127 0 0,0 28-19 0 0,-1 52-43 0 0,-5 30-28 0 0,0 0 0 0 0,0 0 0 0 0,-1-1 1 0 0,1 1-1 0 0,-1 0 0 0 0,0-1 0 0 0,0-4 1 0 0,0 6-2 0 0,-1 1 1 0 0,1-1-1 0 0,0 0 0 0 0,0 1 1 0 0,0-1-1 0 0,0 0 1 0 0,0 1-1 0 0,1-1 1 0 0,-1 0-1 0 0,0 0 1 0 0,1 1-1 0 0,-1-1 1 0 0,1 1-1 0 0,1-3 1 0 0,6 2 64 0 0,4 14-16 0 0,-2 1-38 0 0,-8-10-10 0 0,0 0 0 0 0,0 0 1 0 0,0 0-1 0 0,0-1 0 0 0,0 1 0 0 0,1 0 0 0 0,-1-1 0 0 0,1 0 0 0 0,0 1 0 0 0,0-1 0 0 0,0 0 1 0 0,0 0-1 0 0,0-1 0 0 0,0 1 0 0 0,0-1 0 0 0,0 1 0 0 0,1-1 0 0 0,-1 0 0 0 0,1 0 0 0 0,4 0 1 0 0,-6-1-3 0 0,1-1 0 0 0,-1 1 1 0 0,0-1-1 0 0,1 0 1 0 0,-1 0-1 0 0,0 0 0 0 0,0 0 1 0 0,0 0-1 0 0,0 0 1 0 0,0 0-1 0 0,0-1 1 0 0,0 1-1 0 0,0-1 0 0 0,3-3 1 0 0,19-26 19 0 0,-15 17-10 0 0,-1-1-1 0 0,11-26 0 0 0,0 0 13 0 0,-18 37-20 0 0,0 0 1 0 0,0 0 0 0 0,0 1 0 0 0,0-1 0 0 0,-1 0 0 0 0,0 0 0 0 0,0 0 0 0 0,0 0 0 0 0,0 0 0 0 0,-2-7 0 0 0,2 9 19 0 0,-7 1 3 0 0,7 0-27 0 0,0 1-1 0 0,-1 0 1 0 0,1 0 0 0 0,0 0 0 0 0,-1-1-1 0 0,1 1 1 0 0,0 0 0 0 0,-1 0-1 0 0,1 0 1 0 0,-1 0 0 0 0,1 0 0 0 0,0-1-1 0 0,-1 1 1 0 0,1 0 0 0 0,0 0 0 0 0,-1 0-1 0 0,1 0 1 0 0,-1 0 0 0 0,1 0 0 0 0,0 0-1 0 0,-1 0 1 0 0,1 1 0 0 0,-1-1 0 0 0,1 0-1 0 0,0 0 1 0 0,-1 0 0 0 0,1 0 0 0 0,0 0-1 0 0,-1 1 1 0 0,1-1 0 0 0,0 0 0 0 0,-1 0-1 0 0,1 1 1 0 0,0-1 0 0 0,0 0 0 0 0,-1 0-1 0 0,1 1 1 0 0,0-1 0 0 0,0 0 0 0 0,-1 1-1 0 0,1-1 1 0 0,0 0 0 0 0,0 1 0 0 0,0-1-1 0 0,0 0 1 0 0,-1 1 0 0 0,-11 20 29 0 0,7-14-19 0 0,0 1 1 0 0,1-1-1 0 0,0 1 0 0 0,0 0 1 0 0,1 0-1 0 0,0 1 1 0 0,-3 12-1 0 0,1 8 37 0 0,1 0 1 0 0,1-1-1 0 0,1 1 0 0 0,2 1 0 0 0,3 36 0 0 0,-2-64-37 0 0,-1 0-1 0 0,0-1 0 0 0,0 1 1 0 0,0 0-1 0 0,1 0 0 0 0,-1 0 0 0 0,1 0 1 0 0,0 0-1 0 0,0-1 0 0 0,-1 1 0 0 0,1 0 1 0 0,0-1-1 0 0,0 1 0 0 0,0-1 0 0 0,1 1 1 0 0,-1-1-1 0 0,0 1 0 0 0,1-1 0 0 0,1 2 1 0 0,-2-3-3 0 0,1 1 0 0 0,-1-1 0 0 0,0 0 1 0 0,0 0-1 0 0,0 0 0 0 0,1 1 0 0 0,-1-1 1 0 0,0-1-1 0 0,0 1 0 0 0,0 0 0 0 0,1 0 1 0 0,-1 0-1 0 0,0-1 0 0 0,0 1 0 0 0,0 0 1 0 0,0-1-1 0 0,0 1 0 0 0,1-1 0 0 0,-1 0 1 0 0,0 1-1 0 0,1-2 0 0 0,4-3 15 0 0,-1 1 0 0 0,-1 0 0 0 0,1-1-1 0 0,-1 0 1 0 0,1 0 0 0 0,-2-1 0 0 0,1 1 0 0 0,4-9-1 0 0,3-13 47 0 0,0-1-1 0 0,-3 0 1 0 0,0 0-1 0 0,-2-1 1 0 0,5-46-1 0 0,-7 11 109 0 0,-4 62-150 0 0,0-2 160 0 0,4 17-97 0 0,8 47-32 0 0,6 16 16 0 0,-16-69-60 0 0,1-1 1 0 0,-1 1-1 0 0,2 0 1 0 0,-1-1-1 0 0,1 0 0 0 0,0 0 1 0 0,0 0-1 0 0,9 9 1 0 0,-12-14-10 0 0,1 1 1 0 0,-1-1 0 0 0,1 0 0 0 0,0 0-1 0 0,-1 0 1 0 0,1 0 0 0 0,0 0-1 0 0,0-1 1 0 0,-1 1 0 0 0,1 0-1 0 0,0-1 1 0 0,0 1 0 0 0,0-1-1 0 0,0 0 1 0 0,0 1 0 0 0,0-1-1 0 0,0 0 1 0 0,-1 0 0 0 0,1-1-1 0 0,0 1 1 0 0,0 0 0 0 0,0 0-1 0 0,0-1 1 0 0,0 0 0 0 0,0 1-1 0 0,-1-1 1 0 0,1 0 0 0 0,0 0-1 0 0,0 0 1 0 0,-1 0 0 0 0,3-1 0 0 0,5-2 29 0 0,-6 0-22 0 0,-1 1 0 0 0,1-1 0 0 0,-1 0 0 0 0,0 0 1 0 0,0 0-1 0 0,-1 0 0 0 0,1 0 0 0 0,1-5 0 0 0,-1 2 10 0 0,43-77 229 0 0,-37 66-167 0 0,-6 15-65 0 0,0 1-1 0 0,-1-1 1 0 0,0 0-1 0 0,0 1 0 0 0,0-1 1 0 0,0 0-1 0 0,0 0 0 0 0,0 0 1 0 0,0-6-1 0 0,-1 8 53 0 0,-1-1-13 0 0,1 1-56 0 0,0 1-1 0 0,0 0 0 0 0,1-1 0 0 0,-1 1 1 0 0,0 0-1 0 0,0 0 0 0 0,0-1 0 0 0,0 1 1 0 0,0 0-1 0 0,0 0 0 0 0,0-1 0 0 0,-1 1 1 0 0,1 0-1 0 0,0 0 0 0 0,0-1 0 0 0,0 1 0 0 0,0 0 1 0 0,0-1-1 0 0,0 1 0 0 0,0 0 0 0 0,0 0 1 0 0,-1 0-1 0 0,1-1 0 0 0,0 1 0 0 0,0 0 1 0 0,0 0-1 0 0,-1 0 0 0 0,1-1 0 0 0,0 1 1 0 0,0 0-1 0 0,0 0 0 0 0,-1 0 0 0 0,1 0 1 0 0,0 0-1 0 0,0-1 0 0 0,-1 1 0 0 0,1 0 0 0 0,0 0 1 0 0,0 0-1 0 0,-1 0 0 0 0,1 0 0 0 0,0 0 1 0 0,-1 0-1 0 0,1 0 0 0 0,0 0 0 0 0,0 0 1 0 0,-1 0-1 0 0,1 0 0 0 0,0 0 0 0 0,0 0 1 0 0,-1 0-1 0 0,1 1 0 0 0,0-1 0 0 0,0 0 1 0 0,-1 0-1 0 0,1 0 0 0 0,0 0 0 0 0,0 0 0 0 0,-1 1 1 0 0,1-1-1 0 0,0 0 0 0 0,0 0 0 0 0,0 0 1 0 0,-1 0-1 0 0,1 1 0 0 0,0-1 0 0 0,-4 6 12 0 0,0-1-1 0 0,0 1 1 0 0,1 0 0 0 0,0 0-1 0 0,0 0 1 0 0,0 1-1 0 0,1-1 1 0 0,0 1-1 0 0,0-1 1 0 0,-1 10-1 0 0,1-2 11 0 0,0 1 0 0 0,0-1 1 0 0,2 1-1 0 0,0 15 0 0 0,1-22-14 0 0,0 1 0 0 0,0 0 0 0 0,1-1 1 0 0,0 1-1 0 0,0-1 0 0 0,1 1 0 0 0,0-1 1 0 0,1 0-1 0 0,-1 0 0 0 0,2-1 0 0 0,7 12 0 0 0,-12-18-9 0 0,1 0 0 0 0,0-1 0 0 0,-1 1-1 0 0,1-1 1 0 0,0 1 0 0 0,0 0 0 0 0,-1-1-1 0 0,1 0 1 0 0,0 1 0 0 0,0-1 0 0 0,0 1 0 0 0,0-1-1 0 0,-1 0 1 0 0,1 0 0 0 0,0 1 0 0 0,0-1-1 0 0,0 0 1 0 0,0 0 0 0 0,0 0 0 0 0,0 0-1 0 0,0 0 1 0 0,0 0 0 0 0,0 0 0 0 0,0 0-1 0 0,1-1 1 0 0,0 0 1 0 0,1 0 0 0 0,-1 0 0 0 0,0 0-1 0 0,1 0 1 0 0,-1-1 0 0 0,0 1 0 0 0,0-1 0 0 0,4-3-1 0 0,-1 0 2 0 0,-1 0 0 0 0,1 0-1 0 0,-1-1 1 0 0,7-10 0 0 0,-7 3-1 0 0,0 1 1 0 0,-1-1 0 0 0,0 0-1 0 0,-1 0 1 0 0,-1 0 0 0 0,0-23-1 0 0,2-11 2 0 0,-1-7-4 0 0,-2 0 0 0 0,-2 0 0 0 0,-11-58 0 0 0,13 99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30.3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2 415 12360 0 0,'0'0'502'0'0,"0"-4"-250"0"0,0 4-208 0 0,-1-1 0 0 0,1 1 1 0 0,0-1-1 0 0,0 1 0 0 0,0-1 0 0 0,0 1 0 0 0,0-1 0 0 0,0 1 0 0 0,0-1 0 0 0,0 1 0 0 0,0-1 0 0 0,0 0 0 0 0,0 1 0 0 0,0-1 0 0 0,0 1 1 0 0,0-1-1 0 0,1 1 0 0 0,-1-1 0 0 0,0 1 0 0 0,0-1 0 0 0,1 1 0 0 0,-1-1 0 0 0,0 1 0 0 0,1 0 0 0 0,-1-1 0 0 0,0 1 0 0 0,1-1 1 0 0,-1 1-1 0 0,1 0 0 0 0,-1-1 0 0 0,0 1 0 0 0,1 0 0 0 0,-1-1 0 0 0,1 1 0 0 0,-1 0 0 0 0,1 0 0 0 0,-1 0 0 0 0,1-1 0 0 0,-1 1 1 0 0,1 0-1 0 0,-1 0 0 0 0,1 0 0 0 0,0 0 0 0 0,-1 0 0 0 0,1 0 0 0 0,21-7 194 0 0,-14 1-203 0 0,-1 0 0 0 0,1-1 1 0 0,-1-1-1 0 0,0 1 0 0 0,-1-1 1 0 0,0 0-1 0 0,6-10 0 0 0,0 0 36 0 0,2-1 10 0 0,-6 7 20 0 0,0 1 1 0 0,20-21-1 0 0,-18 23 31 0 0,-16 21-125 0 0,2 0-9 0 0,1 0 0 0 0,1 1 0 0 0,0-1 1 0 0,0 1-1 0 0,1 19 0 0 0,-1-5-2 0 0,1-16-13 0 0,0-1 1 0 0,1 0-1 0 0,0 1 0 0 0,1-1 0 0 0,0 0 0 0 0,1 1 1 0 0,-1-1-1 0 0,2 0 0 0 0,0 0 0 0 0,0 0 1 0 0,1-1-1 0 0,0 1 0 0 0,0-1 0 0 0,1 0 0 0 0,1 0 1 0 0,-1 0-1 0 0,1-1 0 0 0,1 0 0 0 0,0 0 0 0 0,0-1 1 0 0,9 9-1 0 0,-8-10-14 0 0,1 1 0 0 0,-1-2 0 0 0,1 1 0 0 0,1-1 0 0 0,-1 0 0 0 0,11 3 0 0 0,-15-6 7 0 0,1 0 1 0 0,-1-1 0 0 0,1 0-1 0 0,-1 0 1 0 0,1 0 0 0 0,0-1-1 0 0,-1 1 1 0 0,1-2 0 0 0,-1 1-1 0 0,1 0 1 0 0,0-1 0 0 0,-1 0-1 0 0,7-2 1 0 0,-11 2 19 0 0,0 0-1 0 0,1 1 1 0 0,-1-1 0 0 0,0 0-1 0 0,0 0 1 0 0,0 0 0 0 0,0 0-1 0 0,-1 0 1 0 0,1 0 0 0 0,0 0 0 0 0,0 0-1 0 0,0 0 1 0 0,-1 0 0 0 0,1 0-1 0 0,-1 0 1 0 0,2-3 0 0 0,-1 2-7 0 0,1-3-6 0 0,1-1-1 0 0,-1 1 1 0 0,0-1 0 0 0,0 0 0 0 0,-1 0-1 0 0,1 0 1 0 0,-2 0 0 0 0,1 0 0 0 0,0 0 0 0 0,-1-7-1 0 0,-1-1-9 0 0,0 0 0 0 0,0 1-1 0 0,-5-17 1 0 0,6 27 25 0 0,-2-5-2 0 0,0 0 0 0 0,0 0-1 0 0,-1 0 1 0 0,0 1-1 0 0,0-1 1 0 0,0 0 0 0 0,-1 1-1 0 0,-8-11 1 0 0,-3 2-4 0 0,0 4 7 0 0,3 4 1 0 0,11 7 0 0 0,0 1 1 0 0,1 0 0 0 0,-1 0-1 0 0,0 0 1 0 0,0 0-1 0 0,1 0 1 0 0,-1 0 0 0 0,0 0-1 0 0,1 0 1 0 0,-1 0 0 0 0,0 0-1 0 0,1 0 1 0 0,-1 0 0 0 0,0 0-1 0 0,1 1 1 0 0,-1-1 0 0 0,0 0-1 0 0,1 0 1 0 0,-1 1 0 0 0,0-1-1 0 0,1 1 1 0 0,-1-1 0 0 0,1 0-1 0 0,-1 1 1 0 0,1-1 0 0 0,-1 1-1 0 0,1-1 1 0 0,-1 1-1 0 0,1-1 1 0 0,0 1 0 0 0,-1 0-1 0 0,1-1 1 0 0,0 1 0 0 0,-1 0-1 0 0,1-1 1 0 0,0 1 0 0 0,0-1-1 0 0,-1 1 1 0 0,1 0 0 0 0,0 0-1 0 0,0-1 1 0 0,0 1 0 0 0,0 0-1 0 0,0-1 1 0 0,0 1 0 0 0,0 0-1 0 0,0-1 1 0 0,1 2 0 0 0,2 18 11 0 0,0-1 0 0 0,2 1 0 0 0,1-1 0 0 0,0 0 0 0 0,12 25 0 0 0,-12-33 10 0 0,0 0 0 0 0,1 0 0 0 0,0 0 0 0 0,15 15 0 0 0,-19-22-3 0 0,1 0-1 0 0,0 0 0 0 0,1-1 0 0 0,-1 1 0 0 0,0-1 0 0 0,1 0 0 0 0,0-1 1 0 0,0 1-1 0 0,0-1 0 0 0,0 0 0 0 0,0 0 0 0 0,11 2 0 0 0,-15-4-12 0 0,0 1 1 0 0,0-1-1 0 0,0 0 0 0 0,0 0 0 0 0,0-1 0 0 0,0 1 1 0 0,0 0-1 0 0,-1 0 0 0 0,1 0 0 0 0,0-1 0 0 0,0 1 1 0 0,0 0-1 0 0,0-1 0 0 0,0 1 0 0 0,0-1 0 0 0,-1 1 1 0 0,1-1-1 0 0,0 1 0 0 0,0-1 0 0 0,-1 0 1 0 0,1 1-1 0 0,0-1 0 0 0,-1 0 0 0 0,1 0 0 0 0,-1 1 1 0 0,1-1-1 0 0,-1 0 0 0 0,1 0 0 0 0,-1 0 0 0 0,1 0 1 0 0,-1 0-1 0 0,0 1 0 0 0,1-1 0 0 0,-1 0 0 0 0,0-1 1 0 0,5-44 145 0 0,-4 27-102 0 0,2-12 14 0 0,-1-40 1 0 0,-1 10 28 0 0,-1 17 44 0 0,-3 0 1 0 0,-15-80-1 0 0,0 1 178 0 0,19 106-22 0 0,6 37-190 0 0,7 37-22 0 0,20 99 99 0 0,-1-9-29 0 0,-14-79-83 0 0,-9-24-18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30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12056 0 0,'22'5'306'0'0,"10"1"92"0"0,48 4 466 0 0,-64-7-443 0 0,1-1 1 0 0,26 10-1 0 0,3 0-37 0 0,-34-10-280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32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1 271 9744 0 0,'0'0'110'0'0,"4"0"-3"0"0,13-2 10 0 0,0 0 0 0 0,24-6 1 0 0,-22 4 17 0 0,-17 4-99 0 0,-1 0 0 0 0,0 0 0 0 0,1 1 0 0 0,-1-1 0 0 0,0 1 0 0 0,0-1 0 0 0,0 1 0 0 0,1-1 0 0 0,-1 1 0 0 0,0 0 0 0 0,0-1 0 0 0,0 1 1 0 0,0 0-1 0 0,0 0 0 0 0,0 0 0 0 0,0 0 0 0 0,0 0 0 0 0,-1 0 0 0 0,1 0 0 0 0,0 0 0 0 0,0 0 0 0 0,-1 1 0 0 0,1-1 0 0 0,0 2 0 0 0,19 45 9 0 0,-11-26 54 0 0,52 94 70 0 0,-54-104-159 0 0,1-1 1 0 0,0 0-1 0 0,0-1 0 0 0,1 0 0 0 0,0 0 0 0 0,1-1 0 0 0,17 13 1 0 0,-17-17 2 0 0,-9-4-13 0 0,0-1 0 0 0,0 0 0 0 0,0 0 0 0 0,0 1 0 0 0,-1-1 0 0 0,1 0 0 0 0,0 0 1 0 0,0 0-1 0 0,0 0 0 0 0,0 0 0 0 0,0 0 0 0 0,0 0 0 0 0,0 0 0 0 0,0-1 0 0 0,0 1 0 0 0,-1 0 0 0 0,1-1 0 0 0,0 1 0 0 0,0 0 0 0 0,0-1 0 0 0,0 1 0 0 0,-1-1 1 0 0,1 1-1 0 0,0-1 0 0 0,0 1 0 0 0,-1-1 0 0 0,1 0 0 0 0,-1 1 0 0 0,1-1 0 0 0,0 0 0 0 0,-1 0 0 0 0,1 1 0 0 0,-1-1 0 0 0,0 0 0 0 0,1 0 0 0 0,-1 0 0 0 0,0 1 1 0 0,1-1-1 0 0,-1 0 0 0 0,0-1 0 0 0,2-2 0 0 0,8-22 1 0 0,-2 0 1 0 0,0-1 0 0 0,-2 0 0 0 0,-1 0-1 0 0,-1 0 1 0 0,0-32 0 0 0,7-42 3 0 0,-7 76 4 0 0,-2 0 0 0 0,-1 0 0 0 0,-1 0 0 0 0,-1 0-1 0 0,-4-27 1 0 0,3 48 1 0 0,-2-3-2 0 0,3 5 24 0 0,2 3-30 0 0,0 1 0 0 0,0 0 0 0 0,0 0 0 0 0,-1 0 0 0 0,1 0 1 0 0,-1 0-1 0 0,1 0 0 0 0,-1 0 0 0 0,0 0 0 0 0,1 3 0 0 0,1 9 1 0 0,61 294 99 0 0,-29-213-5 0 0,-34-94-25 0 0,15-23 7 0 0,-8-6-29 0 0,-1-1-1 0 0,-2 0 1 0 0,0 0 0 0 0,-2-40 0 0 0,0 28 57 0 0,9-60 1 0 0,-1 28 170 0 0,-5 50-207 0 0,-6-7 44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32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1 313 9440 0 0,'0'0'2628'0'0,"3"0"-2442"0"0,35 1 81 0 0,-16-1-133 0 0,-1 1 1 0 0,34-6-1 0 0,-49 4-109 0 0,0 0 0 0 0,1 0 1 0 0,-1-1-1 0 0,0 0 0 0 0,-1 0 0 0 0,1-1 0 0 0,0 0 1 0 0,-1 0-1 0 0,1 0 0 0 0,-1-1 0 0 0,0 1 1 0 0,0-1-1 0 0,6-6 0 0 0,-8 6-12 0 0,1-1 0 0 0,0 1 1 0 0,-1-1-1 0 0,0 0 0 0 0,0 0 0 0 0,-1 0 0 0 0,1 0 0 0 0,-1 0 1 0 0,0-1-1 0 0,0 1 0 0 0,1-11 0 0 0,-1 2-1 0 0,-1-1 1 0 0,-1 0-1 0 0,-1-15 0 0 0,-1-8 8 0 0,2 33-19 0 0,0 1 1 0 0,-1-1-1 0 0,0 0 1 0 0,0 1-1 0 0,0-1 1 0 0,-3-4-1 0 0,-3-16 5 0 0,7 24-6 0 0,0 0 0 0 0,0 0 0 0 0,-1 0 0 0 0,1 0 0 0 0,0 0 0 0 0,-1 0 0 0 0,1 0 0 0 0,0 0 0 0 0,-1 0 0 0 0,0 0 0 0 0,1 0 0 0 0,-1 0 0 0 0,1 0 0 0 0,-1 0 0 0 0,0 1 0 0 0,0-1 0 0 0,1 0 1 0 0,-1 0-1 0 0,0 1 0 0 0,0-1 0 0 0,0 0 0 0 0,0 1 0 0 0,0-1 0 0 0,-1 0 0 0 0,-13 0-4 0 0,6 6-7 0 0,8-3 11 0 0,-1 0-1 0 0,1-1 1 0 0,0 1-1 0 0,0 0 0 0 0,1 0 1 0 0,-1 0-1 0 0,0 0 1 0 0,1 0-1 0 0,-1 0 1 0 0,1 0-1 0 0,-1 0 0 0 0,1 0 1 0 0,0 0-1 0 0,0 5 1 0 0,-3 15-4 0 0,-1-4 2 0 0,1 0 0 0 0,1 0 0 0 0,0 1 0 0 0,2-1 0 0 0,0 0 0 0 0,2 20 0 0 0,0-16 2 0 0,1 0 0 0 0,1 1 0 0 0,1-2 0 0 0,1 1 0 0 0,1 0 0 0 0,16 34 0 0 0,-21-52 0 0 0,0-1 0 0 0,1 1 0 0 0,-1-1 0 0 0,1 1 0 0 0,0-1 0 0 0,0 0 0 0 0,0 0 0 0 0,0 0 0 0 0,0-1 0 0 0,1 1 0 0 0,-1-1 0 0 0,1 0 0 0 0,0 1 0 0 0,0-2 0 0 0,0 1 0 0 0,0 0 0 0 0,7 1 0 0 0,4 0 0 0 0,0 0 0 0 0,1-1 0 0 0,20 1 0 0 0,-23-2 0 0 0,35-5 6 0 0,-27 0-4 0 0,19 0-2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33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0 267 9040 0 0,'13'-1'14'0'0,"6"-2"53"0"0,0-1 41 0 0,8-6 98 0 0,-24 9-178 0 0,0-1-1 0 0,0 1 1 0 0,0-1-1 0 0,0 0 1 0 0,-1 0-1 0 0,1 0 1 0 0,-1-1-1 0 0,1 1 0 0 0,-1-1 1 0 0,0 1-1 0 0,3-5 1 0 0,-4 4-16 0 0,0 0 0 0 0,1 1 0 0 0,-1-1 0 0 0,0 0 0 0 0,-1 0 0 0 0,1 0 0 0 0,0 0 0 0 0,0-5 0 0 0,0 0 79 0 0,1 1 1 0 0,0 0-1 0 0,1 0 0 0 0,0 0 0 0 0,0 1 1 0 0,0-1-1 0 0,1 1 0 0 0,7-10 0 0 0,3-6 119 0 0,19-43 375 0 0,-22 36-202 0 0,-12 28-246 0 0,-4 17-104 0 0,-7 28 11 0 0,-8 55-1 0 0,5-18-12 0 0,14-71-24 0 0,0 0 0 0 0,1 0-1 0 0,0 0 1 0 0,0 0 0 0 0,4 14 0 0 0,-3-11 8 0 0,-1-13-15 0 0,1 1 1 0 0,-1-1 0 0 0,0 1 0 0 0,0-1-1 0 0,1 0 1 0 0,-1 1 0 0 0,0-1-1 0 0,0 0 1 0 0,1 0 0 0 0,-1 1 0 0 0,1-1-1 0 0,-1 0 1 0 0,0 0 0 0 0,1 1 0 0 0,-1-1-1 0 0,1 0 1 0 0,-1 0 0 0 0,0 0 0 0 0,1 0-1 0 0,-1 1 1 0 0,1-1 0 0 0,-1 0-1 0 0,1 0 1 0 0,-1 0 0 0 0,0 0 0 0 0,1 0-1 0 0,-1 0 1 0 0,1 0 0 0 0,-1 0 0 0 0,1 0-1 0 0,-1-1 1 0 0,1 1 0 0 0,-1 0 0 0 0,1 0-1 0 0,18-8 29 0 0,19-22-12 0 0,-2-1-1 0 0,34-39 1 0 0,-28 29 21 0 0,-24 23-5 0 0,28-33 0 0 0,-27 28 5 0 0,-12 15-8 0 0,-1 1 0 0 0,0-1-1 0 0,0 0 1 0 0,5-11-1 0 0,-10 17 3 0 0,-1 1-26 0 0,0 1 0 0 0,0 0-1 0 0,0 0 1 0 0,0 0-1 0 0,0 0 1 0 0,0 0 0 0 0,-1 0-1 0 0,1 0 1 0 0,0 0 0 0 0,0-1-1 0 0,0 1 1 0 0,0 0-1 0 0,0 0 1 0 0,0 0 0 0 0,0 0-1 0 0,0 0 1 0 0,0 0 0 0 0,0-1-1 0 0,0 1 1 0 0,0 0-1 0 0,0 0 1 0 0,0 0 0 0 0,0 0-1 0 0,0 0 1 0 0,0-1 0 0 0,0 1-1 0 0,0 0 1 0 0,0 0-1 0 0,0 0 1 0 0,0 0 0 0 0,0 0-1 0 0,0 0 1 0 0,0-1 0 0 0,0 1-1 0 0,0 0 1 0 0,0 0-1 0 0,0 0 1 0 0,0 0 0 0 0,0 0-1 0 0,0 0 1 0 0,0-1 0 0 0,1 1-1 0 0,-1 0 1 0 0,0 0-1 0 0,0 0 1 0 0,0 0 0 0 0,0 0-1 0 0,0 0 1 0 0,0 0 0 0 0,1 0-1 0 0,-1 0 1 0 0,0 0-1 0 0,0 0 1 0 0,0 0 0 0 0,0-1-1 0 0,0 1 1 0 0,0 0 0 0 0,1 0-1 0 0,-1 0 1 0 0,0 0-1 0 0,0 0 1 0 0,-13 2 204 0 0,2 5-150 0 0,1 0-1 0 0,0 0 1 0 0,1 1-1 0 0,0 0 1 0 0,0 1-1 0 0,1 0 1 0 0,0 0 0 0 0,0 1-1 0 0,1 0 1 0 0,0 0-1 0 0,-7 18 1 0 0,7-16 39 0 0,2 1 1 0 0,-1 0-1 0 0,2 1 1 0 0,0 0-1 0 0,0-1 0 0 0,1 1 1 0 0,1 0-1 0 0,0 0 1 0 0,1 25-1 0 0,1-37-73 0 0,0 0-1 0 0,0 0 1 0 0,0 0 0 0 0,0 0-1 0 0,0 0 1 0 0,1 0-1 0 0,-1-1 1 0 0,1 1 0 0 0,-1 0-1 0 0,1 0 1 0 0,0 0-1 0 0,0 0 1 0 0,0 0-1 0 0,0-1 1 0 0,0 1 0 0 0,0 0-1 0 0,0-1 1 0 0,1 1-1 0 0,-1-1 1 0 0,0 1 0 0 0,1-1-1 0 0,-1 0 1 0 0,1 0-1 0 0,0 1 1 0 0,-1-1 0 0 0,1 0-1 0 0,0-1 1 0 0,0 1-1 0 0,0 0 1 0 0,3 1 0 0 0,-1-3 12 0 0,-1-1 1 0 0,1 1 0 0 0,-1 0 0 0 0,1-1 0 0 0,-1 0 0 0 0,0 0 0 0 0,0 0-1 0 0,0 0 1 0 0,0-1 0 0 0,0 1 0 0 0,-1-1 0 0 0,4-3 0 0 0,-4 3-31 0 0,4-2 37 0 0,-1-1-1 0 0,0 0 1 0 0,0 0-1 0 0,0-1 1 0 0,-1 1 0 0 0,0-1-1 0 0,-1 0 1 0 0,1 0 0 0 0,-1-1-1 0 0,3-13 1 0 0,-2 5 69 0 0,-1 0 0 0 0,-1-1-1 0 0,0 1 1 0 0,-2-18 0 0 0,0 33-69 0 0,-10-6 73 0 0,-3 0 127 0 0,13 7-239 0 0,0 1 0 0 0,-1 0 0 0 0,1-1 0 0 0,0 1 0 0 0,-1 0-1 0 0,1-1 1 0 0,0 1 0 0 0,0 0 0 0 0,0-1 0 0 0,0 1 0 0 0,0 0 0 0 0,0 0-1 0 0,0-1 1 0 0,0 1 0 0 0,0 0 0 0 0,0-1 0 0 0,0 1 0 0 0,0 0 0 0 0,0 0-1 0 0,1-1 1 0 0,-1 1 0 0 0,0 0 0 0 0,0-1 0 0 0,1 1 0 0 0,-1 0 0 0 0,1 0-1 0 0,5 16 78 0 0,1-1-1 0 0,0 1 1 0 0,2-2-1 0 0,-1 1 0 0 0,2-1 1 0 0,14 17-1 0 0,-15-19-5 0 0,-5-7-45 0 0,1-1-5 0 0,-1 1-1 0 0,0-1 1 0 0,0 1 0 0 0,-1 0 0 0 0,1 0-1 0 0,-1 1 1 0 0,-1-1 0 0 0,1 1 0 0 0,-1-1 0 0 0,0 1-1 0 0,1 8 1 0 0,10 46 141 0 0,-8-48-53 0 0,-1-10-32 0 0,-3-11-57 0 0,-2 0-17 0 0,1-1 0 0 0,0 1 1 0 0,1 0-1 0 0,0-1 0 0 0,0 1 0 0 0,5-13 0 0 0,-1-1 6 0 0,19-74 27 0 0,-15 65-20 0 0,-6 20-12 0 0,0 1 0 0 0,0-1 0 0 0,1 1 0 0 0,1 0 0 0 0,0 0 0 0 0,11-15 0 0 0,-16 23-7 0 0,1 1-1 0 0,0 0 1 0 0,-1 0-1 0 0,1-1 1 0 0,0 1-1 0 0,0 0 1 0 0,0 0-1 0 0,0 0 1 0 0,0 0-1 0 0,0 0 1 0 0,1 0-1 0 0,-1 0 1 0 0,0 1 0 0 0,0-1-1 0 0,1 0 1 0 0,-1 1-1 0 0,3-2 1 0 0,-4 2-1 0 0,1 0 1 0 0,0 0-1 0 0,0 0 1 0 0,0 1-1 0 0,0-1 1 0 0,0 0-1 0 0,0 0 1 0 0,0 0-1 0 0,-1 1 1 0 0,1-1-1 0 0,0 0 1 0 0,0 1 0 0 0,0-1-1 0 0,-1 1 1 0 0,1-1-1 0 0,0 1 1 0 0,0-1-1 0 0,-1 1 1 0 0,1 0-1 0 0,1 1 1 0 0,0 1 2 0 0,1 0 0 0 0,-1 1 0 0 0,0-1 0 0 0,0 1 0 0 0,-1 0 0 0 0,1 0 1 0 0,-1 0-1 0 0,0 0 0 0 0,1 0 0 0 0,-1 7 0 0 0,13 112 86 0 0,-13-54-49 0 0,2 17 21 0 0,0-75-44 0 0,0-1-5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34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59 367 12160 0 0,'-10'0'-3'0'0,"-1"0"-3"0"0,-15 0 52 0 0,24 0 179 0 0,-8-19 537 0 0,10 3-467 0 0,1 1 0 0 0,5-25 1 0 0,-3 13 114 0 0,0 10-275 0 0,0-1 0 0 0,1 1 0 0 0,1 0 0 0 0,0 0 0 0 0,1 0 0 0 0,1 1 0 0 0,1 0 0 0 0,0 0 0 0 0,1 1 0 0 0,1 0 0 0 0,22-27 0 0 0,-29 39-133 0 0,0 1 0 0 0,-1-1 0 0 0,1 1 0 0 0,0-1 0 0 0,0 1 1 0 0,1 0-1 0 0,-1 1 0 0 0,6-3 0 0 0,-8 3-3 0 0,1 0 1 0 0,-1 1-1 0 0,1-1 1 0 0,-1 1-1 0 0,1-1 0 0 0,0 1 1 0 0,-1 0-1 0 0,1 0 0 0 0,0 0 1 0 0,-1 0-1 0 0,1 0 0 0 0,0 0 1 0 0,-1 0-1 0 0,1 1 0 0 0,0-1 1 0 0,-1 0-1 0 0,1 1 0 0 0,-1-1 1 0 0,1 1-1 0 0,-1 0 0 0 0,1 0 1 0 0,-1-1-1 0 0,2 2 1 0 0,3 4-12 0 0,0 0 1 0 0,0 1 0 0 0,-1 0 0 0 0,1-1 0 0 0,-2 2 0 0 0,1-1-1 0 0,-1 0 1 0 0,7 17 0 0 0,-1 5-76 0 0,8 35 1 0 0,-5-19-62 0 0,-6-14 2 0 0,-1 0 0 0 0,-1 1 0 0 0,-1 0 0 0 0,-2 51 0 0 0,-2-74 82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37.4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1 728 6224 0 0,'0'0'1'0'0,"22"6"42"0"0,-8-4 9 0 0,14-7 157 0 0,-14 0-135 0 0,-7 3 75 0 0,0 0 1 0 0,0-1 0 0 0,0 0 0 0 0,0 0 0 0 0,-1-1 0 0 0,10-6 0 0 0,6-5 114 0 0,53-42 649 0 0,-67 50-761 0 0,0 0 1 0 0,-1-1-1 0 0,0 0 1 0 0,0 0 0 0 0,0-1-1 0 0,8-16 1 0 0,8-17 387 0 0,1 1 23 0 0,-14 31-283 0 0,-4 3 39 0 0,-13 8-206 0 0,4 0-97 0 0,1 1 0 0 0,-1 1 0 0 0,1-1 0 0 0,0 0 0 0 0,0 1 0 0 0,0-1 0 0 0,0 1 0 0 0,0-1 0 0 0,-2 6 0 0 0,2-4-2 0 0,-11 16 19 0 0,-9 13 90 0 0,-27 57-1 0 0,43-78-88 0 0,2-1-1 0 0,-1 1 1 0 0,2 0-1 0 0,0 1 1 0 0,0-1-1 0 0,1 1 1 0 0,0-1 0 0 0,1 1-1 0 0,1 17 1 0 0,1-27-18 0 0,-1 1 0 0 0,1-1 0 0 0,-1 1 0 0 0,1-1 0 0 0,0 0 0 0 0,0 0 0 0 0,1 1 1 0 0,-1-1-1 0 0,1 0 0 0 0,0 0 0 0 0,-1 0 0 0 0,1-1 0 0 0,0 1 0 0 0,1 0 0 0 0,-1-1 0 0 0,0 1 1 0 0,1-1-1 0 0,0 0 0 0 0,-1 1 0 0 0,1-1 0 0 0,0-1 0 0 0,0 1 0 0 0,0 0 0 0 0,0-1 0 0 0,1 0 1 0 0,-1 1-1 0 0,0-1 0 0 0,0 0 0 0 0,1-1 0 0 0,-1 1 0 0 0,1-1 0 0 0,-1 1 0 0 0,0-1 0 0 0,1 0 1 0 0,-1 0-1 0 0,1-1 0 0 0,-1 1 0 0 0,1-1 0 0 0,-1 1 0 0 0,0-1 0 0 0,1 0 0 0 0,-1-1 0 0 0,0 1 0 0 0,0 0 1 0 0,0-1-1 0 0,0 0 0 0 0,5-3 0 0 0,-4 2 18 0 0,1-1 0 0 0,-1 0-1 0 0,0 0 1 0 0,0 0 0 0 0,0-1 0 0 0,-1 1 0 0 0,1-1-1 0 0,-1 0 1 0 0,0 0 0 0 0,-1 0 0 0 0,1 0 0 0 0,-1-1-1 0 0,0 1 1 0 0,0-1 0 0 0,-1 1 0 0 0,2-8 0 0 0,-1-8 87 0 0,-1 18-93 0 0,-1 0-1 0 0,0 0 1 0 0,1 0 0 0 0,-1 1-1 0 0,0-1 1 0 0,-1 0 0 0 0,1 0 0 0 0,-1-4-1 0 0,0 3 23 0 0,1 0 0 0 0,-1 0 0 0 0,1 0-1 0 0,0 0 1 0 0,0 0 0 0 0,1 0 0 0 0,-1 0-1 0 0,2-5 1 0 0,-1 8 148 0 0,-1 0-172 0 0,0 0 0 0 0,0 1 0 0 0,0-1 1 0 0,0 0-1 0 0,0 1 0 0 0,0-1 0 0 0,0 0 1 0 0,0 0-1 0 0,0 1 0 0 0,0-1 1 0 0,0 0-1 0 0,-1 1 0 0 0,1-1 0 0 0,0 0 1 0 0,0 1-1 0 0,-1-1 0 0 0,1 0 0 0 0,0 1 1 0 0,-1-1-1 0 0,1 1 0 0 0,-1-1 1 0 0,1 1-1 0 0,-1-1 0 0 0,1 1 0 0 0,-1-1 1 0 0,1 1-1 0 0,-1-1 0 0 0,1 1 0 0 0,-1 0 1 0 0,0-1-1 0 0,1 1 0 0 0,-1 0 1 0 0,0-1-1 0 0,0 1-5 0 0,1 0 0 0 0,-1 0 0 0 0,0 0 0 0 0,1 0 0 0 0,-1 0 0 0 0,1 0 0 0 0,-1 0 0 0 0,0 0 0 0 0,1 0 0 0 0,-1 0 0 0 0,1 0 0 0 0,-1 0 0 0 0,0 1 0 0 0,1-1 0 0 0,-1 0 0 0 0,1 0 1 0 0,-1 1-1 0 0,1-1 0 0 0,-1 0 0 0 0,1 1 0 0 0,-1-1 0 0 0,1 0 0 0 0,-1 1 0 0 0,1-1 0 0 0,0 1 0 0 0,-1 0 0 0 0,3 15 368 0 0,0-8-353 0 0,-1-7-26 0 0,0 1-1 0 0,0 0 1 0 0,0-1 0 0 0,1 1-1 0 0,-1-1 1 0 0,0 1 0 0 0,1-1-1 0 0,-1 0 1 0 0,1 0-1 0 0,-1 0 1 0 0,4 2 0 0 0,4 4 34 0 0,0 3 21 0 0,1 0 1 0 0,1 0-1 0 0,0-1 0 0 0,14 9 1 0 0,-21-16-47 0 0,-1 0 0 0 0,0 0 0 0 0,1 0 0 0 0,0 0 0 0 0,-1-1 0 0 0,1 0 0 0 0,0 0 0 0 0,0 0 0 0 0,0 0 0 0 0,0 0 0 0 0,0-1 0 0 0,0 1 0 0 0,0-1 0 0 0,-1 0 0 0 0,1 0 0 0 0,0-1 0 0 0,0 1 0 0 0,0-1 0 0 0,5-2 0 0 0,0 0 15 0 0,1-1-1 0 0,-1-1 1 0 0,-1 1 0 0 0,1-2 0 0 0,-1 1-1 0 0,1-1 1 0 0,-2-1 0 0 0,1 1 0 0 0,-1-1 0 0 0,0 0-1 0 0,12-16 1 0 0,-9 9 19 0 0,0-1 0 0 0,16-29 0 0 0,5-21 111 0 0,-21 48-103 0 0,-1-1 1 0 0,7-22 0 0 0,-3 12 62 0 0,-2-2 159 0 0,-11 27-299 0 0,1-16 407 0 0,-1 19-381 0 0,0 0-1 0 0,0-1 1 0 0,0 1 0 0 0,0 0-1 0 0,0-1 1 0 0,0 1-1 0 0,-1 0 1 0 0,1-1 0 0 0,0 1-1 0 0,0 0 1 0 0,0 0 0 0 0,-1-1-1 0 0,1 1 1 0 0,0 0 0 0 0,0-1-1 0 0,0 1 1 0 0,-1 0-1 0 0,1 0 1 0 0,0 0 0 0 0,-1-1-1 0 0,1 1 1 0 0,0 0 0 0 0,-1 0-1 0 0,1 0 1 0 0,0 0 0 0 0,-1-1-1 0 0,1 1 1 0 0,0 0-1 0 0,-1 0 1 0 0,1 0 0 0 0,0 0-1 0 0,-1 0 1 0 0,1 0 0 0 0,0 0-1 0 0,-1 0 1 0 0,1 0 0 0 0,0 0-1 0 0,-1 0 1 0 0,1 0-1 0 0,0 0 1 0 0,-1 1 0 0 0,0-1 0 0 0,0 0 0 0 0,0 1 0 0 0,1-1 0 0 0,-1 1 1 0 0,0-1-1 0 0,1 1 0 0 0,-1 0 0 0 0,0-1 0 0 0,1 1 1 0 0,-1 0-1 0 0,1-1 0 0 0,-1 1 0 0 0,1 0 0 0 0,-1-1 1 0 0,1 1-1 0 0,0 0 0 0 0,-1 0 0 0 0,1 0 0 0 0,0 0 0 0 0,-1-1 1 0 0,1 3-1 0 0,-5 24 118 0 0,4-15-63 0 0,-5 17 26 0 0,-5 14 59 0 0,2 0 1 0 0,3 0-1 0 0,1 1 1 0 0,2 0-1 0 0,3 44 0 0 0,7-58 62 0 0,-7-28-197 0 0,0-1 0 0 0,0 0-1 0 0,0 0 1 0 0,0 0 0 0 0,1-1-1 0 0,-1 1 1 0 0,1 0 0 0 0,-1 0-1 0 0,1 0 1 0 0,-1 0 0 0 0,1 0-1 0 0,-1 0 1 0 0,1 0 0 0 0,0-1-1 0 0,-1 1 1 0 0,1 0 0 0 0,0-1-1 0 0,0 1 1 0 0,-1 0 0 0 0,1-1-1 0 0,1 1 1 0 0,2-3 5 0 0,0 0-1 0 0,-1-1 1 0 0,1 0 0 0 0,-1 0 0 0 0,1 0-1 0 0,-1 0 1 0 0,0 0 0 0 0,-1-1 0 0 0,1 1-1 0 0,3-6 1 0 0,-3 5-9 0 0,11-14 9 0 0,-1 0 1 0 0,-1 0-1 0 0,-1-1 0 0 0,11-25 0 0 0,-12 26-12 0 0,-7 10-5 0 0,0 0 0 0 0,0-1 0 0 0,0 1 0 0 0,-1-1 0 0 0,0 1 0 0 0,-1-1 0 0 0,1-10 0 0 0,4-22 4 0 0,-2 20-2 0 0,-1 1 0 0 0,-1-1 0 0 0,-1-23 1 0 0,1-7-2 0 0,-7 3-4 0 0,1 8 0 0 0,-4-94-6 0 0,1 75 2 0 0,9 54 1 0 0,-1 0-1 0 0,-14-20-4 0 0,8 6-17 0 0,6 16-4 0 0,3 11 6 0 0,12 41 19 0 0,3-2 1 0 0,1 0-1 0 0,3-1 1 0 0,44 68-1 0 0,-57-101 6 0 0,5 10 25 0 0,1 0 1 0 0,1-2-1 0 0,1 0 1 0 0,39 34-1 0 0,-56-54-28 0 0,2 3 17 0 0,0-1 0 0 0,0 0 0 0 0,0-1 0 0 0,1 1 0 0 0,-1-1 0 0 0,1 1 0 0 0,0-1 0 0 0,-1 0 0 0 0,1 0 0 0 0,0-1 0 0 0,0 1 0 0 0,0-1 0 0 0,1 0 0 0 0,-1 0 0 0 0,0 0 0 0 0,0 0 0 0 0,1-1 0 0 0,-1 0 0 0 0,7 0 0 0 0,-7-3 8 0 0,0 0 1 0 0,0 0 0 0 0,-1-1 0 0 0,1 1-1 0 0,-1-1 1 0 0,0 0 0 0 0,0 0 0 0 0,0 0-1 0 0,4-8 1 0 0,-6 11-15 0 0,4-10 10 0 0,0 1 0 0 0,-1 0-1 0 0,0-1 1 0 0,0 0 0 0 0,-2 0 0 0 0,1 0 0 0 0,1-15 0 0 0,-4 22-15 0 0,-1-4-2 0 0,-5-1 2 0 0,6 9-5 0 0,-1-1 0 0 0,1 1 0 0 0,0 0 0 0 0,-1-1 0 0 0,1 1 0 0 0,-1 0 0 0 0,1 0 0 0 0,-1-1 0 0 0,1 1 0 0 0,0 0 0 0 0,-1 0 1 0 0,1 0-1 0 0,-1-1 0 0 0,1 1 0 0 0,-1 0 0 0 0,1 0 0 0 0,-1 0 0 0 0,1 0 0 0 0,-1 0 0 0 0,1 0 0 0 0,-1 0 0 0 0,1 0 0 0 0,-1 0 0 0 0,1 0 0 0 0,-1 0 0 0 0,1 0 0 0 0,-1 1 0 0 0,1-1 0 0 0,-1 0 0 0 0,0 1 0 0 0,-3 3 0 0 0,1 1-3 0 0,0 0 1 0 0,1 0-1 0 0,-1 0 0 0 0,1 0 0 0 0,0 0 0 0 0,0 1 0 0 0,1-1 1 0 0,0 1-1 0 0,0-1 0 0 0,0 1 0 0 0,0 0 0 0 0,1-1 0 0 0,0 7 0 0 0,-2 13-7 0 0,1-9-7 0 0,0-1 0 0 0,1 0 0 0 0,0 1 0 0 0,2-1 0 0 0,0 0 0 0 0,6 26 0 0 0,-5-31 6 0 0,6 22-40 0 0,-8-31 47 0 0,-1 0 0 0 0,1 0 0 0 0,-1 0 0 0 0,1 0 0 0 0,0 0 0 0 0,-1 0 0 0 0,1 0-1 0 0,0 0 1 0 0,0-1 0 0 0,0 1 0 0 0,-1 0 0 0 0,1 0 0 0 0,0-1 0 0 0,0 1 0 0 0,0-1 0 0 0,0 1 0 0 0,0-1 0 0 0,1 1 0 0 0,-1-1-1 0 0,0 1 1 0 0,0-1 0 0 0,0 0 0 0 0,0 0 0 0 0,2 1 0 0 0,-1-2 0 0 0,0 0-1 0 0,-1 0 1 0 0,1 0 0 0 0,-1 0-1 0 0,1 0 1 0 0,-1 0 0 0 0,1 0-1 0 0,-1-1 1 0 0,0 1 0 0 0,1 0-1 0 0,-1-1 1 0 0,0 1 0 0 0,0-1-1 0 0,0 1 1 0 0,0-1 0 0 0,0 0-1 0 0,-1 1 1 0 0,2-4 0 0 0,2-3-11 0 0,0 1 6 0 0,0-1 0 0 0,-1 1 0 0 0,0-1 1 0 0,0 0-1 0 0,-1 0 0 0 0,0 0 1 0 0,-1 0-1 0 0,1-11 0 0 0,1-74-62 0 0,-3 74 57 0 0,-1-44-54 0 0,-10-80 0 0 0,6 114 42 0 0,0 1 0 0 0,-2 0 0 0 0,-1 1 0 0 0,-1 0 0 0 0,-16-34 0 0 0,15 45-10 0 0,10 16 35 0 0,0 0 1 0 0,1 0-1 0 0,-1 0 1 0 0,0 0-1 0 0,0 0 1 0 0,0 0-1 0 0,0 0 1 0 0,0 1-1 0 0,0-1 0 0 0,0 0 1 0 0,0 0-1 0 0,0 0 1 0 0,0 0-1 0 0,0 0 1 0 0,0 0-1 0 0,0 0 0 0 0,0 0 1 0 0,0 0-1 0 0,0 0 1 0 0,0 1-1 0 0,0-1 1 0 0,0 0-1 0 0,0 0 1 0 0,0 0-1 0 0,0 0 0 0 0,0 0 1 0 0,0 0-1 0 0,0 0 1 0 0,0 0-1 0 0,0 0 1 0 0,0 1-1 0 0,0-1 0 0 0,0 0 1 0 0,0 0-1 0 0,0 0 1 0 0,0 0-1 0 0,0 0 1 0 0,0 0-1 0 0,0 0 1 0 0,0 0-1 0 0,0 0 0 0 0,0 0 1 0 0,0 0-1 0 0,0 0 1 0 0,0 1-1 0 0,-1-1 1 0 0,1 0-1 0 0,0 0 0 0 0,0 0 1 0 0,0 0-1 0 0,0 0 1 0 0,0 0-1 0 0,0 0 1 0 0,0 0-1 0 0,0 0 1 0 0,0 0-1 0 0,0 0 0 0 0,-1 0 1 0 0,1 0-1 0 0,0 0 1 0 0,0 0-1 0 0,0 0 1 0 0,0 0-1 0 0,0 0 0 0 0,0 0 1 0 0,0 0-1 0 0,0 0 1 0 0,0 0-1 0 0,-1 0 1 0 0,9 33-31 0 0,2-5 15 0 0,20 38-1 0 0,-8-18 5 0 0,-2-2 6 0 0,2 0 0 0 0,45 67 1 0 0,-30-57 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40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1 722 13464 0 0,'16'-1'88'0'0,"7"-3"282"0"0,-15 2-218 0 0,-1 1-1 0 0,1-2 1 0 0,-1 1 0 0 0,0-1 0 0 0,11-6 0 0 0,-12-24 1049 0 0,-4 24-1091 0 0,0 1 0 0 0,0-1 0 0 0,1 1 1 0 0,0 0-1 0 0,1 0 0 0 0,0 0 0 0 0,0 1 0 0 0,0-1 0 0 0,1 1 0 0 0,0 0 0 0 0,1 0 0 0 0,0 1 0 0 0,10-11 0 0 0,-14 16-103 0 0,0-1 0 0 0,-1 1 0 0 0,1 0 0 0 0,0 0-1 0 0,0 0 1 0 0,0 0 0 0 0,0 0 0 0 0,0 0 0 0 0,0 0-1 0 0,0 1 1 0 0,0-1 0 0 0,0 1 0 0 0,0 0 0 0 0,0-1-1 0 0,0 1 1 0 0,0 0 0 0 0,1 0 0 0 0,-1 0 0 0 0,0 0-1 0 0,0 1 1 0 0,0-1 0 0 0,0 1 0 0 0,0-1 0 0 0,3 2-1 0 0,1 1 11 0 0,-1 0 0 0 0,1 0 0 0 0,-1 1-1 0 0,1-1 1 0 0,-1 1 0 0 0,-1 0 0 0 0,6 6-1 0 0,-6-5-16 0 0,-1-1 0 0 0,0 1 0 0 0,-1 0 0 0 0,1 0 0 0 0,-1 0 0 0 0,0 0 0 0 0,0 0 0 0 0,0 0 0 0 0,0 7 0 0 0,6 48 2 0 0,-9-56 3 0 0,-2 6-4 0 0,-1 0 6 0 0,5-13 5 0 0,4-17-3 0 0,-1-5 5 0 0,1-1-1 0 0,12-36 0 0 0,-14 51-6 0 0,1 1-1 0 0,1-1 1 0 0,0 1 0 0 0,0-1 0 0 0,1 2-1 0 0,1-1 1 0 0,-1 1 0 0 0,10-10-1 0 0,-15 18-3 0 0,-1 0 0 0 0,1 0-1 0 0,-1 0 1 0 0,1 1-1 0 0,0-1 1 0 0,0 0 0 0 0,-1 0-1 0 0,1 1 1 0 0,0-1 0 0 0,0 0-1 0 0,0 1 1 0 0,-1-1-1 0 0,1 1 1 0 0,0-1 0 0 0,0 1-1 0 0,0 0 1 0 0,0-1-1 0 0,0 1 1 0 0,0 0 0 0 0,0 0-1 0 0,0 0 1 0 0,0-1-1 0 0,0 1 1 0 0,0 0 0 0 0,0 0-1 0 0,0 0 1 0 0,0 1-1 0 0,0-1 1 0 0,0 0 0 0 0,0 0-1 0 0,0 0 1 0 0,0 1-1 0 0,0-1 1 0 0,1 1 0 0 0,1 2 8 0 0,-1 0 1 0 0,1 0 0 0 0,-1 0-1 0 0,0 0 1 0 0,0 1 0 0 0,0-1-1 0 0,-1 0 1 0 0,2 4 0 0 0,-2-4-2 0 0,0 0 1 0 0,0 0-1 0 0,0 0 1 0 0,1 0-1 0 0,-1 0 1 0 0,1-1-1 0 0,0 1 0 0 0,0-1 1 0 0,0 1-1 0 0,0-1 1 0 0,0 0-1 0 0,0 0 1 0 0,5 4-1 0 0,19 3 175 0 0,-23-11-172 0 0,-1 0-1 0 0,0 0 1 0 0,0-1-1 0 0,0 1 1 0 0,0-1-1 0 0,0 1 1 0 0,0-1-1 0 0,-1 0 1 0 0,0 0-1 0 0,1 1 1 0 0,-1-1-1 0 0,1-6 1 0 0,4-3 15 0 0,20-37 159 0 0,-26 49-184 0 0,0 0 1 0 0,0-1-1 0 0,0 1 1 0 0,0-1-1 0 0,0 1 1 0 0,0 0-1 0 0,0-1 1 0 0,1 1-1 0 0,-1-1 1 0 0,0 1-1 0 0,0 0 1 0 0,0-1-1 0 0,0 1 1 0 0,1 0-1 0 0,-1-1 1 0 0,0 1-1 0 0,0 0 1 0 0,1-1 0 0 0,-1 1-1 0 0,0 0 1 0 0,0 0-1 0 0,1-1 1 0 0,-1 1-1 0 0,0 0 1 0 0,1 0-1 0 0,-1 0 1 0 0,0-1-1 0 0,1 1 1 0 0,-1 0-1 0 0,1 0 1 0 0,-1 0-1 0 0,0 0 1 0 0,1 0-1 0 0,-1 0 1 0 0,1 0-1 0 0,-1 0 1 0 0,0 0-1 0 0,1 0 1 0 0,-1 0-1 0 0,1 0 1 0 0,-1 0-1 0 0,0 0 1 0 0,1 0-1 0 0,-1 0 1 0 0,1 0-1 0 0,11 13 156 0 0,28 65 18 0 0,-40-76-170 0 0,1-1 0 0 0,0 1 0 0 0,0-1-1 0 0,-1 1 1 0 0,1-1 0 0 0,0 1 0 0 0,0-1 0 0 0,1 0 0 0 0,-1 0-1 0 0,0 1 1 0 0,0-1 0 0 0,0 0 0 0 0,1 0 0 0 0,-1 0 0 0 0,1 0-1 0 0,-1-1 1 0 0,1 1 0 0 0,-1 0 0 0 0,1-1 0 0 0,-1 1 0 0 0,1-1-1 0 0,2 1 1 0 0,-3-1-2 0 0,0 0-1 0 0,0 0 0 0 0,0-1 1 0 0,0 1-1 0 0,0 0 1 0 0,0-1-1 0 0,0 1 0 0 0,0 0 1 0 0,-1-1-1 0 0,1 1 1 0 0,0-1-1 0 0,0 0 0 0 0,-1 1 1 0 0,1-1-1 0 0,0 0 1 0 0,0 1-1 0 0,-1-1 0 0 0,1 0 1 0 0,-1 0-1 0 0,1 1 1 0 0,-1-1-1 0 0,1 0 0 0 0,-1 0 1 0 0,0 0-1 0 0,1 0 1 0 0,-1 0-1 0 0,0 0 0 0 0,0 0 1 0 0,1 0-1 0 0,-1 0 1 0 0,0 0-1 0 0,0 0 0 0 0,0 0 1 0 0,0 0-1 0 0,0 1 1 0 0,-1-3-1 0 0,4-41 55 0 0,-2 36-46 0 0,0-1-1 0 0,0 1 1 0 0,-1 0-1 0 0,0 0 1 0 0,-1-1-1 0 0,0 1 0 0 0,-3-12 1 0 0,-3-11 29 0 0,-7-18-4 0 0,14 50-37 0 0,0-1-1 0 0,0 0 1 0 0,0 1 0 0 0,0-1 0 0 0,0 0 0 0 0,0 0-1 0 0,0 1 1 0 0,0-1 0 0 0,0 0 0 0 0,0 1 0 0 0,0-1-1 0 0,-1 0 1 0 0,1 0 0 0 0,0 1 0 0 0,0-1 0 0 0,0 0-1 0 0,0 0 1 0 0,-1 1 0 0 0,1-1 0 0 0,0 0 0 0 0,0 0-1 0 0,0 0 1 0 0,-1 0 0 0 0,1 1 0 0 0,0-1 0 0 0,0 0-1 0 0,-1 0 1 0 0,1 0 0 0 0,0 0 0 0 0,0 0 0 0 0,-1 0-1 0 0,1 1 1 0 0,0-1 0 0 0,0 0 0 0 0,-1 0 0 0 0,1 0-1 0 0,0 0 1 0 0,-1 0 0 0 0,1 0 0 0 0,0 0 0 0 0,0 0 0 0 0,-1 0-1 0 0,1 0 1 0 0,0-1 0 0 0,-1 1 0 0 0,1 0 0 0 0,0 0-1 0 0,0 0 1 0 0,-1 0 0 0 0,1 0 0 0 0,0 0 0 0 0,0-1-1 0 0,-1 1 1 0 0,1 0 0 0 0,0 0 0 0 0,0 0 0 0 0,0 0-1 0 0,-1-1 1 0 0,1 1 0 0 0,0 0 0 0 0,0 0 0 0 0,0-1-1 0 0,0 1 1 0 0,0 0 0 0 0,-1 0 0 0 0,1-1 0 0 0,0 1-1 0 0,1 21 6 0 0,1 0 0 0 0,1 0-1 0 0,1 0 1 0 0,1 0 0 0 0,0-1 0 0 0,2 0-1 0 0,0 0 1 0 0,2 0 0 0 0,0-1-1 0 0,13 21 1 0 0,-18-34-4 0 0,0-1 0 0 0,0 0 0 0 0,1 0 0 0 0,0 0 0 0 0,0-1 0 0 0,0 1 0 0 0,0-1 0 0 0,1 0 0 0 0,-1-1 0 0 0,10 5 0 0 0,-13-7-2 0 0,0 0 1 0 0,0 0 0 0 0,1-1-1 0 0,-1 1 1 0 0,0-1-1 0 0,1 1 1 0 0,-1-1 0 0 0,0 0-1 0 0,1 0 1 0 0,-1 0-1 0 0,0 0 1 0 0,1 0 0 0 0,-1-1-1 0 0,1 1 1 0 0,-1-1 0 0 0,0 1-1 0 0,0-1 1 0 0,1 0-1 0 0,-1 0 1 0 0,0 0 0 0 0,0 0-1 0 0,0 0 1 0 0,0-1-1 0 0,0 1 1 0 0,0 0 0 0 0,0-1-1 0 0,-1 0 1 0 0,1 1 0 0 0,-1-1-1 0 0,1 0 1 0 0,1-3-1 0 0,3-4 1 0 0,0-1-1 0 0,-1 0 0 0 0,-1 0 0 0 0,1 0 0 0 0,-2 0 1 0 0,1-1-1 0 0,-1 1 0 0 0,-1-1 0 0 0,0 0 0 0 0,-1 0 1 0 0,0 0-1 0 0,0 0 0 0 0,-1 0 0 0 0,-3-17 0 0 0,-2-16 2 0 0,-3 0-1 0 0,-18-56 1 0 0,8 31-2 0 0,12 42 0 0 0,1 2 0 0 0,-1 0 0 0 0,-2 0 0 0 0,-15-37 0 0 0,17 53 0 0 0,-1 9 0 0 0,3 11 0 0 0,3-1 0 0 0,0 0 0 0 0,1-1 0 0 0,0 1 0 0 0,1 0 0 0 0,0 0 0 0 0,3 14 0 0 0,19 59 0 0 0,-23-80 0 0 0,14 38 5 0 0,2-1-1 0 0,1-1 0 0 0,2-1 0 0 0,2 0 0 0 0,32 44 1 0 0,-40-63 0 0 0,1-1 1 0 0,1 0 0 0 0,0-1 0 0 0,1-1-1 0 0,1 0 1 0 0,23 16 0 0 0,-35-29-5 0 0,-1 0 0 0 0,1 0 0 0 0,0-1 0 0 0,0 0 0 0 0,0 0 0 0 0,0 0 0 0 0,0-1 0 0 0,0 0 0 0 0,1 0 0 0 0,-1 0 0 0 0,0 0 0 0 0,1-1 0 0 0,8-1 0 0 0,-13 2 0 0 0,0-1-1 0 0,0 0 0 0 0,0 0 0 0 0,0 0 0 0 0,0 0 0 0 0,0-1 1 0 0,0 1-1 0 0,0 0 0 0 0,0 0 0 0 0,0 0 0 0 0,0-1 0 0 0,0 1 1 0 0,0-1-1 0 0,0 1 0 0 0,0 0 0 0 0,-1-1 0 0 0,1 0 0 0 0,0 1 1 0 0,0-1-1 0 0,0 1 0 0 0,-1-1 0 0 0,1 0 0 0 0,0 0 0 0 0,-1 1 0 0 0,1-1 1 0 0,-1 0-1 0 0,1 0 0 0 0,0-1 0 0 0,1-2 2 0 0,4-2-2 0 0,-2 1 0 0 0,1-1 0 0 0,-1 0 0 0 0,0 0 1 0 0,0-1-1 0 0,0 1 0 0 0,-1-1 0 0 0,0 0 0 0 0,-1 1 0 0 0,1-1 0 0 0,-1-1 0 0 0,2-11 0 0 0,-1-22 0 0 0,0 17 0 0 0,-2 0 0 0 0,0-1 0 0 0,-2 1 0 0 0,-4-32 0 0 0,-3 2 0 0 0,7 40 0 0 0,-1 1 0 0 0,-1-1 0 0 0,0 1 0 0 0,-1 0 0 0 0,-6-17 0 0 0,-4-1 0 0 0,7 14 0 0 0,-1 0 0 0 0,-20-31 0 0 0,26 46 0 0 0,1 0 0 0 0,-1 0 0 0 0,0 0 0 0 0,0 1 0 0 0,0-1 0 0 0,0 1 0 0 0,0-1 0 0 0,0 1 0 0 0,0 0 0 0 0,-4-1 0 0 0,5 1 0 0 0,0 1 0 0 0,0 0 0 0 0,0 0 0 0 0,-1 0 0 0 0,1 0 0 0 0,0 0 0 0 0,0 0 0 0 0,-1 0 0 0 0,1 1 0 0 0,0-1 0 0 0,0 0 0 0 0,0 1 0 0 0,-1-1 0 0 0,1 1 0 0 0,0-1 0 0 0,0 1 0 0 0,0 0 0 0 0,0-1 0 0 0,0 1 0 0 0,0 0 0 0 0,0 0 0 0 0,0 0 0 0 0,0 0 0 0 0,1-1 0 0 0,-1 1 0 0 0,0 0 0 0 0,0 1 0 0 0,1-1 0 0 0,-1 0 0 0 0,1 0 0 0 0,-1 0 0 0 0,1 0 0 0 0,-1 3 0 0 0,0-3 0 0 0,-3 10 6 0 0,1 0 0 0 0,0 1-1 0 0,0-1 1 0 0,1 1 0 0 0,0-1-1 0 0,1 1 1 0 0,1 0-1 0 0,0-1 1 0 0,2 19 0 0 0,18 104 64 0 0,-17-116-24 0 0,1-1 0 0 0,0 0 1 0 0,2 0-1 0 0,0 0 0 0 0,0 0 0 0 0,2-1 0 0 0,12 21 0 0 0,-15-39 4 0 0,3-6-6 0 0,-1 0-1 0 0,0-1 1 0 0,0 1 0 0 0,0-2 0 0 0,-1 1 0 0 0,0-1 0 0 0,7-19-1 0 0,-6 16 6 0 0,-1 0-1 0 0,2 0 0 0 0,0 0 0 0 0,14-17 1 0 0,-16 24-34 0 0,-2 1 18 0 0,0 1-1 0 0,1-1 1 0 0,-1 1-1 0 0,1 0 1 0 0,0 0 0 0 0,0 0-1 0 0,9-4 1 0 0,-13 8-29 0 0,-1 0 0 0 0,1 0 0 0 0,0 0 0 0 0,0 0 0 0 0,0 0 0 0 0,0 0 0 0 0,-1 1 0 0 0,1-1 0 0 0,0 0 0 0 0,0 0 0 0 0,0 1 0 0 0,-1-1 0 0 0,1 0 0 0 0,0 1 1 0 0,-1-1-1 0 0,1 1 0 0 0,0-1 0 0 0,0 1 0 0 0,-1-1 0 0 0,1 1 0 0 0,-1 0 0 0 0,1-1 0 0 0,-1 1 0 0 0,1 0 0 0 0,-1-1 0 0 0,1 1 0 0 0,-1 0 0 0 0,1-1 0 0 0,-1 1 0 0 0,0 0 0 0 0,0 0 1 0 0,1 1-1 0 0,7 23 68 0 0,-2-2 8 0 0,1 0-1 0 0,1 0 1 0 0,1-1-1 0 0,15 29 1 0 0,-24-51-76 0 0,1 1 1 0 0,-1 0-1 0 0,1 0 1 0 0,0 0-1 0 0,-1 0 1 0 0,1-1-1 0 0,0 1 1 0 0,-1 0-1 0 0,1 0 1 0 0,0-1-1 0 0,0 1 1 0 0,0-1-1 0 0,0 1 1 0 0,0-1-1 0 0,-1 1 1 0 0,1-1-1 0 0,0 1 1 0 0,0-1-1 0 0,0 0 1 0 0,0 1-1 0 0,0-1 1 0 0,0 0-1 0 0,0 0 1 0 0,0 0-1 0 0,0 0 1 0 0,0 0-1 0 0,1 0 1 0 0,-1 0-1 0 0,0 0 1 0 0,0 0-1 0 0,0-1 1 0 0,0 1-1 0 0,0 0 1 0 0,-1-1-1 0 0,1 1 1 0 0,0-1-1 0 0,0 1 1 0 0,0-1-1 0 0,0 1 1 0 0,0-1-1 0 0,0 1 1 0 0,-1-1-1 0 0,1 0 1 0 0,0 0-1 0 0,0 1 1 0 0,0-2-1 0 0,5-4 19 0 0,0 0 0 0 0,0 0-1 0 0,8-14 1 0 0,-12 18-4 0 0,6-10 20 0 0,-4 8-26 0 0,0-1 0 0 0,0 1 0 0 0,-1-1 0 0 0,0 0 0 0 0,0 0 0 0 0,0 0 1 0 0,-1-1-1 0 0,1 1 0 0 0,-1-1 0 0 0,-1 1 0 0 0,1-1 0 0 0,-1 0 0 0 0,1-10 1 0 0,-2 14 27 0 0,-10 26-4 0 0,5-2-31 0 0,0 1 1 0 0,2 0-1 0 0,0 0 0 0 0,1 38 0 0 0,3-50-6 0 0,0 1 0 0 0,1-1 0 0 0,0 0 0 0 0,5 13 1 0 0,-6-21-5 0 0,0 1 1 0 0,0-1 0 0 0,1 1 0 0 0,-1-1 0 0 0,1 0 0 0 0,0 0 0 0 0,-1 0 0 0 0,2 0 0 0 0,-1 0 0 0 0,0 0-1 0 0,0-1 1 0 0,1 1 0 0 0,0-1 0 0 0,-1 1 0 0 0,1-1 0 0 0,0 0 0 0 0,0 0 0 0 0,0 0 0 0 0,5 1 0 0 0,-6-2-3 0 0,0-1 1 0 0,0 1-1 0 0,0-1 1 0 0,0 1-1 0 0,0-1 1 0 0,0 0 0 0 0,0 0-1 0 0,0 0 1 0 0,0 0-1 0 0,0 0 1 0 0,0 0-1 0 0,0-1 1 0 0,0 1-1 0 0,0-1 1 0 0,0 1-1 0 0,0-1 1 0 0,0 0 0 0 0,0 0-1 0 0,3-2 1 0 0,-2 1-3 0 0,-1 0 0 0 0,1-1 1 0 0,-1 1-1 0 0,0-1 0 0 0,0 1 1 0 0,0-1-1 0 0,0 0 0 0 0,-1 0 1 0 0,1 0-1 0 0,-1 0 1 0 0,2-5-1 0 0,2-9-34 0 0,0-1 1 0 0,-2 0 0 0 0,3-33-1 0 0,-4 27-9 0 0,0 10 12 0 0,-1-1 0 0 0,-1 1-1 0 0,0-1 1 0 0,-1 1 0 0 0,0-1-1 0 0,-1 1 1 0 0,-1 0 0 0 0,0 0-1 0 0,-1 0 1 0 0,-1 0 0 0 0,-10-23-1 0 0,14 36 37 0 0,1 1-1 0 0,0 0 0 0 0,0-1 1 0 0,0 1-1 0 0,0 0 1 0 0,0-1-1 0 0,-1 1 0 0 0,1 0 1 0 0,0-1-1 0 0,0 1 1 0 0,-1 0-1 0 0,1-1 0 0 0,0 1 1 0 0,0 0-1 0 0,-1 0 1 0 0,1-1-1 0 0,0 1 0 0 0,-1 0 1 0 0,1 0-1 0 0,0 0 0 0 0,-1-1 1 0 0,1 1-1 0 0,0 0 1 0 0,-1 0-1 0 0,1 0 0 0 0,0 0 1 0 0,-1 0-1 0 0,1 0 1 0 0,0 0-1 0 0,-1 0 0 0 0,1 0 1 0 0,-1 0-1 0 0,-7 10-56 0 0,0 20 10 0 0,8-29 41 0 0,-2 8-9 0 0,1-1 0 0 0,0 1 0 0 0,1 0 0 0 0,0-1 0 0 0,0 1 0 0 0,1 0 0 0 0,0-1 0 0 0,0 1 1 0 0,1 0-1 0 0,0-1 0 0 0,1 0 0 0 0,0 0 0 0 0,6 13 0 0 0,-8-20 15 0 0,-1 0 0 0 0,1 0 0 0 0,-1 0 0 0 0,1-1 1 0 0,0 1-1 0 0,-1 0 0 0 0,1-1 0 0 0,0 1 0 0 0,-1 0 0 0 0,1-1 0 0 0,0 1 0 0 0,0-1 0 0 0,0 1 1 0 0,0-1-1 0 0,-1 0 0 0 0,1 1 0 0 0,0-1 0 0 0,0 0 0 0 0,0 0 0 0 0,0 1 0 0 0,0-1 0 0 0,0 0 0 0 0,0 0 1 0 0,0 0-1 0 0,0 0 0 0 0,0 0 0 0 0,0 0 0 0 0,0-1 0 0 0,0 1 0 0 0,0 0 0 0 0,0 0 0 0 0,-1-1 1 0 0,1 1-1 0 0,1-1 0 0 0,31-16-73 0 0,-28 14 70 0 0,4-4-7 0 0,0 0 0 0 0,0-1 0 0 0,-1 0 0 0 0,0 0 0 0 0,-1-1 0 0 0,0 0 0 0 0,0 0 0 0 0,-1-1 1 0 0,7-12-1 0 0,4-6-24 0 0,10-16-49 0 0,-16 20 41 0 0,-10 22 32 0 0,2-5-62 0 0,-4 15 60 0 0,-1 0 1 0 0,0 0-1 0 0,-1 0 1 0 0,-6 14-1 0 0,-8 25-37 0 0,13-28 42 0 0,1-10 2 0 0,0 0 0 0 0,1 0 0 0 0,1 1 0 0 0,0-1 0 0 0,0 1 0 0 0,0-1 0 0 0,1 0 0 0 0,2 14 0 0 0,3 21-17 0 0,4 18-12 0 0,8-9 10 0 0,-17-52 27 0 0,1-1-1 0 0,0 1 1 0 0,-1-1 0 0 0,1 0-1 0 0,0 1 1 0 0,-1-1-1 0 0,1 0 1 0 0,0 1 0 0 0,-1-1-1 0 0,1 0 1 0 0,0 0 0 0 0,0 0-1 0 0,-1 1 1 0 0,1-1-1 0 0,0 0 1 0 0,0 0 0 0 0,-1 0-1 0 0,1 0 1 0 0,0 0 0 0 0,0-1-1 0 0,-1 1 1 0 0,1 0-1 0 0,0 0 1 0 0,0 0 0 0 0,-1-1-1 0 0,1 1 1 0 0,0 0-1 0 0,-1-1 1 0 0,1 1 0 0 0,0 0-1 0 0,-1-1 1 0 0,1 1 0 0 0,-1-1-1 0 0,1 1 1 0 0,-1-1-1 0 0,1 0 1 0 0,-1 1 0 0 0,2-2-1 0 0,5-6 1 0 0,-5 5 0 0 0,0 0 0 0 0,0 0 0 0 0,-1 0 0 0 0,1 1 0 0 0,-1-1 0 0 0,0-1 0 0 0,0 1 0 0 0,0 0 0 0 0,0 0 0 0 0,-1 0 0 0 0,1 0 0 0 0,-1-1 0 0 0,0 1 0 0 0,0 0 0 0 0,0 0 0 0 0,-1-5 0 0 0,1-1 0 0 0,-2-64 0 0 0,-3 0 0 0 0,-16-84 0 0 0,3 101 0 0 0,10 35 0 0 0,3 11 0 0 0,-2-3 0 0 0,7 13 0 0 0,0 0 0 0 0,0 0 0 0 0,0 0 0 0 0,0 0 0 0 0,0 0 0 0 0,0 0 0 0 0,0 0 0 0 0,0 0 0 0 0,0 0 0 0 0,0 0 0 0 0,0 0 0 0 0,-1 0 0 0 0,1 0 0 0 0,0 0 0 0 0,0 0 0 0 0,0 0 0 0 0,0 0 0 0 0,0 0 0 0 0,0 0 0 0 0,0 0 0 0 0,0 0 0 0 0,-1 0 0 0 0,1 0 0 0 0,0 0 0 0 0,0 0 0 0 0,0 0 0 0 0,0 0 0 0 0,0 0 0 0 0,0 0 0 0 0,0 0 0 0 0,0 0 0 0 0,0 0 0 0 0,0 0 0 0 0,-1 0 0 0 0,1 0 0 0 0,0 0 0 0 0,0 0 0 0 0,0 0 0 0 0,0 1 0 0 0,0-1 0 0 0,0 0 0 0 0,0 0 0 0 0,0 0 0 0 0,0 0 0 0 0,0 0 0 0 0,0 0 0 0 0,0 0 0 0 0,0 0 0 0 0,0 0 0 0 0,0 0 0 0 0,0 1 0 0 0,0-1 0 0 0,0 0 0 0 0,0 0 0 0 0,0 0 0 0 0,0 0 0 0 0,0 0 0 0 0,0 0 0 0 0,0 0 0 0 0,0 0 0 0 0,0 1 0 0 0,0-1 0 0 0,0 0 0 0 0,0 0 0 0 0,0 0 0 0 0,0 0 0 0 0,0 0 0 0 0,0 0 0 0 0,-2 16 0 0 0,1 18 2 0 0,3-21 7 0 0,-1 0 1 0 0,2 0-1 0 0,-1 0 1 0 0,9 20-1 0 0,-10-28 2 0 0,1-1-1 0 0,0 1 0 0 0,0-1 1 0 0,1 0-1 0 0,-1 0 0 0 0,1 0 0 0 0,0 0 1 0 0,0-1-1 0 0,0 1 0 0 0,1-1 1 0 0,-1 0-1 0 0,1 0 0 0 0,0 0 0 0 0,0 0 1 0 0,0-1-1 0 0,8 5 0 0 0,-3-5 35 0 0,0-1-1 0 0,-1 1 1 0 0,1-1-1 0 0,0-1 1 0 0,-1 0-1 0 0,18-2 0 0 0,2 1 39 0 0,16-3 103 0 0,-38 3-151 0 0,0 0 1 0 0,1 0-1 0 0,-1 1 1 0 0,0-1-1 0 0,1 1 1 0 0,-1 1-1 0 0,0-1 1 0 0,0 1-1 0 0,1 0 1 0 0,-1 1-1 0 0,10 3 1 0 0,-14-3-23 0 0,1-1 0 0 0,0 1 1 0 0,-1 0-1 0 0,1 0 0 0 0,-1 1 1 0 0,0-1-1 0 0,1 0 0 0 0,-1 1 1 0 0,0 0-1 0 0,-1-1 0 0 0,1 1 1 0 0,0 0-1 0 0,-1 0 0 0 0,0 0 1 0 0,1 0-1 0 0,-1 0 0 0 0,0 0 1 0 0,-1 0-1 0 0,1 0 0 0 0,0 1 1 0 0,-1-1-1 0 0,0 0 0 0 0,0 0 1 0 0,0 1-1 0 0,0-1 0 0 0,0 0 1 0 0,-1 4-1 0 0,-1 6 32 0 0,0-1 0 0 0,-1 1 0 0 0,0-1 0 0 0,-1 0 1 0 0,-8 20-1 0 0,11-29-31 0 0,0-1 0 0 0,-1 1 0 0 0,1-1 1 0 0,0 0-1 0 0,-1 1 0 0 0,0-1 0 0 0,1 0 1 0 0,-1 0-1 0 0,0 0 0 0 0,0 0 0 0 0,0 0 1 0 0,0 0-1 0 0,-1-1 0 0 0,1 1 0 0 0,0-1 0 0 0,-1 0 1 0 0,1 1-1 0 0,-1-1 0 0 0,1 0 0 0 0,-1 0 1 0 0,0-1-1 0 0,1 1 0 0 0,-1 0 0 0 0,-3-1 1 0 0,6-1-12 0 0,-1 0 1 0 0,0 0-1 0 0,1 0 1 0 0,-1 0-1 0 0,1 0 1 0 0,0 0-1 0 0,-1 0 1 0 0,1 0-1 0 0,0 0 1 0 0,0 0-1 0 0,-1 0 1 0 0,1 0-1 0 0,0-2 1 0 0,-2-7 21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40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14776 0 0,'4'0'304'0'0,"-1"0"-558"0"0,1-1 556 0 0,-1 1 0 0 0,0 0 1 0 0,0 0-1 0 0,0 0 0 0 0,0 1 0 0 0,0-1 1 0 0,0 1-1 0 0,4 1 0 0 0,-5-1-241 0 0,0-1 1 0 0,0 1-1 0 0,0 0 1 0 0,0-1-1 0 0,0 1 0 0 0,0-1 1 0 0,1 1-1 0 0,-1-1 0 0 0,4 0 1 0 0,5 1 51 0 0,85 18 457 0 0,-42-10-320 0 0,-18-2-104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41.7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0 811 11760 0 0,'12'-2'34'0'0,"6"-4"91"0"0,-15 5-87 0 0,-1 0 1 0 0,0-1 0 0 0,0 1 0 0 0,0-1 0 0 0,0 1-1 0 0,0-1 1 0 0,0 0 0 0 0,0 1 0 0 0,0-1 0 0 0,-1 0-1 0 0,1 0 1 0 0,-1 0 0 0 0,0-1 0 0 0,1 1 0 0 0,-1 0-1 0 0,0 0 1 0 0,1-5 0 0 0,13-31 279 0 0,-11 30-279 0 0,0 0 0 0 0,-1 0-1 0 0,0 0 1 0 0,-1 0 0 0 0,3-16 0 0 0,-3 14-26 0 0,0-37 14 0 0,-2 36-27 0 0,0 0 0 0 0,0 3 1 0 0,0 7 7 0 0,0-1 5 0 0,0-4-3 0 0,0 5 132 0 0,14 26-10 0 0,-8-12-36 0 0,1-1-1 0 0,12 19 0 0 0,-16-27-59 0 0,-1-1 0 0 0,1 1 1 0 0,0-1-1 0 0,0 1 0 0 0,1-1 0 0 0,-1 0 0 0 0,1-1 0 0 0,-1 1 0 0 0,1-1 0 0 0,0 1 0 0 0,5 1 0 0 0,-8-4-17 0 0,0 1 0 0 0,1-1 0 0 0,-1 0 0 0 0,0 0 0 0 0,1 0 0 0 0,-1 0 0 0 0,0 0 0 0 0,1-1 0 0 0,-1 1 0 0 0,0 0 0 0 0,0-1 0 0 0,1 1 0 0 0,-1 0 0 0 0,0-1 0 0 0,0 0 0 0 0,1 1 0 0 0,-1-1 0 0 0,0 0 0 0 0,0 1 0 0 0,0-1 0 0 0,0 0 0 0 0,0 0 0 0 0,0 0 0 0 0,0 0 0 0 0,-1 0 0 0 0,2-2 0 0 0,21-33 141 0 0,-18 28-68 0 0,3-7-29 0 0,-2 0 0 0 0,1-1-1 0 0,-2 1 1 0 0,0-1 0 0 0,-1 0-1 0 0,-1-1 1 0 0,0 1 0 0 0,0-22-1 0 0,4-20 57 0 0,-4 34 5 0 0,1-48 0 0 0,-8-62 144 0 0,1 108-217 0 0,2 14-7 0 0,0 0 0 0 0,-1 0 0 0 0,0 0 0 0 0,-1 0 0 0 0,-5-12 0 0 0,7 18-14 0 0,-2 1-1 0 0,1-1 1 0 0,-1 1 0 0 0,1 0 0 0 0,-1 0 0 0 0,-1 0 0 0 0,1 0 0 0 0,-1 0 0 0 0,0 1 0 0 0,0-1 0 0 0,-6-4 0 0 0,9 9-22 0 0,0 0-1 0 0,1 0 1 0 0,-1 0 0 0 0,0 0-1 0 0,0 0 1 0 0,0 0-1 0 0,1 0 1 0 0,-1 0-1 0 0,0 0 1 0 0,0 0-1 0 0,0 0 1 0 0,1 0-1 0 0,-1 1 1 0 0,0-1-1 0 0,0 0 1 0 0,1 0-1 0 0,-1 1 1 0 0,0-1-1 0 0,1 1 1 0 0,-1-1-1 0 0,0 1 1 0 0,1-1-1 0 0,-1 1 1 0 0,0-1-1 0 0,1 1 1 0 0,-1 0-1 0 0,1-1 1 0 0,-1 1-1 0 0,1 0 1 0 0,0-1-1 0 0,-1 2 1 0 0,1-2-7 0 0,-4 6 21 0 0,1 0 0 0 0,-1 0 0 0 0,2 0 1 0 0,-1 0-1 0 0,1 1 0 0 0,0-1 0 0 0,0 1 0 0 0,-1 11 0 0 0,-3 59 85 0 0,5-57-73 0 0,0 22 17 0 0,1-1 1 0 0,3 0 0 0 0,1 0-1 0 0,2-1 1 0 0,1 1 0 0 0,17 48-1 0 0,45 130 229 0 0,-66-205-257 0 0,0 1 0 0 0,0 0 0 0 0,0 23 1 0 0,2 16 46 0 0,-2-34-35 0 0,-1 1 1 0 0,-2-1-1 0 0,0 0 1 0 0,-5 37-1 0 0,2-27 21 0 0,3-25-33 0 0,-2-1-1 0 0,1 1 1 0 0,0 0-1 0 0,-1-1 1 0 0,0 1-1 0 0,0-1 1 0 0,0 0-1 0 0,-4 5 1 0 0,4-6 17 0 0,-6-5 12 0 0,7 1-22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42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13560 0 0,'0'0'0'0'0,"22"4"336"0"0,-14-2 336 0 0,1 4-208 0 0,-1-9-208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42.7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0 180 12960 0 0,'0'0'937'0'0,"4"0"-792"0"0,-2 0-51 0 0,-1 0-1 0 0,1 0 1 0 0,-1 0-1 0 0,1 0 1 0 0,-1 1 0 0 0,1-1-1 0 0,-1 0 1 0 0,1 1-1 0 0,-1-1 1 0 0,1 1-1 0 0,-1 0 1 0 0,1 0-1 0 0,-1-1 1 0 0,0 1 0 0 0,0 0-1 0 0,1 0 1 0 0,-1 0-1 0 0,0 0 1 0 0,2 2-1 0 0,14 31 422 0 0,-12-22-394 0 0,78 189 744 0 0,-73-174-804 0 0,-2-4 64 0 0,20 40 1 0 0,-28-63-123 0 0,0 0 0 0 0,0 0 0 0 0,0 0 0 0 0,0 0 0 0 0,1 1 1 0 0,-1-1-1 0 0,0 0 0 0 0,0 0 0 0 0,0 0 0 0 0,0 0 0 0 0,0 0 0 0 0,0 0 0 0 0,0 1 0 0 0,1-1 0 0 0,-1 0 0 0 0,0 0 0 0 0,0 0 0 0 0,0 0 0 0 0,0 0 1 0 0,0 0-1 0 0,1 0 0 0 0,-1 0 0 0 0,0 0 0 0 0,0 0 0 0 0,0 0 0 0 0,0 1 0 0 0,1-1 0 0 0,-1 0 0 0 0,0 0 0 0 0,0 0 0 0 0,0 0 0 0 0,0 0 1 0 0,1 0-1 0 0,-1-1 0 0 0,0 1 0 0 0,0 0 0 0 0,0 0 0 0 0,0 0 0 0 0,0 0 0 0 0,1 0 0 0 0,-1 0 0 0 0,0 0 0 0 0,0 0 0 0 0,0 0 0 0 0,0 0 0 0 0,0 0 1 0 0,1-1-1 0 0,-1 1 0 0 0,0 0 0 0 0,0 0 0 0 0,0 0 0 0 0,0 0 0 0 0,0 0 0 0 0,0 0 0 0 0,0-1 0 0 0,0 1 0 0 0,1 0 0 0 0,-1 0 0 0 0,0 0 0 0 0,0 0 1 0 0,0-1-1 0 0,0 1 0 0 0,0 0 0 0 0,0 0 0 0 0,0 0 0 0 0,0-1 0 0 0,6-22 55 0 0,-4 14-48 0 0,-1-1 0 0 0,0 0 1 0 0,-2-17-1 0 0,-6-74 85 0 0,1 54-10 0 0,1-70 1 0 0,4 117-80 0 0,1-1-1 0 0,0 1 1 0 0,0-1 0 0 0,0 0 0 0 0,0 1 0 0 0,0-1-1 0 0,0 1 1 0 0,0-1 0 0 0,0 1 0 0 0,0-1 0 0 0,0 0-1 0 0,0 1 1 0 0,0-1 0 0 0,1 1 0 0 0,-1-1 0 0 0,0 1 0 0 0,0-1-1 0 0,0 1 1 0 0,1-1 0 0 0,-1 1 0 0 0,0-1 0 0 0,1 1-1 0 0,-1-1 1 0 0,0 1 0 0 0,1-1 0 0 0,-1 1 0 0 0,1 0-1 0 0,-1-1 1 0 0,1 1 0 0 0,-1 0 0 0 0,1-1 0 0 0,-1 1-1 0 0,1 0 1 0 0,-1 0 0 0 0,1-1 0 0 0,0 1 0 0 0,0 0 1 0 0,0 0 0 0 0,0 1 0 0 0,0-1 0 0 0,0 0 1 0 0,0 1-1 0 0,0-1 0 0 0,0 0 0 0 0,-1 1 0 0 0,1-1 0 0 0,0 1 1 0 0,0 0-1 0 0,0-1 0 0 0,-1 1 0 0 0,1 0 0 0 0,0-1 0 0 0,-1 1 1 0 0,2 1-1 0 0,6 9 45 0 0,-1 1 1 0 0,0 1-1 0 0,7 16 1 0 0,-10-21-19 0 0,0 1 1 0 0,0-1 0 0 0,1 0-1 0 0,-1 0 1 0 0,2 0-1 0 0,-1-1 1 0 0,12 12-1 0 0,-11-14 72 0 0,14 11 33 0 0,-19-16-128 0 0,-1 0 0 0 0,1 1 0 0 0,0-1 0 0 0,0 0 0 0 0,-1 0 1 0 0,1 0-1 0 0,0 0 0 0 0,0 0 0 0 0,0 0 0 0 0,-1 0 0 0 0,1 0 0 0 0,0 0 0 0 0,0 0 0 0 0,0 0 1 0 0,-1 0-1 0 0,1-1 0 0 0,0 1 0 0 0,0 0 0 0 0,-1-1 0 0 0,1 1 0 0 0,0 0 0 0 0,-1-1 0 0 0,1 1 1 0 0,0-1-1 0 0,-1 1 0 0 0,1-1 0 0 0,-1 1 0 0 0,1-1 0 0 0,-1 0 0 0 0,1 1 0 0 0,0-2 0 0 0,5-7 40 0 0,0-1 0 0 0,0 0 0 0 0,-1 0-1 0 0,-1 0 1 0 0,0-1 0 0 0,5-18 0 0 0,13-75 205 0 0,-18 80-148 0 0,-2 14-70 0 0,0 0-1 0 0,0-1 0 0 0,-1 1 0 0 0,0 0 0 0 0,-1 0 1 0 0,0-1-1 0 0,-1 1 0 0 0,0 0 0 0 0,0 0 0 0 0,-4-13 1 0 0,1 13 16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43.1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0 249 13968 0 0,'30'7'63'0'0,"16"1"210"0"0,-23-4 20 0 0,1 1 0 0 0,42 14 0 0 0,-38-6-210 0 0,-17-7 176 0 0,1 0-1 0 0,0-1 1 0 0,1 0-1 0 0,-1-1 1 0 0,19 4 0 0 0,-25-7-195 0 0,-1 0-1 0 0,0-1 1 0 0,1 1 0 0 0,0-1 0 0 0,-1-1 0 0 0,1 1 0 0 0,-1-1 0 0 0,1 0-1 0 0,-1 0 1 0 0,0-1 0 0 0,1 1 0 0 0,-1-1 0 0 0,0 0 0 0 0,0-1 0 0 0,6-3-1 0 0,-6 3-55 0 0,-1-1 0 0 0,1 0-1 0 0,-1 0 1 0 0,0 0 0 0 0,0 0-1 0 0,-1 0 1 0 0,1-1 0 0 0,-1 0-1 0 0,0 0 1 0 0,0 0 0 0 0,-1 0-1 0 0,1 0 1 0 0,-1 0 0 0 0,0-1-1 0 0,1-7 1 0 0,2-8 31 0 0,-2-1 1 0 0,2-37-1 0 0,-4 33-32 0 0,-1 15-7 0 0,0-1 0 0 0,-1 1 0 0 0,0 0 0 0 0,-1-1 0 0 0,-5-15 0 0 0,2 16 0 0 0,4 10 0 0 0,0 0 0 0 0,0-1 0 0 0,0 1 0 0 0,0 0 0 0 0,0-1-1 0 0,0 1 1 0 0,0 0 0 0 0,0 0 0 0 0,0 0 0 0 0,0 0-1 0 0,-1 0 1 0 0,1 0 0 0 0,-2-1 0 0 0,3 2 0 0 0,-1 0-1 0 0,1 0 1 0 0,-1 0 0 0 0,1 0 0 0 0,-1-1-1 0 0,1 1 1 0 0,-1 0 0 0 0,1 0 0 0 0,-1 1 0 0 0,1-1-1 0 0,-1 0 1 0 0,1 0 0 0 0,-1 0 0 0 0,1 0-1 0 0,-1 0 1 0 0,1 0 0 0 0,-1 1 0 0 0,1-1-1 0 0,0 0 1 0 0,-1 0 0 0 0,1 1 0 0 0,-1-1 0 0 0,1 0-1 0 0,0 1 1 0 0,-1-1 0 0 0,-12 25-13 0 0,13-25 13 0 0,-5 18 0 0 0,1-1-1 0 0,1 1 1 0 0,0 0-1 0 0,0 31 0 0 0,3-29 1 0 0,1 1 0 0 0,1-1 0 0 0,5 23 0 0 0,-6-36 0 0 0,1 1 0 0 0,1-1 0 0 0,-1 0 0 0 0,1 0 0 0 0,0 0 0 0 0,1 0 0 0 0,0 0 0 0 0,0-1 0 0 0,0 0 0 0 0,11 12 0 0 0,-6-10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2:44.8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1 592 11048 0 0,'32'-36'691'0'0,"-28"31"-510"0"0,-1 0 1 0 0,0-1-1 0 0,0 1 0 0 0,-1-1 0 0 0,1 1 1 0 0,-1-1-1 0 0,-1 0 0 0 0,1 0 0 0 0,-1 0 1 0 0,1-7-1 0 0,8-56 429 0 0,-8 63-568 0 0,-1 0 0 0 0,1 0 0 0 0,0 0 0 0 0,0 0 0 0 0,1 1 0 0 0,0-1 0 0 0,0 1 0 0 0,7-10 0 0 0,-9 14-34 0 0,1-1 0 0 0,-1 0 0 0 0,1 1-1 0 0,-1-1 1 0 0,1 1 0 0 0,-1-1 0 0 0,1 1 0 0 0,0 0 0 0 0,0 0 0 0 0,2-2 0 0 0,-3 3-8 0 0,0 0 0 0 0,0 0 0 0 0,0 0 0 0 0,0 1 0 0 0,0-1 0 0 0,0 0 0 0 0,0 0 0 0 0,0 1 0 0 0,-1-1 0 0 0,1 1 0 0 0,0-1 0 0 0,0 1 0 0 0,0-1 0 0 0,-1 1 0 0 0,1-1 0 0 0,0 1 1 0 0,-1 0-1 0 0,1-1 0 0 0,0 1 0 0 0,-1 0 0 0 0,1-1 0 0 0,-1 1 0 0 0,2 1 0 0 0,4 7-3 0 0,0 0 0 0 0,-1 0 0 0 0,0 1 1 0 0,0-1-1 0 0,-1 1 0 0 0,-1 0 0 0 0,1 0 0 0 0,3 21 1 0 0,-2 5-26 0 0,2 47 1 0 0,-6-60 10 0 0,-2 6-11 0 0,0-24 11 0 0,1-19 20 0 0,1-13 4 0 0,-1 2 14 0 0,1 0 0 0 0,2 1 0 0 0,0-1 0 0 0,1 1 0 0 0,1 0 0 0 0,10-27 0 0 0,-13 47 0 0 0,0 1 1 0 0,1-1 0 0 0,-1 0-1 0 0,1 1 1 0 0,0-1 0 0 0,0 1-1 0 0,0 0 1 0 0,0 0 0 0 0,0 0 0 0 0,5-3-1 0 0,-7 5 38 0 0,1 2-41 0 0,0-1 0 0 0,0 0 1 0 0,-1 1-1 0 0,1-1 0 0 0,0 1 0 0 0,0 0 0 0 0,-1 0 1 0 0,1 0-1 0 0,-1 0 0 0 0,1 0 0 0 0,0 0 1 0 0,-1 0-1 0 0,0 0 0 0 0,1 0 0 0 0,-1 1 1 0 0,0-1-1 0 0,0 0 0 0 0,1 1 0 0 0,-1-1 1 0 0,1 4-1 0 0,20 39 215 0 0,-13-23-146 0 0,49 92 538 0 0,-57-111-439 0 0,-1-2-180 0 0,0 1-1 0 0,0-1 0 0 0,0 0 0 0 0,0 0 1 0 0,0 1-1 0 0,0-1 0 0 0,0 0 0 0 0,0 0 1 0 0,0 1-1 0 0,0-1 0 0 0,1 0 0 0 0,-1 0 1 0 0,0 1-1 0 0,0-1 0 0 0,0 0 0 0 0,0 0 1 0 0,0 0-1 0 0,0 1 0 0 0,1-1 0 0 0,-1 0 1 0 0,0 0-1 0 0,0 0 0 0 0,0 0 0 0 0,1 1 1 0 0,-1-1-1 0 0,0 0 0 0 0,0 0 0 0 0,0 0 1 0 0,1 0-1 0 0,-1 0 0 0 0,0 0 0 0 0,0 0 1 0 0,1 1-1 0 0,-1-1 0 0 0,0 0 0 0 0,0 0 1 0 0,1 0-1 0 0,-1-1-1 0 0,1 1 1 0 0,-1 0-1 0 0,1 0 0 0 0,-1 0 1 0 0,0-1-1 0 0,1 1 0 0 0,-1 0 1 0 0,0 0-1 0 0,0-1 0 0 0,1 1 1 0 0,-1 0-1 0 0,0-1 1 0 0,1 1-1 0 0,-1 0 0 0 0,0-1 1 0 0,0 1-1 0 0,0 0 0 0 0,1-1 1 0 0,-1 1-1 0 0,0-1 0 0 0,0 1 1 0 0,0 0-1 0 0,0-1 0 0 0,0 1 1 0 0,0-1-1 0 0,0 1 0 0 0,0 0 1 0 0,0-1-1 0 0,0 1 0 0 0,0-1 1 0 0,0 0-1 0 0,0-37 88 0 0,-1-1 0 0 0,-2 1 0 0 0,-2-1 0 0 0,-11-48 0 0 0,15 86-87 0 0,1-1 0 0 0,-1 0 0 0 0,1 0-1 0 0,0 0 1 0 0,0 0 0 0 0,0 0 0 0 0,0 0 0 0 0,0 0 0 0 0,0 0 0 0 0,1 0-1 0 0,0-3 1 0 0,-1-14 141 0 0,0 19-144 0 0,0-1-1 0 0,0 1 0 0 0,0 0 1 0 0,0 0-1 0 0,0-1 1 0 0,0 1-1 0 0,-1 0 1 0 0,1 0-1 0 0,0-1 0 0 0,0 1 1 0 0,0 0-1 0 0,-1 0 1 0 0,1 0-1 0 0,0-1 1 0 0,0 1-1 0 0,-1 0 0 0 0,1 0 1 0 0,0 0-1 0 0,0 0 1 0 0,-1 0-1 0 0,1-1 1 0 0,0 1-1 0 0,0 0 0 0 0,-1 0 1 0 0,1 0-1 0 0,0 0 1 0 0,-1 0-1 0 0,1 0 1 0 0,0 0-1 0 0,-1 0 0 0 0,1 0 1 0 0,0 0-1 0 0,0 0 1 0 0,-1 0-1 0 0,1 0 1 0 0,0 0-1 0 0,-1 1 0 0 0,1-1 1 0 0,0 0-1 0 0,0 0 1 0 0,-1 0-1 0 0,1 0 1 0 0,0 0-1 0 0,0 1 0 0 0,-1-1 1 0 0,1 0-1 0 0,0 0 1 0 0,0 0-1 0 0,0 1 1 0 0,-1-1-1 0 0,1 0 0 0 0,0 0 1 0 0,0 1-1 0 0,0-1 1 0 0,0 0-1 0 0,0 0 1 0 0,-1 1-1 0 0,1-1 0 0 0,0 1 1 0 0,-11 15 43 0 0,10-8-33 0 0,0 1 0 0 0,0 0-1 0 0,1 0 1 0 0,0 0 0 0 0,1-1 0 0 0,-1 1 0 0 0,4 10 0 0 0,-2 0 7 0 0,2 8 12 0 0,0-1-1 0 0,2 0 0 0 0,1 0 0 0 0,1 0 0 0 0,1-1 0 0 0,16 32 0 0 0,-22-50-13 0 0,1 0 1 0 0,1 0-1 0 0,-1 0 0 0 0,1-1 0 0 0,1 0 1 0 0,-1 0-1 0 0,1 0 0 0 0,0 0 0 0 0,0-1 1 0 0,1 0-1 0 0,-1 0 0 0 0,1-1 1 0 0,0 0-1 0 0,0 0 0 0 0,1 0 0 0 0,-1-1 1 0 0,1 0-1 0 0,12 2 0 0 0,-18-5-9 0 0,0 0 0 0 0,1 0 0 0 0,-1 0 0 0 0,0-1 0 0 0,0 1 0 0 0,0-1 0 0 0,1 0 0 0 0,-1 1 1 0 0,0-1-1 0 0,0 0 0 0 0,0 0 0 0 0,0 0 0 0 0,0-1 0 0 0,-1 1 0 0 0,1 0 0 0 0,0-1 0 0 0,0 1 0 0 0,-1-1 0 0 0,1 0 0 0 0,-1 1 0 0 0,0-1 0 0 0,1 0 0 0 0,-1 0 0 0 0,0 0 0 0 0,0 0 0 0 0,0 0 0 0 0,1-3 0 0 0,3-7 36 0 0,0 0 0 0 0,0-1 0 0 0,2-14 0 0 0,-3 6 16 0 0,-1 1-1 0 0,-1-1 0 0 0,-1-20 1 0 0,2-20 41 0 0,-2 45-36 0 0,0 1 0 0 0,-1-1 0 0 0,0 1-1 0 0,-2-1 1 0 0,0 1 0 0 0,0 0 0 0 0,-6-18 0 0 0,7 31-7 0 0,-1 0 0 0 0,2 2-53 0 0,0-1-1 0 0,-1 1 1 0 0,1 0-1 0 0,0-1 1 0 0,0 1-1 0 0,0 0 1 0 0,0-1-1 0 0,-1 1 1 0 0,1 0-1 0 0,0 0 1 0 0,0-1-1 0 0,-1 1 1 0 0,1 0-1 0 0,0 0 1 0 0,0 0-1 0 0,-1-1 1 0 0,1 1-1 0 0,0 0 1 0 0,-1 0-1 0 0,1 0 0 0 0,0 0 1 0 0,-1 0-1 0 0,1-1 1 0 0,0 1-1 0 0,0 0 1 0 0,-1 0-1 0 0,1 0 1 0 0,-1 0-1 0 0,1 0 1 0 0,0 0-1 0 0,-1 0 1 0 0,1 0-1 0 0,0 0 1 0 0,-1 0-1 0 0,1 0 1 0 0,0 1-1 0 0,0-1 1 0 0,-1 0-1 0 0,1 0 1 0 0,0 0-1 0 0,-1 0 1 0 0,1 0-1 0 0,0 1 1 0 0,-1-1-1 0 0,1 0 1 0 0,0 0-1 0 0,0 0 1 0 0,-1 1-1 0 0,1-1 1 0 0,0 0-1 0 0,0 1 1 0 0,0-1-1 0 0,-1 0 1 0 0,1 0-1 0 0,0 1 1 0 0,0-1-1 0 0,0 0 0 0 0,0 1 1 0 0,0-1-1 0 0,0 0 1 0 0,-1 1-1 0 0,-4 20 31 0 0,1-1 0 0 0,1 0-1 0 0,0 1 1 0 0,1 0 0 0 0,2 0-1 0 0,0 0 1 0 0,1-1 0 0 0,1 1-1 0 0,1 0 1 0 0,9 33 0 0 0,-11-49-32 0 0,-1-3 3 0 0,1 1 0 0 0,-1 0 0 0 0,1-1 0 0 0,-1 1 0 0 0,1-1 0 0 0,0 1 0 0 0,0 0 0 0 0,0-1 0 0 0,0 0-1 0 0,1 1 1 0 0,-1-1 0 0 0,1 0 0 0 0,0 1 0 0 0,-1-1 0 0 0,1 0 0 0 0,0 0 0 0 0,0-1 0 0 0,4 4 0 0 0,-5-4-4 0 0,0-1 1 0 0,0 1 0 0 0,1-1 0 0 0,-1 1-1 0 0,0-1 1 0 0,0 1 0 0 0,1-1-1 0 0,-1 0 1 0 0,0 0 0 0 0,0 1 0 0 0,1-1-1 0 0,-1 0 1 0 0,0 0 0 0 0,1 0-1 0 0,-1 0 1 0 0,0-1 0 0 0,0 1 0 0 0,1 0-1 0 0,-1-1 1 0 0,0 1 0 0 0,0 0-1 0 0,1-1 1 0 0,0 0 0 0 0,22-16 13 0 0,-10 3-13 0 0,0 0 0 0 0,-1-1 1 0 0,0 0-1 0 0,-1-1 0 0 0,-1-1 0 0 0,-1 0 0 0 0,16-33 0 0 0,-9 1-3 0 0,-13 40-1 0 0,-3 0-6 0 0,0-1-1 0 0,1 2 0 0 0,-4 8 0 0 0,1 0 8 0 0,0 0-1 0 0,1 0 0 0 0,-1 0 1 0 0,0 1-1 0 0,1-1 0 0 0,-1 0 1 0 0,0 0-1 0 0,1 0 1 0 0,-1 0-1 0 0,0 1 0 0 0,1-1 1 0 0,-1 0-1 0 0,1 1 0 0 0,-1-1 1 0 0,0 0-1 0 0,1 1 1 0 0,-1-1-1 0 0,1 1 0 0 0,-1-1 1 0 0,0 2-1 0 0,-6 7-2 0 0,1 0 0 0 0,0 1 0 0 0,1 0 0 0 0,0 0-1 0 0,0 0 1 0 0,-4 17 0 0 0,-1 5-8 0 0,-6 35 0 0 0,11-46 6 0 0,4-15 3 0 0,-1 0 0 0 0,1 0 0 0 0,0 0-1 0 0,0 1 1 0 0,0-1 0 0 0,1 0 0 0 0,0 1 0 0 0,1-1 0 0 0,-1 0 0 0 0,3 9 0 0 0,1-1-2 0 0,0 0-1 0 0,0-4 2 0 0,-4-10 3 0 0,0 1-1 0 0,0 0 1 0 0,1-1 0 0 0,-1 1 0 0 0,0 0 0 0 0,1-1-1 0 0,-1 1 1 0 0,1 0 0 0 0,-1-1 0 0 0,1 1-1 0 0,-1-1 1 0 0,1 1 0 0 0,-1-1 0 0 0,1 1 0 0 0,0-1-1 0 0,-1 1 1 0 0,1-1 0 0 0,0 1 0 0 0,-1-1-1 0 0,1 0 1 0 0,0 1 0 0 0,-1-1 0 0 0,1 0-1 0 0,0 0 1 0 0,0 0 0 0 0,-1 0 0 0 0,1 1 0 0 0,1-1-1 0 0,7 0 1 0 0,5 1 1 0 0,-11-1 0 0 0,0 1-1 0 0,0-1 1 0 0,0 0-1 0 0,0 0 1 0 0,0 0-1 0 0,0 0 1 0 0,0 0-1 0 0,-1-1 1 0 0,1 1-1 0 0,0-1 1 0 0,5-2-1 0 0,34-30 27 0 0,-35 24-21 0 0,-6 7-5 0 0,0 1 0 0 0,0-1 0 0 0,0 0-1 0 0,0 1 1 0 0,0-1 0 0 0,0 0 0 0 0,-1 1-1 0 0,1-1 1 0 0,-1 0 0 0 0,0 0 0 0 0,1 0-1 0 0,-1 1 1 0 0,0-1 0 0 0,0 0 0 0 0,0 0-1 0 0,0 0 1 0 0,0 0 0 0 0,-1-2-1 0 0,0-6 2 0 0,-5-102 2 0 0,-40-211 0 0 0,33 252-4 0 0,11 42 0 0 0,3 22 0 0 0,-2 0 0 0 0,1 1 0 0 0,-1-1 0 0 0,0 0 0 0 0,0 1 0 0 0,-4-10 0 0 0,46 186-16 0 0,-15-70 16 0 0,-18-65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4.8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3616 0 0,'-1'41'31'0'0,"-1"-24"30"0"0,2 1 0 0 0,0 0 0 0 0,1-1 0 0 0,0 1 0 0 0,2 0 1 0 0,0-1-1 0 0,10 30 0 0 0,-6-36-22 0 0,0 0 1 0 0,0 0 0 0 0,1-1-1 0 0,1 0 1 0 0,0-1-1 0 0,0 0 1 0 0,13 9-1 0 0,-1 1 68 0 0,-2-2-20 0 0,0 0 0 0 0,1-1 0 0 0,1-1 1 0 0,1-1-1 0 0,0-1 0 0 0,0-1 0 0 0,1-1 1 0 0,38 12-1 0 0,-60-22-81 0 0,0-1 0 0 0,0 1 1 0 0,1-1-1 0 0,-1 0 0 0 0,0 0 1 0 0,0 0-1 0 0,1 0 0 0 0,-1 0 1 0 0,0 0-1 0 0,0 0 0 0 0,1 0 1 0 0,-1 0-1 0 0,0-1 0 0 0,0 1 1 0 0,1 0-1 0 0,-1-1 0 0 0,0 1 1 0 0,0-1-1 0 0,0 1 0 0 0,0-1 1 0 0,0 0-1 0 0,0 0 0 0 0,0 1 1 0 0,2-2-1 0 0,-1-1 3 0 0,-1 1 0 0 0,1 0 0 0 0,0-1 0 0 0,-1 1 0 0 0,0-1 0 0 0,1 0 0 0 0,-1 0 0 0 0,0 1 1 0 0,0-1-1 0 0,0-4 0 0 0,1-2 25 0 0,-1 0 0 0 0,0-1 1 0 0,-1 1-1 0 0,0 0 0 0 0,-1-17 1 0 0,-4-2 148 0 0,0 0 1 0 0,-2 1 0 0 0,-14-37-1 0 0,4 39 715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5.6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0 526 7432 0 0,'4'2'89'0'0,"-2"-1"-60"0"0,1-1 0 0 0,-1 1 0 0 0,0 0-1 0 0,1 1 1 0 0,-1-1 0 0 0,0 0 0 0 0,0 1 0 0 0,0-1 0 0 0,0 1-1 0 0,0-1 1 0 0,0 1 0 0 0,-1 0 0 0 0,1 0 0 0 0,0 0 0 0 0,1 3-1 0 0,-2-5 11 0 0,1 1 0 0 0,-1-1 0 0 0,1 0 0 0 0,-1 1 0 0 0,1-1 0 0 0,0 0-1 0 0,-1 0 1 0 0,1 0 0 0 0,-1 0 0 0 0,1 0 0 0 0,-1 0 0 0 0,1-1-1 0 0,0 1 1 0 0,-1 0 0 0 0,1-1 0 0 0,-1 1 0 0 0,1-1 0 0 0,-1 0 0 0 0,0 1-1 0 0,1-1 1 0 0,1-1 0 0 0,2-4 34 0 0,0-1-1 0 0,0 1 1 0 0,-1-1-1 0 0,1 0 1 0 0,-2 0 0 0 0,1-1-1 0 0,-1 1 1 0 0,0-1-1 0 0,3-13 1 0 0,-1-5 98 0 0,4-44-1 0 0,-7 48-121 0 0,-6-51 136 0 0,8-20 23 0 0,-8 72-119 0 0,-1 2 41 0 0,5 18 3 0 0,1 25-54 0 0,-1-13-54 0 0,1 10 4 0 0,0 0 1 0 0,2-1-1 0 0,0 1 0 0 0,1-1 0 0 0,2 0 0 0 0,0 0 0 0 0,1 0 0 0 0,0-1 0 0 0,2 0 0 0 0,0 0 1 0 0,18 24-1 0 0,-27-42-28 0 0,12 15 45 0 0,0 1 0 0 0,1-2 0 0 0,1 0 0 0 0,21 19 0 0 0,-32-31-27 0 0,1 0-1 0 0,0 0 1 0 0,0-1 0 0 0,0 1 0 0 0,0-1 0 0 0,0 0 0 0 0,0 0 0 0 0,1-1-1 0 0,-1 1 1 0 0,0-1 0 0 0,1 0 0 0 0,0 0 0 0 0,-1 0 0 0 0,1-1 0 0 0,-1 1-1 0 0,1-1 1 0 0,0-1 0 0 0,-1 1 0 0 0,1 0 0 0 0,0-1 0 0 0,-1 0 0 0 0,1 0-1 0 0,-1 0 1 0 0,0-1 0 0 0,7-3 0 0 0,-7 3 4 0 0,0-1 1 0 0,0 0-1 0 0,0 0 1 0 0,0 0-1 0 0,-1-1 0 0 0,1 1 1 0 0,-1-1-1 0 0,0 0 0 0 0,0 0 1 0 0,0 0-1 0 0,-1 0 1 0 0,0 0-1 0 0,1-1 0 0 0,-2 1 1 0 0,3-6-1 0 0,2-8 71 0 0,-1 0 0 0 0,4-30 0 0 0,-6 26-18 0 0,0 0 0 0 0,-1 0-1 0 0,-1 0 1 0 0,-2 0 0 0 0,-3-31 0 0 0,2 44-24 0 0,2 7-24 0 0,0 0 0 0 0,0 0 0 0 0,-1 0 0 0 0,1-1 0 0 0,-1 1 0 0 0,0 0 0 0 0,1 0 0 0 0,-1 0 0 0 0,0 0 0 0 0,0 0 0 0 0,0 0 0 0 0,-3-3 0 0 0,3 4 60 0 0,2 29 47 0 0,2 0 1 0 0,1-1-1 0 0,1 0 1 0 0,1 1 0 0 0,2-2-1 0 0,18 46 1 0 0,-24-69-112 0 0,-1 0-1 0 0,1 0 1 0 0,-1 0-1 0 0,1 0 1 0 0,0 0 0 0 0,0 0-1 0 0,1-1 1 0 0,-1 1-1 0 0,0-1 1 0 0,1 1 0 0 0,0-1-1 0 0,-1 0 1 0 0,1 0-1 0 0,0 0 1 0 0,0-1 0 0 0,0 1-1 0 0,0-1 1 0 0,0 1-1 0 0,1-1 1 0 0,4 1 0 0 0,-6-2-12 0 0,0 0 0 0 0,0 1 1 0 0,0-1-1 0 0,0-1 1 0 0,0 1-1 0 0,0 0 0 0 0,0 0 1 0 0,-1-1-1 0 0,1 1 1 0 0,0-1-1 0 0,0 0 0 0 0,0 1 1 0 0,0-1-1 0 0,0 0 0 0 0,-1 0 1 0 0,1 0-1 0 0,0 0 1 0 0,-1-1-1 0 0,1 1 0 0 0,-1 0 1 0 0,1-1-1 0 0,-1 1 1 0 0,0-1-1 0 0,0 1 0 0 0,1-1 1 0 0,-1 0-1 0 0,0 1 0 0 0,0-1 1 0 0,-1 0-1 0 0,1 0 1 0 0,0 0-1 0 0,-1 0 0 0 0,1 1 1 0 0,0-5-1 0 0,17-56 223 0 0,-10 37-169 0 0,-1 0-1 0 0,-1 0 0 0 0,-1-1 0 0 0,-1 1 1 0 0,0-29-1 0 0,-5-39 135 0 0,0 87-190 0 0,0 1 6 0 0,1-1 1 0 0,-1 0-1 0 0,0 1 0 0 0,0-1 1 0 0,-1 1-1 0 0,0-1 1 0 0,0 1-1 0 0,0 0 1 0 0,0 0-1 0 0,-6-9 1 0 0,-1-2 41 0 0,9 15-53 0 0,0 0 1 0 0,-1 0-1 0 0,1 0 0 0 0,-1 0 0 0 0,1 0 1 0 0,-1 0-1 0 0,1 0 0 0 0,-1 0 0 0 0,0 0 1 0 0,1 0-1 0 0,-1 0 0 0 0,0 1 0 0 0,0-1 1 0 0,0 0-1 0 0,0 0 0 0 0,0 1 0 0 0,1-1 1 0 0,-1 0-1 0 0,-1 1 0 0 0,1-1 0 0 0,0 1 0 0 0,0 0 1 0 0,0-1-1 0 0,0 1 0 0 0,0 0 0 0 0,0-1 1 0 0,0 1-1 0 0,-2 0 0 0 0,2 0-1 0 0,0 1 0 0 0,-1-1 0 0 0,1 0 0 0 0,0 1 0 0 0,0-1 0 0 0,0 1 1 0 0,0-1-1 0 0,0 1 0 0 0,0 0 0 0 0,0-1 0 0 0,0 1 0 0 0,0 0 0 0 0,0 0 0 0 0,0 0 0 0 0,0-1 0 0 0,0 1 0 0 0,1 0 0 0 0,-1 0 0 0 0,0 0 0 0 0,1 1 0 0 0,-1-1 0 0 0,1 0 0 0 0,-1 1 0 0 0,-12 29 38 0 0,12-29-38 0 0,-4 18 22 0 0,1 1 0 0 0,0 0 0 0 0,2 1 0 0 0,1-1 0 0 0,0 0 1 0 0,3 31-1 0 0,0 9 19 0 0,-2-41-22 0 0,1 0 0 0 0,0 1 0 0 0,2-1 1 0 0,7 29-1 0 0,-2-21 15 0 0,-6-19-22 0 0,0-1-1 0 0,1 1 1 0 0,0-1 0 0 0,0 1-1 0 0,1-1 1 0 0,6 11 0 0 0,8 11 34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6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10752 0 0,'0'0'0'0'0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6.3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9744 0 0,'0'0'0'0'0,"35"9"304"0"0,-9 1 328 0 0,-16-6-320 0 0,5-1-184 0 0,1 2 0 0 0,-2-1-8 0 0,3 1 8 0 0,3-5 328 0 0,1 0 0 0 0,2 0 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6.8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0 133 9440 0 0,'5'2'67'0'0,"19"2"568"0"0,-23-4-363 0 0,10-16 892 0 0,-10 5-1058 0 0,0-1 0 0 0,-1 0 0 0 0,-3-16 0 0 0,3 25-89 0 0,0 0 0 0 0,0 0 1 0 0,-1 0-1 0 0,1 0 0 0 0,-1 0 1 0 0,0 0-1 0 0,0 0 1 0 0,0 0-1 0 0,0 0 0 0 0,0 0 1 0 0,-1 0-1 0 0,0 0 0 0 0,1 1 1 0 0,-1-1-1 0 0,0 1 1 0 0,0-1-1 0 0,-5-3 0 0 0,-5 2 23 0 0,12 18-18 0 0,0-14-22 0 0,4 20 0 0 0,0-1 0 0 0,1 0 0 0 0,10 23 0 0 0,3 14 0 0 0,-17-53 0 0 0,0 0 0 0 0,0-1 0 0 0,0 1 0 0 0,0-1 0 0 0,0 1-1 0 0,1-1 1 0 0,-1 1 0 0 0,1-1 0 0 0,-1 0 0 0 0,1 1 0 0 0,0-1 0 0 0,0 0 0 0 0,0 0 0 0 0,0-1 0 0 0,0 1 0 0 0,1 0 0 0 0,-1-1 0 0 0,1 1 0 0 0,-1-1 0 0 0,1 0 0 0 0,-1 0 0 0 0,1 0 0 0 0,-1 0 0 0 0,1 0 0 0 0,0 0 0 0 0,0-1 0 0 0,2 1 0 0 0,1-1 0 0 0,0 0 0 0 0,0 0 1 0 0,0 0-1 0 0,-1-1 0 0 0,1 0 0 0 0,0 0 1 0 0,-1-1-1 0 0,1 1 0 0 0,-1-1 0 0 0,1-1 1 0 0,-1 1-1 0 0,0-1 0 0 0,6-3 0 0 0,0-1 8 0 0,13-9 14 0 0,39-18 0 0 0,-55 30-8 0 0,0 1 0 0 0,0 0 0 0 0,0 0 0 0 0,0 1 0 0 0,0 0 0 0 0,0 1 1 0 0,1 0-1 0 0,-1 0 0 0 0,1 1 0 0 0,8 0 0 0 0,-15 0-7 0 0,0 0 0 0 0,0 1 0 0 0,0-1 1 0 0,0 1-1 0 0,0-1 0 0 0,0 1 0 0 0,0 0 0 0 0,0 0 0 0 0,-1 0 1 0 0,1 0-1 0 0,0 0 0 0 0,-1 0 0 0 0,1 0 0 0 0,-1 0 0 0 0,1 1 1 0 0,-1-1-1 0 0,1 1 0 0 0,-1-1 0 0 0,0 1 0 0 0,2 2 0 0 0,-2-1 8 0 0,1 1 0 0 0,-1-1-1 0 0,1 1 1 0 0,-1 0 0 0 0,0 0-1 0 0,-1 0 1 0 0,1-1 0 0 0,-1 1-1 0 0,1 8 1 0 0,-2-5 41 0 0,1 1-1 0 0,-1-1 1 0 0,0 1 0 0 0,0-1 0 0 0,-1 0 0 0 0,0 1-1 0 0,-1-1 1 0 0,0 0 0 0 0,0 0 0 0 0,-4 7 0 0 0,-5-6 96 0 0,2-7-80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7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10848 0 0,'0'0'1408'0'0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9.4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1 213 9744 0 0,'16'-14'143'0'0,"8"-6"572"0"0,-22 18-654 0 0,0 0 0 0 0,0 0-1 0 0,0 0 1 0 0,-1 0 0 0 0,1 0 0 0 0,0-1 0 0 0,-1 1 0 0 0,0-1-1 0 0,0 1 1 0 0,0-1 0 0 0,0 1 0 0 0,0-1 0 0 0,0 1-1 0 0,0-4 1 0 0,-1 3 163 0 0,17-25 1558 0 0,-24 71-1743 0 0,3-28-18 0 0,2 1 1 0 0,-2 24 0 0 0,-2 96-22 0 0,5-132 0 0 0,4 17 0 0 0,1-8 0 0 0,-4-11 0 0 0,1-1 0 0 0,-1 1 0 0 0,1-1 0 0 0,-1 0 0 0 0,1 1 0 0 0,0-1 0 0 0,0 0 0 0 0,0 0 0 0 0,-1 1 0 0 0,1-1 0 0 0,0 0 0 0 0,3 2 0 0 0,3-3 0 0 0,-7 0 0 0 0,3 1 0 0 0,0-1 0 0 0,0 1 0 0 0,0-1 0 0 0,0 0 0 0 0,0 0 0 0 0,0 0 0 0 0,0 0 0 0 0,-1 0 0 0 0,1-1 0 0 0,0 1 0 0 0,0-1 0 0 0,0 0 0 0 0,0 0 0 0 0,0 0 0 0 0,-1 0 0 0 0,5-3 0 0 0,40-30 0 0 0,-23 15 0 0 0,69-54 4 0 0,-23 17 1 0 0,-67 54 1 0 0,0 0 1 0 0,0 0-1 0 0,-1 0 0 0 0,1-1 0 0 0,0 1 1 0 0,-1-1-1 0 0,0 1 0 0 0,1-1 1 0 0,-1 0-1 0 0,2-4 0 0 0,-3 5 14 0 0,-4 0 10 0 0,3 1-27 0 0,0 1 0 0 0,-1-1-1 0 0,1 1 1 0 0,0 0-1 0 0,0-1 1 0 0,0 1 0 0 0,-1 0-1 0 0,1-1 1 0 0,0 1-1 0 0,0 0 1 0 0,-1 0 0 0 0,1-1-1 0 0,0 1 1 0 0,-1 0-1 0 0,1 0 1 0 0,-1 0 0 0 0,1-1-1 0 0,0 1 1 0 0,-1 0-1 0 0,1 0 1 0 0,0 0 0 0 0,-1 0-1 0 0,1 0 1 0 0,-1 0-1 0 0,1 0 1 0 0,0 0 0 0 0,-1 0-1 0 0,1 0 1 0 0,-1 0-1 0 0,0 0 1 0 0,-4 1 9 0 0,-1 0 0 0 0,1 1 0 0 0,-1 0-1 0 0,1 0 1 0 0,-1 1 0 0 0,1-1 0 0 0,0 1 0 0 0,0 0 0 0 0,1 1 0 0 0,-1-1-1 0 0,1 1 1 0 0,-1 0 0 0 0,1 0 0 0 0,-5 7 0 0 0,3-4 9 0 0,1 0 0 0 0,0 0 0 0 0,1 0 0 0 0,0 0 1 0 0,0 1-1 0 0,0 0 0 0 0,1 0 0 0 0,0 0 0 0 0,-2 11 0 0 0,2-7 10 0 0,2-1-1 0 0,-1 1 0 0 0,2-1 0 0 0,-1 1 1 0 0,2-1-1 0 0,-1 1 0 0 0,2 0 1 0 0,-1-1-1 0 0,2 0 0 0 0,4 15 1 0 0,-6-24-21 0 0,0 0 1 0 0,0 0-1 0 0,0 0 1 0 0,1-1 0 0 0,-1 1-1 0 0,1 0 1 0 0,0-1-1 0 0,-1 1 1 0 0,1-1 0 0 0,0 1-1 0 0,0-1 1 0 0,0 0 0 0 0,0 0-1 0 0,0 0 1 0 0,0 0-1 0 0,0 0 1 0 0,0 0 0 0 0,1-1-1 0 0,-1 1 1 0 0,0-1-1 0 0,0 1 1 0 0,1-1 0 0 0,-1 0-1 0 0,0 0 1 0 0,0 0-1 0 0,1 0 1 0 0,3-1 0 0 0,-1 0 5 0 0,0 0 1 0 0,0 0-1 0 0,0-1 1 0 0,0 0-1 0 0,0 1 0 0 0,0-2 1 0 0,-1 1-1 0 0,1 0 1 0 0,-1-1-1 0 0,0 0 1 0 0,7-5-1 0 0,0-4 33 0 0,-1 0 0 0 0,0 0-1 0 0,-1-1 1 0 0,0 0 0 0 0,-1 0 0 0 0,-1-1-1 0 0,0 0 1 0 0,-1-1 0 0 0,0 1-1 0 0,6-26 1 0 0,-11 36-31 0 0,-1 0 0 0 0,1 0-1 0 0,-1 0 1 0 0,0 0-1 0 0,0 0 1 0 0,-1 0 0 0 0,1 0-1 0 0,-1 0 1 0 0,-1-4 0 0 0,-1-10 68 0 0,2 16-76 0 0,0 0 0 0 0,1 1 0 0 0,-1-1 1 0 0,-1 0-1 0 0,1 0 0 0 0,0 1 0 0 0,0-1 0 0 0,-1 1 1 0 0,1-1-1 0 0,-1 1 0 0 0,1 0 0 0 0,-1-1 0 0 0,1 1 1 0 0,-1 0-1 0 0,0 0 0 0 0,-2-1 0 0 0,-29-13 121 0 0,29 15-117 0 0,0-1 1 0 0,0 1-1 0 0,0 0 0 0 0,0 0 1 0 0,0 0-1 0 0,0 1 0 0 0,0-1 1 0 0,1 1-1 0 0,-1 0 0 0 0,0 0 1 0 0,0 0-1 0 0,0 1 1 0 0,1-1-1 0 0,-1 1 0 0 0,1 0 1 0 0,-1 0-1 0 0,1 0 0 0 0,0 1 1 0 0,-1-1-1 0 0,1 1 1 0 0,1 0-1 0 0,-6 5 0 0 0,5-5-7 0 0,1 0-1 0 0,0 0 1 0 0,-1 0-1 0 0,1 0 1 0 0,0 0-1 0 0,0 1 0 0 0,1-1 1 0 0,-1 1-1 0 0,1-1 1 0 0,0 1-1 0 0,0 0 1 0 0,0-1-1 0 0,0 1 1 0 0,1 0-1 0 0,-1 0 1 0 0,1-1-1 0 0,0 1 0 0 0,0 0 1 0 0,0 0-1 0 0,1 0 1 0 0,-1-1-1 0 0,1 1 1 0 0,2 6-1 0 0,-2-9-5 0 0,-1 0 1 0 0,1 1-1 0 0,-1-1 0 0 0,1 0 0 0 0,0 0 1 0 0,0 0-1 0 0,0 0 0 0 0,0 0 0 0 0,-1 0 0 0 0,1 0 1 0 0,0-1-1 0 0,1 1 0 0 0,-1 0 0 0 0,0 0 1 0 0,0-1-1 0 0,0 1 0 0 0,0-1 0 0 0,0 1 0 0 0,1-1 1 0 0,-1 1-1 0 0,0-1 0 0 0,1 0 0 0 0,-1 0 1 0 0,0 0-1 0 0,0 1 0 0 0,1-1 0 0 0,-1-1 0 0 0,0 1 1 0 0,1 0-1 0 0,-1 0 0 0 0,0 0 0 0 0,0 0 1 0 0,1-1-1 0 0,-1 1 0 0 0,0-1 0 0 0,0 1 0 0 0,2-2 1 0 0,6-2 3 0 0,0-1-1 0 0,-1 0 1 0 0,1 0 0 0 0,7-7 0 0 0,-4 4-1 0 0,26-25 6 0 0,-29 25-2 0 0,0-1-1 0 0,21-13 0 0 0,-27 20-5 0 0,-1 1 0 0 0,1-1 0 0 0,-1 1-1 0 0,1 0 1 0 0,0 0 0 0 0,0 0 0 0 0,0 0-1 0 0,-1 0 1 0 0,1 1 0 0 0,0 0 0 0 0,0-1-1 0 0,0 1 1 0 0,0 0 0 0 0,0 0 0 0 0,0 0-1 0 0,0 1 1 0 0,4 0 0 0 0,-5 0 0 0 0,-1 0 0 0 0,1 0-1 0 0,0 0 1 0 0,0 0 0 0 0,-1 0 0 0 0,1 1 0 0 0,-1-1 0 0 0,1 1 0 0 0,-1-1 0 0 0,0 1-1 0 0,1-1 1 0 0,-1 1 0 0 0,0 0 0 0 0,0-1 0 0 0,0 1 0 0 0,0 0 0 0 0,-1 0-1 0 0,2 2 1 0 0,8 35 27 0 0,-8-26-19 0 0,-1 0 0 0 0,0 1 0 0 0,-1-1 0 0 0,-2 16 0 0 0,1 29 25 0 0,1-46-10 0 0,0 1 0 0 0,-4 22 0 0 0,3-23-3 0 0,0-10 136 0 0,9-29-60 0 0,-3-3-20 0 0,-5 24-66 0 0,0 1 0 0 0,1-1-1 0 0,-1 0 1 0 0,1 0 0 0 0,1 1 0 0 0,-1-1 0 0 0,1 1-1 0 0,0-1 1 0 0,0 1 0 0 0,1 0 0 0 0,0 0 0 0 0,-1 0-1 0 0,7-7 1 0 0,0 0 58 0 0,-9 11-66 0 0,0 0 0 0 0,1 1 1 0 0,-1-1-1 0 0,0 0 0 0 0,1 0 0 0 0,-1 0 0 0 0,1 1 0 0 0,-1-1 0 0 0,1 0 1 0 0,-1 1-1 0 0,1-1 0 0 0,0 1 0 0 0,-1-1 0 0 0,1 0 0 0 0,0 1 1 0 0,-1 0-1 0 0,1-1 0 0 0,0 1 0 0 0,0-1 0 0 0,0 1 0 0 0,-1 0 1 0 0,1-1-1 0 0,0 1 0 0 0,0 0 0 0 0,0 0 0 0 0,0 0 0 0 0,0 0 1 0 0,-1 0-1 0 0,1 0 0 0 0,0 0 0 0 0,0 0 0 0 0,0 0 0 0 0,0 0 1 0 0,0 0-1 0 0,-1 0 0 0 0,3 1 0 0 0,-1 0 6 0 0,1 0-1 0 0,-1 1 0 0 0,1-1 1 0 0,-1 1-1 0 0,1-1 1 0 0,-1 1-1 0 0,0 0 1 0 0,1 0-1 0 0,-1 0 0 0 0,0 0 1 0 0,0 0-1 0 0,-1 1 1 0 0,1-1-1 0 0,0 1 1 0 0,-1-1-1 0 0,1 1 1 0 0,0 3-1 0 0,17 54 92 0 0,-9-26-19 0 0,-8-30-55 0 0,-1 0-1 0 0,0 0 1 0 0,0 0-1 0 0,0 0 0 0 0,-1 0 1 0 0,1 0-1 0 0,-1 0 0 0 0,0 6 1 0 0,0-10-26 0 0,0 2 44 0 0,-1-3-41 0 0,1 0-1 0 0,0 0 1 0 0,-1 0-1 0 0,1 0 1 0 0,0 0-1 0 0,0 0 1 0 0,-1 0-1 0 0,1 0 1 0 0,0 0-1 0 0,0 0 1 0 0,0 0-1 0 0,0 0 1 0 0,0 0-1 0 0,1 0 1 0 0,-1 0-1 0 0,0 0 1 0 0,1-1-1 0 0,-1-5 10 0 0,2-14 17 0 0,0 0-1 0 0,2 0 0 0 0,0 0 0 0 0,10-27 0 0 0,-12 42-22 0 0,0 0 1 0 0,0 0-1 0 0,1 0 0 0 0,0 1 1 0 0,0-1-1 0 0,0 1 1 0 0,1 0-1 0 0,-1 0 0 0 0,1 0 1 0 0,1 0-1 0 0,-1 1 1 0 0,1-1-1 0 0,-1 1 0 0 0,1 0 1 0 0,0 1-1 0 0,1-1 1 0 0,-1 1-1 0 0,1 0 0 0 0,7-3 1 0 0,-11 6-4 0 0,0-1-1 0 0,1 1 1 0 0,-1 0 0 0 0,0 0 0 0 0,0 0-1 0 0,0 0 1 0 0,0 0 0 0 0,0 0 0 0 0,0 0 0 0 0,1 1-1 0 0,-1-1 1 0 0,0 1 0 0 0,0 0 0 0 0,0 0-1 0 0,0-1 1 0 0,-1 1 0 0 0,1 0 0 0 0,0 1 0 0 0,0-1-1 0 0,0 0 1 0 0,-1 0 0 0 0,1 1 0 0 0,-1-1 0 0 0,1 1-1 0 0,-1 0 1 0 0,1-1 0 0 0,-1 1 0 0 0,0 0-1 0 0,2 3 1 0 0,2 4 14 0 0,-1 0 0 0 0,1 0 1 0 0,-2 1-1 0 0,5 15 0 0 0,-7-22-6 0 0,3 5 73 0 0,-2-11-80 0 0,0 1 0 0 0,0-1 0 0 0,0 0 0 0 0,-1 0 0 0 0,1 0 0 0 0,-1 1 0 0 0,0-1 0 0 0,1 0 0 0 0,-1-1 0 0 0,0-4 0 0 0,12-25 40 0 0,-13 33-41 0 0,17-25 38 0 0,-16 24-41 0 0,-1 1 1 0 0,1-1-1 0 0,-1 1 1 0 0,1-1-1 0 0,0 1 1 0 0,-1-1 0 0 0,1 1-1 0 0,-1-1 1 0 0,1 1-1 0 0,0 0 1 0 0,0-1-1 0 0,-1 1 1 0 0,1 0-1 0 0,0-1 1 0 0,-1 1 0 0 0,1 0-1 0 0,0 0 1 0 0,0 0-1 0 0,-1 0 1 0 0,1 0-1 0 0,0 0 1 0 0,0 0-1 0 0,0 0 1 0 0,-1 0 0 0 0,1 0-1 0 0,0 0 1 0 0,0 1-1 0 0,-1-1 1 0 0,1 0-1 0 0,0 0 1 0 0,-1 1-1 0 0,1-1 1 0 0,0 1 0 0 0,-1-1-1 0 0,1 0 1 0 0,0 1-1 0 0,-1-1 1 0 0,1 1-1 0 0,-1 0 1 0 0,1-1-1 0 0,-1 1 1 0 0,1-1-1 0 0,-1 1 1 0 0,1 0 0 0 0,-1-1-1 0 0,1 2 1 0 0,4 9 9 0 0,0 0 1 0 0,-1 0-1 0 0,0 0 1 0 0,0 1-1 0 0,-1-1 1 0 0,-1 1-1 0 0,0 0 1 0 0,-1 0-1 0 0,0 21 0 0 0,1-8 25 0 0,6 36-1 0 0,-1-19 31 0 0,-6-31-37 0 0,0 0 1 0 0,2 0 0 0 0,-1 0 0 0 0,5 12 0 0 0,-6-21 30 0 0,0-2-57 0 0,0 0 0 0 0,-1-1 1 0 0,1 1-1 0 0,-1-1 1 0 0,1 1-1 0 0,0-1 0 0 0,-1 1 1 0 0,1-1-1 0 0,-1 1 1 0 0,1-1-1 0 0,-1 0 0 0 0,0 1 1 0 0,1-1-1 0 0,-1 0 0 0 0,0 1 1 0 0,1-1-1 0 0,-1 0 1 0 0,0 1-1 0 0,0-1 0 0 0,1 0 1 0 0,-1 0-1 0 0,0 1 1 0 0,0-2-1 0 0,4-23 32 0 0,-3 20-27 0 0,1-13 19 0 0,1 0 1 0 0,2 0-1 0 0,-1 0 1 0 0,2 0 0 0 0,14-29-1 0 0,-18 43-22 0 0,1 0-1 0 0,-1 0 1 0 0,1 0-1 0 0,0 0 1 0 0,0 1-1 0 0,1-1 1 0 0,-1 1-1 0 0,1 0 1 0 0,0 0-1 0 0,0 0 1 0 0,0 0-1 0 0,0 1 1 0 0,0 0 0 0 0,0 0-1 0 0,1 0 1 0 0,-1 0-1 0 0,1 1 1 0 0,-1-1-1 0 0,8 0 1 0 0,-9 2-3 0 0,13-10 14 0 0,-14 9-14 0 0,10-9 0 0 0,-10 9-2 0 0,-1 0 0 0 0,1 0 0 0 0,-1 0 0 0 0,0 0 0 0 0,1 0 0 0 0,-1 0 0 0 0,0-1 0 0 0,0 1 0 0 0,0 0 0 0 0,0-1 0 0 0,0 1 0 0 0,0-1 0 0 0,-1 1 0 0 0,1-1 0 0 0,0 0 0 0 0,-1 1 0 0 0,1-1 0 0 0,-1-2 0 0 0,1-1 0 0 0,2-6 0 0 0,-1 0 0 0 0,0 0 0 0 0,-1 0 0 0 0,0-1 0 0 0,0 1 0 0 0,-2-1 0 0 0,-2-19 0 0 0,2 16-3 0 0,0 0 0 0 0,-1 1-1 0 0,-1-1 1 0 0,-1 1 0 0 0,0 0-1 0 0,0 0 1 0 0,-1 0 0 0 0,-1 0-1 0 0,-11-18 1 0 0,-1 14-12 0 0,17 18 15 0 0,1-1-1 0 0,-1 1 1 0 0,1 0-1 0 0,-1-1 1 0 0,1 1 0 0 0,-1 0-1 0 0,1 0 1 0 0,-1-1 0 0 0,1 1-1 0 0,-1 0 1 0 0,0 0-1 0 0,1 0 1 0 0,-1 0 0 0 0,1 0-1 0 0,-1 0 1 0 0,0 0 0 0 0,1 0-1 0 0,-1 0 1 0 0,1 0-1 0 0,-1 0 1 0 0,0 0 0 0 0,1 0-1 0 0,-1 0 1 0 0,1 0 0 0 0,-1 1-1 0 0,1-1 1 0 0,-1 0-1 0 0,1 0 1 0 0,-1 1 0 0 0,0-1-1 0 0,1 0 1 0 0,0 1 0 0 0,-1-1-1 0 0,1 1 1 0 0,-1-1-1 0 0,1 0 1 0 0,-1 1 0 0 0,-1 3-1 0 0,1-1 1 0 0,-1 0-1 0 0,1 1 1 0 0,0-1 0 0 0,0 1-1 0 0,0-1 1 0 0,0 1-1 0 0,0-1 1 0 0,1 1 0 0 0,0-1-1 0 0,0 1 1 0 0,0 0-1 0 0,0-1 1 0 0,0 1-1 0 0,1-1 1 0 0,-1 1 0 0 0,1 0-1 0 0,0-1 1 0 0,2 5-1 0 0,1 9 0 0 0,-3-6 1 0 0,1-1 0 0 0,1 1 0 0 0,0-1 0 0 0,1 0 0 0 0,-1 0 0 0 0,2 0 0 0 0,0 0 0 0 0,0 0 0 0 0,0-1 0 0 0,1 0 0 0 0,1 0 0 0 0,-1-1 0 0 0,12 11 0 0 0,-9-10 2 0 0,1 0 0 0 0,0 0 1 0 0,1-1-1 0 0,0 0 0 0 0,0-1 0 0 0,1-1 0 0 0,19 9 0 0 0,-28-13-2 0 0,1-1 1 0 0,-1 0 0 0 0,1 0 0 0 0,-1 0-1 0 0,1 0 1 0 0,0-1 0 0 0,-1 1-1 0 0,1-1 1 0 0,0 0 0 0 0,-1 0-1 0 0,1 0 1 0 0,0-1 0 0 0,-1 1-1 0 0,1-1 1 0 0,0 0 0 0 0,-1 0 0 0 0,1 0-1 0 0,-1-1 1 0 0,1 1 0 0 0,-1-1-1 0 0,0 0 1 0 0,0 0 0 0 0,0 0-1 0 0,0 0 1 0 0,0 0 0 0 0,0-1 0 0 0,0 1-1 0 0,-1-1 1 0 0,1 0 0 0 0,-1 0-1 0 0,4-6 1 0 0,-2 3 7 0 0,-1-1 0 0 0,0 1 0 0 0,0-1 0 0 0,-1 0 0 0 0,1 0 0 0 0,-1 0 1 0 0,-1 0-1 0 0,1-1 0 0 0,-1 1 0 0 0,-1 0 0 0 0,0-13 0 0 0,0 7 15 0 0,-2 0 0 0 0,1 0 0 0 0,-2 0 0 0 0,0 1 0 0 0,-7-20 0 0 0,10 31-19 0 0,0 0 0 0 0,0 1 1 0 0,-1-1-1 0 0,1 0 0 0 0,0 0 1 0 0,0 1-1 0 0,-1-1 0 0 0,1 0 1 0 0,0 1-1 0 0,-1-1 0 0 0,1 1 1 0 0,-1-1-1 0 0,1 0 0 0 0,-1 1 1 0 0,1-1-1 0 0,-1 1 0 0 0,1-1 1 0 0,-1 1-1 0 0,1 0 0 0 0,-1-1 1 0 0,0 1-1 0 0,0-1 0 0 0,-8 10 68 0 0,0 23 2 0 0,8-22-55 0 0,0 0 0 0 0,1 0 1 0 0,0 0-1 0 0,1 0 0 0 0,0 0 0 0 0,1 0 0 0 0,0 0 1 0 0,0-1-1 0 0,6 13 0 0 0,-6-16-5 0 0,0 0 0 0 0,1 0 0 0 0,0 0 1 0 0,0-1-1 0 0,1 1 0 0 0,-1-1 0 0 0,1 0 0 0 0,0 0 0 0 0,1-1 1 0 0,-1 1-1 0 0,1-1 0 0 0,0 0 0 0 0,0 0 0 0 0,0 0 1 0 0,9 4-1 0 0,-13-8-11 0 0,1 1 1 0 0,0-1-1 0 0,0 0 0 0 0,-1 0 1 0 0,1 0-1 0 0,0 0 1 0 0,-1 0-1 0 0,1 0 1 0 0,0 0-1 0 0,0 0 0 0 0,-1-1 1 0 0,1 1-1 0 0,0-1 1 0 0,-1 1-1 0 0,1-1 1 0 0,-1 0-1 0 0,1 1 0 0 0,-1-1 1 0 0,1 0-1 0 0,-1 0 1 0 0,1 0-1 0 0,-1 0 1 0 0,0-1-1 0 0,0 1 0 0 0,0 0 1 0 0,2-2-1 0 0,0 0 0 0 0,0-1 0 0 0,0 0 0 0 0,0 0 0 0 0,-1 1 1 0 0,1-1-1 0 0,-1-1 0 0 0,0 1 0 0 0,3-9 0 0 0,0-11 4 0 0,-1 0 1 0 0,0-27 0 0 0,-1 15 5 0 0,-3 29-12 0 0,1-1 0 0 0,-1 1 0 0 0,0 0 0 0 0,-1 0 1 0 0,0 0-1 0 0,0-1 0 0 0,0 1 0 0 0,-3-7 0 0 0,0 3-1 0 0,-4 7 0 0 0,2 11 0 0 0,8 3 0 0 0,3 9-1 0 0,1-2-1 0 0,1 1 1 0 0,1-1-1 0 0,11 19 1 0 0,-12-24 0 0 0,-2-2 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9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32 13264 0 0,'0'0'0'0'0,"15"0"232"0"0,-7-3 0 0 0,2-2 8 0 0,-3-1 0 0 0,4-1-136 0 0,-1 2 8 0 0,-1 0-8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39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2 7432 0 0,'10'2'25'0'0,"17"4"56"0"0,-9-1 83 0 0,-18-4-158 0 0,1-1-1 0 0,-1 0 0 0 0,1 0 1 0 0,-1 1-1 0 0,0-1 0 0 0,1 0 1 0 0,-1 0-1 0 0,0 1 0 0 0,1-1 0 0 0,-1 0 1 0 0,0 1-1 0 0,1-1 0 0 0,-1 0 1 0 0,0 1-1 0 0,0-1 0 0 0,0 1 1 0 0,1-1-1 0 0,-1 0 0 0 0,0 1 0 0 0,0-1 1 0 0,0 1-1 0 0,0-1 0 0 0,0 1 1 0 0,0-1-1 0 0,0 0 0 0 0,0 1 1 0 0,0-1-1 0 0,0 1 0 0 0,0-1 0 0 0,0 1 1 0 0,0-1-1 0 0,0 1 0 0 0,0-1 1 0 0,0 0-1 0 0,0 1 0 0 0,0-1 1 0 0,-1 1-1 0 0,1-1 0 0 0,0 0 0 0 0,0 1 1 0 0,-1-1-1 0 0,1 0 0 0 0,0 1 1 0 0,0-1-1 0 0,-1 1 0 0 0,-14 18 156 0 0,14-19-147 0 0,-24 27 849 0 0,6-9 3 0 0,-24 33-1 0 0,38-43-795 0 0,0-1 0 0 0,0 0 0 0 0,1 1 0 0 0,1 0-1 0 0,-1 0 1 0 0,1 0 0 0 0,0 1 0 0 0,-2 14 0 0 0,2-2 72 0 0,1 1 0 0 0,0 23 0 0 0,3-43-126 0 0,0-1-1 0 0,-1 1 1 0 0,1 0-1 0 0,0 0 1 0 0,0-1-1 0 0,0 1 1 0 0,0-1-1 0 0,0 1 1 0 0,0-1-1 0 0,0 1 1 0 0,1-1-1 0 0,-1 0 1 0 0,1 1-1 0 0,-1-1 1 0 0,1 0-1 0 0,-1 0 1 0 0,1 0-1 0 0,0 0 1 0 0,-1 0 0 0 0,1-1-1 0 0,0 1 1 0 0,0 0-1 0 0,-1-1 1 0 0,1 1-1 0 0,0-1 1 0 0,0 0-1 0 0,0 0 1 0 0,0 0-1 0 0,2 0 1 0 0,14-2 80 0 0,-1 0 1 0 0,0-2-1 0 0,0 0 1 0 0,-1-1-1 0 0,1-1 1 0 0,29-15 0 0 0,13-4 176 0 0,-34 14-113 0 0,1 0 0 0 0,35-23 0 0 0,13-22 403 0 0,-72 54-386 0 0,2-3 312 0 0,-14 13-142 0 0,-1 5-265 0 0,0 1-1 0 0,1 0 1 0 0,1 0 0 0 0,0 1 0 0 0,1 1 0 0 0,0-1-1 0 0,2 1 1 0 0,-8 27 0 0 0,11-37-37 0 0,1 0 1 0 0,1 0-1 0 0,-1 0 1 0 0,1 0-1 0 0,0 1 1 0 0,0-1 0 0 0,1 0-1 0 0,0 0 1 0 0,0 1-1 0 0,0-1 1 0 0,1 0-1 0 0,0 0 1 0 0,2 8-1 0 0,-2-12 6 0 0,2-2-32 0 0,-1 1 0 0 0,1-1 1 0 0,-1 0-1 0 0,1-1 0 0 0,-1 1 0 0 0,1 0 1 0 0,-1-1-1 0 0,1 1 0 0 0,-1-1 1 0 0,1 0-1 0 0,-1 0 0 0 0,0 0 0 0 0,1 0 1 0 0,-1 0-1 0 0,0 0 0 0 0,0-1 0 0 0,0 1 1 0 0,0-1-1 0 0,0 0 0 0 0,0 1 1 0 0,2-4-1 0 0,10-9 43 0 0,0-2 0 0 0,-1 1 1 0 0,0-2-1 0 0,17-29 0 0 0,0-1 65 0 0,4-10 149 0 0,-33 55 159 0 0,-7 62-111 0 0,4-51-271 0 0,1 1-1 0 0,0-1 1 0 0,0 0 0 0 0,1 0 0 0 0,0 0 0 0 0,0 0 0 0 0,1 1 0 0 0,0-1 0 0 0,1 0 0 0 0,4 14-1 0 0,-5-21-33 0 0,6 9 210 0 0,-6-12-219 0 0,0 1 1 0 0,0 0-1 0 0,0 0 0 0 0,0-1 1 0 0,0 1-1 0 0,0-1 0 0 0,0 1 0 0 0,0-1 1 0 0,0 1-1 0 0,0-1 0 0 0,0 1 1 0 0,0-1-1 0 0,-1 0 0 0 0,1 1 0 0 0,0-1 1 0 0,0-1-1 0 0,11-10 55 0 0,-1 0-1 0 0,0-1 1 0 0,-1-1-1 0 0,16-28 0 0 0,29-66 204 0 0,-53 104-257 0 0,4-12 56 0 0,-2 0 0 0 0,1 0 0 0 0,-2 0 0 0 0,0 0 0 0 0,0-25 0 0 0,-1 24-2 0 0,-4-8 187 0 0,-2 22-16 0 0,-2 13-161 0 0,-1 14-23 0 0,1 1 0 0 0,0 0 0 0 0,3 0 1 0 0,0 1-1 0 0,0 29 0 0 0,3-42-27 0 0,1 0 1 0 0,0 0-1 0 0,1 0 1 0 0,1-1-1 0 0,7 24 0 0 0,-9-32-16 0 0,0-1 0 0 0,0 1 0 0 0,1-1 0 0 0,-1 1-1 0 0,1-1 1 0 0,0 0 0 0 0,0 1 0 0 0,0-1 0 0 0,1 0-1 0 0,-1-1 1 0 0,1 1 0 0 0,0 0 0 0 0,0-1-1 0 0,-1 1 1 0 0,2-1 0 0 0,-1 0 0 0 0,0 0 0 0 0,0 0-1 0 0,1 0 1 0 0,-1-1 0 0 0,1 1 0 0 0,-1-1-1 0 0,1 0 1 0 0,5 1 0 0 0,-6-2 2 0 0,1-1-1 0 0,0 1 1 0 0,0-1-1 0 0,-1 1 1 0 0,1-1-1 0 0,-1 0 1 0 0,1-1 0 0 0,0 1-1 0 0,-1 0 1 0 0,0-1-1 0 0,1 0 1 0 0,5-4-1 0 0,38-32 85 0 0,-40 32-83 0 0,1-3 13 0 0,0 0 1 0 0,-1 0-1 0 0,0-1 1 0 0,0 0-1 0 0,-1 0 1 0 0,-1 0-1 0 0,1-1 1 0 0,-2 0-1 0 0,0 0 0 0 0,0-1 1 0 0,4-21-1 0 0,-9 17 68 0 0,-8 24-39 0 0,-9 26-25 0 0,11-13-21 0 0,1 0-1 0 0,-4 24 1 0 0,9-36-5 0 0,-1 0 0 0 0,1 0 0 0 0,1 1 0 0 0,0-1 0 0 0,0 0 0 0 0,1 1 0 0 0,3 15 0 0 0,-4-24-3 0 0,0 0 0 0 0,1 1 1 0 0,-1-1-1 0 0,0 0 0 0 0,1 0 0 0 0,0 1 1 0 0,-1-1-1 0 0,1 0 0 0 0,0 0 0 0 0,0 0 0 0 0,-1 0 1 0 0,1 0-1 0 0,0 0 0 0 0,0 0 0 0 0,0 0 1 0 0,0 0-1 0 0,0 0 0 0 0,1-1 0 0 0,-1 1 1 0 0,0 0-1 0 0,0-1 0 0 0,0 1 0 0 0,1-1 0 0 0,-1 1 1 0 0,0-1-1 0 0,1 1 0 0 0,-1-1 0 0 0,0 0 1 0 0,1 0-1 0 0,-1 0 0 0 0,0 0 0 0 0,1 0 0 0 0,-1 0 1 0 0,2 0-1 0 0,2-1 1 0 0,-1 0 0 0 0,0 0 0 0 0,0-1 1 0 0,0 1-1 0 0,0-1 0 0 0,7-4 0 0 0,19-12 0 0 0,-2-1 0 0 0,-1-2 0 0 0,0 0 1 0 0,-1-2-1 0 0,-2-1 0 0 0,0-1 0 0 0,22-31 0 0 0,-30 29 22 0 0,-15 25 2 0 0,-21 22-7 0 0,-1 23 2 0 0,-21 65 0 0 0,37-95-15 0 0,1-4-2 0 0,2 0-1 0 0,-1 0 1 0 0,-2 18 0 0 0,6-26 2 0 0,0-1-5 0 0,0 0 0 0 0,0 0 0 0 0,0-1 0 0 0,0 1 0 0 0,-1 0 0 0 0,1-1 0 0 0,0 1 0 0 0,0 0 0 0 0,0-1 1 0 0,0 1-1 0 0,-1-1 0 0 0,1 0 0 0 0,0 1 0 0 0,-1-1 0 0 0,1 0 0 0 0,0 1 0 0 0,-1-1 0 0 0,1 0 0 0 0,-1 1 0 0 0,1-1 0 0 0,-1 0 0 0 0,1 0 0 0 0,-1 0 0 0 0,1 0 0 0 0,-1-1 0 0 0,1 1 0 0 0,19-29 0 0 0,1 2 0 0 0,2 0 0 0 0,33-31 0 0 0,-56 59 0 0 0,1-1 0 0 0,-1 0 0 0 0,1 1 0 0 0,0-1 0 0 0,-1 1 0 0 0,1-1 0 0 0,-1 0 0 0 0,1 1 0 0 0,0-1 0 0 0,-1 1 0 0 0,1 0 0 0 0,0-1 0 0 0,0 1 0 0 0,-1 0 0 0 0,1-1 0 0 0,0 1 0 0 0,0 0 0 0 0,0 0 0 0 0,-1 0 0 0 0,1-1 0 0 0,0 1 0 0 0,0 0 0 0 0,0 0 0 0 0,0 0 0 0 0,-1 0 0 0 0,2 1 0 0 0,-1-1 0 0 0,0 1 0 0 0,-1 0 0 0 0,1-1 0 0 0,0 1 0 0 0,0 0 0 0 0,-1 0 0 0 0,1 0 0 0 0,-1-1 0 0 0,1 1 0 0 0,-1 0 0 0 0,1 0 0 0 0,-1 0 0 0 0,0 0 0 0 0,1 0 0 0 0,-1 0 0 0 0,0 0 0 0 0,1 2 0 0 0,-1 3 0 0 0,1 0 0 0 0,0 0 0 0 0,-1 1 0 0 0,-1-1 0 0 0,0 11 0 0 0,-5 7 0 0 0,-28 123-4 0 0,26-120 3 0 0,-1 0 0 0 0,-1 0 0 0 0,-17 30 0 0 0,20-46 0 0 0,-2 7-1 0 0,-1 0 1 0 0,0-2 0 0 0,-2 1 0 0 0,0-1 0 0 0,-21 22 0 0 0,23-31 1 0 0,-7 2 0 0 0,12-10 0 0 0,3 0 0 0 0,-6-7 0 0 0,7 4 0 0 0,0 1 0 0 0,0 0 0 0 0,1-1 0 0 0,-1 1 0 0 0,1 0 0 0 0,0-1 0 0 0,0 1 0 0 0,0-1 0 0 0,1 1 0 0 0,-1 0 0 0 0,1-1 0 0 0,0 1 0 0 0,1-5 0 0 0,3-7 0 0 0,-4 13 0 0 0,0-1 0 0 0,0 1 0 0 0,0-1 0 0 0,1 1 0 0 0,-1-1 0 0 0,1 1 0 0 0,-1 0 0 0 0,1 0 0 0 0,0 0 0 0 0,0 0 0 0 0,0 0 0 0 0,0 0 0 0 0,0 0 0 0 0,0 1 0 0 0,4-3 0 0 0,2-1 0 0 0,216-196 72 0 0,-113 103-22 0 0,-88 76-2 0 0,25-31 1 0 0,-8 8 38 0 0,-36 41-65 0 0,0-2 29 0 0,1 1 0 0 0,1 0 0 0 0,-1 0 0 0 0,9-5 0 0 0,-12 9 22 0 0,-2 1-68 0 0,0 0 0 0 0,1 0 0 0 0,-1 0 0 0 0,0 1 0 0 0,0-1 0 0 0,0 0 0 0 0,1 0 0 0 0,-1 1 0 0 0,0-1 0 0 0,0 0 0 0 0,0 0 0 0 0,0 1-1 0 0,1-1 1 0 0,-1 0 0 0 0,0 0 0 0 0,0 1 0 0 0,0-1 0 0 0,0 0 0 0 0,0 1 0 0 0,0-1 0 0 0,0 0 0 0 0,0 0 0 0 0,0 1 0 0 0,0-1 0 0 0,0 0 0 0 0,0 1 0 0 0,0-1 0 0 0,0 0 0 0 0,0 0-1 0 0,0 1 1 0 0,0-1 0 0 0,-1 0 0 0 0,1 1 0 0 0,0-1 0 0 0,0 0 0 0 0,0 0 0 0 0,-1 1 0 0 0,-5 17 82 0 0,5-14-67 0 0,-3 14 45 0 0,2-11-22 0 0,0 1 0 0 0,1-1 0 0 0,-1 1 0 0 0,2 0 1 0 0,-1-1-1 0 0,1 1 0 0 0,0 0 0 0 0,1 0 1 0 0,0-1-1 0 0,3 13 0 0 0,-3-16-7 0 0,0 0 1 0 0,1 0-1 0 0,-1 0 1 0 0,1 0-1 0 0,0 0 0 0 0,0-1 1 0 0,1 1-1 0 0,-1-1 1 0 0,1 1-1 0 0,3 3 0 0 0,-5-6-26 0 0,0 0 0 0 0,1 0-1 0 0,-1-1 1 0 0,0 1 0 0 0,0 0 0 0 0,0-1-1 0 0,0 1 1 0 0,1-1 0 0 0,-1 1-1 0 0,0-1 1 0 0,0 0 0 0 0,1 0-1 0 0,-1 1 1 0 0,0-1 0 0 0,1 0 0 0 0,-1 0-1 0 0,0 0 1 0 0,1 0 0 0 0,-1-1-1 0 0,0 1 1 0 0,1 0 0 0 0,-1 0-1 0 0,0-1 1 0 0,0 1 0 0 0,1-1 0 0 0,-1 1-1 0 0,0-1 1 0 0,0 0 0 0 0,0 1-1 0 0,0-1 1 0 0,0 0 0 0 0,0 0-1 0 0,0 0 1 0 0,0 0 0 0 0,0 0-1 0 0,0 0 1 0 0,0 0 0 0 0,1-2 0 0 0,6-7 34 0 0,0-1 0 0 0,0 0 0 0 0,-1 0 0 0 0,-1-1 0 0 0,0 1 0 0 0,-1-2 0 0 0,0 1 1 0 0,0 0-1 0 0,-2-1 0 0 0,5-24 0 0 0,-8 36-37 0 0,1 0 0 0 0,-1 0 0 0 0,0 0 0 0 0,1 0 0 0 0,-1 0 0 0 0,0 0 0 0 0,0 0 0 0 0,0 0 0 0 0,0 0 0 0 0,0 0 0 0 0,0 0 1 0 0,0 0-1 0 0,-1 0 0 0 0,1 0 0 0 0,0 0 0 0 0,-1 0 0 0 0,1 0 0 0 0,0 0 0 0 0,-1 0 0 0 0,1 0 0 0 0,-1 0 0 0 0,1 0 0 0 0,-1 0 0 0 0,-1-1 0 0 0,1 2-1 0 0,0 0-1 0 0,0 0 0 0 0,0 0 0 0 0,0 0 1 0 0,0 0-1 0 0,-1 0 0 0 0,1 0 1 0 0,0 1-1 0 0,0-1 0 0 0,0 0 1 0 0,0 1-1 0 0,0-1 0 0 0,0 1 1 0 0,1-1-1 0 0,-1 1 0 0 0,0-1 0 0 0,0 1 1 0 0,0 0-1 0 0,-1 0 0 0 0,-9 9 35 0 0,1-1-1 0 0,-13 17 1 0 0,21-25-34 0 0,-2 5 16 0 0,-1-1 0 0 0,1 0 0 0 0,0 1 1 0 0,1 0-1 0 0,0 0 0 0 0,-1 0 0 0 0,2 1 1 0 0,-1-1-1 0 0,-1 8 0 0 0,28-31 21 0 0,-1-2-5 0 0,48-33 30 0 0,-66 48-61 0 0,1 1-1 0 0,0 0 0 0 0,0 0 0 0 0,1 0 0 0 0,-1 1 0 0 0,1 0 0 0 0,-1 0 0 0 0,1 1 0 0 0,-1 0 0 0 0,10-1 0 0 0,-15 2-4 0 0,1 0 0 0 0,-1 0 0 0 0,1 1 0 0 0,0-1 0 0 0,-1 0 0 0 0,1 1 0 0 0,-1-1 0 0 0,1 1 1 0 0,-1-1-1 0 0,0 1 0 0 0,1 0 0 0 0,-1-1 0 0 0,0 1 0 0 0,1 0 0 0 0,-1 0 0 0 0,0 0 0 0 0,0 0 0 0 0,0 0 0 0 0,0 0 0 0 0,0 1 0 0 0,0-1 0 0 0,0 0 0 0 0,0 0 0 0 0,0 1 0 0 0,0-1 0 0 0,-1 0 0 0 0,1 1 0 0 0,0 2 0 0 0,2 5 6 0 0,-1-1 0 0 0,-1 1 0 0 0,0 0 0 0 0,1 11 0 0 0,0 9 12 0 0,-1-26-17 0 0,-1-1 0 0 0,1 1 0 0 0,0-1-1 0 0,-1 1 1 0 0,1-1 0 0 0,0 1 0 0 0,1-1 0 0 0,-1 1 0 0 0,0-1 0 0 0,1 0 0 0 0,1 3 0 0 0,-1-4 3 0 0,-1-1 2 0 0,6-1 0 0 0,3-5 0 0 0,6-6 6 0 0,-12 10-12 0 0,17-4 21 0 0,-19 4-23 0 0,-1 2 1 0 0,-1 0-1 0 0,1 0 1 0 0,-1 1-1 0 0,1-1 1 0 0,-1 0-1 0 0,1 1 0 0 0,0-1 1 0 0,-1 1-1 0 0,1-1 1 0 0,-1 0-1 0 0,0 1 0 0 0,1-1 1 0 0,-1 1-1 0 0,1-1 1 0 0,-1 1-1 0 0,0 0 1 0 0,1-1-1 0 0,-1 1 0 0 0,0-1 1 0 0,1 1-1 0 0,-1 0 1 0 0,0-1-1 0 0,0 2 1 0 0,2 6 2 0 0,-2-1-1 0 0,13 21 6 0 0,-12-27-8 0 0,-1 0 1 0 0,1 1-1 0 0,-1-1 0 0 0,1 0 1 0 0,0 0-1 0 0,-1 0 1 0 0,1-1-1 0 0,0 1 0 0 0,0 0 1 0 0,0 0-1 0 0,0 0 0 0 0,0 0 1 0 0,0-1-1 0 0,0 1 1 0 0,0 0-1 0 0,0-1 0 0 0,0 1 1 0 0,0-1-1 0 0,0 1 1 0 0,0-1-1 0 0,0 0 0 0 0,1 1 1 0 0,-1-1-1 0 0,2 0 1 0 0,-1 0-1 0 0,0-1 0 0 0,1 1 1 0 0,-1-1-1 0 0,0 1 1 0 0,0-1-1 0 0,1 0 1 0 0,-1 0-1 0 0,0 0 0 0 0,0 0 1 0 0,0 0-1 0 0,0 0 1 0 0,2-2-1 0 0,6-6 1 0 0,0 0-1 0 0,-1-1 1 0 0,13-16-1 0 0,-21 24 0 0 0,14-17 0 0 0,-3 3 0 0 0,2 1 0 0 0,-1 0 0 0 0,26-19 0 0 0,-26 24 0 0 0,-1 2 3 0 0,-1 1 9 0 0,-3 0-3 0 0,-7 4-1 0 0,2-4 0 0 0,-28 92 11 0 0,5-21-5 0 0,-31 81 33 0 0,50-144-45 0 0,0 1 1 0 0,1 0-1 0 0,-1-1 0 0 0,0 1 0 0 0,0 0 0 0 0,0-1 0 0 0,0 0 1 0 0,-1 1-1 0 0,1-1 0 0 0,0 0 0 0 0,0 1 0 0 0,-1-1 1 0 0,1 0-1 0 0,-3 1 0 0 0,4-2-1 0 0,-1 1 0 0 0,0-1 1 0 0,1 0-1 0 0,-1 0 0 0 0,0 0 0 0 0,1 0 1 0 0,-1 0-1 0 0,0 0 0 0 0,1 0 0 0 0,-1 0 0 0 0,0 0 1 0 0,1 0-1 0 0,-1-1 0 0 0,0 1 0 0 0,1 0 1 0 0,-1 0-1 0 0,1 0 0 0 0,-1-1 0 0 0,0 1 0 0 0,1 0 1 0 0,-1-1-1 0 0,1 1 0 0 0,-1-1 0 0 0,1 1 1 0 0,-1-1-1 0 0,1 1 0 0 0,-1-1 0 0 0,1 1 0 0 0,-1-1 1 0 0,1 1-1 0 0,-1-2 0 0 0,-3-2 7 0 0,-8-8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39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16384 0 0,'0'0'0'0'0,"34"1"0"0"0,-2 2 455 0 0,17 2 457 0 0,-28-1-456 0 0,0-4-320 0 0,1 0 8 0 0,2 5 0 0 0,0 1 0 0 0,30 9 944 0 0,-30-6-544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41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1 686 10952 0 0,'0'0'1486'0'0,"3"0"-1286"0"0,3 0-157 0 0,-5 0-23 0 0,-1 0 1 0 0,1 0-1 0 0,0 1 0 0 0,0-1 1 0 0,-1 0-1 0 0,1 0 0 0 0,0 0 0 0 0,0 0 1 0 0,0 0-1 0 0,-1 0 0 0 0,1 0 1 0 0,0 0-1 0 0,0 0 0 0 0,-1-1 1 0 0,1 1-1 0 0,0 0 0 0 0,0 0 1 0 0,-1-1-1 0 0,1 1 0 0 0,0 0 1 0 0,-1-1-1 0 0,1 1 0 0 0,0-1 1 0 0,-1 1-1 0 0,1-1 0 0 0,0 1 1 0 0,-1-1-1 0 0,1 0 0 0 0,-1 1 0 0 0,1-1 1 0 0,-1 1-1 0 0,0-1 0 0 0,1 0 1 0 0,-1 0-1 0 0,0 1 0 0 0,1-1 1 0 0,-1 0-1 0 0,0 0 0 0 0,0 1 1 0 0,1-1-1 0 0,-1 0 0 0 0,0 0 1 0 0,0 1-1 0 0,0-1 0 0 0,0-1 1 0 0,0-7 8 0 0,1 0 0 0 0,0 1 0 0 0,1-1 0 0 0,3-8 1 0 0,1-9-4 0 0,24-162 32 0 0,-10 56-111 0 0,-19 120 32 0 0,0 0-1 0 0,-1 0 1 0 0,-1-19 0 0 0,0 27 1 0 0,-8-5-38 0 0,8 10 57 0 0,0 0-1 0 0,1-1 1 0 0,-1 1-1 0 0,0 0 1 0 0,0 0-1 0 0,1 0 1 0 0,-1 0-1 0 0,0 0 1 0 0,1 0-1 0 0,-1 0 1 0 0,1 0-1 0 0,-1 0 1 0 0,1 0-1 0 0,0 0 1 0 0,-1 0-1 0 0,1 0 1 0 0,0 1-1 0 0,0-1 1 0 0,0 2-1 0 0,-4 23-12 0 0,4-14 13 0 0,1 0 0 0 0,0 0-1 0 0,1-1 1 0 0,0 1 0 0 0,1 0-1 0 0,0-1 1 0 0,7 17 0 0 0,-9-27 4 0 0,-1 1 0 0 0,1-1 0 0 0,0 0 0 0 0,-1 0 0 0 0,1 1 0 0 0,0-1 1 0 0,0 0-1 0 0,0 0 0 0 0,-1 0 0 0 0,1 0 0 0 0,0 0 0 0 0,1 0 1 0 0,-1 0-1 0 0,0 0 0 0 0,0 0 0 0 0,0-1 0 0 0,0 1 0 0 0,1 0 0 0 0,-1-1 1 0 0,0 1-1 0 0,1-1 0 0 0,-1 1 0 0 0,2-1 0 0 0,0 0 12 0 0,0 0 0 0 0,-1 0 0 0 0,1 0 0 0 0,-1-1 1 0 0,1 1-1 0 0,-1-1 0 0 0,1 0 0 0 0,-1 1 0 0 0,1-1 0 0 0,-1 0 0 0 0,5-3 0 0 0,2-2 71 0 0,1-1 1 0 0,-1 0-1 0 0,-1 0 0 0 0,15-16 1 0 0,-15 14 96 0 0,0-1 1 0 0,0 0 0 0 0,-1 0 0 0 0,0 0-1 0 0,10-22 1 0 0,-17 30 523 0 0,2 18-393 0 0,-2-14-294 0 0,1 0-1 0 0,-1 0 1 0 0,0 1 0 0 0,0-1-1 0 0,0 0 1 0 0,0 0 0 0 0,0 0-1 0 0,0 0 1 0 0,-1 0 0 0 0,1 0-1 0 0,-1 0 1 0 0,1 0 0 0 0,-3 3-1 0 0,-3 13 75 0 0,0-1 0 0 0,2 1 1 0 0,0 0-1 0 0,0 0 0 0 0,2 0 0 0 0,-1 32 0 0 0,3-48-84 0 0,0 11 72 0 0,-1 0 0 0 0,2-1-1 0 0,0 1 1 0 0,0-1 0 0 0,2 1-1 0 0,-1-1 1 0 0,1 0-1 0 0,7 16 1 0 0,-9-27-71 0 0,-1 0 0 0 0,1 0-1 0 0,0-1 1 0 0,0 1 0 0 0,-1 0-1 0 0,1-1 1 0 0,0 1 0 0 0,0-1-1 0 0,0 1 1 0 0,0-1 0 0 0,0 1 0 0 0,-1-1-1 0 0,1 0 1 0 0,0 1 0 0 0,0-1-1 0 0,0 0 1 0 0,0 0 0 0 0,0 0 0 0 0,0 0-1 0 0,0 0 1 0 0,0 0 0 0 0,1 0-1 0 0,25-4 160 0 0,-13-3-119 0 0,-1-1-1 0 0,1-1 1 0 0,-1 0-1 0 0,-1 0 1 0 0,0-2-1 0 0,0 0 1 0 0,14-18-1 0 0,16-12 58 0 0,-4 1 180 0 0,-24 24-80 0 0,-12 14 21 0 0,-3 2-220 0 0,-1 0 0 0 0,1 0-1 0 0,0 0 1 0 0,0 0 0 0 0,-1 0-1 0 0,1 0 1 0 0,0 1-1 0 0,0-1 1 0 0,0 1 0 0 0,-1-1-1 0 0,1 1 1 0 0,0-1 0 0 0,0 1-1 0 0,0-1 1 0 0,0 1-1 0 0,0 0 1 0 0,0 0 0 0 0,0 0-1 0 0,0 0 1 0 0,0-1 0 0 0,1 1-1 0 0,-1 0 1 0 0,0 0-1 0 0,0 1 1 0 0,0 0 0 0 0,-20 29 25 0 0,20-29-18 0 0,-6 12 14 0 0,0 0-1 0 0,1 0 1 0 0,-5 15 0 0 0,-5 14 43 0 0,10-30-36 0 0,1 0 0 0 0,0 1 1 0 0,0 0-1 0 0,2 0 0 0 0,0 0 0 0 0,0 0 1 0 0,1 0-1 0 0,1 0 0 0 0,0 1 0 0 0,2 14 0 0 0,0-28-30 0 0,0 0 0 0 0,0-1 0 0 0,1 1 0 0 0,-1 0 0 0 0,0-1 0 0 0,0 1 0 0 0,1-1 0 0 0,-1 0 0 0 0,0 1 0 0 0,1-1 0 0 0,-1 0 0 0 0,0 0 0 0 0,1 0-1 0 0,1 0 1 0 0,0 0 2 0 0,-1 0 0 0 0,0 0-1 0 0,1-1 1 0 0,-1 1 0 0 0,0-1-1 0 0,0 1 1 0 0,0-1-1 0 0,0 0 1 0 0,0 0 0 0 0,0 0-1 0 0,0 0 1 0 0,0 0 0 0 0,0-1-1 0 0,0 1 1 0 0,0 0 0 0 0,-1-1-1 0 0,4-3 1 0 0,24-36 73 0 0,-21 28-62 0 0,13-20 58 0 0,-2 0 0 0 0,-1-2 0 0 0,-2 0 0 0 0,-1-1 0 0 0,10-40 0 0 0,-24 71-57 0 0,0 0 0 0 0,-1 0 1 0 0,1 0-1 0 0,-1 0 0 0 0,0 0 0 0 0,-1 0 1 0 0,1 0-1 0 0,-2-8 0 0 0,1 12-13 0 0,1 0 0 0 0,0-1 0 0 0,0 1 0 0 0,-1-1 0 0 0,1 1 0 0 0,-1 0 0 0 0,0 0 0 0 0,1-1 0 0 0,-1 1 0 0 0,0 0 0 0 0,1 0 0 0 0,-1 0 0 0 0,0 0 0 0 0,0 0 0 0 0,0 0 1 0 0,0 0-1 0 0,0 0 0 0 0,0 0 0 0 0,-1 0 0 0 0,1 0 0 0 0,0 1 0 0 0,0-1 0 0 0,-1 0 0 0 0,1 1 0 0 0,0-1 0 0 0,0 1 0 0 0,-1 0 0 0 0,1-1 0 0 0,-3 1 0 0 0,1 0 6 0 0,1 1 0 0 0,0 0 0 0 0,0 0 1 0 0,-1 0-1 0 0,1 0 0 0 0,0 0 1 0 0,0 0-1 0 0,0 0 0 0 0,0 1 0 0 0,0-1 1 0 0,0 1-1 0 0,1 0 0 0 0,-1-1 0 0 0,0 1 1 0 0,-2 4-1 0 0,-22 33 123 0 0,19-25-102 0 0,0 0 0 0 0,1 0 0 0 0,1 0 0 0 0,-4 17 0 0 0,8-27-25 0 0,0 0 0 0 0,0 0-1 0 0,0 0 1 0 0,0 0 0 0 0,1 1 0 0 0,0-1-1 0 0,0 0 1 0 0,0 0 0 0 0,0 1 0 0 0,0-1-1 0 0,1 0 1 0 0,0 0 0 0 0,0 0 0 0 0,0 1-1 0 0,1-1 1 0 0,-1 0 0 0 0,1 0 0 0 0,0-1-1 0 0,0 1 1 0 0,4 6 0 0 0,-5-9-5 0 0,0-1 0 0 0,1 1 1 0 0,-1 0-1 0 0,0 0 0 0 0,0-1 0 0 0,0 1 1 0 0,1 0-1 0 0,-1-1 0 0 0,0 1 0 0 0,1-1 1 0 0,-1 0-1 0 0,0 1 0 0 0,1-1 0 0 0,-1 0 1 0 0,0 0-1 0 0,1 0 0 0 0,-1 0 0 0 0,1 0 1 0 0,-1 0-1 0 0,0 0 0 0 0,1-1 0 0 0,-1 1 1 0 0,1 0-1 0 0,-1-1 0 0 0,2 0 0 0 0,31-18 64 0 0,-26 13-55 0 0,12-7 19 0 0,-2-1 1 0 0,0-2-1 0 0,0 0 1 0 0,21-26-1 0 0,22-20 74 0 0,-48 47-75 0 0,-12 13-16 0 0,0 0 1 0 0,0 0 0 0 0,0 0-1 0 0,1 1 1 0 0,-1-1 0 0 0,1 0-1 0 0,0 1 1 0 0,-1 0 0 0 0,1-1-1 0 0,3-1 1 0 0,-6 5-11 0 0,-1-1 1 0 0,1 1-1 0 0,0 0 0 0 0,0 0 1 0 0,0 0-1 0 0,0 0 0 0 0,0 0 1 0 0,0 0-1 0 0,1 0 0 0 0,-1 3 1 0 0,-4 9 10 0 0,2-8-10 0 0,-17 43 57 0 0,2 1 0 0 0,2 1-1 0 0,-15 81 1 0 0,25-82-21 0 0,6-48-34 0 0,7 1 17 0 0,-7-2-26 0 0,1-1 0 0 0,-1 0 0 0 0,0 0 1 0 0,0 0-1 0 0,0 0 0 0 0,0 0 0 0 0,1 1 0 0 0,-1-1 0 0 0,0 0 0 0 0,0 0 1 0 0,1 0-1 0 0,-1 0 0 0 0,0 0 0 0 0,0 0 0 0 0,0 0 0 0 0,1 0 0 0 0,-1 0 1 0 0,0 0-1 0 0,0 0 0 0 0,1 0 0 0 0,-1 0 0 0 0,0 0 0 0 0,0 0 0 0 0,1 0 1 0 0,-1 0-1 0 0,0 0 0 0 0,0 0 0 0 0,0 0 0 0 0,1 0 0 0 0,-1-1 0 0 0,0 1 1 0 0,0 0-1 0 0,0 0 0 0 0,1 0 0 0 0,-1 0 0 0 0,0 0 0 0 0,0-1 0 0 0,0 1 0 0 0,0 0 1 0 0,1 0-1 0 0,-1 0 0 0 0,0-1 0 0 0,0 1 0 0 0,0 0 0 0 0,0 0 0 0 0,0 0 1 0 0,0-1-1 0 0,0 1 0 0 0,0 0 0 0 0,0 0 0 0 0,0-1 0 0 0,0 1 0 0 0,1 0 1 0 0,10-15 5 0 0,-1 0 1 0 0,0-1-1 0 0,14-29 1 0 0,-13 24-3 0 0,103-204 26 0 0,-108 214-30 0 0,-1 0 0 0 0,-1 0 1 0 0,0-1-1 0 0,-1 1 0 0 0,0-1 1 0 0,-1 0-1 0 0,2-22 0 0 0,-5 7 0 0 0,-2 10 0 0 0,-2 5 0 0 0,-2 5 0 0 0,-2 8 0 0 0,5 2 0 0 0,1 0 0 0 0,-1-1 0 0 0,1 2 1 0 0,-1-1-1 0 0,1 0 0 0 0,0 1 0 0 0,0-1 0 0 0,1 1 0 0 0,-1 0 0 0 0,1 0 0 0 0,-1 0 0 0 0,1 0 0 0 0,1 0 0 0 0,-1 0 0 0 0,1 1 0 0 0,-1-1 0 0 0,1 0 0 0 0,0 1 0 0 0,1 0 0 0 0,-1 4 1 0 0,-1 6 0 0 0,2 0 1 0 0,-1 0-1 0 0,2 1 1 0 0,3 24 0 0 0,-3-35 2 0 0,0 0 0 0 0,0 0 1 0 0,1 0-1 0 0,-1 0 0 0 0,1 0 0 0 0,0 0 1 0 0,1 0-1 0 0,-1-1 0 0 0,1 1 1 0 0,0-1-1 0 0,0 0 0 0 0,0 1 1 0 0,0-2-1 0 0,1 1 0 0 0,0 0 1 0 0,0-1-1 0 0,0 1 0 0 0,7 4 0 0 0,-7-6 3 0 0,0-1 0 0 0,0 1-1 0 0,0-1 1 0 0,-1 0-1 0 0,1 0 1 0 0,1 0-1 0 0,-1 0 1 0 0,0-1-1 0 0,0 0 1 0 0,0 1-1 0 0,0-1 1 0 0,0-1-1 0 0,0 1 1 0 0,0-1-1 0 0,0 0 1 0 0,0 1 0 0 0,0-2-1 0 0,0 1 1 0 0,0 0-1 0 0,0-1 1 0 0,0 0-1 0 0,-1 0 1 0 0,6-4-1 0 0,5-3 27 0 0,0-2 0 0 0,-1 0 0 0 0,-1 0 0 0 0,0-1 0 0 0,0-1 0 0 0,-1 0 0 0 0,-1-1 0 0 0,0 0 0 0 0,-1 0 0 0 0,12-25 0 0 0,-20 36 43 0 0,-2 4-73 0 0,-1 0 1 0 0,1-1-1 0 0,0 1 1 0 0,0 0-1 0 0,0 0 0 0 0,-1 0 1 0 0,1 0-1 0 0,0 0 1 0 0,0 0-1 0 0,0 0 1 0 0,0 0-1 0 0,1 0 1 0 0,-1 1-1 0 0,0-1 0 0 0,0 0 1 0 0,1 1-1 0 0,-1-1 1 0 0,0 3-1 0 0,-11 27 21 0 0,11-28-17 0 0,-8 22 20 0 0,-9 34-1 0 0,16-52-21 0 0,1 1-1 0 0,-1-1 1 0 0,2 1-1 0 0,-1 0 1 0 0,1-1-1 0 0,0 1 1 0 0,1-1-1 0 0,0 1 1 0 0,2 7 0 0 0,-3-14-5 0 0,0 0 0 0 0,0-1 1 0 0,0 1-1 0 0,0-1 0 0 0,1 1 1 0 0,-1 0-1 0 0,0-1 0 0 0,0 1 1 0 0,1-1-1 0 0,-1 1 1 0 0,0-1-1 0 0,1 1 0 0 0,-1-1 1 0 0,0 1-1 0 0,1-1 0 0 0,-1 0 1 0 0,1 1-1 0 0,-1-1 1 0 0,1 1-1 0 0,-1-1 0 0 0,1 0 1 0 0,-1 0-1 0 0,1 1 0 0 0,-1-1 1 0 0,1 0-1 0 0,0 0 0 0 0,-1 0 1 0 0,1 1-1 0 0,-1-1 1 0 0,1 0-1 0 0,0 0 0 0 0,-1 0 1 0 0,1 0-1 0 0,-1 0 0 0 0,1 0 1 0 0,0 0-1 0 0,-1 0 0 0 0,1 0 1 0 0,-1-1-1 0 0,1 1 1 0 0,0 0-1 0 0,-1 0 0 0 0,1 0 1 0 0,-1-1-1 0 0,1 1 0 0 0,0-1 1 0 0,16-11 4 0 0,-17 12-5 0 0,11-10 1 0 0,-1 0 0 0 0,0-1 0 0 0,-1 0 0 0 0,0 0 0 0 0,8-16 0 0 0,32-61 1 0 0,-43 77-2 0 0,-3 4 0 0 0,21-37-13 0 0,-1-1 0 0 0,-3-1-1 0 0,15-54 1 0 0,-30 81-1 0 0,-3 9-11 0 0,1-1 0 0 0,0 1 0 0 0,0 0 0 0 0,1 0 0 0 0,8-13 0 0 0,-7 15 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42.8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1 265 14672 0 0,'36'-2'181'0'0,"-15"-1"71"0"0,9-4 256 0 0,-19 4-261 0 0,-1-1 1 0 0,1-1 0 0 0,-1 0 0 0 0,0 0-1 0 0,0-1 1 0 0,17-13 0 0 0,-7 1-76 0 0,27-21 487 0 0,-33 28-513 0 0,0 0 0 0 0,-1 0-1 0 0,18-22 1 0 0,-15 16-40 0 0,0 1 0 0 0,36-26 0 0 0,-51 41-96 0 0,3-5-73 0 0,-18 24 44 0 0,1 1-1 0 0,0 0 1 0 0,2 1-1 0 0,0 0 1 0 0,1 1-1 0 0,-10 32 1 0 0,8-16-5 0 0,2 1-1 0 0,2 0 1 0 0,-5 47 0 0 0,12-83 23 0 0,1 0-1 0 0,0-1 1 0 0,0 1 0 0 0,0 0 0 0 0,0-1 0 0 0,0 1 0 0 0,0-1 0 0 0,0 1 0 0 0,0-1 0 0 0,0 1 0 0 0,1-1 0 0 0,-1 1 0 0 0,1-1 0 0 0,-1 1-1 0 0,2 2 1 0 0,-1-3 1 0 0,-1 0-1 0 0,1 0 1 0 0,0 0-1 0 0,-1-1 1 0 0,1 1-1 0 0,0 0 0 0 0,0 0 1 0 0,0 0-1 0 0,0 0 1 0 0,-1-1-1 0 0,1 1 0 0 0,0 0 1 0 0,0-1-1 0 0,1 1 1 0 0,-1-1-1 0 0,0 1 1 0 0,0-1-1 0 0,0 0 0 0 0,0 1 1 0 0,0-1-1 0 0,0 0 1 0 0,1 0-1 0 0,-1 0 0 0 0,0 0 1 0 0,0 0-1 0 0,0 0 1 0 0,0 0-1 0 0,1 0 0 0 0,-1 0 1 0 0,0 0-1 0 0,0-1 1 0 0,0 1-1 0 0,0-1 1 0 0,0 1-1 0 0,0-1 0 0 0,0 1 1 0 0,1-1-1 0 0,-1 1 1 0 0,8-6 0 0 0,1 0 0 0 0,-1-1-1 0 0,0 0 1 0 0,0 0 0 0 0,-1-1 0 0 0,0 0 0 0 0,0 0 0 0 0,-1-1 0 0 0,0 0 0 0 0,0 0-1 0 0,5-12 1 0 0,7-7 0 0 0,-16 23 8 0 0,-1 0 0 0 0,1 0 0 0 0,-1 0 0 0 0,0 0 0 0 0,-1 0 0 0 0,1-1 0 0 0,-1 1 0 0 0,0 0 0 0 0,0-1 0 0 0,-1 1 0 0 0,0-1 0 0 0,-1-10 0 0 0,-9 28 23 0 0,7-5-23 0 0,0 0 0 0 0,1 0-1 0 0,1 0 1 0 0,-1 1 0 0 0,1-1 0 0 0,0 0-1 0 0,1 1 1 0 0,-1-1 0 0 0,1 0 0 0 0,1 1-1 0 0,0-1 1 0 0,0 0 0 0 0,0 1 0 0 0,1-1-1 0 0,3 8 1 0 0,-5-13 20 0 0,2 2 9 0 0,-2-4-36 0 0,0 0 0 0 0,0 0 0 0 0,0 1 0 0 0,0-1 0 0 0,0 0 0 0 0,0 0 0 0 0,0 0 0 0 0,0 1 0 0 0,0-1 0 0 0,0 0 0 0 0,0 0 0 0 0,0 1 0 0 0,0-1 0 0 0,1 0 0 0 0,-1 0 0 0 0,0 0 0 0 0,0 1-1 0 0,0-1 1 0 0,0 0 0 0 0,0 0 0 0 0,0 0 0 0 0,1 0 0 0 0,-1 1 0 0 0,0-1 0 0 0,0 0 0 0 0,0 0 0 0 0,0 0 0 0 0,1 0 0 0 0,-1 0 0 0 0,0 0 0 0 0,0 0 0 0 0,0 1 0 0 0,1-1 0 0 0,-1 0 0 0 0,0 0 0 0 0,4 0 11 0 0,0 1 0 0 0,0-1-1 0 0,-1 0 1 0 0,1 0 0 0 0,0-1 0 0 0,0 1-1 0 0,-1-1 1 0 0,1 1 0 0 0,0-1 0 0 0,-1 0-1 0 0,1-1 1 0 0,-1 1 0 0 0,1-1 0 0 0,-1 1-1 0 0,4-4 1 0 0,6-3 33 0 0,0-2 0 0 0,16-15-1 0 0,8-5 54 0 0,-13 12 11 0 0,-2 2 4 0 0,0 0 1 0 0,2 1-1 0 0,-1 2 1 0 0,29-12-1 0 0,5 0 736 0 0,-56 24-718 0 0,-35 31 269 0 0,-44 64-67 0 0,67-79-280 0 0,1 1 0 0 0,0 1 0 0 0,1 0 0 0 0,1 0-1 0 0,1 0 1 0 0,0 1 0 0 0,-6 26 0 0 0,12-37-25 0 0,-1 1 0 0 0,1-1 0 0 0,1 0 1 0 0,-1 1-1 0 0,2 9 0 0 0,-1-15-19 0 0,-1-1 1 0 0,2 1-1 0 0,-1 0 0 0 0,0 0 1 0 0,0 0-1 0 0,0-1 0 0 0,1 1 1 0 0,-1 0-1 0 0,1 0 0 0 0,0-1 1 0 0,-1 1-1 0 0,1 0 0 0 0,0-1 1 0 0,0 1-1 0 0,0-1 0 0 0,0 1 1 0 0,0-1-1 0 0,0 1 1 0 0,1-1-1 0 0,-1 0 0 0 0,0 0 1 0 0,1 0-1 0 0,-1 1 0 0 0,1-1 1 0 0,1 1-1 0 0,0-2-1 0 0,0 1 1 0 0,0-1-1 0 0,0 0 1 0 0,0 0-1 0 0,0 0 1 0 0,0 0-1 0 0,0-1 0 0 0,0 1 1 0 0,0-1-1 0 0,0 0 1 0 0,0 0-1 0 0,0 0 1 0 0,0 0-1 0 0,0 0 1 0 0,0 0-1 0 0,-1-1 0 0 0,1 1 1 0 0,-1-1-1 0 0,4-3 1 0 0,5-4 17 0 0,-1 0 0 0 0,17-21 0 0 0,-22 24-12 0 0,5-6-8 0 0,0-2 0 0 0,-1 1 0 0 0,-1-1 0 0 0,0-1 0 0 0,0 1 0 0 0,-2-1 0 0 0,0-1 0 0 0,-1 1 0 0 0,0-1 0 0 0,-1 0 0 0 0,-1 0 0 0 0,-1 0 0 0 0,0 0 0 0 0,-1-1 0 0 0,-1-22 0 0 0,0 33-6 0 0,0 4 0 0 0,0 1 0 0 0,0 0 0 0 0,0-1 0 0 0,-1 1 0 0 0,1 0 0 0 0,0-1 0 0 0,-1 1 0 0 0,1 0 0 0 0,-1-1 0 0 0,1 1 0 0 0,-1 0 0 0 0,1 0-1 0 0,-1 0 1 0 0,0 0 0 0 0,0-1 0 0 0,0 1 0 0 0,1 0 0 0 0,-1 0 0 0 0,0 0 0 0 0,0 1 0 0 0,-2-2 0 0 0,2 1-1 0 0,1 0 0 0 0,-1 1 0 0 0,1-1 0 0 0,-1 1 0 0 0,1 0-1 0 0,-1-1 1 0 0,0 1 0 0 0,1-1 0 0 0,-1 1 0 0 0,0 0 0 0 0,1 0 0 0 0,-1-1 0 0 0,0 1 0 0 0,0 0 0 0 0,1 0 0 0 0,-1 0 0 0 0,0 0 0 0 0,1 0-1 0 0,-1 0 1 0 0,0 0 0 0 0,0 0 0 0 0,1 0 0 0 0,-1 0 0 0 0,0 0 0 0 0,0 0 0 0 0,1 0 0 0 0,-1 1 0 0 0,-1-1 0 0 0,-19 18-21 0 0,16-12 14 0 0,0 1 0 0 0,0-1 0 0 0,1 1 0 0 0,-7 15 0 0 0,5-2-7 0 0,0 0 1 0 0,2 1 0 0 0,0 0 0 0 0,1-1-1 0 0,2 1 1 0 0,0 0 0 0 0,1 0 0 0 0,1 0-1 0 0,1 0 1 0 0,0 0 0 0 0,2-1 0 0 0,6 22-1 0 0,-8-38 14 0 0,-1 0 0 0 0,0 0 0 0 0,1 0 0 0 0,0-1 0 0 0,0 1 0 0 0,0 0 0 0 0,0-1 0 0 0,1 1 0 0 0,-1-1 0 0 0,1 0 0 0 0,0 0 0 0 0,0 0-1 0 0,0 0 1 0 0,7 4 0 0 0,-1-2 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45.5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1 550 13672 0 0,'35'-35'519'0'0,"-20"21"-178"0"0,-1 0 0 0 0,-1 0 1 0 0,21-29-1 0 0,9-36 1200 0 0,-32 62-1074 0 0,-11 17-458 0 0,0 0 0 0 0,1 0-1 0 0,-1 0 1 0 0,0 0 0 0 0,0 1-1 0 0,1-1 1 0 0,-1 0 0 0 0,0 0-1 0 0,0 0 1 0 0,1 0 0 0 0,-1 1 0 0 0,0-1-1 0 0,0 0 1 0 0,0 0 0 0 0,1 0-1 0 0,-1 1 1 0 0,0-1 0 0 0,0 0-1 0 0,0 0 1 0 0,0 1 0 0 0,0-1-1 0 0,0 0 1 0 0,0 1 0 0 0,0-1 0 0 0,1 0-1 0 0,-1 0 1 0 0,0 1 0 0 0,0-1-1 0 0,0 0 1 0 0,0 0 0 0 0,0 1-1 0 0,0-1 1 0 0,0 0 0 0 0,-1 1-1 0 0,1 38 132 0 0,-1-36-166 0 0,-24 346 33 0 0,24-327-19 0 0,1-13-1 0 0,-1 0 0 0 0,0 0 1 0 0,-4 16-1 0 0,-1 2-68 0 0,7-24-8 0 0,5-16 59 0 0,18-54-10 0 0,39-98-31 0 0,-59 157 67 0 0,-1 0-1 0 0,0 0 1 0 0,0 0-1 0 0,1-12 1 0 0,-4 11 3 0 0,-4 10 0 0 0,-2 8 3 0 0,-17 94 67 0 0,23-102-65 0 0,0-1 0 0 0,0 1-1 0 0,-1 0 1 0 0,1-1 0 0 0,0 1-1 0 0,0-1 1 0 0,0 1 0 0 0,0-1 0 0 0,0 1-1 0 0,0 0 1 0 0,0-1 0 0 0,0 1-1 0 0,0-1 1 0 0,0 1 0 0 0,0-1 0 0 0,0 1-1 0 0,1 0 1 0 0,-1-1 0 0 0,0 1 0 0 0,0-1-1 0 0,1 1 1 0 0,-1-1 0 0 0,0 1-1 0 0,1-1 1 0 0,0 1 0 0 0,10-4 49 0 0,7-14-14 0 0,5-13 33 0 0,23-43 0 0 0,-33 51-15 0 0,0 0-1 0 0,1 1 1 0 0,2 0 0 0 0,0 2 0 0 0,21-21-1 0 0,-35 38-46 0 0,-1 1 0 0 0,1 0-1 0 0,0-1 1 0 0,-1 1-1 0 0,1 0 1 0 0,0 0-1 0 0,-1 0 1 0 0,1 0-1 0 0,0 1 1 0 0,0-1-1 0 0,0 0 1 0 0,0 1 0 0 0,0-1-1 0 0,0 1 1 0 0,0 0-1 0 0,0-1 1 0 0,0 1-1 0 0,0 0 1 0 0,0 0-1 0 0,2 1 1 0 0,-2 0-1 0 0,0-1 1 0 0,-1 1-1 0 0,1 0 0 0 0,0 0 1 0 0,-1 0-1 0 0,0 0 0 0 0,1 0 0 0 0,-1 0 1 0 0,1 1-1 0 0,-1-1 0 0 0,0 0 1 0 0,0 1-1 0 0,0-1 0 0 0,0 1 1 0 0,0-1-1 0 0,0 1 0 0 0,0 0 1 0 0,0-1-1 0 0,-1 1 0 0 0,1 0 0 0 0,-1-1 1 0 0,1 1-1 0 0,-1 0 0 0 0,1 2 1 0 0,4 38 112 0 0,-4-31-65 0 0,1 0-1 0 0,-1 0 0 0 0,1 0 1 0 0,1 0-1 0 0,0-1 0 0 0,1 1 1 0 0,6 13-1 0 0,-9-23-52 0 0,-1-1 0 0 0,0 1 0 0 0,1-1-1 0 0,-1 0 1 0 0,1 1 0 0 0,-1-1 0 0 0,1 1 0 0 0,-1-1 0 0 0,1 0-1 0 0,-1 0 1 0 0,1 1 0 0 0,-1-1 0 0 0,1 0 0 0 0,-1 0 0 0 0,1 0-1 0 0,-1 1 1 0 0,1-1 0 0 0,0 0 0 0 0,-1 0 0 0 0,1 0 0 0 0,-1 0-1 0 0,1 0 1 0 0,0 0 0 0 0,-1 0 0 0 0,1 0 0 0 0,-1-1 0 0 0,1 1-1 0 0,-1 0 1 0 0,1 0 0 0 0,-1 0 0 0 0,1-1 0 0 0,0 1 0 0 0,-1 0-1 0 0,1 0 1 0 0,-1-1 0 0 0,0 1 0 0 0,1 0 0 0 0,0-1 0 0 0,22-19 66 0 0,-18 15-39 0 0,20-19 43 0 0,-1-1 1 0 0,37-51 0 0 0,-37 44-21 0 0,20-30 66 0 0,-39 55 34 0 0,-6 14-107 0 0,-8 14 8 0 0,-5 5 11 0 0,0 1 0 0 0,2 0 0 0 0,0 1 0 0 0,-11 49 0 0 0,17-57 14 0 0,1 1 0 0 0,-5 36 0 0 0,10-48-49 0 0,-1 0 0 0 0,1-1 0 0 0,1 1 0 0 0,-1 0 0 0 0,1-1 0 0 0,1 1 0 0 0,0-1 0 0 0,0 1 0 0 0,4 8 0 0 0,-5-16-25 0 0,-1 0-1 0 0,1 0 0 0 0,-1 0 0 0 0,1 0 1 0 0,-1-1-1 0 0,1 1 0 0 0,0 0 1 0 0,-1 0-1 0 0,1-1 0 0 0,0 1 0 0 0,0 0 1 0 0,0-1-1 0 0,0 1 0 0 0,-1-1 0 0 0,1 1 1 0 0,0-1-1 0 0,0 1 0 0 0,0-1 0 0 0,0 0 1 0 0,0 1-1 0 0,0-1 0 0 0,0 0 1 0 0,0 0-1 0 0,0 0 0 0 0,0 0 0 0 0,0 0 1 0 0,1 0-1 0 0,-1 0 0 0 0,0 0 0 0 0,0 0 1 0 0,0 0-1 0 0,0-1 0 0 0,0 1 0 0 0,1-1 1 0 0,31-16 97 0 0,-23 10-80 0 0,0-1-1 0 0,-1 0 0 0 0,0-1 1 0 0,0 0-1 0 0,-1-1 1 0 0,0 1-1 0 0,0-1 0 0 0,-1-1 1 0 0,-1 0-1 0 0,0 0 1 0 0,0 0-1 0 0,-1 0 0 0 0,7-23 1 0 0,-3 1 27 0 0,-6 26-38 0 0,0 0 0 0 0,-1 0 1 0 0,0 0-1 0 0,-1 0 0 0 0,1 0 0 0 0,-1 0 0 0 0,-1 0 1 0 0,1 0-1 0 0,-1 0 0 0 0,0-1 0 0 0,-1 1 0 0 0,0 0 0 0 0,0 0 1 0 0,-1 0-1 0 0,-2-9 0 0 0,3 13-5 0 0,0 1 0 0 0,0-1 0 0 0,0 1-1 0 0,0 0 1 0 0,-1-1 0 0 0,1 1 0 0 0,-1 0 0 0 0,1 0 0 0 0,-1 0-1 0 0,0 0 1 0 0,0 0 0 0 0,0 0 0 0 0,0 1 0 0 0,0-1 0 0 0,0 1-1 0 0,0-1 1 0 0,-3 0 0 0 0,3 2-1 0 0,0-1-1 0 0,0 1 1 0 0,0 0-1 0 0,0 0 0 0 0,0 0 1 0 0,0 1-1 0 0,0-1 1 0 0,0 0-1 0 0,0 1 1 0 0,0 0-1 0 0,0-1 1 0 0,0 1-1 0 0,0 0 1 0 0,0 0-1 0 0,0 0 1 0 0,1 0-1 0 0,-1 0 1 0 0,0 0-1 0 0,1 1 1 0 0,-1-1-1 0 0,1 0 1 0 0,0 1-1 0 0,-3 2 1 0 0,-2 3 10 0 0,0 1 1 0 0,0 0 0 0 0,0 0-1 0 0,1 0 1 0 0,0 1 0 0 0,1 0-1 0 0,-1 0 1 0 0,2 0 0 0 0,-1 1-1 0 0,2-1 1 0 0,-1 1 0 0 0,1 0-1 0 0,1-1 1 0 0,-1 1 0 0 0,2 0-1 0 0,-1 0 1 0 0,3 15 0 0 0,-2-24-13 0 0,0 0 0 0 0,1-1 1 0 0,-1 1-1 0 0,1 0 0 0 0,-1 0 1 0 0,1 0-1 0 0,-1 0 0 0 0,1-1 1 0 0,0 1-1 0 0,-1 0 0 0 0,1-1 1 0 0,0 1-1 0 0,0 0 1 0 0,0-1-1 0 0,-1 1 0 0 0,1-1 1 0 0,0 1-1 0 0,0-1 0 0 0,0 0 1 0 0,0 1-1 0 0,0-1 0 0 0,0 0 1 0 0,0 0-1 0 0,0 0 0 0 0,0 1 1 0 0,0-1-1 0 0,0 0 0 0 0,0 0 1 0 0,1-1-1 0 0,26-1 51 0 0,-19-1-37 0 0,0-1-1 0 0,0 0 1 0 0,-1-1 0 0 0,1 0-1 0 0,-1 0 1 0 0,0 0 0 0 0,12-12-1 0 0,1-4 34 0 0,22-27 0 0 0,-26 28 12 0 0,34-31 0 0 0,20-14 147 0 0,-70 64-169 0 0,-8 28 35 0 0,-12 8 5 0 0,-22 55 1 0 0,35-74-59 0 0,1 1 1 0 0,1-1 0 0 0,0 1-1 0 0,1 0 1 0 0,1 0-1 0 0,1 23 1 0 0,-1-20 12 0 0,2-16-5 0 0,1-3-24 0 0,-1 0 1 0 0,1-1-1 0 0,0 1 1 0 0,-1 0 0 0 0,1-1-1 0 0,0 1 1 0 0,0-1-1 0 0,0 1 1 0 0,0-1-1 0 0,0 1 1 0 0,0-1 0 0 0,0 0-1 0 0,0 0 1 0 0,-1 1-1 0 0,2-1 1 0 0,11-13-4 0 0,-1-1-1 0 0,0-1 1 0 0,-1 0-1 0 0,-1 0 1 0 0,-1-1-1 0 0,0-1 1 0 0,-1 1 0 0 0,-1-1-1 0 0,0 0 1 0 0,-1-1-1 0 0,-1 0 1 0 0,-1 0-1 0 0,0 0 1 0 0,-2 0 0 0 0,0-1-1 0 0,-1 1 1 0 0,0-1-1 0 0,-2 1 1 0 0,0-1-1 0 0,-1 1 1 0 0,-6-20 0 0 0,8 37-5 0 0,-11-35-32 0 0,10 35 30 0 0,1-1 0 0 0,-1 0 0 0 0,0 1-1 0 0,0-1 1 0 0,1 1 0 0 0,-1-1 0 0 0,0 1 0 0 0,0-1-1 0 0,-1 1 1 0 0,1 0 0 0 0,0 0 0 0 0,0-1-1 0 0,-1 1 1 0 0,1 0 0 0 0,0 0 0 0 0,-4-1 0 0 0,4 2 0 0 0,1 0 1 0 0,-1 0-1 0 0,1 1 1 0 0,-1-1-1 0 0,0 0 1 0 0,1 0 0 0 0,-1 1-1 0 0,1-1 1 0 0,-1 1-1 0 0,1-1 1 0 0,-1 1-1 0 0,1-1 1 0 0,-1 0-1 0 0,1 1 1 0 0,0-1 0 0 0,-1 1-1 0 0,1 0 1 0 0,0-1-1 0 0,-1 1 1 0 0,1-1-1 0 0,0 1 1 0 0,0 0 0 0 0,-1-1-1 0 0,1 1 1 0 0,0-1-1 0 0,0 1 1 0 0,0 0-1 0 0,0 0 1 0 0,-5 22-33 0 0,3-8 24 0 0,1-1 0 0 0,1 0 0 0 0,0 0 0 0 0,1 1 0 0 0,1-1 0 0 0,0 0 0 0 0,0 0 0 0 0,2 0 0 0 0,8 23 0 0 0,-10-31 11 0 0,1 1-1 0 0,-1-1 1 0 0,1 0 0 0 0,0 0 0 0 0,1 0-1 0 0,0-1 1 0 0,0 1 0 0 0,0-1 0 0 0,0 0-1 0 0,1 0 1 0 0,0 0 0 0 0,0-1 0 0 0,0 1-1 0 0,0-1 1 0 0,1-1 0 0 0,0 1 0 0 0,0-1 0 0 0,0 0-1 0 0,0 0 1 0 0,0-1 0 0 0,1 1 0 0 0,12 1-1 0 0,-14-3 1 0 0,-1-1-1 0 0,1 0 0 0 0,0 0 1 0 0,-1 0-1 0 0,1 0 1 0 0,0-1-1 0 0,-1 0 0 0 0,1 0 1 0 0,-1 0-1 0 0,1-1 0 0 0,-1 1 1 0 0,0-1-1 0 0,0 0 1 0 0,0 0-1 0 0,0-1 0 0 0,0 1 1 0 0,0-1-1 0 0,0 0 0 0 0,-1 0 1 0 0,1 0-1 0 0,2-4 1 0 0,5-7-6 0 0,-1 1 1 0 0,-1-2-1 0 0,0 1 1 0 0,9-22-1 0 0,-6 12-7 0 0,5-33-50 0 0,-16 55 52 0 0,-19 38-30 0 0,15-27 35 0 0,0-2 4 0 0,0 1 0 0 0,0-1 0 0 0,1 0-1 0 0,0 1 1 0 0,0 0 0 0 0,1-1 0 0 0,0 1 0 0 0,0 0-1 0 0,1 0 1 0 0,0 0 0 0 0,0 0 0 0 0,1-1 0 0 0,0 1-1 0 0,3 11 1 0 0,-4-18 2 0 0,0 1 0 0 0,1-1 0 0 0,-1 0 0 0 0,1 1 0 0 0,0-1 0 0 0,0 1 0 0 0,-1-1 0 0 0,1 0 0 0 0,0 0 0 0 0,0 1 0 0 0,0-1 0 0 0,0 0 0 0 0,0 0 0 0 0,1 0 0 0 0,-1 0 0 0 0,0 0 0 0 0,0 0 0 0 0,1-1 0 0 0,-1 1 0 0 0,1 0 0 0 0,-1-1 0 0 0,0 1 0 0 0,1 0 0 0 0,-1-1 0 0 0,1 0 0 0 0,-1 1 0 0 0,1-1 0 0 0,2 0 0 0 0,-1 0 0 0 0,1 0 1 0 0,0-1-1 0 0,-1 1 0 0 0,1-1 0 0 0,-1 0 0 0 0,1 0 0 0 0,6-2 1 0 0,13-9 23 0 0,0-1 1 0 0,40-31 0 0 0,-39 26 2 0 0,-5 0 35 0 0,-17 16-47 0 0,0 0 1 0 0,-1 0 0 0 0,1 0 0 0 0,0 0 0 0 0,0 1-1 0 0,0-1 1 0 0,0 1 0 0 0,1-1 0 0 0,-1 1-1 0 0,0 0 1 0 0,1 0 0 0 0,3-2 0 0 0,-3 41 113 0 0,-3-33-119 0 0,-1 0 9 0 0,1 0-1 0 0,0 0 1 0 0,0 0-1 0 0,1 0 1 0 0,0 0 0 0 0,-1 0-1 0 0,2 0 1 0 0,-1 0-1 0 0,4 9 1 0 0,-4-13 0 0 0,3-1-9 0 0,0 0 1 0 0,-1-1 0 0 0,1 0 0 0 0,0 0 0 0 0,-1 0 0 0 0,1 0 0 0 0,-1-1-1 0 0,1 0 1 0 0,-1 1 0 0 0,0-1 0 0 0,6-4 0 0 0,37-34 47 0 0,-15 12-10 0 0,54-41 97 0 0,-83 68-126 0 0,-3 12 38 0 0,0-7-53 0 0,-35 152 301 0 0,36-154-296 0 0,-1 1 1 0 0,1-1-1 0 0,0 0 0 0 0,0 1 1 0 0,0-1-1 0 0,0 1 0 0 0,0-1 0 0 0,1 1 1 0 0,-1-1-1 0 0,1 1 0 0 0,-1-1 0 0 0,1 1 1 0 0,0-1-1 0 0,0 0 0 0 0,1 3 0 0 0,0-4-3 0 0,-1 0-1 0 0,0 1 0 0 0,0-1 0 0 0,0 0 0 0 0,1 0 1 0 0,-1 0-1 0 0,0 0 0 0 0,1 0 0 0 0,-1 0 0 0 0,1 0 1 0 0,0 0-1 0 0,-1-1 0 0 0,1 1 0 0 0,-1-1 0 0 0,1 1 0 0 0,3 0 1 0 0,2-1 4 0 0,0 0 1 0 0,0 0 0 0 0,0 0-1 0 0,0-1 1 0 0,-1 0-1 0 0,1-1 1 0 0,0 1 0 0 0,-1-1-1 0 0,9-4 1 0 0,-4 2-1 0 0,0-1-1 0 0,-1-1 1 0 0,0 1 0 0 0,0-2-1 0 0,0 1 1 0 0,-1-1 0 0 0,0-1-1 0 0,0 0 1 0 0,-1 0 0 0 0,0 0-1 0 0,12-18 1 0 0,-10 10 0 0 0,0 0 1 0 0,-2-1-1 0 0,0 0 0 0 0,-1 0 0 0 0,-1 0 1 0 0,8-34-1 0 0,21-169 59 0 0,-30 187-47 0 0,-6 68-10 0 0,-2 22 5 0 0,0-16 10 0 0,2 1-1 0 0,2-1 1 0 0,10 76 0 0 0,-9-107-15 0 0,-2-1 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45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20 14776 0 0,'-12'-6'27'0'0,"4"-1"104"0"0,8 7-121 0 0,0 0 0 0 0,0-1 0 0 0,0 1-1 0 0,0 0 1 0 0,0 0 0 0 0,0-1 0 0 0,1 1-1 0 0,-1 0 1 0 0,0-1 0 0 0,0 1 0 0 0,0 0-1 0 0,0 0 1 0 0,1-1 0 0 0,-1 1 0 0 0,0 0 0 0 0,0 0-1 0 0,0-1 1 0 0,1 1 0 0 0,-1 0 0 0 0,0 0-1 0 0,0 0 1 0 0,1 0 0 0 0,-1-1 0 0 0,0 1-1 0 0,1 0 1 0 0,-1 0 0 0 0,0 0 0 0 0,0 0-1 0 0,1 0 1 0 0,-1 0 0 0 0,0 0 0 0 0,1 0-1 0 0,-1 0 1 0 0,0 0 0 0 0,1 0 0 0 0,-1 0-1 0 0,1 0 1 0 0,2 0 47 0 0,1-1 1 0 0,-1 1-1 0 0,0 0 0 0 0,1 1 0 0 0,-1-1 0 0 0,1 1 1 0 0,-1-1-1 0 0,0 1 0 0 0,1 0 0 0 0,-1 0 0 0 0,0 1 1 0 0,6 2-1 0 0,6 6 339 0 0,0-1 1 0 0,1 0-1 0 0,0-1 1 0 0,19 6 0 0 0,-31-12-317 0 0,1-1 0 0 0,-1 1 0 0 0,1-1 0 0 0,0 0 0 0 0,0-1 0 0 0,-1 1 0 0 0,1-1 1 0 0,0 0-1 0 0,0 0 0 0 0,0-1 0 0 0,0 1 0 0 0,-1-1 0 0 0,1 0 0 0 0,0 0 0 0 0,0-1 0 0 0,-1 1 1 0 0,1-1-1 0 0,-1 0 0 0 0,0-1 0 0 0,6-2 0 0 0,23-23 325 0 0,-18 14-197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47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1 864 13864 0 0,'20'-12'318'0'0,"-9"4"-56"0"0,1-5 195 0 0,-10 10-361 0 0,0 0-1 0 0,0 0 1 0 0,0-1-1 0 0,-1 1 1 0 0,1-1 0 0 0,-1 0-1 0 0,0 1 1 0 0,0-1-1 0 0,0 0 1 0 0,-1 0 0 0 0,1 1-1 0 0,-1-1 1 0 0,0-6 0 0 0,7-98 523 0 0,-1 37-291 0 0,0 11-129 0 0,2 0 0 0 0,18-62-1 0 0,-26 120-47 0 0,6 13-118 0 0,-2 4-13 0 0,-1-1-1 0 0,-1 1 1 0 0,0 0-1 0 0,-1 1 1 0 0,-1 15-1 0 0,0-11 17 0 0,1 1 0 0 0,4 23-1 0 0,11 15 165 0 0,-15-57-158 0 0,1-3-32 0 0,0 0 0 0 0,0 1 1 0 0,0-1-1 0 0,-1 0 0 0 0,1 0 0 0 0,0 0 0 0 0,0 0 1 0 0,-1 0-1 0 0,1-1 0 0 0,0 1 0 0 0,-1 0 1 0 0,0-1-1 0 0,1 0 0 0 0,-1 1 0 0 0,0-1 1 0 0,0 1-1 0 0,1-1 0 0 0,-1 0 0 0 0,-1 0 1 0 0,1 0-1 0 0,1-3 0 0 0,9-14 47 0 0,16-23 81 0 0,-2 4 125 0 0,37-45-1 0 0,-61 81-153 0 0,7 3 78 0 0,-12 17-102 0 0,1-1 1 0 0,1 1-1 0 0,0 19 0 0 0,-3 23-3 0 0,2-43-57 0 0,0 2 49 0 0,0-1-1 0 0,1 1 0 0 0,1 0 0 0 0,1 1 1 0 0,3 25-1 0 0,-2-38-57 0 0,0-4 20 0 0,-1 1 0 0 0,1-1 0 0 0,0 0 0 0 0,0 0 0 0 0,0 0 0 0 0,0 1 0 0 0,3 4 0 0 0,-4-8-30 0 0,1 1 0 0 0,0-1 0 0 0,-1 0 0 0 0,1 1 0 0 0,0-1 0 0 0,-1 1 0 0 0,1-1 0 0 0,0 0 0 0 0,-1 0 0 0 0,1 1-1 0 0,0-1 1 0 0,0 0 0 0 0,0 0 0 0 0,-1 0 0 0 0,1 0 0 0 0,0 0 0 0 0,0 0 0 0 0,-1 0 0 0 0,1 0 0 0 0,0 0 0 0 0,0 0 0 0 0,-1 0 0 0 0,1 0 0 0 0,0-1 0 0 0,0 1 0 0 0,-1 0 0 0 0,1-1 0 0 0,0 1 0 0 0,-1 0 0 0 0,1-1 0 0 0,0 1 0 0 0,-1-1 0 0 0,1 1 0 0 0,-1-1 0 0 0,1 1 0 0 0,0-1 0 0 0,-1 1 0 0 0,1-1 0 0 0,-1-1 0 0 0,10-8 46 0 0,0 0 1 0 0,-1-1 0 0 0,0-1-1 0 0,8-14 1 0 0,4-4 46 0 0,86-106 384 0 0,-105 133-443 0 0,-2 3-31 0 0,1 0 0 0 0,-1 0 0 0 0,0 1 0 0 0,0-1-1 0 0,1 0 1 0 0,-1 0 0 0 0,0 0 0 0 0,0 1 0 0 0,0-1 0 0 0,1 0 0 0 0,-1 0 0 0 0,0 0 0 0 0,0 1 0 0 0,0-1-1 0 0,0 0 1 0 0,1 1 0 0 0,-1-1 0 0 0,0 0 0 0 0,0 0 0 0 0,0 1 0 0 0,0-1 0 0 0,0 0 0 0 0,0 1 0 0 0,0-1-1 0 0,0 0 1 0 0,0 1 0 0 0,0-1 0 0 0,0 0 0 0 0,0 0 0 0 0,0 1 0 0 0,0-1 0 0 0,0 0 0 0 0,0 1-1 0 0,0-1 1 0 0,0 0 0 0 0,-1 1 0 0 0,-4 22 97 0 0,-14 26-57 0 0,18-47-37 0 0,-10 23 56 0 0,2 2 1 0 0,0-1-1 0 0,2 1 1 0 0,0 0-1 0 0,-2 34 1 0 0,7-48 14 0 0,1-1 0 0 0,1 0 0 0 0,2 21 0 0 0,-2-31 41 0 0,9 0-15 0 0,-9-2-107 0 0,1 0 1 0 0,-1 0-1 0 0,0 0 0 0 0,1 0 0 0 0,-1 0 0 0 0,0 0 0 0 0,1 0 0 0 0,-1 0 0 0 0,0 0 0 0 0,1 0 0 0 0,-1 0 0 0 0,0 0 0 0 0,1 0 0 0 0,-1 0 0 0 0,0 0 0 0 0,1 0 0 0 0,-1 0 1 0 0,0 0-1 0 0,1 0 0 0 0,-1-1 0 0 0,0 1 0 0 0,0 0 0 0 0,1 0 0 0 0,-1 0 0 0 0,0-1 0 0 0,1 1 0 0 0,-1 0 0 0 0,0 0 0 0 0,0 0 0 0 0,0-1 0 0 0,1 1 0 0 0,-1 0 0 0 0,0-1 1 0 0,0 1-1 0 0,1-1 0 0 0,9-11 37 0 0,-1-2 0 0 0,0 1 1 0 0,-1-1-1 0 0,0 0 0 0 0,10-30 1 0 0,-12 32-20 0 0,24-51 84 0 0,-20 46-68 0 0,-2 0 1 0 0,1-1-1 0 0,-2 0 1 0 0,-1 0 0 0 0,0 0-1 0 0,3-20 1 0 0,-11 4 67 0 0,1 30-66 0 0,-7 5 33 0 0,8-2-70 0 0,0 1 1 0 0,-1 0-1 0 0,1 0 1 0 0,0 0-1 0 0,-1 0 0 0 0,1 0 1 0 0,-1 0-1 0 0,1 0 0 0 0,0 0 1 0 0,-1 0-1 0 0,1 0 0 0 0,0 0 1 0 0,-1 1-1 0 0,1-1 1 0 0,0 0-1 0 0,-1 0 0 0 0,1 0 1 0 0,0 0-1 0 0,-1 0 0 0 0,1 1 1 0 0,0-1-1 0 0,-1 0 1 0 0,1 0-1 0 0,0 1 0 0 0,0-1 1 0 0,-1 0-1 0 0,1 0 0 0 0,0 1 1 0 0,0-1-1 0 0,0 0 1 0 0,-1 1-1 0 0,1 0 0 0 0,-9 13 19 0 0,0 0 0 0 0,2 1-1 0 0,-1 0 1 0 0,2 0 0 0 0,0 1-1 0 0,1 0 1 0 0,0 0 0 0 0,-2 24 0 0 0,4-30-10 0 0,1 1 1 0 0,0 0 0 0 0,1 0-1 0 0,0 0 1 0 0,1 0 0 0 0,0 0-1 0 0,3 17 1 0 0,-3-27-10 0 0,0 0-1 0 0,1 0 1 0 0,-1-1 0 0 0,0 1 0 0 0,1 0-1 0 0,-1 0 1 0 0,1-1 0 0 0,-1 1 0 0 0,1 0-1 0 0,-1-1 1 0 0,1 1 0 0 0,0 0-1 0 0,-1-1 1 0 0,1 1 0 0 0,0-1 0 0 0,0 1-1 0 0,-1-1 1 0 0,1 0 0 0 0,0 1 0 0 0,0-1-1 0 0,0 0 1 0 0,-1 1 0 0 0,1-1 0 0 0,0 0-1 0 0,0 0 1 0 0,0 0 0 0 0,0 0-1 0 0,0 0 1 0 0,-1 0 0 0 0,1 0 0 0 0,0 0-1 0 0,0 0 1 0 0,0 0 0 0 0,0 0 0 0 0,0 0-1 0 0,-1-1 1 0 0,2 1 0 0 0,30-13 0 0 0,-30 12-1 0 0,18-10 1 0 0,-1-2 0 0 0,0 0 0 0 0,-1-1 1 0 0,-1-1-1 0 0,0-1 0 0 0,18-21 0 0 0,-19 20-1 0 0,12-12 0 0 0,-10 9 0 0 0,1 1 0 0 0,1 0-1 0 0,35-24 1 0 0,-68 58-5 0 0,0 0-1 0 0,1 1 1 0 0,-15 28 0 0 0,27-44 5 0 0,-12 19-5 0 0,2 1 0 0 0,0 0 1 0 0,-7 24-1 0 0,-2 5 4 0 0,-27 77-43 0 0,47-124 33 0 0,0-2 10 0 0,0 0 0 0 0,0 0 1 0 0,-1 0-1 0 0,1 0 0 0 0,0 0 0 0 0,0 0 1 0 0,0 0-1 0 0,0 0 0 0 0,0 0 1 0 0,0 0-1 0 0,0-1 0 0 0,0 1 0 0 0,0 0 1 0 0,-1-1-1 0 0,1 1 0 0 0,0-1 0 0 0,0 1 1 0 0,0-1-1 0 0,-1 1 0 0 0,1-1 0 0 0,0 0 1 0 0,-1 1-1 0 0,1-1 0 0 0,0 0 0 0 0,-1 1 1 0 0,1-1-1 0 0,-1 0 0 0 0,1 0 1 0 0,0 0-1 0 0,4-6-4 0 0,17-21-17 0 0,-2-1 0 0 0,0-2 0 0 0,25-53 0 0 0,-36 67 12 0 0,12-22-17 0 0,-14 28 19 0 0,-1 0 1 0 0,0 0 0 0 0,-1-1 0 0 0,0 0 0 0 0,-1 0-1 0 0,3-14 1 0 0,-6 17-8 0 0,0 1-1 0 0,0-1 1 0 0,-1 1-1 0 0,-1-1 1 0 0,-2-15-1 0 0,0-3-21 0 0,3 24 27 0 0,-1 1 1 0 0,1 0-1 0 0,-1-1 1 0 0,1 1 0 0 0,-1 0-1 0 0,0 0 1 0 0,1-1-1 0 0,-1 1 1 0 0,0 0 0 0 0,-1 0-1 0 0,1 0 1 0 0,0 0-1 0 0,-1 0 1 0 0,1 0 0 0 0,-1 1-1 0 0,1-1 1 0 0,-1 0-1 0 0,-3-2 1 0 0,3 3-20 0 0,-5 2-47 0 0,6-1 74 0 0,1-1-1 0 0,0 1 1 0 0,-1 0-1 0 0,1 0 1 0 0,-1 0 0 0 0,1 0-1 0 0,-1 0 1 0 0,1 0-1 0 0,-1 0 1 0 0,1 0-1 0 0,-1 1 1 0 0,1-1 0 0 0,0 0-1 0 0,-1 0 1 0 0,1 0-1 0 0,-1 0 1 0 0,1 1-1 0 0,-1-1 1 0 0,1 0-1 0 0,0 0 1 0 0,-1 1 0 0 0,1-1-1 0 0,0 0 1 0 0,-1 1-1 0 0,1-1 1 0 0,0 0-1 0 0,-1 1 1 0 0,1-1 0 0 0,0 0-1 0 0,0 1 1 0 0,-1-1-1 0 0,1 1 1 0 0,0-1-1 0 0,0 0 1 0 0,0 1-1 0 0,0-1 1 0 0,-1 2 0 0 0,-7 21-42 0 0,1 0 0 0 0,1 1 0 0 0,2 0 0 0 0,0 0 1 0 0,-1 40-1 0 0,4-57 33 0 0,1 1 0 0 0,0-1 0 0 0,1 1 0 0 0,0-1 0 0 0,0 0-1 0 0,1 1 1 0 0,-1-1 0 0 0,2 0 0 0 0,-1 0 0 0 0,1 0 0 0 0,0 0 0 0 0,8 12 0 0 0,-10-18 9 0 0,0 0 0 0 0,0 0 1 0 0,0 0-1 0 0,0 0 0 0 0,0 0 0 0 0,1 0 0 0 0,-1 0 1 0 0,0 0-1 0 0,1 0 0 0 0,-1-1 0 0 0,0 1 0 0 0,1-1 1 0 0,-1 1-1 0 0,1-1 0 0 0,-1 1 0 0 0,1-1 0 0 0,-1 0 1 0 0,1 0-1 0 0,-1 0 0 0 0,1 0 0 0 0,0 0 1 0 0,-1 0-1 0 0,1 0 0 0 0,-1 0 0 0 0,1-1 0 0 0,-1 1 1 0 0,3-2-1 0 0,3 0-5 0 0,0-1 1 0 0,-1 0-1 0 0,1 0 1 0 0,8-6-1 0 0,2-4 5 0 0,-2 0 0 0 0,1-1 0 0 0,-2 0 0 0 0,0-1 0 0 0,-1-1 0 0 0,0 0 0 0 0,10-19 0 0 0,-18 28 2 0 0,-1 0 0 0 0,0 0 0 0 0,0-1 0 0 0,0 1 0 0 0,-1-1 0 0 0,3-10 0 0 0,-4 7 0 0 0,-3 7 2 0 0,-4 11 0 0 0,-3 12 2 0 0,3-3 4 0 0,1 0-1 0 0,-3 30 0 0 0,7-39-4 0 0,-1 0-1 0 0,1-1 0 0 0,0 1 1 0 0,1-1-1 0 0,-1 1 0 0 0,2-1 1 0 0,-1 1-1 0 0,0-1 1 0 0,1 0-1 0 0,3 7 0 0 0,-4-11-1 0 0,-1-1 0 0 0,1 0 1 0 0,0 0-1 0 0,-1 0 0 0 0,1 0 0 0 0,0 0 0 0 0,0 0 0 0 0,0 0 0 0 0,0 0 0 0 0,0 0 0 0 0,0 0 0 0 0,0 0 0 0 0,0 0 1 0 0,0-1-1 0 0,0 1 0 0 0,0 0 0 0 0,1-1 0 0 0,-1 1 0 0 0,0-1 0 0 0,0 1 0 0 0,1-1 0 0 0,-1 0 0 0 0,2 1 0 0 0,0-1 1 0 0,0-1 0 0 0,0 1 0 0 0,-1 0 0 0 0,1-1 0 0 0,0 0 0 0 0,-1 1 0 0 0,1-1 0 0 0,0 0 0 0 0,-1-1 0 0 0,0 1 0 0 0,3-2 1 0 0,5-3 2 0 0,-1-1 1 0 0,1 0 0 0 0,-2-1 0 0 0,12-12 0 0 0,10-15 16 0 0,-3-1-1 0 0,43-72 1 0 0,28-88 24 0 0,-39 62 29 0 0,-25 53 126 0 0,-33 80-156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48.8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0 222 13864 0 0,'21'0'327'0'0,"-7"0"-2"0"0,-1 1 96 0 0,-6 0-82 0 0,-3-1 665 0 0,-18-18 1715 0 0,1 5-2233 0 0,13 11-366 0 0,-9-8 38 0 0,14 4-170 0 0,0 0 0 0 0,0 1-1 0 0,0-1 1 0 0,0 1 0 0 0,1 1-1 0 0,0-1 1 0 0,0 1 0 0 0,0 0-1 0 0,0 0 1 0 0,1 1 0 0 0,-1-1-1 0 0,14-3 1 0 0,17-11-213 0 0,-33 16 199 0 0,107-65-656 0 0,-92 44 197 0 0,-17 21 395 0 0,-2 2-11 0 0,0-1 89 0 0,0 1 1 0 0,0 0-1 0 0,-1-1 0 0 0,1 1 0 0 0,0 0 0 0 0,0-1 0 0 0,-1 1 1 0 0,1 0-1 0 0,0 0 0 0 0,-1-1 0 0 0,1 1 0 0 0,0 0 1 0 0,-1 0-1 0 0,1 0 0 0 0,0-1 0 0 0,-1 1 0 0 0,1 0 0 0 0,0 0 1 0 0,-1 0-1 0 0,1 0 0 0 0,-1 0 0 0 0,1 0 0 0 0,0 0 0 0 0,-1 0 1 0 0,1 0-1 0 0,-1 0 0 0 0,1 0 0 0 0,0 0 0 0 0,-1 0 0 0 0,-13 10-13 0 0,1-1 0 0 0,0 2 0 0 0,1 0 0 0 0,0 1 0 0 0,1 0 0 0 0,0 0 0 0 0,1 1 0 0 0,1 1 0 0 0,0-1 0 0 0,0 2 0 0 0,2-1 0 0 0,-9 22 0 0 0,9-20 19 0 0,2 1 0 0 0,0 0 0 0 0,0 0 0 0 0,2 0 0 0 0,0 1 0 0 0,1-1-1 0 0,1 1 1 0 0,0 0 0 0 0,2-1 0 0 0,0 1 0 0 0,5 27 0 0 0,-5-40 5 0 0,1 1 1 0 0,-1-1 0 0 0,1 0-1 0 0,0 0 1 0 0,1 0-1 0 0,-1 0 1 0 0,1 0 0 0 0,0 0-1 0 0,0-1 1 0 0,0 0-1 0 0,1 1 1 0 0,0-1 0 0 0,5 5-1 0 0,-7-8 1 0 0,0 1 0 0 0,0-1 0 0 0,0 0 0 0 0,1 0 0 0 0,-1 0-1 0 0,0 0 1 0 0,1 0 0 0 0,-1 0 0 0 0,0-1 0 0 0,1 1 0 0 0,-1-1 0 0 0,1 0 0 0 0,-1 1 0 0 0,0-1-1 0 0,1 0 1 0 0,-1-1 0 0 0,1 1 0 0 0,-1 0 0 0 0,1-1 0 0 0,-1 1 0 0 0,0-1 0 0 0,1 0-1 0 0,-1 0 1 0 0,0 0 0 0 0,0 0 0 0 0,1 0 0 0 0,-1 0 0 0 0,0-1 0 0 0,0 1 0 0 0,0-1 0 0 0,3-2-1 0 0,21-18 10 0 0,-1-1 0 0 0,29-35 0 0 0,-45 44-1 0 0,0 0 1 0 0,-1 0-1 0 0,-1-1 0 0 0,0 0 1 0 0,-2-1-1 0 0,1 1 0 0 0,-2-1 0 0 0,4-23 1 0 0,-2 14 9 0 0,-2 12-5 0 0,-2 0 0 0 0,0 0-1 0 0,0 0 1 0 0,-2 0 0 0 0,1 0-1 0 0,-1-1 1 0 0,-1 1 0 0 0,-1 0-1 0 0,0 0 1 0 0,0 0 0 0 0,-5-13-1 0 0,-5 11 71 0 0,12 15-80 0 0,-1-1 0 0 0,1 1 0 0 0,0 0 0 0 0,-1 0 1 0 0,1 0-1 0 0,-1 0 0 0 0,1 0 0 0 0,0 0 0 0 0,-1 0 0 0 0,1 0 0 0 0,-1 0 0 0 0,1 0 0 0 0,0 0 0 0 0,-1 0 0 0 0,1 0 0 0 0,-1 0 0 0 0,1 0 0 0 0,0 0 0 0 0,-1 1 0 0 0,1-1 0 0 0,0 0 0 0 0,-1 0 0 0 0,1 0 0 0 0,-1 1 0 0 0,1-1 0 0 0,0 0 0 0 0,0 0 0 0 0,-1 1 0 0 0,-1 2 6 0 0,0 0-1 0 0,0 0 1 0 0,1 0-1 0 0,-1 0 1 0 0,1 0-1 0 0,0 0 1 0 0,0 0 0 0 0,0 1-1 0 0,0-1 1 0 0,0 0-1 0 0,0 5 1 0 0,1-4 0 0 0,-8 80 126 0 0,7-76-119 0 0,1 1 1 0 0,1 0 0 0 0,0-1-1 0 0,0 1 1 0 0,1 0-1 0 0,-1-1 1 0 0,2 0 0 0 0,6 17-1 0 0,-7-20 0 0 0,1 0 16 0 0,0 1 0 0 0,0-1 0 0 0,1 0 0 0 0,-1 0 0 0 0,9 9 0 0 0,-11-12-25 0 0,1-1 1 0 0,0 0-1 0 0,-1 0 1 0 0,1 0-1 0 0,-1 0 1 0 0,1 0-1 0 0,0 0 1 0 0,0 0-1 0 0,0-1 1 0 0,-1 1-1 0 0,1-1 1 0 0,0 1-1 0 0,0-1 1 0 0,0 0-1 0 0,0 0 1 0 0,0 0-1 0 0,0 0 1 0 0,0 0-1 0 0,0 0 1 0 0,-1 0-1 0 0,1-1 1 0 0,0 1-1 0 0,0 0 1 0 0,0-1-1 0 0,2-1 1 0 0,14-7 36 0 0,-1-1 1 0 0,0 0 0 0 0,-1-1 0 0 0,0-1-1 0 0,0-1 1 0 0,-2 0 0 0 0,21-23-1 0 0,19-17 155 0 0,-27 26-56 0 0,13-12 3 0 0,-38 36-123 0 0,1 1-1 0 0,-1 1 1 0 0,1-1 0 0 0,0 0 0 0 0,0 1 0 0 0,0-1 0 0 0,0 1 0 0 0,0 0 0 0 0,0 0-1 0 0,0 0 1 0 0,0 0 0 0 0,0 0 0 0 0,4 1 0 0 0,-5 0-9 0 0,-1 0-1 0 0,1 0 1 0 0,-1 1-1 0 0,1-1 1 0 0,0 1-1 0 0,-1-1 1 0 0,1 1-1 0 0,-1 0 1 0 0,0 0-1 0 0,1 0 1 0 0,-1-1-1 0 0,1 1 1 0 0,-1 0-1 0 0,0 1 0 0 0,0-1 1 0 0,0 0-1 0 0,0 0 1 0 0,0 0-1 0 0,0 1 1 0 0,1 1-1 0 0,12 29 116 0 0,-9-7-19 0 0,0 0-1 0 0,-3 0 1 0 0,1 29 0 0 0,4 30 126 0 0,-2-39-130 0 0,-4-36-62 0 0,0 0-1 0 0,1 0 0 0 0,1-1 0 0 0,-1 1 1 0 0,6 10-1 0 0,-8-17-28 0 0,1 0 0 0 0,0 0-1 0 0,-1 0 1 0 0,1 0 0 0 0,0-1 0 0 0,0 1 0 0 0,0 0 0 0 0,1-1-1 0 0,-1 1 1 0 0,0-1 0 0 0,0 1 0 0 0,1-1 0 0 0,-1 1-1 0 0,1-1 1 0 0,0 0 0 0 0,-1 0 0 0 0,1 0 0 0 0,0 0-1 0 0,-1 0 1 0 0,1 0 0 0 0,0 0 0 0 0,0-1 0 0 0,0 1 0 0 0,0-1-1 0 0,0 1 1 0 0,0-1 0 0 0,0 0 0 0 0,0 1 0 0 0,3-1-1 0 0,-3-2 2 0 0,1 1-1 0 0,-1 0 0 0 0,0-1 0 0 0,1 1 1 0 0,-1-1-1 0 0,0 0 0 0 0,0 0 1 0 0,0 0-1 0 0,0 0 0 0 0,-1 0 0 0 0,1 0 1 0 0,0 0-1 0 0,-1 0 0 0 0,2-5 1 0 0,2 0 30 0 0,12-21 59 0 0,-1 0-1 0 0,-2 0 1 0 0,-1-2-1 0 0,-1 1 0 0 0,-2-2 1 0 0,-1 0-1 0 0,-1 0 1 0 0,-2 0-1 0 0,4-40 0 0 0,-10 67-87 0 0,-1 0-1 0 0,1 0 1 0 0,-1-1-1 0 0,1 1 1 0 0,-1 0-1 0 0,0 0 0 0 0,-1 0 1 0 0,1 0-1 0 0,-1 0 1 0 0,-1-4-1 0 0,2 8-11 0 0,1-1 0 0 0,-1 0 1 0 0,0 0-1 0 0,1 0 0 0 0,-1 0 0 0 0,0 1 0 0 0,1-1 0 0 0,-1 0 0 0 0,0 1 0 0 0,0-1 0 0 0,1 0 1 0 0,-1 1-1 0 0,0-1 0 0 0,0 1 0 0 0,0 0 0 0 0,0-1 0 0 0,0 1 0 0 0,0 0 0 0 0,0-1 1 0 0,0 1-1 0 0,0 0 0 0 0,0 0 0 0 0,0 0 0 0 0,0 0 0 0 0,0 0 0 0 0,0 0 0 0 0,0 0 0 0 0,0 0 1 0 0,0 0-1 0 0,0 0 0 0 0,0 1 0 0 0,0-1 0 0 0,0 0 0 0 0,0 1 0 0 0,0-1 0 0 0,1 1 0 0 0,-1-1 1 0 0,0 1-1 0 0,0-1 0 0 0,0 1 0 0 0,0-1 0 0 0,1 1 0 0 0,-1 0 0 0 0,0 0 0 0 0,1-1 0 0 0,-2 3 1 0 0,-9 9 22 0 0,1 0 0 0 0,0 1 1 0 0,0 0-1 0 0,1 0 1 0 0,1 1-1 0 0,1 1 1 0 0,0-1-1 0 0,0 1 0 0 0,-7 29 1 0 0,6-15 5 0 0,2 0 1 0 0,1 1 0 0 0,1 0-1 0 0,0 43 1 0 0,4-64-24 0 0,1 0 0 0 0,-1 0 0 0 0,2 1 0 0 0,-1-1-1 0 0,1 0 1 0 0,1 0 0 0 0,5 14 0 0 0,-6-20-7 0 0,-1 0-1 0 0,0-1 1 0 0,0 1-1 0 0,1-1 1 0 0,-1 0-1 0 0,1 1 1 0 0,0-1-1 0 0,0 0 1 0 0,0 0-1 0 0,0 0 1 0 0,0 0 0 0 0,0 0-1 0 0,1-1 1 0 0,-1 1-1 0 0,0-1 1 0 0,1 1-1 0 0,-1-1 1 0 0,1 0-1 0 0,0 0 1 0 0,-1 0-1 0 0,1 0 1 0 0,0-1-1 0 0,0 1 1 0 0,0-1 0 0 0,-1 1-1 0 0,1-1 1 0 0,0 0-1 0 0,0 0 1 0 0,4-1-1 0 0,18-4 21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49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1 228 14568 0 0,'63'-11'1085'0'0,"-42"5"-587"0"0,-1-1 0 0 0,33-16 0 0 0,-28 10 74 0 0,35-26 1 0 0,-10 0-107 0 0,-45 35-446 0 0,-1 1 1 0 0,0-1-1 0 0,-1 0 0 0 0,1-1 1 0 0,0 1-1 0 0,-1-1 0 0 0,0 1 1 0 0,0-1-1 0 0,-1 0 0 0 0,1 0 0 0 0,-1 0 1 0 0,2-8-1 0 0,-2 2-24 0 0,-4 2 0 0 0,-1 6-1 0 0,2 3-4 0 0,-1 0 0 0 0,0 0 0 0 0,0 0 1 0 0,0 0-1 0 0,0 0 0 0 0,0 0 0 0 0,0 0 1 0 0,0 1-1 0 0,1-1 0 0 0,-1 0 0 0 0,0 1 0 0 0,0 0 1 0 0,0 0-1 0 0,1-1 0 0 0,-1 1 0 0 0,0 0 1 0 0,1 0-1 0 0,-1 0 0 0 0,1 1 0 0 0,-1-1 0 0 0,1 0 1 0 0,-1 1-1 0 0,-1 2 0 0 0,-1-1-3 0 0,-5 6-28 0 0,0 0 1 0 0,0 0-1 0 0,1 0 1 0 0,0 1-1 0 0,1 0 0 0 0,0 1 1 0 0,1 0-1 0 0,0 0 0 0 0,1 0 1 0 0,0 1-1 0 0,0 0 0 0 0,1 0 1 0 0,1 0-1 0 0,0 0 1 0 0,1 0-1 0 0,0 1 0 0 0,1-1 1 0 0,0 1-1 0 0,1-1 0 0 0,1 1 1 0 0,3 23-1 0 0,-3-34 30 0 0,0 1 0 0 0,0 0 0 0 0,0-1-1 0 0,0 0 1 0 0,0 1 0 0 0,1-1 0 0 0,-1 0-1 0 0,1 1 1 0 0,0-1 0 0 0,-1 0 0 0 0,1 0 0 0 0,0 0-1 0 0,0-1 1 0 0,1 1 0 0 0,-1 0 0 0 0,0-1 0 0 0,0 1-1 0 0,1-1 1 0 0,-1 0 0 0 0,1 0 0 0 0,-1 0 0 0 0,6 1-1 0 0,-6-2 8 0 0,0 0 0 0 0,1 0-1 0 0,-1-1 1 0 0,0 1 0 0 0,0-1-1 0 0,0 0 1 0 0,0 1 0 0 0,0-1-1 0 0,0 0 1 0 0,0 0 0 0 0,0 0-1 0 0,2-2 1 0 0,4-2-11 0 0,22-11-14 0 0,-1-1 0 0 0,40-32 1 0 0,39-24 1 0 0,-78 55 23 0 0,-1-1 1 0 0,-1-2 0 0 0,28-26-1 0 0,-16 11 13 0 0,-38 34 15 0 0,-2 2-22 0 0,0-1 1 0 0,0 1-1 0 0,0 0 1 0 0,0 0-1 0 0,0-1 0 0 0,0 1 1 0 0,0 0-1 0 0,0-1 0 0 0,0 1 1 0 0,0 0-1 0 0,0-1 0 0 0,0 1 1 0 0,0 0-1 0 0,0-1 1 0 0,0 1-1 0 0,0 0 0 0 0,0-1 1 0 0,0 1-1 0 0,0 0 0 0 0,-1 0 1 0 0,1-1-1 0 0,0 1 0 0 0,0 0 1 0 0,0 0-1 0 0,-1-1 1 0 0,1 1-1 0 0,0 0 0 0 0,0 0 1 0 0,-1-1-1 0 0,1 1 0 0 0,0 0 1 0 0,0 0-1 0 0,-1 0 0 0 0,1 0 1 0 0,0 0-1 0 0,-1-1 0 0 0,1 1 1 0 0,0 0-1 0 0,-1 0 1 0 0,1 0-1 0 0,0 0 0 0 0,-1 0 1 0 0,-16 10 81 0 0,-17 26 13 0 0,21-16-39 0 0,0 1 0 0 0,-12 29 0 0 0,21-42-27 0 0,1 0 1 0 0,0 0-1 0 0,0 1 0 0 0,1-1 0 0 0,0 1 1 0 0,0-1-1 0 0,1 1 0 0 0,0 0 1 0 0,1 0-1 0 0,0 9 0 0 0,0-17-21 0 0,0 0 0 0 0,1 0 0 0 0,-1 0 0 0 0,0 0 1 0 0,0 0-1 0 0,1 1 0 0 0,-1-1 0 0 0,1 0 0 0 0,-1 0 0 0 0,1 0 0 0 0,-1 0 0 0 0,1 0 0 0 0,-1-1 0 0 0,1 1 0 0 0,0 0 0 0 0,0 0 1 0 0,-1 0-1 0 0,1-1 0 0 0,0 1 0 0 0,0 0 0 0 0,0 0 0 0 0,0-1 0 0 0,0 1 0 0 0,0-1 0 0 0,0 1 0 0 0,0-1 0 0 0,0 0 0 0 0,0 1 1 0 0,0-1-1 0 0,0 0 0 0 0,0 0 0 0 0,0 1 0 0 0,1-1 0 0 0,-1 0 0 0 0,0 0 0 0 0,0 0 0 0 0,0 0 0 0 0,0-1 0 0 0,0 1 0 0 0,2 0 1 0 0,5-2 27 0 0,0-1 0 0 0,0 1 0 0 0,0-1 0 0 0,11-6 0 0 0,-2 1 47 0 0,-12 6-66 0 0,0 0 0 0 0,-1 0 0 0 0,0-1 0 0 0,1 0-1 0 0,-1 0 1 0 0,0 0 0 0 0,-1 0 0 0 0,1-1 0 0 0,6-6 0 0 0,8-8 78 0 0,-15 13-52 0 0,0-1-1 0 0,-1 1 0 0 0,1-1 1 0 0,-1 1-1 0 0,1-7 0 0 0,-1 2 99 0 0,-1 0 0 0 0,0-1-1 0 0,0 0 1 0 0,-2 1-1 0 0,1-1 1 0 0,-4-18 0 0 0,4 28-80 0 0,-10-3 338 0 0,7 10 86 0 0,11-5 55 0 0,-5-1-675 0 0,-1 0 161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2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0 151 14168 0 0,'0'0'374'0'0,"1"0"-161"0"0,2-1 113 0 0,9-3-12 0 0,-6 1-110 0 0,0 1-1 0 0,1 0 0 0 0,-1 1 0 0 0,1 0 1 0 0,-1 0-1 0 0,1 0 0 0 0,-1 0 1 0 0,13 2-1 0 0,-17-2-122 0 0,-1 1-1 0 0,1 0 1 0 0,-1-1 0 0 0,0 1 0 0 0,1-1 0 0 0,-1 1-1 0 0,0-1 1 0 0,1 0 0 0 0,-1 1 0 0 0,0-1 0 0 0,0 0-1 0 0,2-2 1 0 0,5-2 19 0 0,17-10 41 0 0,40-28 0 0 0,-19 10-55 0 0,-44 32-94 0 0,0 0 0 0 0,0-1 0 0 0,0 1-1 0 0,0 0 1 0 0,0-1 0 0 0,-1 0 0 0 0,1 1-1 0 0,0-1 1 0 0,-1 0 0 0 0,1 0 0 0 0,1-4 0 0 0,0 2-22 0 0,-2 2 5 0 0,-16 21-191 0 0,-55 47 65 0 0,59-55 122 0 0,0 0 0 0 0,0 1 0 0 0,1 0 0 0 0,1 1-1 0 0,0 0 1 0 0,1 1 0 0 0,0 0 0 0 0,1 0-1 0 0,1 0 1 0 0,0 1 0 0 0,1 0 0 0 0,-6 28-1 0 0,8 3-8 0 0,4-30 22 0 0,-1-15 15 0 0,-1 0 1 0 0,1 0-1 0 0,0 0 1 0 0,1 0-1 0 0,-1 0 1 0 0,0 0-1 0 0,0 0 1 0 0,0 0-1 0 0,1 1 1 0 0,-1-1-1 0 0,0 0 1 0 0,1 0-1 0 0,-1 0 0 0 0,1 0 1 0 0,0 0-1 0 0,-1-1 1 0 0,1 1-1 0 0,0 0 1 0 0,-1 0-1 0 0,1 0 1 0 0,0 0-1 0 0,0-1 1 0 0,0 1-1 0 0,-1 0 1 0 0,1-1-1 0 0,1 1 1 0 0,1 0-2 0 0,-1 0 0 0 0,0-1 1 0 0,0 1-1 0 0,1-1 0 0 0,-1 0 0 0 0,0 0 1 0 0,1 1-1 0 0,-1-2 0 0 0,0 1 1 0 0,1 0-1 0 0,3-1 0 0 0,3-1-3 0 0,0-1-1 0 0,-1 0 1 0 0,1 0 0 0 0,14-9-1 0 0,-9 3 6 0 0,-1-1 0 0 0,-1-1 0 0 0,1 0 0 0 0,-2-1 0 0 0,0 0 0 0 0,0-1 0 0 0,-1 0 0 0 0,15-27 0 0 0,-19 29 2 0 0,0 0 0 0 0,-1-1 0 0 0,0 0 0 0 0,5-19 0 0 0,-9 22 4 0 0,-1 7-3 0 0,0 1 0 0 0,0-1-1 0 0,0 1 1 0 0,-1-1 0 0 0,1 1-1 0 0,0-1 1 0 0,-1 1 0 0 0,1-1-1 0 0,-1 1 1 0 0,0 0 0 0 0,1-1-1 0 0,-1 1 1 0 0,0 0 0 0 0,0-1-1 0 0,0 1 1 0 0,0 0 0 0 0,0 0-1 0 0,0 0 1 0 0,0 0 0 0 0,0 0-1 0 0,0 0 1 0 0,-1 0 0 0 0,1 0-1 0 0,0 1 1 0 0,-1-1 0 0 0,1 0-1 0 0,0 1 1 0 0,-1-1 0 0 0,1 1-1 0 0,-1 0 1 0 0,1-1 0 0 0,-3 1-1 0 0,3 0 5 0 0,0 0 0 0 0,0 0-1 0 0,-1 0 1 0 0,1 0-1 0 0,0 0 1 0 0,0 0-1 0 0,0 1 1 0 0,0-1-1 0 0,0 0 1 0 0,0 1-1 0 0,0-1 1 0 0,0 1-1 0 0,0-1 1 0 0,0 1 0 0 0,0 0-1 0 0,0-1 1 0 0,0 1-1 0 0,0 0 1 0 0,0 0-1 0 0,0 0 1 0 0,1-1-1 0 0,-1 1 1 0 0,0 0-1 0 0,1 0 1 0 0,-1 0 0 0 0,1 0-1 0 0,-1 0 1 0 0,1 0-1 0 0,-1 0 1 0 0,1 1-1 0 0,-1 1 1 0 0,1-2 3 0 0,0 0 1 0 0,0 0-1 0 0,0 1 1 0 0,0-1 0 0 0,0 0-1 0 0,0 1 1 0 0,0-1-1 0 0,0 0 1 0 0,0 0-1 0 0,1 1 1 0 0,-1-1-1 0 0,1 0 1 0 0,-1 0-1 0 0,1 0 1 0 0,-1 0-1 0 0,1 0 1 0 0,-1 1 0 0 0,2 0-1 0 0,15 20 72 0 0,-15-20-68 0 0,4 4 14 0 0,0-1 0 0 0,-1 0 0 0 0,2 0 1 0 0,-1-1-1 0 0,0 1 0 0 0,1-2 0 0 0,0 1 1 0 0,0-1-1 0 0,0 1 0 0 0,0-2 0 0 0,1 1 1 0 0,-1-1-1 0 0,1 0 0 0 0,-1-1 0 0 0,1 0 1 0 0,0 0-1 0 0,0-1 0 0 0,-1 0 0 0 0,1 0 1 0 0,0-1-1 0 0,0 0 0 0 0,-1 0 0 0 0,1 0 0 0 0,-1-1 1 0 0,1-1-1 0 0,-1 1 0 0 0,14-8 0 0 0,13-10 80 0 0,-19 12-36 0 0,-1 0-1 0 0,0-1 1 0 0,-1 0-1 0 0,0-1 1 0 0,0-1-1 0 0,15-17 0 0 0,-18 18 35 0 0,0 1 0 0 0,0 0 1 0 0,0 1-1 0 0,13-8 0 0 0,-8 5 11 0 0,1-7 173 0 0,-16 17-278 0 0,0 1 0 0 0,1 0 0 0 0,-1 0 0 0 0,0-1 0 0 0,0 1 0 0 0,1 0 0 0 0,-1-1 0 0 0,0 1 0 0 0,0 0 0 0 0,0-1 0 0 0,1 1 0 0 0,-1 0 0 0 0,0-1 0 0 0,0 1 0 0 0,0 0 0 0 0,0-1 0 0 0,0 1 0 0 0,0 0 0 0 0,0-1 0 0 0,0 1 0 0 0,0 0 0 0 0,0-1 0 0 0,0 1 0 0 0,0 0 0 0 0,0-1 0 0 0,0 1 0 0 0,0-1 0 0 0,0 1 0 0 0,0 0 0 0 0,0-1 0 0 0,-1 1 0 0 0,1 0 0 0 0,0 0 0 0 0,0-1 0 0 0,0 1 0 0 0,-1 0 0 0 0,1-1 0 0 0,0 1 1 0 0,0 0-1 0 0,-1 0 0 0 0,1-1 0 0 0,0 1 0 0 0,0 0 0 0 0,-1 0 0 0 0,1 0 0 0 0,0-1 0 0 0,-1 1 0 0 0,1 0 0 0 0,0 0 0 0 0,-1 0 0 0 0,1 0 0 0 0,0 0 0 0 0,-1 0 0 0 0,1 0 0 0 0,-1 0 0 0 0,1 0 0 0 0,0 0 0 0 0,-1 0 0 0 0,-2 0 4 0 0,0 1 1 0 0,0-1-1 0 0,1 1 1 0 0,-1 0-1 0 0,0 0 1 0 0,1 0-1 0 0,-1 0 0 0 0,1 0 1 0 0,-1 1-1 0 0,1-1 1 0 0,0 1-1 0 0,0 0 0 0 0,0-1 1 0 0,-1 1-1 0 0,2 0 1 0 0,-1 0-1 0 0,0 1 0 0 0,-2 2 1 0 0,-27 46 158 0 0,29-47-147 0 0,-3 5 9 0 0,1 1 1 0 0,0-1 0 0 0,0 1-1 0 0,1 0 1 0 0,1-1 0 0 0,-1 2-1 0 0,1-1 1 0 0,1 0-1 0 0,0 0 1 0 0,1 0 0 0 0,0 1-1 0 0,0-1 1 0 0,1 0 0 0 0,0 0-1 0 0,1 0 1 0 0,5 20 0 0 0,-1-27 26 0 0,-1-2-44 0 0,0 0 1 0 0,0 1-1 0 0,0-2 1 0 0,0 1-1 0 0,1-1 1 0 0,-1 1-1 0 0,0-1 1 0 0,0-1 0 0 0,0 1-1 0 0,1-1 1 0 0,-1 0-1 0 0,0 0 1 0 0,0 0-1 0 0,0-1 1 0 0,0 0-1 0 0,8-4 1 0 0,53-23 162 0 0,0-3-1 0 0,82-55 1 0 0,-132 75-119 0 0,-1-1 0 0 0,0-1 1 0 0,17-22-1 0 0,-31 35-60 0 0,1-1 59 0 0,-1-6 90 0 0,-7 10-136 0 0,1 1-1 0 0,-1 0 0 0 0,1 0 1 0 0,0 0-1 0 0,0 1 1 0 0,1 0-1 0 0,-1 0 0 0 0,1 0 1 0 0,-7 8-1 0 0,0 1 7 0 0,0 1 0 0 0,-10 17-1 0 0,17-24-6 0 0,0 1 0 0 0,0 0 1 0 0,1 1-1 0 0,0-1 0 0 0,0 0 0 0 0,1 1 0 0 0,0 0 0 0 0,0 0 0 0 0,1-1 0 0 0,0 1 0 0 0,1 0 0 0 0,1 11 1 0 0,-1-17-10 0 0,1-1 1 0 0,-1 1-1 0 0,1-1 1 0 0,0 0 0 0 0,0 1-1 0 0,0-1 1 0 0,0 0-1 0 0,1 1 1 0 0,-1-1-1 0 0,0 0 1 0 0,1 0 0 0 0,0 0-1 0 0,-1 0 1 0 0,1 0-1 0 0,0-1 1 0 0,0 1 0 0 0,0 0-1 0 0,0-1 1 0 0,1 1-1 0 0,-1-1 1 0 0,0 0 0 0 0,0 0-1 0 0,1 0 1 0 0,-1 0-1 0 0,1 0 1 0 0,-1-1 0 0 0,4 1-1 0 0,7 2 24 0 0,1-1 0 0 0,-1-1 0 0 0,27-1 0 0 0,-27 0-10 0 0,-5 0-8 0 0,-1 0 1 0 0,1 0-1 0 0,-1-1 1 0 0,1-1-1 0 0,-1 1 1 0 0,0-1 0 0 0,13-5-1 0 0,-16 5-4 0 0,0 0 1 0 0,0 0-1 0 0,-1 0 0 0 0,1-1 1 0 0,-1 0-1 0 0,0 1 0 0 0,1-1 1 0 0,-1 0-1 0 0,-1-1 0 0 0,1 1 1 0 0,0 0-1 0 0,-1-1 0 0 0,1 0 1 0 0,2-7-1 0 0,-2 6-2 0 0,-1 0 0 0 0,0 0 0 0 0,-1 0 0 0 0,1-1 0 0 0,-1 1 0 0 0,0 0 0 0 0,0-1 1 0 0,-1 1-1 0 0,1-1 0 0 0,-1 1 0 0 0,0-1 0 0 0,-1 1 0 0 0,1-1 0 0 0,-1 1 0 0 0,-3-10 0 0 0,3 13-6 0 0,0 1 1 0 0,-1-1-1 0 0,1 1 0 0 0,0-1 0 0 0,-1 1 0 0 0,1 0 0 0 0,-1-1 0 0 0,1 1 0 0 0,-1 0 1 0 0,1 0-1 0 0,-1 0 0 0 0,0 0 0 0 0,0 1 0 0 0,1-1 0 0 0,-1 0 0 0 0,0 1 1 0 0,0-1-1 0 0,0 1 0 0 0,0 0 0 0 0,0-1 0 0 0,0 1 0 0 0,0 0 0 0 0,0 0 1 0 0,0 1-1 0 0,1-1 0 0 0,-4 1 0 0 0,2-1 1 0 0,-1 1 0 0 0,1 0-1 0 0,0 1 1 0 0,-1-1 0 0 0,1 0 0 0 0,0 1 0 0 0,0 0-1 0 0,0 0 1 0 0,0 0 0 0 0,0 0 0 0 0,0 0 0 0 0,1 1-1 0 0,-1-1 1 0 0,1 1 0 0 0,0-1 0 0 0,-1 1 0 0 0,1 0-1 0 0,1 0 1 0 0,-1 0 0 0 0,0 0 0 0 0,1 1 0 0 0,-1-1 0 0 0,1 0-1 0 0,0 1 1 0 0,0-1 0 0 0,0 1 0 0 0,0 5 0 0 0,1-5 3 0 0,1-1-4 0 0,-1-1-1 0 0,1-1 1 0 0,0 1 0 0 0,0 0 0 0 0,0 0-1 0 0,0 0 1 0 0,0 0 0 0 0,0-1 0 0 0,1 1-1 0 0,-1 0 1 0 0,1-1 0 0 0,-1 1 0 0 0,1-1-1 0 0,-1 0 1 0 0,1 0 0 0 0,0 1 0 0 0,0-1-1 0 0,0 0 1 0 0,-1 0 0 0 0,1-1-1 0 0,0 1 1 0 0,0 0 0 0 0,0-1 0 0 0,0 1-1 0 0,1-1 1 0 0,-1 1 0 0 0,0-1 0 0 0,0 0-1 0 0,0 0 1 0 0,0 0 0 0 0,0 0 0 0 0,3-1-1 0 0,4 2 3 0 0,64 2 19 0 0,-44-3-6 0 0,35 4 0 0 0,-57-3-11 0 0,-1 0 0 0 0,1 1 0 0 0,-1 0 0 0 0,1 0 1 0 0,-1 0-1 0 0,0 0 0 0 0,1 1 0 0 0,-1 0 0 0 0,0 1 0 0 0,7 5 0 0 0,-11-8-3 0 0,0 1 0 0 0,-1-1 0 0 0,1 0-1 0 0,-1 1 1 0 0,1 0 0 0 0,-1-1 0 0 0,0 1 0 0 0,0 0 0 0 0,1-1-1 0 0,-1 1 1 0 0,-1 0 0 0 0,1 0 0 0 0,0 0 0 0 0,0 0-1 0 0,-1 0 1 0 0,1 0 0 0 0,-1 0 0 0 0,1 0 0 0 0,-1 0 0 0 0,0 0-1 0 0,0 0 1 0 0,0 0 0 0 0,0 0 0 0 0,0 1 0 0 0,-1-1-1 0 0,1 0 1 0 0,-2 3 0 0 0,-1 3 4 0 0,0-1 0 0 0,-1 0-1 0 0,0 1 1 0 0,-1-2 0 0 0,-8 12-1 0 0,-6 9 8 0 0,17-25-10 0 0,-1 1 1 0 0,1 0-1 0 0,-1-1 1 0 0,0 0 0 0 0,0 0-1 0 0,0 1 1 0 0,0-2 0 0 0,0 1-1 0 0,0 0 1 0 0,0-1 0 0 0,-1 1-1 0 0,1-1 1 0 0,-1 0 0 0 0,-4 1-1 0 0,8-2-2 0 0,-1 0-1 0 0,1 1 1 0 0,0-1 0 0 0,-1 0-1 0 0,1 0 1 0 0,0 0 0 0 0,-1 1-1 0 0,1-1 1 0 0,-1 0-1 0 0,1 0 1 0 0,0 0 0 0 0,-1 0-1 0 0,1 0 1 0 0,-1 0 0 0 0,1 0-1 0 0,-1 0 1 0 0,1 0-1 0 0,0 0 1 0 0,-1 0 0 0 0,1 0-1 0 0,-1 0 1 0 0,1 0 0 0 0,0-1-1 0 0,-1 1 1 0 0,1 0-1 0 0,-1 0 1 0 0,1 0 0 0 0,0-1-1 0 0,-1 1 1 0 0,1 0 0 0 0,0 0-1 0 0,-1-1 1 0 0,1 1-1 0 0,0 0 1 0 0,0-1 0 0 0,-1 1-1 0 0,1 0 1 0 0,0-1 0 0 0,0 1-1 0 0,-1 0 1 0 0,1-1-1 0 0,0 1 1 0 0,0 0 0 0 0,0-1-1 0 0,0 1 1 0 0,0-1 0 0 0,0 1-1 0 0,-1-1 1 0 0,1 1-1 0 0,0 0 1 0 0,0-1 0 0 0,0 1-1 0 0,0-1 1 0 0,1 1 0 0 0,-1 0-1 0 0,0-1 1 0 0,0 1-1 0 0,0-1 1 0 0,0 1 0 0 0,0 0-1 0 0,0-1 1 0 0,1 1 0 0 0,-1-1-1 0 0,0 1 1 0 0,1-3 1 0 0,1 1 0 0 0,-1 0 1 0 0,0 0-1 0 0,1 0 0 0 0,-1-1 0 0 0,1 2 1 0 0,-1-1-1 0 0,1 0 0 0 0,0 0 0 0 0,3-2 1 0 0,-1 2-2 0 0,0 0 1 0 0,0 0 0 0 0,1 0 0 0 0,-1 1-1 0 0,0-1 1 0 0,1 1 0 0 0,-1 0 0 0 0,1 1 0 0 0,0-1-1 0 0,-1 1 1 0 0,1 0 0 0 0,-1 0 0 0 0,1 0-1 0 0,0 0 1 0 0,5 2 0 0 0,0 1 3 0 0,0 0 0 0 0,0 0-1 0 0,0 1 1 0 0,0 1 0 0 0,11 6 0 0 0,-10-1 9 0 0,-9-5-8 0 0,6 7-4 0 0,-7-12-2 0 0,-1 1 0 0 0,0-1 0 0 0,1 1 0 0 0,-1-1 0 0 0,0 1 0 0 0,0-1 0 0 0,1 0 0 0 0,-1 1 0 0 0,0-1 0 0 0,0 1 0 0 0,0-1 0 0 0,0 1 0 0 0,1-1 0 0 0,-1 1 0 0 0,0-1 0 0 0,0 1 0 0 0,0 0 1 0 0,0-1-1 0 0,0 1 0 0 0,0-1 0 0 0,0 1 0 0 0,-1-1 0 0 0,1 1 0 0 0,0-1 0 0 0,0 1 0 0 0,-2 13 6 0 0,-1-5-6 0 0,-4-3-1 0 0,-1-3-6 0 0,5-2 1 0 0,-2-1 2 0 0,6 0-8 0 0,7 0 4 0 0,3-5 5 0 0,3-6 0 0 0,-1-1 1 0 0,0 0-1 0 0,-1-1 0 0 0,-1 0 1 0 0,0-1-1 0 0,-1 0 1 0 0,0-1-1 0 0,11-23 0 0 0,55-134-25 0 0,-74 166 27 0 0,5-8 1 0 0,-5 10-2 0 0,-1 0 0 0 0,1 0 0 0 0,-1 0 0 0 0,0 0 0 0 0,0 0 1 0 0,0 0-1 0 0,0 0 0 0 0,-1 0 0 0 0,1 0 0 0 0,-1-5 1 0 0,-2 9-1 0 0,1 1 0 0 0,0-1 0 0 0,0 0 0 0 0,0 1 0 0 0,0-1 1 0 0,0 1-1 0 0,-1-1 0 0 0,1 1 0 0 0,0 0 0 0 0,0-1 0 0 0,1 1 1 0 0,-1 0-1 0 0,0 0 0 0 0,0 0 0 0 0,-1 1 0 0 0,-4 6-6 0 0,1 1-1 0 0,0-1 0 0 0,0 1 0 0 0,1 1 1 0 0,0-1-1 0 0,0 1 0 0 0,-4 17 1 0 0,7-20-6 0 0,-1-1 1 0 0,1 1-1 0 0,0 0 1 0 0,1 0-1 0 0,-1 0 1 0 0,1 0-1 0 0,1 0 0 0 0,-1 0 1 0 0,1 0-1 0 0,0-1 1 0 0,5 14-1 0 0,-6-19 12 0 0,0-1 0 0 0,1 1 0 0 0,-1-1 0 0 0,0 0 0 0 0,1 1 0 0 0,-1-1 0 0 0,1 0 0 0 0,-1 1 0 0 0,0-1 0 0 0,1 0-1 0 0,-1 0 1 0 0,1 1 0 0 0,-1-1 0 0 0,1 0 0 0 0,-1 0 0 0 0,1 0 0 0 0,-1 1 0 0 0,1-1 0 0 0,-1 0 0 0 0,1 0 0 0 0,-1 0 0 0 0,1 0 0 0 0,-1 0 0 0 0,1 0-1 0 0,-1 0 1 0 0,1 0 0 0 0,-1-1 0 0 0,1 1 0 0 0,-1 0 0 0 0,1 0 0 0 0,-1 0 0 0 0,1 0 0 0 0,0-1 0 0 0,16-9-30 0 0,-5-4 23 0 0,-1 1 1 0 0,-1-2 0 0 0,0 1 0 0 0,-1-1 0 0 0,-1-1 0 0 0,0 1 0 0 0,-2-1 0 0 0,1-1 0 0 0,-2 1-1 0 0,0-1 1 0 0,5-32 0 0 0,-11 37 8 0 0,-3 0 0 0 0,-4 6 0 0 0,6 7 0 0 0,0 0 0 0 0,0 0 0 0 0,1 0 0 0 0,-1 0 0 0 0,1 0 0 0 0,-1 1 0 0 0,1-1 0 0 0,-1 0 0 0 0,1 1 0 0 0,0-1 0 0 0,-1 1 0 0 0,1 0 0 0 0,0 0 0 0 0,0-1 0 0 0,0 1 0 0 0,0 0 0 0 0,0 3 0 0 0,-15 38 0 0 0,4 18 4 0 0,12-56-1 0 0,-1 0 0 0 0,1 0 0 0 0,0 0 0 0 0,0 0 0 0 0,1 1-1 0 0,0-1 1 0 0,-1 0 0 0 0,2 0 0 0 0,-1 0 0 0 0,1 0 0 0 0,2 4 0 0 0,-3-7-1 0 0,0-1 0 0 0,0 1-1 0 0,0-1 1 0 0,0 0 0 0 0,1 0 0 0 0,-1 0 0 0 0,1 0 0 0 0,-1 0-1 0 0,0 0 1 0 0,1 0 0 0 0,0 0 0 0 0,-1 0 0 0 0,1-1 0 0 0,0 1-1 0 0,-1-1 1 0 0,1 1 0 0 0,0-1 0 0 0,-1 0 0 0 0,1 1 0 0 0,0-1-1 0 0,0 0 1 0 0,0 0 0 0 0,-1 0 0 0 0,1 0 0 0 0,0-1-1 0 0,0 1 1 0 0,-1-1 0 0 0,1 1 0 0 0,0-1 0 0 0,-1 1 0 0 0,1-1-1 0 0,2-1 1 0 0,0 0 6 0 0,4 0 2 0 0,-1 0 12 0 0,1 0 0 0 0,-1-1 0 0 0,0 1 0 0 0,0-2 0 0 0,0 1 0 0 0,11-8 0 0 0,-17 10-5 0 0,6-7 55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3:52.5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14272 0 0,'0'0'0'0'0,"28"0"304"0"0,-19 0 304 0 0,3 2-184 0 0,-2 1 312 0 0,-1 1-17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4:02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1 581 7736 0 0,'0'0'4586'0'0,"3"0"-4454"0"0,1 0-119 0 0,-1-1-1 0 0,1 1 1 0 0,-1-1-1 0 0,0 0 1 0 0,1 0-1 0 0,-1-1 0 0 0,0 1 1 0 0,0-1-1 0 0,1 1 1 0 0,-1-1-1 0 0,0 0 1 0 0,-1 0-1 0 0,1 0 0 0 0,0-1 1 0 0,-1 1-1 0 0,1-1 1 0 0,2-4-1 0 0,16-12 43 0 0,-5 4-20 0 0,23-20 102 0 0,54-62-1 0 0,-79 83-100 0 0,-2-1-1 0 0,0-1 1 0 0,0 0 0 0 0,-2 0 0 0 0,0-1-1 0 0,0-1 1 0 0,-2 1 0 0 0,0-2 0 0 0,8-28-1 0 0,-14 38-30 0 0,0 1 0 0 0,0-1 0 0 0,-1 1 0 0 0,0-1 0 0 0,0 0-1 0 0,-1 1 1 0 0,0-1 0 0 0,-1 0 0 0 0,0 0 0 0 0,0 1 0 0 0,0-1 0 0 0,-2 1-1 0 0,1-1 1 0 0,-1 1 0 0 0,0 0 0 0 0,-8-14 0 0 0,10 20-5 0 0,0 0 1 0 0,0 0-1 0 0,0 0 0 0 0,0 1 1 0 0,-1-1-1 0 0,1 1 0 0 0,-1-1 1 0 0,1 1-1 0 0,-1-1 0 0 0,0 1 1 0 0,1 0-1 0 0,-1 0 1 0 0,0 0-1 0 0,0 0 0 0 0,0 0 1 0 0,0 0-1 0 0,0 0 0 0 0,0 1 1 0 0,0-1-1 0 0,0 1 0 0 0,0-1 1 0 0,0 1-1 0 0,0 0 1 0 0,0 0-1 0 0,0 0 0 0 0,-1 0 1 0 0,1 0-1 0 0,0 0 0 0 0,0 1 1 0 0,0-1-1 0 0,0 1 0 0 0,0-1 1 0 0,0 1-1 0 0,0 0 0 0 0,0 0 1 0 0,0 0-1 0 0,0 0 1 0 0,0 0-1 0 0,1 0 0 0 0,-4 3 1 0 0,-3 1-3 0 0,1 1-1 0 0,-1 0 1 0 0,1 0 0 0 0,0 1 0 0 0,1 0 0 0 0,-1 0 0 0 0,1 1 0 0 0,1 0 0 0 0,-1 0 0 0 0,1 0 0 0 0,1 1 0 0 0,0-1 0 0 0,-6 18 0 0 0,5-9-3 0 0,0 1 1 0 0,1 0-1 0 0,1 0 0 0 0,1 1 1 0 0,1-1-1 0 0,1 26 0 0 0,0-2 2 0 0,2 33 4 0 0,9 27 0 0 0,-5 192 0 0 0,-7-269 10 0 0,1-18-10 0 0,0 0-1 0 0,-1 0 1 0 0,0 1-1 0 0,0-1 1 0 0,-1 0-1 0 0,-2 7 1 0 0,1-4 2 0 0,2-7-1 0 0,1-1 0 0 0,-1 0 0 0 0,0 1 0 0 0,0-1-1 0 0,0 0 1 0 0,0 0 0 0 0,0 0 0 0 0,0 0 0 0 0,-1 0-1 0 0,1 0 1 0 0,-1 0 0 0 0,1 0 0 0 0,-1 0 0 0 0,-3 2 0 0 0,-2 1 11 0 0,7-4-10 0 0,-1-1-1 0 0,1 1 1 0 0,-1 0-1 0 0,0-1 0 0 0,1 1 1 0 0,-1-1-1 0 0,0 1 1 0 0,1-1-1 0 0,-1 1 1 0 0,0-1-1 0 0,0 0 1 0 0,0 1-1 0 0,1-1 0 0 0,-1 0 1 0 0,0 0-1 0 0,0 0 1 0 0,0 1-1 0 0,0-1 1 0 0,1 0-1 0 0,-1 0 1 0 0,0 0-1 0 0,0 0 1 0 0,0 0-1 0 0,0 0 0 0 0,0-1 1 0 0,1 1-1 0 0,-1 0 1 0 0,0 0-1 0 0,0-1 1 0 0,0 1-1 0 0,1 0 1 0 0,-1-1-1 0 0,0 1 0 0 0,0-1 1 0 0,1 1-1 0 0,-1-1 1 0 0,0 0-1 0 0,-5-4 17 0 0,0-1 0 0 0,1 1 0 0 0,0-2-1 0 0,0 1 1 0 0,1 0 0 0 0,0-1 0 0 0,0 0-1 0 0,0 0 1 0 0,1 0 0 0 0,0 0 0 0 0,0 0-1 0 0,1-1 1 0 0,-3-15 0 0 0,5 21-12 0 0,-1 0 0 0 0,1-1 0 0 0,1 1 0 0 0,-1-1 0 0 0,0 1 0 0 0,1-1 1 0 0,-1 1-1 0 0,1 0 0 0 0,0 0 0 0 0,0-1 0 0 0,0 1 0 0 0,0 0 0 0 0,0 0 0 0 0,0 0 0 0 0,0 0 0 0 0,4-4 0 0 0,-2 2 5 0 0,1 0 0 0 0,-1 0 0 0 0,1 0 0 0 0,0 0 0 0 0,0 1 0 0 0,7-6 0 0 0,73-38 104 0 0,-1-5-29 0 0,-46 30-55 0 0,-1-2 0 0 0,-1-2 0 0 0,-1-1 0 0 0,-1-2 0 0 0,-1-1 0 0 0,30-38 0 0 0,-50 54-29 0 0,1 0 45 0 0,0-1-1 0 0,-1-1 0 0 0,0 0 0 0 0,-1-1 0 0 0,11-24 0 0 0,-21 41-41 0 0,-1 0 0 0 0,0 0 0 0 0,0 0 0 0 0,0-1 0 0 0,0 1 0 0 0,0 0 0 0 0,1 0 0 0 0,-1 0 0 0 0,0-1 0 0 0,0 1 0 0 0,0 0 0 0 0,0 0 0 0 0,0-1 0 0 0,0 1 0 0 0,0 0 0 0 0,0 0-1 0 0,0 0 1 0 0,0-1 0 0 0,0 1 0 0 0,0 0 0 0 0,0 0 0 0 0,0-1 0 0 0,0 1 0 0 0,0 0 0 0 0,0 0 0 0 0,0-1 0 0 0,0 1 0 0 0,0 0 0 0 0,0 0 0 0 0,-1-1 0 0 0,1 1 0 0 0,0 0 0 0 0,0 0 0 0 0,0 0 0 0 0,0 0 0 0 0,0-1 0 0 0,-1 1 0 0 0,1 0 0 0 0,0 0-1 0 0,0 0 1 0 0,0 0 0 0 0,-1-1 0 0 0,1 1 0 0 0,0 0 0 0 0,-14 3 116 0 0,-12 9-22 0 0,12 0-38 0 0,0 0 0 0 0,1 1 0 0 0,1 0 0 0 0,0 1 0 0 0,1 0 1 0 0,0 1-1 0 0,-14 26 0 0 0,4-2 74 0 0,2 0 0 0 0,2 2 0 0 0,-15 46 0 0 0,31-80-110 0 0,-1-1 1 0 0,1 1-1 0 0,0-1 1 0 0,0 1-1 0 0,1 0 1 0 0,0 0-1 0 0,0-1 1 0 0,1 1-1 0 0,-1 0 1 0 0,2-1 0 0 0,-1 1-1 0 0,1-1 1 0 0,0 1-1 0 0,0-1 1 0 0,0 0-1 0 0,1 1 1 0 0,5 6-1 0 0,-7-11-18 0 0,0-1 1 0 0,0 0-1 0 0,0 0 0 0 0,0 0 0 0 0,1 0 1 0 0,-1 0-1 0 0,0 0 0 0 0,1 0 0 0 0,-1 0 1 0 0,1-1-1 0 0,-1 1 0 0 0,1 0 0 0 0,-1-1 1 0 0,1 1-1 0 0,0-1 0 0 0,-1 0 0 0 0,1 0 1 0 0,0 1-1 0 0,-1-1 0 0 0,1 0 0 0 0,-1 0 1 0 0,1-1-1 0 0,0 1 0 0 0,-1 0 0 0 0,1 0 1 0 0,0-1-1 0 0,-1 1 0 0 0,1-1 0 0 0,-1 0 1 0 0,1 1-1 0 0,-1-1 0 0 0,1 0 0 0 0,-1 0 1 0 0,0 0-1 0 0,1 0 0 0 0,-1 0 0 0 0,0 0 0 0 0,2-2 1 0 0,4-3 17 0 0,0 0-1 0 0,0-1 1 0 0,-1 0 0 0 0,9-11 0 0 0,7-18 40 0 0,-2-1 1 0 0,-1 0-1 0 0,-1-2 1 0 0,17-57-1 0 0,-15 39 3 0 0,8-34 59 0 0,-26 66-54 0 0,-1 6-15 0 0,-1 19-55 0 0,0-1-1 0 0,-1 1 0 0 0,1-1 0 0 0,0 1 1 0 0,0-1-1 0 0,-1 1 0 0 0,1-1 0 0 0,0 1 1 0 0,0 0-1 0 0,-1-1 0 0 0,1 1 1 0 0,-1-1-1 0 0,1 1 0 0 0,0 0 0 0 0,-1-1 1 0 0,1 1-1 0 0,-1 0 0 0 0,1-1 0 0 0,-1 1 1 0 0,1 0-1 0 0,-1 0 0 0 0,1 0 0 0 0,-1-1 1 0 0,1 1-1 0 0,-1 0 0 0 0,1 0 0 0 0,-1 0 1 0 0,1 0-1 0 0,-1 0 0 0 0,1 0 0 0 0,-1 0 1 0 0,1 0-1 0 0,-1 0 0 0 0,1 0 0 0 0,-1 0 1 0 0,1 1-1 0 0,-1-1 0 0 0,1 0 0 0 0,-1 0 1 0 0,1 0-1 0 0,-1 1 0 0 0,1-1 0 0 0,-1 0 1 0 0,1 0-1 0 0,-1 1 0 0 0,1-1 0 0 0,0 0 1 0 0,-1 1-1 0 0,0 0 0 0 0,-6 8 16 0 0,-1 1 0 0 0,1 0 0 0 0,1 0-1 0 0,0 1 1 0 0,0 0 0 0 0,1 0 0 0 0,1 0 0 0 0,-6 18-1 0 0,-20 101 116 0 0,26-107-77 0 0,1 1 0 0 0,0 25-1 0 0,2-48-53 0 0,1 0-1 0 0,0-1 0 0 0,0 1 1 0 0,0-1-1 0 0,0 1 0 0 0,0 0 0 0 0,0-1 1 0 0,1 1-1 0 0,-1-1 0 0 0,0 1 1 0 0,0 0-1 0 0,0-1 0 0 0,0 1 0 0 0,1-1 1 0 0,-1 1-1 0 0,0-1 0 0 0,1 1 1 0 0,-1-1-1 0 0,0 1 0 0 0,1-1 0 0 0,-1 1 1 0 0,0-1-1 0 0,1 1 0 0 0,-1-1 1 0 0,1 0-1 0 0,-1 1 0 0 0,1-1 0 0 0,-1 0 1 0 0,1 1-1 0 0,0-1 0 0 0,-1 0 1 0 0,1 0-1 0 0,-1 1 0 0 0,1-1 0 0 0,-1 0 1 0 0,1 0-1 0 0,0 0 0 0 0,-1 0 1 0 0,1 0-1 0 0,-1 0 0 0 0,1 0 0 0 0,0 0 1 0 0,-1 0-1 0 0,1 0 0 0 0,0 0 1 0 0,-1 0-1 0 0,1 0 0 0 0,-1-1 0 0 0,1 1 1 0 0,-1 0-1 0 0,1 0 0 0 0,-1-1 1 0 0,1 1-1 0 0,-1 0 0 0 0,1-1 0 0 0,-1 1 1 0 0,2-1-1 0 0,30-21 78 0 0,-31 20-77 0 0,160-116 195 0 0,-153 113-186 0 0,0 1 0 0 0,0 0 1 0 0,1 0-1 0 0,0 1 0 0 0,-1 0 1 0 0,1 0-1 0 0,1 1 1 0 0,-1 0-1 0 0,0 1 0 0 0,0 0 1 0 0,0 1-1 0 0,19 0 0 0 0,-23 1-6 0 0,-1-1 0 0 0,1 1-1 0 0,-1 0 1 0 0,1 0-1 0 0,-1 0 1 0 0,0 1 0 0 0,1-1-1 0 0,-1 1 1 0 0,0 0 0 0 0,0 0-1 0 0,0 1 1 0 0,-1-1 0 0 0,1 1-1 0 0,-1 0 1 0 0,1 0-1 0 0,-1 0 1 0 0,0 0 0 0 0,0 1-1 0 0,0-1 1 0 0,0 1 0 0 0,-1 0-1 0 0,1 0 1 0 0,-1 0 0 0 0,0 0-1 0 0,-1 0 1 0 0,1 0-1 0 0,0 0 1 0 0,0 6 0 0 0,5 38 28 0 0,-7-23-18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4:04.3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1 690 12160 0 0,'18'0'74'0'0,"12"0"852"0"0,2 5 890 0 0,-25-6-1772 0 0,1 0 0 0 0,-1 0 0 0 0,1 0 0 0 0,-1-1 0 0 0,0 0 0 0 0,0-1 0 0 0,0 0 0 0 0,0 0 1 0 0,0 0-1 0 0,9-7 0 0 0,11-8-54 0 0,29-27 1 0 0,-4 4 39 0 0,72-45-276 0 0,-122 85 194 0 0,-14 10-132 0 0,3-2 160 0 0,0 1 0 0 0,0 0 0 0 0,1 1-1 0 0,0 0 1 0 0,1 0 0 0 0,0 1 0 0 0,-7 12 0 0 0,-35 72-92 0 0,48-92 113 0 0,-8 23-20 0 0,1 0 1 0 0,2 0-1 0 0,0 0 0 0 0,1 1 0 0 0,2 0 1 0 0,-1 31-1 0 0,3-43 9 0 0,6 19 5 0 0,-5-32 8 0 0,0 0 1 0 0,0 1 0 0 0,0-1 0 0 0,1 0-1 0 0,-1 1 1 0 0,1-1 0 0 0,-1 0 0 0 0,1 1 0 0 0,0-1-1 0 0,-1 0 1 0 0,1 0 0 0 0,0 0 0 0 0,0 0-1 0 0,0 0 1 0 0,0 0 0 0 0,0 0 0 0 0,0 0-1 0 0,0 0 1 0 0,0 0 0 0 0,0 0 0 0 0,0 0 0 0 0,1-1-1 0 0,-1 1 1 0 0,0-1 0 0 0,0 1 0 0 0,1-1-1 0 0,-1 1 1 0 0,0-1 0 0 0,1 0 0 0 0,-1 1 0 0 0,1-1-1 0 0,-1 0 1 0 0,0 0 0 0 0,1 0 0 0 0,-1 0-1 0 0,1 0 1 0 0,0-1 0 0 0,3 0 0 0 0,-1-1 0 0 0,0 0 1 0 0,0 1-1 0 0,0-1 0 0 0,0-1 0 0 0,0 1 1 0 0,4-4-1 0 0,-7 5 0 0 0,10-7 6 0 0,-1-1 0 0 0,0 0 0 0 0,0 0 0 0 0,-1-1 1 0 0,0-1-1 0 0,0 1 0 0 0,-1-1 0 0 0,-1-1 0 0 0,10-19 0 0 0,-8 12 27 0 0,-1 0 1 0 0,0-1-1 0 0,-2 0 0 0 0,7-32 0 0 0,-12 46-10 0 0,0 0 0 0 0,0 0 0 0 0,0 0 1 0 0,-1-1-1 0 0,0 1 0 0 0,0 0 0 0 0,-1 0 0 0 0,0-1 0 0 0,0 1 0 0 0,0 0 0 0 0,-1 0 0 0 0,0 0 0 0 0,0 0 0 0 0,0 1 0 0 0,-1-1 0 0 0,0 0 1 0 0,0 1-1 0 0,-1 0 0 0 0,1 0 0 0 0,-5-5 0 0 0,7 9-11 0 0,1 0 1 0 0,-1 0 0 0 0,0 1-1 0 0,0-1 1 0 0,0 0-1 0 0,0 1 1 0 0,1-1 0 0 0,-1 0-1 0 0,0 1 1 0 0,0-1-1 0 0,0 1 1 0 0,0-1-1 0 0,0 1 1 0 0,-1 0 0 0 0,1 0-1 0 0,0-1 1 0 0,0 1-1 0 0,0 0 1 0 0,0 0-1 0 0,0 0 1 0 0,0 0 0 0 0,0 0-1 0 0,0 0 1 0 0,-1 0-1 0 0,1 0 1 0 0,-1 1 0 0 0,0 0 4 0 0,0 0 0 0 0,0 0 1 0 0,1 1-1 0 0,-1-1 0 0 0,0 0 1 0 0,1 1-1 0 0,-1 0 0 0 0,0-1 1 0 0,1 1-1 0 0,0 0 0 0 0,-1-1 1 0 0,0 4-1 0 0,-3 3 32 0 0,1 0 0 0 0,1 1 0 0 0,0-1 0 0 0,0 0 0 0 0,-3 19 0 0 0,5-17-8 0 0,1 0 1 0 0,0 1 0 0 0,1-1 0 0 0,0 1 0 0 0,0-1 0 0 0,1 0 0 0 0,1 0 0 0 0,-1 0 0 0 0,2 0 0 0 0,-1 0 0 0 0,2-1 0 0 0,-1 1 0 0 0,1-1 0 0 0,0 0 0 0 0,1-1 0 0 0,11 14 0 0 0,-15-20-14 0 0,1 1 0 0 0,-1-1-1 0 0,1 0 1 0 0,-1 0 0 0 0,1 0 0 0 0,0 0 0 0 0,0-1 0 0 0,0 1-1 0 0,0-1 1 0 0,0 0 0 0 0,1 0 0 0 0,-1 0 0 0 0,0 0 0 0 0,0 0 0 0 0,1-1-1 0 0,-1 1 1 0 0,0-1 0 0 0,1 0 0 0 0,-1 0 0 0 0,6-1 0 0 0,2 0 27 0 0,-1-1 0 0 0,1 0 0 0 0,-1-1 0 0 0,1 0 1 0 0,9-4-1 0 0,-4-1 23 0 0,-1 0 0 0 0,0 0 0 0 0,0-2 0 0 0,-1 0-1 0 0,-1 0 1 0 0,1-1 0 0 0,-2-1 0 0 0,0 0 0 0 0,0-1 0 0 0,17-25 0 0 0,-11 8 32 0 0,-1-1 0 0 0,-1 0 0 0 0,-2-1 0 0 0,-1-1 0 0 0,13-52-1 0 0,-16 39-2 0 0,-1 0-1 0 0,-3 0 0 0 0,1-78 0 0 0,-7 119-85 0 0,0 1-1 0 0,0-1 1 0 0,-1 0 0 0 0,0 0-1 0 0,0 1 1 0 0,0-1 0 0 0,-4-8-1 0 0,5 13-15 0 0,0-1-1 0 0,-1 1 1 0 0,1-1 0 0 0,0 1-1 0 0,0-1 1 0 0,-1 1 0 0 0,1 0-1 0 0,0-1 1 0 0,-1 1 0 0 0,1-1-1 0 0,-1 1 1 0 0,1 0 0 0 0,0-1-1 0 0,-1 1 1 0 0,1 0 0 0 0,-1 0-1 0 0,1-1 1 0 0,-1 1 0 0 0,1 0-1 0 0,-1 0 1 0 0,1 0 0 0 0,-1-1-1 0 0,1 1 1 0 0,-1 0 0 0 0,1 0-1 0 0,-1 0 1 0 0,0 0 0 0 0,0 1 0 0 0,0-1 0 0 0,-1 1 1 0 0,1-1-1 0 0,0 1 0 0 0,0 0 1 0 0,0 0-1 0 0,0 0 0 0 0,0 0 1 0 0,0 0-1 0 0,0 0 1 0 0,0 0-1 0 0,1 0 0 0 0,-1 0 1 0 0,0 0-1 0 0,1 0 0 0 0,-2 2 1 0 0,-12 25 60 0 0,2 1 0 0 0,1 0 1 0 0,-11 44-1 0 0,13-37-21 0 0,2-1 0 0 0,2 1 0 0 0,-2 55 0 0 0,7-75-29 0 0,0 0 1 0 0,1-1-1 0 0,1 1 0 0 0,0-1 0 0 0,2 1 1 0 0,-1-1-1 0 0,2 0 0 0 0,0 0 0 0 0,13 28 1 0 0,-15-39-12 0 0,-1 0 1 0 0,1 1-1 0 0,0-1 1 0 0,0 0-1 0 0,0-1 1 0 0,0 1-1 0 0,1 0 1 0 0,-1-1-1 0 0,1 0 0 0 0,0 0 1 0 0,0 0-1 0 0,0 0 1 0 0,1-1-1 0 0,-1 1 1 0 0,1-1-1 0 0,-1 0 1 0 0,1 0-1 0 0,0-1 1 0 0,0 0-1 0 0,-1 1 1 0 0,1-2-1 0 0,0 1 1 0 0,0 0-1 0 0,0-1 1 0 0,0 0-1 0 0,0 0 1 0 0,0-1-1 0 0,0 1 0 0 0,0-1 1 0 0,0 0-1 0 0,0-1 1 0 0,0 1-1 0 0,-1-1 1 0 0,1 0-1 0 0,-1 0 1 0 0,1 0-1 0 0,4-4 1 0 0,7-5 6 0 0,-2 0 0 0 0,1-1 1 0 0,-1 0-1 0 0,-1-2 1 0 0,-1 1-1 0 0,0-2 0 0 0,0 0 1 0 0,-1 0-1 0 0,-1-1 0 0 0,9-18 1 0 0,10-28 25 0 0,31-89-1 0 0,-55 138-32 0 0,3-13 1 0 0,0-1-1 0 0,-1 0 1 0 0,-2-1 0 0 0,-1 0 0 0 0,-1 1 0 0 0,-1-1 0 0 0,-3-43-1 0 0,1 64-1 0 0,0 5-3 0 0,0 0 0 0 0,0 0 0 0 0,-1-1 0 0 0,1 1 1 0 0,-1 0-1 0 0,1 0 0 0 0,-1 0 0 0 0,0 0 0 0 0,0 0 0 0 0,0 0 0 0 0,0 0 0 0 0,0 0 0 0 0,0 0 0 0 0,0 0 0 0 0,-1 1 0 0 0,1-1 0 0 0,0 0 1 0 0,-1 1-1 0 0,-2-3 0 0 0,-4-6-15 0 0,-1 9 73 0 0,0 18 241 0 0,-79 384-197 0 0,64-280-65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4:05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26 207 12056 0 0,'0'0'1516'0'0,"-4"3"-1315"0"0,4-3-292 0 0,-15 13 754 0 0,9-6 373 0 0,8-4 352 0 0,0-3-1268 0 0,8-9-10 0 0,33-51 18 0 0,-10 11-149 0 0,39-48-435 0 0,-71 95 393 0 0,1-4-437 0 0,1-3-611 0 0,-9 14 765 0 0,-5 10 326 0 0,0 0-1 0 0,2 1 0 0 0,0 0 1 0 0,1 1-1 0 0,0 0 1 0 0,-9 32-1 0 0,14-40 12 0 0,1 1 1 0 0,0 0 0 0 0,0-1-1 0 0,1 1 1 0 0,0 0-1 0 0,1 0 1 0 0,0 0 0 0 0,1 0-1 0 0,0 0 1 0 0,0-1-1 0 0,1 1 1 0 0,1 0-1 0 0,-1-1 1 0 0,8 16 0 0 0,-9-22 7 0 0,0-1 1 0 0,0 0 0 0 0,1 1-1 0 0,-1-1 1 0 0,1 0 0 0 0,0 0-1 0 0,-1 0 1 0 0,1 0-1 0 0,0 0 1 0 0,0 0 0 0 0,0 0-1 0 0,0-1 1 0 0,1 1 0 0 0,-1-1-1 0 0,0 1 1 0 0,1-1 0 0 0,-1 0-1 0 0,1 0 1 0 0,-1 0 0 0 0,1 0-1 0 0,3 0 1 0 0,2 1 0 0 0,-6-2 0 0 0,1 0 0 0 0,-1 0 0 0 0,1 0 0 0 0,0 0 0 0 0,-1 0 0 0 0,1-1 0 0 0,-1 1 0 0 0,1-1 0 0 0,-1 1 0 0 0,1-1 0 0 0,-1 0 0 0 0,1 0 0 0 0,-1-1 0 0 0,0 1 0 0 0,0 0 0 0 0,0-1 0 0 0,1 1 0 0 0,-1-1 0 0 0,0 1 0 0 0,-1-1 0 0 0,1 0 0 0 0,0 0 0 0 0,2-4 0 0 0,4-6-1 0 0,-1-1 1 0 0,12-26 0 0 0,0-1 2 0 0,-17 33 2 0 0,0 0 0 0 0,0-1-1 0 0,-1 1 1 0 0,0-1 0 0 0,0 1 0 0 0,-1 0 0 0 0,0-1-1 0 0,0 1 1 0 0,-1-1 0 0 0,0 1 0 0 0,0-1 0 0 0,0 1-1 0 0,-4-9 1 0 0,5 15 0 0 0,0 0 1 0 0,0 0-1 0 0,-1 1 0 0 0,1-1 0 0 0,0 0 1 0 0,-1 0-1 0 0,1 0 0 0 0,-1 0 0 0 0,1 0 0 0 0,-1 1 1 0 0,1-1-1 0 0,-1 0 0 0 0,1 0 0 0 0,-1 1 1 0 0,0-1-1 0 0,1 0 0 0 0,-1 1 0 0 0,0-1 1 0 0,0 1-1 0 0,1-1 0 0 0,-1 1 0 0 0,0-1 0 0 0,0 1 1 0 0,0 0-1 0 0,0-1 0 0 0,0 1 0 0 0,0 0 1 0 0,0 0-1 0 0,0-1 0 0 0,1 1 0 0 0,-1 0 0 0 0,0 0 1 0 0,0 0-1 0 0,0 0 0 0 0,0 0 0 0 0,0 0 1 0 0,0 1-1 0 0,0-1 0 0 0,0 0 0 0 0,0 0 0 0 0,0 1 1 0 0,0-1-1 0 0,1 1 0 0 0,-1-1 0 0 0,0 1 1 0 0,0-1-1 0 0,0 1 0 0 0,1-1 0 0 0,-1 1 1 0 0,0-1-1 0 0,0 1 0 0 0,1 0 0 0 0,-1 0 0 0 0,1-1 1 0 0,-1 1-1 0 0,1 0 0 0 0,-1 0 0 0 0,0 1 1 0 0,-1 11 35 0 0,0 1 0 0 0,1 0 0 0 0,1 0 0 0 0,0-1 0 0 0,1 1 0 0 0,0 0 0 0 0,1-1 0 0 0,7 25 0 0 0,-8-34-28 0 0,0-1 0 0 0,0 1 0 0 0,1-1 1 0 0,0 1-1 0 0,0-1 0 0 0,0 0 1 0 0,3 5-1 0 0,-1-3 3 0 0,12 20 72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4:12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0 763 12360 0 0,'4'-2'304'0'0,"2"0"-240"0"0,-4 1 28 0 0,1 0 1 0 0,-1 0 0 0 0,0-1-1 0 0,1 1 1 0 0,-1 0 0 0 0,0-1 0 0 0,0 0-1 0 0,0 1 1 0 0,0-1 0 0 0,0 0-1 0 0,0 0 1 0 0,0 0 0 0 0,-1 0-1 0 0,1 0 1 0 0,-1-1 0 0 0,3-4 0 0 0,3-11 324 0 0,-3 8-320 0 0,0 0 1 0 0,0 0 0 0 0,1 1-1 0 0,0 0 1 0 0,0 0 0 0 0,1 0-1 0 0,0 0 1 0 0,11-10 0 0 0,-7 10-45 0 0,0 0 1 0 0,0 1 0 0 0,2 0 0 0 0,12-7 0 0 0,-20 12-48 0 0,1 1 0 0 0,0 0-1 0 0,0 0 1 0 0,0 0 0 0 0,0 1 0 0 0,0-1 0 0 0,0 1-1 0 0,0 0 1 0 0,1 1 0 0 0,-1-1 0 0 0,0 1 0 0 0,0 0-1 0 0,10 2 1 0 0,-12-1-6 0 0,-1-1-1 0 0,1 1 1 0 0,-1 1-1 0 0,0-1 1 0 0,1 0-1 0 0,-1 1 1 0 0,0-1-1 0 0,0 1 1 0 0,0 0-1 0 0,0-1 1 0 0,0 1-1 0 0,-1 0 1 0 0,1 0-1 0 0,0 0 0 0 0,-1 1 1 0 0,1-1-1 0 0,-1 0 1 0 0,0 1-1 0 0,1 2 1 0 0,17 54-68 0 0,-15-44 45 0 0,-1-1 0 0 0,-1 0 0 0 0,0 0 0 0 0,-1 0 0 0 0,0 1 1 0 0,-1-1-1 0 0,-3 18 0 0 0,1-24-10 0 0,0 0 0 0 0,0 0 0 0 0,-1 0 0 0 0,0 0 0 0 0,-1-1-1 0 0,1 1 1 0 0,-2-1 0 0 0,1 0 0 0 0,-1 0 0 0 0,0 0 0 0 0,0-1 0 0 0,-1 0 0 0 0,0 0 0 0 0,-7 6 0 0 0,12-11 19 0 0,-1 0 1 0 0,0 0-1 0 0,0 0 1 0 0,1 0-1 0 0,-1 0 0 0 0,0 0 1 0 0,0 0-1 0 0,0-1 1 0 0,0 1-1 0 0,0-1 1 0 0,0 0-1 0 0,0 1 1 0 0,0-1-1 0 0,0 0 0 0 0,0 0 1 0 0,0 0-1 0 0,0 0 1 0 0,0-1-1 0 0,0 1 1 0 0,0 0-1 0 0,0-1 0 0 0,0 0 1 0 0,0 1-1 0 0,0-1 1 0 0,0 0-1 0 0,0 0 1 0 0,1 0-1 0 0,-1 0 0 0 0,0 0 1 0 0,1-1-1 0 0,-1 1 1 0 0,-1-2-1 0 0,0 1-11 0 0,0-1-1 0 0,0 0 1 0 0,0 1 0 0 0,0-1-1 0 0,1 0 1 0 0,-1 0-1 0 0,1 0 1 0 0,0-1-1 0 0,0 1 1 0 0,0 0 0 0 0,0-1-1 0 0,1 0 1 0 0,-1 1-1 0 0,1-1 1 0 0,0 0-1 0 0,0 0 1 0 0,0-4 0 0 0,1 7 11 0 0,-1 0 1 0 0,1 0 0 0 0,0 0 0 0 0,0 0 0 0 0,0-1 0 0 0,1 1 0 0 0,-1 0 0 0 0,0 0 0 0 0,0 0 0 0 0,1 0 0 0 0,-1 0 0 0 0,0 0 0 0 0,1 0 0 0 0,-1-1-1 0 0,1 1 1 0 0,0 0 0 0 0,-1 1 0 0 0,1-1 0 0 0,0 0 0 0 0,0 0 0 0 0,-1 0 0 0 0,1 0 0 0 0,0 0 0 0 0,0 1 0 0 0,0-1 0 0 0,0 0 0 0 0,0 1-1 0 0,0-1 1 0 0,2 0 0 0 0,0 0-11 0 0,1 1 0 0 0,-1-1 0 0 0,1 1-1 0 0,-1 0 1 0 0,1 0 0 0 0,-1 0-1 0 0,1 1 1 0 0,6 1 0 0 0,4-1-11 0 0,1 0 0 0 0,-1 0 0 0 0,1-2 0 0 0,-1 0 0 0 0,0 0 0 0 0,1-2 1 0 0,-1 1-1 0 0,0-2 0 0 0,0 0 0 0 0,-1-1 0 0 0,1 0 0 0 0,-1-1 0 0 0,0 0 0 0 0,0-1 0 0 0,12-9 0 0 0,-3 0-6 0 0,-4 4 11 0 0,0-1-1 0 0,-1-1 1 0 0,-1 0-1 0 0,0-1 1 0 0,-1-1-1 0 0,18-23 1 0 0,-30 34 27 0 0,-1 0 0 0 0,1 1 1 0 0,-1-1-1 0 0,0 0 0 0 0,0 0 1 0 0,-1 0-1 0 0,0 0 0 0 0,0 0 1 0 0,0 0-1 0 0,0-1 0 0 0,-1 1 1 0 0,0 0-1 0 0,0 0 0 0 0,-1-6 1 0 0,1 8 1 0 0,0 1-1 0 0,-1-1 1 0 0,1 1 0 0 0,-1-1 0 0 0,0 1 0 0 0,0-1 0 0 0,0 1 0 0 0,0 0 0 0 0,0-1 0 0 0,0 1-1 0 0,-1 0 1 0 0,1 0 0 0 0,-1 0 0 0 0,0 0 0 0 0,1 0 0 0 0,-1 0 0 0 0,0 0 0 0 0,0 1 0 0 0,0-1 0 0 0,0 1-1 0 0,0-1 1 0 0,-1 1 0 0 0,1 0 0 0 0,0 0 0 0 0,-1 0 0 0 0,1 0 0 0 0,-1 0 0 0 0,-4-1 0 0 0,3 2 3 0 0,-1 0 1 0 0,1 0 0 0 0,-1 1-1 0 0,1-1 1 0 0,0 1 0 0 0,-1 0-1 0 0,1 0 1 0 0,0 1-1 0 0,0-1 1 0 0,0 1 0 0 0,0 0-1 0 0,0 0 1 0 0,0 0 0 0 0,0 1-1 0 0,1-1 1 0 0,-1 1 0 0 0,1 0-1 0 0,-1 0 1 0 0,1 0 0 0 0,0 0-1 0 0,1 0 1 0 0,-1 1 0 0 0,0 0-1 0 0,-3 6 1 0 0,-1 2 7 0 0,1-1 1 0 0,0 1 0 0 0,0 1-1 0 0,1-1 1 0 0,1 1-1 0 0,0 0 1 0 0,-2 14-1 0 0,5-13 22 0 0,0 0 0 0 0,1 0 0 0 0,1 0 0 0 0,0 0 0 0 0,5 20 0 0 0,-6-32-22 0 0,0 0 0 0 0,1 0 0 0 0,-1 0 0 0 0,1 0 0 0 0,-1 0 0 0 0,1-1 0 0 0,0 1 0 0 0,0 0 0 0 0,0 0 0 0 0,0-1 0 0 0,0 1-1 0 0,0-1 1 0 0,0 1 0 0 0,0-1 0 0 0,1 1 0 0 0,-1-1 0 0 0,1 0 0 0 0,-1 1 0 0 0,1-1 0 0 0,-1 0 0 0 0,1 0 0 0 0,0 0 0 0 0,0 0 0 0 0,-1-1 0 0 0,1 1 0 0 0,0 0 0 0 0,0-1-1 0 0,0 1 1 0 0,0-1 0 0 0,0 0 0 0 0,0 1 0 0 0,3-1 0 0 0,1-1 16 0 0,0 1 0 0 0,0-1 0 0 0,0 0 0 0 0,0 0 0 0 0,0-1 0 0 0,0 0 0 0 0,0 0 0 0 0,7-4 0 0 0,7-6 38 0 0,0 0 0 0 0,-1-2 0 0 0,-1 0 1 0 0,0-2-1 0 0,-1 0 0 0 0,27-33 0 0 0,40-36 176 0 0,-25 31 15 0 0,-58 53-191 0 0,7-6 169 0 0,-9 9-216 0 0,1 0 0 0 0,-1 0 0 0 0,1 0 0 0 0,-1 1-1 0 0,1-1 1 0 0,0 0 0 0 0,0 0 0 0 0,0 1 0 0 0,0-1 0 0 0,0 0 0 0 0,0 1 0 0 0,1-1 0 0 0,-1 0 0 0 0,1 0-1 0 0,-1 0 1 0 0,1 1 0 0 0,1 1 0 0 0,3 17 38 0 0,-3 12 40 0 0,-2 36 1 0 0,-1-19-15 0 0,-5 57 157 0 0,7-82-85 0 0,-1-25-143 0 0,0 1 0 0 0,0-1 0 0 0,0 1 0 0 0,0 0 0 0 0,0-1 0 0 0,0 1 0 0 0,0-1-1 0 0,0 1 1 0 0,1-1 0 0 0,-1 1 0 0 0,0-1 0 0 0,0 1 0 0 0,1-1 0 0 0,-1 1 0 0 0,0-1 0 0 0,1 1-1 0 0,-1-1 1 0 0,0 0 0 0 0,1 1 0 0 0,-1-1 0 0 0,1 1 0 0 0,-1-1 0 0 0,1 0 0 0 0,-1 1 0 0 0,0-1-1 0 0,1 0 1 0 0,0 0 0 0 0,-1 1 0 0 0,1-1 0 0 0,-1 0 0 0 0,1 0 0 0 0,-1 0 0 0 0,1 0 0 0 0,6-14 78 0 0,48-78 194 0 0,-37 65-169 0 0,1 0 0 0 0,39-40 0 0 0,-55 65-101 0 0,-1-1 0 0 0,1 1 0 0 0,0 0 1 0 0,0 1-1 0 0,-1-1 0 0 0,1 0 0 0 0,0 1 0 0 0,0-1 0 0 0,1 1 1 0 0,-1 0-1 0 0,0 0 0 0 0,0 0 0 0 0,1 1 0 0 0,-1-1 1 0 0,0 1-1 0 0,1 0 0 0 0,3 0 0 0 0,-5 0-2 0 0,0 0-1 0 0,0 1 1 0 0,0-1 0 0 0,0 1-1 0 0,0-1 1 0 0,-1 1-1 0 0,1 0 1 0 0,0 0-1 0 0,0 0 1 0 0,0 0 0 0 0,-1 0-1 0 0,1 1 1 0 0,0-1-1 0 0,-1 0 1 0 0,0 1 0 0 0,1-1-1 0 0,-1 1 1 0 0,0-1-1 0 0,1 1 1 0 0,-1 0-1 0 0,0-1 1 0 0,0 1 0 0 0,0 0-1 0 0,-1 0 1 0 0,1 0-1 0 0,0 0 1 0 0,-1 0 0 0 0,1 3-1 0 0,10 59 121 0 0,-8-40-51 0 0,2 0 1 0 0,7 24-1 0 0,-12-46-63 0 0,0-1 1 0 0,1 0-1 0 0,-1 1 0 0 0,1-1 1 0 0,0 0-1 0 0,-1 0 0 0 0,1 1 1 0 0,0-1-1 0 0,0 0 0 0 0,-1 0 1 0 0,1 0-1 0 0,0 0 0 0 0,2 1 1 0 0,-3-1-13 0 0,0-1 0 0 0,1 0 0 0 0,-1 0 0 0 0,0 0 0 0 0,1 0 0 0 0,-1 0 0 0 0,1 0 0 0 0,-1 0 0 0 0,0 0 0 0 0,1 0 0 0 0,-1 0 0 0 0,0 0 0 0 0,1 0 0 0 0,-1 0 0 0 0,1 0 1 0 0,-1 0-1 0 0,0 0 0 0 0,1 0 0 0 0,-1 0 0 0 0,0-1 0 0 0,1 1 0 0 0,-1 0 0 0 0,0 0 0 0 0,1 0 0 0 0,-1-1 0 0 0,0 1 0 0 0,1 0 0 0 0,-1-1 0 0 0,1 1 0 0 0,2-5 11 0 0,1 0 0 0 0,-1-1-1 0 0,0 1 1 0 0,5-11 0 0 0,1-3 13 0 0,4-6-13 0 0,-7 12 40 0 0,1 0-1 0 0,0 0 0 0 0,1 1 0 0 0,13-16 1 0 0,-19 26-34 0 0,5 1 44 0 0,-7 1-64 0 0,1 0 0 0 0,-1-1 1 0 0,0 1-1 0 0,0 0 0 0 0,1 0 0 0 0,-1 0 0 0 0,0 0 1 0 0,0 0-1 0 0,1 0 0 0 0,-1 0 0 0 0,0 0 0 0 0,1 0 1 0 0,-1 1-1 0 0,0-1 0 0 0,0 0 0 0 0,1 0 0 0 0,-1 0 1 0 0,0 0-1 0 0,0 0 0 0 0,1 0 0 0 0,-1 0 0 0 0,0 1 1 0 0,0-1-1 0 0,1 0 0 0 0,-1 0 0 0 0,0 0 0 0 0,0 1 1 0 0,0-1-1 0 0,0 0 0 0 0,1 0 0 0 0,-1 0 1 0 0,0 1-1 0 0,0-1 0 0 0,0 0 0 0 0,0 0 0 0 0,0 1 1 0 0,0-1-1 0 0,0 0 0 0 0,1 1 0 0 0,-1-1 0 0 0,0 0 1 0 0,0 0-1 0 0,0 1 0 0 0,0-1 0 0 0,0 0 0 0 0,0 0 1 0 0,-1 1-1 0 0,16 41 122 0 0,-13-35-100 0 0,1 0 0 0 0,-1 1 1 0 0,1-1-1 0 0,0 0 1 0 0,1 0-1 0 0,5 8 0 0 0,-8-13-17 0 0,1 0 0 0 0,-1 0 0 0 0,0-1 0 0 0,1 1 0 0 0,0 0-1 0 0,-1-1 1 0 0,1 1 0 0 0,0-1 0 0 0,0 1 0 0 0,0-1-1 0 0,0 0 1 0 0,0 0 0 0 0,0 0 0 0 0,0 0 0 0 0,0 0 0 0 0,0-1-1 0 0,0 1 1 0 0,1 0 0 0 0,2-1 0 0 0,-1 0 1 0 0,0 0 1 0 0,0 0 0 0 0,0-1-1 0 0,0 0 1 0 0,0 0-1 0 0,0 0 1 0 0,0 0 0 0 0,0-1-1 0 0,0 1 1 0 0,5-4-1 0 0,14-9 28 0 0,0-1 0 0 0,23-19-1 0 0,-1 0-2 0 0,-25 17-21 0 0,-2 0-1 0 0,0-2 0 0 0,0 0 1 0 0,-2 0-1 0 0,-1-2 0 0 0,14-23 0 0 0,-11 13 15 0 0,-1-1 0 0 0,-1-2 0 0 0,-2 1 0 0 0,-2-2 0 0 0,-1 1-1 0 0,-2-2 1 0 0,-1 1 0 0 0,-1-1 0 0 0,-2 0 0 0 0,-1-47 0 0 0,-3 77-10 0 0,-1-1 1 0 0,0 1-1 0 0,-1 0 1 0 0,0 0-1 0 0,0-1 1 0 0,0 1-1 0 0,-1 0 1 0 0,1 0-1 0 0,-2 1 1 0 0,-2-8-1 0 0,4 12-7 0 0,1 0 0 0 0,0 1-1 0 0,-1-1 1 0 0,1 1 0 0 0,-1-1-1 0 0,0 1 1 0 0,1-1 0 0 0,-1 1-1 0 0,1-1 1 0 0,-1 1 0 0 0,0-1-1 0 0,1 1 1 0 0,-1 0 0 0 0,0-1-1 0 0,1 1 1 0 0,-1 0 0 0 0,0 0-1 0 0,0-1 1 0 0,1 1 0 0 0,-1 0-1 0 0,0 0 1 0 0,0 0 0 0 0,1 0-1 0 0,-1 0 1 0 0,0 0 0 0 0,-1 0-1 0 0,0 1 3 0 0,0 0-1 0 0,0-1 0 0 0,0 1 1 0 0,1 0-1 0 0,-1 0 0 0 0,0 0 1 0 0,0 0-1 0 0,1 1 0 0 0,-1-1 0 0 0,-1 2 1 0 0,-31 40 127 0 0,31-39-100 0 0,-8 13 28 0 0,0 1-1 0 0,1 0 0 0 0,1 1 0 0 0,1 0 1 0 0,1 1-1 0 0,0-1 0 0 0,2 1 1 0 0,-6 37-1 0 0,9-41-32 0 0,1 0-1 0 0,0-1 1 0 0,1 1 0 0 0,1 0-1 0 0,0 0 1 0 0,1-1 0 0 0,1 1-1 0 0,0-1 1 0 0,1 0 0 0 0,1 0 0 0 0,0 0-1 0 0,8 15 1 0 0,-10-25-21 0 0,0-1-1 0 0,-1 1 1 0 0,1 0 0 0 0,1-1-1 0 0,-1 0 1 0 0,1 0 0 0 0,-1 0-1 0 0,1 0 1 0 0,1 0 0 0 0,-1-1-1 0 0,0 0 1 0 0,1 0 0 0 0,-1 0 0 0 0,1 0-1 0 0,0-1 1 0 0,0 0 0 0 0,0 0-1 0 0,0 0 1 0 0,6 1 0 0 0,-7-3-7 0 0,1 0 0 0 0,-1 1 1 0 0,0-2-1 0 0,0 1 0 0 0,1 0 1 0 0,-1-1-1 0 0,0 0 0 0 0,0 0 1 0 0,0 0-1 0 0,0 0 1 0 0,0-1-1 0 0,0 0 0 0 0,0 1 1 0 0,0-1-1 0 0,-1-1 0 0 0,1 1 1 0 0,-1 0-1 0 0,0-1 0 0 0,1 0 1 0 0,-1 0-1 0 0,0 0 1 0 0,-1 0-1 0 0,1 0 0 0 0,2-5 1 0 0,0 3-5 0 0,-1-1 1 0 0,0 0 0 0 0,-1-1 0 0 0,1 1 0 0 0,-1 0 0 0 0,0-1-1 0 0,-1 0 1 0 0,0 0 0 0 0,0 0 0 0 0,0 0 0 0 0,-1 0-1 0 0,0 0 1 0 0,0 0 0 0 0,-1 0 0 0 0,0-1 0 0 0,0 1 0 0 0,-2-8-1 0 0,-2 3 0 0 0,-4-1 0 0 0,8 11 0 0 0,-1 1 0 0 0,1 0 0 0 0,-1 0 0 0 0,1 0 0 0 0,-1 0 0 0 0,0 0 0 0 0,1 1-1 0 0,-1-1 1 0 0,0 0 0 0 0,0 0 0 0 0,1 0 0 0 0,-1 1 0 0 0,0-1 0 0 0,0 0 0 0 0,0 1 0 0 0,0-1 0 0 0,0 1-1 0 0,0-1 1 0 0,0 1 0 0 0,0-1 0 0 0,-1 1 0 0 0,1 0 0 0 0,0-1 0 0 0,0 1 0 0 0,0 0 0 0 0,0 0-1 0 0,0 0 1 0 0,-1 0 0 0 0,1 0 0 0 0,0 0 0 0 0,0 0 0 0 0,0 1 0 0 0,0-1 0 0 0,-2 1 0 0 0,0 0-1 0 0,1 1 0 0 0,0-1 1 0 0,0 1-1 0 0,-1 0 1 0 0,1 0-1 0 0,1 0 0 0 0,-1 0 1 0 0,-3 4-1 0 0,0 1 0 0 0,1 1-1 0 0,0-1 1 0 0,1 1-1 0 0,-1 0 1 0 0,2 0-1 0 0,-1 1 1 0 0,1-1-1 0 0,0 0 1 0 0,1 1-1 0 0,-1 0 1 0 0,2-1-1 0 0,-1 1 1 0 0,2-1-1 0 0,-1 1 1 0 0,1 0-1 0 0,0-1 1 0 0,1 1-1 0 0,-1-1 1 0 0,2 0-1 0 0,-1 1 1 0 0,1-1-1 0 0,1 0 1 0 0,0 0-1 0 0,0-1 1 0 0,6 10-1 0 0,-8-15 1 0 0,0 0 0 0 0,0 1 0 0 0,0-1 0 0 0,0-1 0 0 0,0 1 0 0 0,0 0 0 0 0,0 0-1 0 0,1-1 1 0 0,-1 1 0 0 0,1-1 0 0 0,-1 0 0 0 0,1 0 0 0 0,-1 0 0 0 0,1 0 0 0 0,0 0 0 0 0,0-1-1 0 0,-1 1 1 0 0,1-1 0 0 0,0 1 0 0 0,0-1 0 0 0,0 0 0 0 0,-1 0 0 0 0,1-1 0 0 0,0 1 0 0 0,0-1-1 0 0,0 1 1 0 0,-1-1 0 0 0,1 0 0 0 0,0 0 0 0 0,-1 0 0 0 0,1 0 0 0 0,-1 0 0 0 0,1-1 0 0 0,-1 1-1 0 0,5-4 1 0 0,5-4-7 0 0,-1 0 0 0 0,0-1 0 0 0,0-1 0 0 0,-1 0 0 0 0,12-17 0 0 0,-11 13-7 0 0,0 0 0 0 0,-1 0 0 0 0,-1-1 0 0 0,-1-1-1 0 0,0 1 1 0 0,-1-1 0 0 0,6-23 0 0 0,-11 29 2 0 0,1-1 0 0 0,-2 1 1 0 0,0 0-1 0 0,0-1 0 0 0,-1 1 1 0 0,0 0-1 0 0,-1-1 0 0 0,0 1 1 0 0,-1 0-1 0 0,0-1 0 0 0,-1 1 0 0 0,-6-16 1 0 0,8 26 11 0 0,-3-11-25 0 0,-1 1-1 0 0,-12-21 1 0 0,17 32 24 0 0,-1 0 1 0 0,1-1-1 0 0,0 1 1 0 0,-1 0 0 0 0,1-1-1 0 0,0 1 1 0 0,-1 0-1 0 0,1 0 1 0 0,0-1 0 0 0,-1 1-1 0 0,1 0 1 0 0,-1 0-1 0 0,1 0 1 0 0,-1 0 0 0 0,1-1-1 0 0,0 1 1 0 0,-1 0-1 0 0,1 0 1 0 0,-1 0 0 0 0,1 0-1 0 0,-1 0 1 0 0,1 0-1 0 0,-1 0 1 0 0,1 0-1 0 0,0 0 1 0 0,-1 0 0 0 0,1 1-1 0 0,-1-1 1 0 0,1 0-1 0 0,-1 0 1 0 0,1 0 0 0 0,0 0-1 0 0,-1 1 1 0 0,1-1-1 0 0,-1 0 1 0 0,1 0 0 0 0,0 1-1 0 0,-1-1 1 0 0,1 0-1 0 0,0 1 1 0 0,-1-1 0 0 0,1 0-1 0 0,0 1 1 0 0,0-1-1 0 0,-1 0 1 0 0,1 1-1 0 0,0-1 1 0 0,0 1 0 0 0,0-1-1 0 0,0 1 1 0 0,-1-1-1 0 0,1 0 1 0 0,0 2 0 0 0,-10 22-13 0 0,7 7 1 0 0,1 1 0 0 0,1-1 0 0 0,2 0 0 0 0,1 1 0 0 0,9 48 0 0 0,-4-43 11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3:54:13.2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12456 0 0,'5'1'-4'0'0,"9"0"112"0"0,7 2 310 0 0,-15-2-238 0 0,1 0 0 0 0,0 1 0 0 0,-1 1 0 0 0,1-1-1 0 0,-1 1 1 0 0,7 4 0 0 0,0-1 57 0 0,1 0-1 0 0,-1-1 1 0 0,1-1 0 0 0,0 0 0 0 0,1 0-1 0 0,-1-2 1 0 0,28 3 0 0 0,-7-4 128 0 0,-1-2 1 0 0,44-5-1 0 0,-55 0-222 0 0,9-6 54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1.0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1 100 8336 0 0,'34'-8'265'0'0,"-22"5"-44"0"0,0 0-1 0 0,0 0 1 0 0,20-9 0 0 0,-29 6 558 0 0,-2 11 581 0 0,-1-1-1183 0 0,0 46 948 0 0,4 127 95 0 0,8-104-828 0 0,2-1-1 0 0,29 83 1 0 0,-35-126-306 0 0,-6-22-32 0 0,1 0 0 0 0,-1 0 1 0 0,1 0-1 0 0,6 9 0 0 0,-8-14-26 0 0,1 0 0 0 0,-1 0 0 0 0,1 0 0 0 0,-1 0 0 0 0,1 0 0 0 0,0-1 0 0 0,0 1 1 0 0,0 0-1 0 0,0-1 0 0 0,0 0 0 0 0,0 1 0 0 0,0-1 0 0 0,5 2 0 0 0,-5-3 48 0 0,16-38 244 0 0,-4-14-100 0 0,-2 0 0 0 0,10-100 0 0 0,-8 46 87 0 0,-11 81-104 0 0,-2 1 0 0 0,0-1 0 0 0,-2 0 0 0 0,-4-29-1 0 0,5 54-191 0 0,0 0-1 0 0,-1 1 1 0 0,1-1-1 0 0,0 0 1 0 0,0 0-1 0 0,0 0 1 0 0,-1 0-1 0 0,1 1 1 0 0,0-1-1 0 0,0 0 1 0 0,0 0-1 0 0,-1 0 0 0 0,1 0 1 0 0,0 0-1 0 0,0 0 1 0 0,-1 0-1 0 0,1 0 1 0 0,0 0-1 0 0,0 0 1 0 0,0 0-1 0 0,-1 0 1 0 0,1 0-1 0 0,0 0 1 0 0,0 0-1 0 0,-1 0 0 0 0,1 0 1 0 0,0 0-1 0 0,0 0 1 0 0,-1 0-1 0 0,1 0 1 0 0,0 0-1 0 0,0 0 1 0 0,0 0-1 0 0,-1-1 1 0 0,1 1-1 0 0,0 0 1 0 0,0 0-1 0 0,0 0 0 0 0,-1 0 1 0 0,1 0-1 0 0,0-1 1 0 0,0 1-1 0 0,0 0 1 0 0,0 0-1 0 0,0 0 1 0 0,-1-1-1 0 0,1 1 1 0 0,0 0-1 0 0,0 0 1 0 0,0-1-1 0 0,0 1 0 0 0,0 0 1 0 0,0 0-1 0 0,0 0 1 0 0,0-1-1 0 0,0 1 1 0 0,0 0-1 0 0,0 0 1 0 0,0-1-1 0 0,0 1 1 0 0,0 0-1 0 0,0 0 1 0 0,0-1-1 0 0,0 1 1 0 0,0 0-1 0 0,0 0 0 0 0,0 0 1 0 0,1-1-1 0 0,-1 1 1 0 0,-9 17 292 0 0,7 13-86 0 0,0 1 0 0 0,3 0-1 0 0,0 0 1 0 0,2 0-1 0 0,12 56 1 0 0,-12-69-97 0 0,1 2 9 0 0,0 1 0 0 0,2-1 1 0 0,0-1-1 0 0,14 31 0 0 0,-20-49-109 0 0,0 1 0 0 0,1-1 0 0 0,-1 0 0 0 0,1 0 0 0 0,0 0 0 0 0,-1 0 0 0 0,1 0 0 0 0,0 0 0 0 0,0 0 0 0 0,-1 0 0 0 0,1 0 0 0 0,0 0 0 0 0,0 0 0 0 0,0 0 1 0 0,0-1-1 0 0,0 1 0 0 0,0 0 0 0 0,1-1 0 0 0,-1 1 0 0 0,0-1 0 0 0,0 1 0 0 0,0-1 0 0 0,1 0 0 0 0,1 1 0 0 0,-2-1-7 0 0,0-1 1 0 0,1 0-1 0 0,-1 1 0 0 0,0-1 1 0 0,0 0-1 0 0,0 1 0 0 0,0-1 1 0 0,0 0-1 0 0,0 0 0 0 0,0 0 1 0 0,0 0-1 0 0,0 0 0 0 0,0 0 0 0 0,0 0 1 0 0,-1 0-1 0 0,1-1 0 0 0,-1 1 1 0 0,2-2-1 0 0,3-11 46 0 0,0 1 0 0 0,-1-1 0 0 0,3-16 0 0 0,-6 25-24 0 0,30-184 351 0 0,-21 114-243 0 0,-6 39-15 0 0,-2 1 0 0 0,-2-1 0 0 0,-5-47 0 0 0,5 82-117 0 0,0 0 0 0 0,0 0 0 0 0,0 0-1 0 0,0 0 1 0 0,-1 0 0 0 0,1 0 0 0 0,0 0 0 0 0,0 0-1 0 0,-1 0 1 0 0,1 0 0 0 0,-1 0 0 0 0,1 0 0 0 0,-1 0-1 0 0,1 0 1 0 0,-2-1 0 0 0,2 2-7 0 0,-1 0 0 0 0,1 0-1 0 0,0-1 1 0 0,-1 1 0 0 0,1 0 0 0 0,0 0-1 0 0,-1 0 1 0 0,1 0 0 0 0,0 0 0 0 0,-1 0-1 0 0,1 0 1 0 0,0 0 0 0 0,-1 0-1 0 0,1 0 1 0 0,0 1 0 0 0,0-1 0 0 0,-1 0-1 0 0,1 0 1 0 0,0 0 0 0 0,-1 0 0 0 0,1 0-1 0 0,0 1 1 0 0,-1-1 0 0 0,1 0 0 0 0,0 0-1 0 0,0 0 1 0 0,-1 1 0 0 0,1-1 0 0 0,0 0-1 0 0,0 1 1 0 0,-3 1 9 0 0,1 1 1 0 0,0 0-1 0 0,1 0 0 0 0,-1 0 0 0 0,0 0 1 0 0,1 0-1 0 0,0 0 0 0 0,-2 4 0 0 0,-20 86 171 0 0,15-63-120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1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1 600 15176 0 0,'0'0'4741'0'0,"3"0"-4523"0"0,5-1-167 0 0,0 0 0 0 0,-1-1 0 0 0,1 0 1 0 0,-1 0-1 0 0,1-1 0 0 0,-1 1 0 0 0,0-2 0 0 0,0 1 0 0 0,0-1 0 0 0,-1 0 0 0 0,10-8 0 0 0,-7 6-5 0 0,3-2 36 0 0,0-1-1 0 0,0 0 1 0 0,-1-1 0 0 0,13-14-1 0 0,-20 19-62 0 0,0 0 0 0 0,0-1 0 0 0,-1 1-1 0 0,1-1 1 0 0,-1 0 0 0 0,0 0 0 0 0,-1 0-1 0 0,1 0 1 0 0,-1 0 0 0 0,2-10 0 0 0,12-28 41 0 0,-15 36-58 0 0,-8 6-2 0 0,5 5-1 0 0,0-1-1 0 0,0 0 1 0 0,0 1-1 0 0,1-1 1 0 0,-1 1-1 0 0,1-1 1 0 0,0 1-1 0 0,-1 0 1 0 0,1-1-1 0 0,0 1 1 0 0,0 5-1 0 0,-8 34-20 0 0,7-21 12 0 0,2 0 0 0 0,0 0 0 0 0,6 38 1 0 0,-5-53 2 0 0,0 0 1 0 0,0 0 0 0 0,1 0 0 0 0,0 0-1 0 0,0-1 1 0 0,0 1 0 0 0,1-1-1 0 0,-1 1 1 0 0,1-1 0 0 0,1 0 0 0 0,-1 0-1 0 0,1 0 1 0 0,0-1 0 0 0,0 1 0 0 0,0-1-1 0 0,1 0 1 0 0,-1 0 0 0 0,6 4 0 0 0,-7-7 2 0 0,-1 0 0 0 0,1 0-1 0 0,0 0 1 0 0,-1 0 0 0 0,1 0 0 0 0,0 0 0 0 0,0-1 0 0 0,-1 0 0 0 0,1 1 0 0 0,0-1 0 0 0,0 0 0 0 0,0 0 0 0 0,-1 0-1 0 0,1-1 1 0 0,0 1 0 0 0,0-1 0 0 0,4-1 0 0 0,-1 0-2 0 0,0-1 0 0 0,0 0 0 0 0,0 0-1 0 0,-1-1 1 0 0,1 1 0 0 0,-1-1 0 0 0,7-7 0 0 0,4-5-10 0 0,-1-1 0 0 0,-1-1 0 0 0,18-26 0 0 0,-10 7-6 0 0,-2 0-1 0 0,-1-2 1 0 0,-2 0-1 0 0,-1-1 1 0 0,-2-1-1 0 0,13-67 1 0 0,-27 107 21 0 0,5-18-13 0 0,-1-1 0 0 0,-2 1 1 0 0,1 0-1 0 0,-2-1 0 0 0,-1 0 0 0 0,-4-35 0 0 0,4 53 14 0 0,0 0 0 0 0,-1 0-1 0 0,1 0 1 0 0,-1 0 0 0 0,0 1-1 0 0,1-1 1 0 0,-1 0 0 0 0,0 1-1 0 0,0-1 1 0 0,0 0 0 0 0,0 1-1 0 0,0-1 1 0 0,-3-2 0 0 0,3 4-1 0 0,0 0 1 0 0,1-1 0 0 0,-1 1 0 0 0,0 0 0 0 0,1-1-1 0 0,-1 1 1 0 0,0 0 0 0 0,1 0 0 0 0,-1 0 0 0 0,0 0-1 0 0,0 0 1 0 0,1 0 0 0 0,-1 0 0 0 0,0 0-1 0 0,0 0 1 0 0,1 0 0 0 0,-1 0 0 0 0,0 0 0 0 0,1 0-1 0 0,-1 0 1 0 0,0 1 0 0 0,0-1 0 0 0,1 0 0 0 0,-2 1-1 0 0,-1 1 1 0 0,0 1-1 0 0,0-1 1 0 0,1 0-1 0 0,-1 1 1 0 0,0 0-1 0 0,1 0 1 0 0,0 0-1 0 0,-1 0 1 0 0,1 0-1 0 0,0 0 1 0 0,-2 7-1 0 0,-9 23 1 0 0,1 1 0 0 0,1 0 0 0 0,-9 57 0 0 0,-2 109 2 0 0,20-164 7 0 0,1 1 1 0 0,2 0-1 0 0,1 0 1 0 0,2-1-1 0 0,12 49 1 0 0,-14-79 4 0 0,0 1 1 0 0,0-1-1 0 0,1 0 1 0 0,0 0-1 0 0,0 0 0 0 0,1 0 1 0 0,5 7-1 0 0,-8-12-11 0 0,-1 0 1 0 0,1 0-1 0 0,0 0 0 0 0,0 0 0 0 0,-1 0 0 0 0,1 0 0 0 0,0-1 0 0 0,0 1 1 0 0,0 0-1 0 0,0-1 0 0 0,0 1 0 0 0,0 0 0 0 0,0-1 0 0 0,0 1 1 0 0,0-1-1 0 0,1 0 0 0 0,-1 1 0 0 0,0-1 0 0 0,0 0 0 0 0,0 0 1 0 0,0 0-1 0 0,1 0 0 0 0,-1 0 0 0 0,0 0 0 0 0,0 0 0 0 0,0 0 0 0 0,0 0 1 0 0,1 0-1 0 0,-1-1 0 0 0,0 1 0 0 0,0 0 0 0 0,0-1 0 0 0,0 1 1 0 0,0-1-1 0 0,0 0 0 0 0,0 1 0 0 0,0-1 0 0 0,0 0 0 0 0,0 1 0 0 0,0-1 1 0 0,0 0-1 0 0,0 0 0 0 0,-1 0 0 0 0,1 0 0 0 0,0 0 0 0 0,-1 0 1 0 0,2-1-1 0 0,21-33 107 0 0,-2 0 0 0 0,-1-2 1 0 0,17-46-1 0 0,11-19 221 0 0,-26 57-13 0 0,-21 44-236 0 0,-2 10-18 0 0,0 1 0 0 0,0 0 0 0 0,-1-1 0 0 0,-4 12 0 0 0,-3 11 8 0 0,0 11 23 0 0,5-25-49 0 0,0-1 0 0 0,1 1 1 0 0,1-1-1 0 0,0 20 0 0 0,3-14 10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2.0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15880 0 0,'0'0'0'0'0,"13"12"0"0"0,-1-5 432 0 0,-2 0 7 0 0,-3 3 425 0 0,-2 4-728 0 0,-5-2 1928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4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0 414 11656 0 0,'32'0'245'0'0,"-13"0"4"0"0,11 0 450 0 0,-28 0-587 0 0,13-24 1192 0 0,11-17-933 0 0,-17 26-306 0 0,1 1 0 0 0,0 0 0 0 0,1 0 0 0 0,20-20 0 0 0,26-11 13 0 0,-36 29-81 0 0,-1 0-1 0 0,23-23 1 0 0,-37 33-31 0 0,-4 4 20 0 0,0 0 0 0 0,0 0 0 0 0,0 0 0 0 0,0 0 0 0 0,0 0 0 0 0,0-1 0 0 0,-1 1 1 0 0,1-1-1 0 0,-1 1 0 0 0,0-1 0 0 0,2-4 0 0 0,-3 6-28 0 0,-20 14-31 0 0,8-2 61 0 0,0 0 0 0 0,0 1 1 0 0,1 0-1 0 0,0 0 0 0 0,2 1 1 0 0,-1 1-1 0 0,1 0 0 0 0,-13 28 1 0 0,12-20 4 0 0,1 0-1 0 0,0 1 1 0 0,2-1 0 0 0,1 2 0 0 0,0-1 0 0 0,-2 35 0 0 0,1 69-15 0 0,7-126 23 0 0,-1 1 1 0 0,1-1 0 0 0,0 0 0 0 0,0 1-1 0 0,0-1 1 0 0,0 1 0 0 0,0-1 0 0 0,0 0-1 0 0,0 1 1 0 0,1-1 0 0 0,-1 1 0 0 0,1-1-1 0 0,-1 0 1 0 0,1 1 0 0 0,-1-1 0 0 0,1 0-1 0 0,0 0 1 0 0,-1 1 0 0 0,1-1 0 0 0,0 0-1 0 0,0 0 1 0 0,0 0 0 0 0,0 0 0 0 0,0 0-1 0 0,0 0 1 0 0,0 0 0 0 0,0-1 0 0 0,0 1-1 0 0,1 0 1 0 0,-1 0 0 0 0,0-1 0 0 0,0 1-1 0 0,3 0 1 0 0,-2-1 1 0 0,0 0 0 0 0,-1 0 0 0 0,1 0 0 0 0,-1 0-1 0 0,1 0 1 0 0,-1-1 0 0 0,1 1 0 0 0,-1 0 0 0 0,1-1 0 0 0,-1 1 0 0 0,1-1-1 0 0,-1 0 1 0 0,1 1 0 0 0,-1-1 0 0 0,0 0 0 0 0,1 0 0 0 0,-1 0 0 0 0,0 0-1 0 0,0 0 1 0 0,0 0 0 0 0,0 0 0 0 0,0-1 0 0 0,0 1 0 0 0,0 0 0 0 0,0 0-1 0 0,0-1 1 0 0,0 1 0 0 0,-1-1 0 0 0,2-1 0 0 0,12-41 136 0 0,-1-1 0 0 0,-2-1 0 0 0,-2 0 0 0 0,5-63 0 0 0,-17 70-10 0 0,0 17 7 0 0,2 21-109 0 0,1-1 0 0 0,0 1 0 0 0,0 0 0 0 0,0 0 1 0 0,-1 0-1 0 0,1 0 0 0 0,-1-1 0 0 0,1 1 0 0 0,-1 0 0 0 0,1 0 0 0 0,-1 0 1 0 0,0 0-1 0 0,1 0 0 0 0,-1 0 0 0 0,0 0 0 0 0,0 1 0 0 0,1-1 0 0 0,-1 0 0 0 0,0 0 1 0 0,0 1-1 0 0,0-1 0 0 0,0 0 0 0 0,0 1 0 0 0,0-1 0 0 0,-1 1 0 0 0,1-1 1 0 0,0 1-1 0 0,0 0 0 0 0,0-1 0 0 0,0 1 0 0 0,-1 0 0 0 0,1 0 0 0 0,0 0 1 0 0,0 0-1 0 0,0 0 0 0 0,0 0 0 0 0,-1 0 0 0 0,1 0 0 0 0,0 0 0 0 0,0 1 1 0 0,0-1-1 0 0,0 0 0 0 0,-1 1 0 0 0,1-1 0 0 0,0 1 0 0 0,0-1 0 0 0,-2 2 0 0 0,3 0 12 0 0,0 0 0 0 0,0 0 0 0 0,0 0 0 0 0,0 0 0 0 0,0 0 0 0 0,0 0 0 0 0,0-1-1 0 0,1 1 1 0 0,-1 0 0 0 0,1 0 0 0 0,0 2 0 0 0,2 8 144 0 0,-3-7-141 0 0,1-1 1 0 0,0 0-1 0 0,0 0 1 0 0,1 0-1 0 0,-1 0 1 0 0,1 0-1 0 0,0 0 1 0 0,0-1-1 0 0,0 1 1 0 0,0 0-1 0 0,0-1 1 0 0,1 1-1 0 0,0-1 1 0 0,0 0-1 0 0,0 0 1 0 0,0 0 0 0 0,0-1-1 0 0,1 1 1 0 0,-1-1-1 0 0,1 1 1 0 0,0-1-1 0 0,5 2 1 0 0,-6-2 6 0 0,1-1 1 0 0,-1 1 0 0 0,1-1 0 0 0,0 0 0 0 0,0 0-1 0 0,-1 0 1 0 0,1 0 0 0 0,0-1 0 0 0,0 0-1 0 0,0 0 1 0 0,0 0 0 0 0,0 0 0 0 0,0 0 0 0 0,-1-1-1 0 0,1 0 1 0 0,0 1 0 0 0,0-2 0 0 0,0 1 0 0 0,-1 0-1 0 0,1-1 1 0 0,-1 1 0 0 0,1-1 0 0 0,-1 0 0 0 0,5-4-1 0 0,54-58 593 0 0,-22 21 122 0 0,-39 42-358 0 0,-2 3-378 0 0,0-1-1 0 0,-1 1 1 0 0,1 0-1 0 0,0 0 0 0 0,1 0 1 0 0,-1 0-1 0 0,0 0 1 0 0,1 0-1 0 0,-1 0 1 0 0,1 0-1 0 0,-1 0 0 0 0,1 0 1 0 0,0 4-1 0 0,-1-4-21 0 0,-6 43 105 0 0,-1 4 76 0 0,-3 53 0 0 0,10-87-128 0 0,1-1-1 0 0,1 0 1 0 0,0 1-1 0 0,1-1 1 0 0,1 0-1 0 0,0 0 1 0 0,1 0-1 0 0,7 17 1 0 0,-11-30-49 0 0,0 0 1 0 0,1 0 0 0 0,-1 1-1 0 0,1-1 1 0 0,-1 0 0 0 0,1 0-1 0 0,-1 0 1 0 0,1 0 0 0 0,0 0-1 0 0,0-1 1 0 0,-1 1 0 0 0,1 0-1 0 0,0 0 1 0 0,0 0-1 0 0,0-1 1 0 0,0 1 0 0 0,0 0-1 0 0,0-1 1 0 0,0 1 0 0 0,0-1-1 0 0,0 1 1 0 0,0-1 0 0 0,0 1-1 0 0,0-1 1 0 0,0 0 0 0 0,1 0-1 0 0,-1 0 1 0 0,0 1 0 0 0,0-1-1 0 0,0 0 1 0 0,0 0 0 0 0,1-1-1 0 0,-1 1 1 0 0,0 0 0 0 0,0 0-1 0 0,0 0 1 0 0,0-1 0 0 0,0 1-1 0 0,1-1 1 0 0,0 0 0 0 0,3-2 16 0 0,-1 1 1 0 0,1-1 0 0 0,-1-1-1 0 0,0 1 1 0 0,0 0 0 0 0,-1-1 0 0 0,6-6-1 0 0,-1-1 2 0 0,-1 1 1 0 0,0-2-1 0 0,0 1 0 0 0,-1-1 0 0 0,-1 0 1 0 0,0 0-1 0 0,-1 0 0 0 0,0-1 0 0 0,-1 1 0 0 0,3-24 1 0 0,-2 16 45 0 0,12-37 0 0 0,-11 42-43 0 0,0 1 0 0 0,-1-1 0 0 0,-1 0 0 0 0,0 0 0 0 0,0-21 0 0 0,2-32 75 0 0,-3 50-66 0 0,0-1 0 0 0,-2 1 1 0 0,0 0-1 0 0,-3-26 1 0 0,-2-8 164 0 0,1 54-153 0 0,4-1-50 0 0,-1-1 0 0 0,1 0 0 0 0,-1 0 0 0 0,0 1 0 0 0,1-1 0 0 0,-1 0 0 0 0,1 0 0 0 0,-1 1 0 0 0,1-1 0 0 0,-1 1 0 0 0,1-1 0 0 0,-1 1 0 0 0,1-1 0 0 0,0 1 0 0 0,-1-1 0 0 0,1 1 0 0 0,-1-1 0 0 0,1 1 0 0 0,0-1 0 0 0,0 1 0 0 0,-1-1-1 0 0,1 1 1 0 0,0 0 0 0 0,0-1 0 0 0,0 1 0 0 0,-1-1 0 0 0,1 2 0 0 0,-1 217 197 0 0,16-37-56 0 0,0 13 32 0 0,-14-190-166 0 0,0-1 0 0 0,0 1 1 0 0,0 0-1 0 0,0 0 0 0 0,1-1 0 0 0,-1 1 0 0 0,1-1 0 0 0,3 5 0 0 0,-4-7-4 0 0,0 0 1 0 0,0-1-1 0 0,0 1 0 0 0,0 0 1 0 0,0-1-1 0 0,0 1 0 0 0,0-1 1 0 0,1 1-1 0 0,-1-1 0 0 0,1 1 1 0 0,-1-1-1 0 0,1 0 1 0 0,-1 0-1 0 0,1 0 0 0 0,0 0 1 0 0,0 0-1 0 0,-1 0 0 0 0,1 0 1 0 0,0-1-1 0 0,4 2 0 0 0,-3-3 4 0 0,-1 1-1 0 0,1-1 1 0 0,0 0-1 0 0,0 0 1 0 0,-1 0-1 0 0,1 0 1 0 0,-1 0-1 0 0,1-1 1 0 0,-1 1-1 0 0,1-1 1 0 0,-1 0-1 0 0,0 0 0 0 0,1 1 1 0 0,-1-1-1 0 0,0-1 1 0 0,-1 1-1 0 0,1 0 1 0 0,0 0-1 0 0,-1-1 1 0 0,3-3-1 0 0,4-9 42 0 0,0 1 0 0 0,6-21-1 0 0,-8 22-14 0 0,-4 6-13 0 0,0 0 0 0 0,0 0 1 0 0,0 1-1 0 0,-1-1 0 0 0,0 0 1 0 0,0-1-1 0 0,0-7 0 0 0,0-7 47 0 0,-1 21-57 0 0,1-3 5 0 0,0 1 0 0 0,-1 0 0 0 0,1-1 0 0 0,-1 1 0 0 0,0 0 0 0 0,0-1 0 0 0,0 1 0 0 0,-1-1 0 0 0,1 1 0 0 0,-1 0 0 0 0,-1-5 0 0 0,1 7 90 0 0,2 9-83 0 0,1 1-1 0 0,0-1 1 0 0,0 0-1 0 0,1 1 1 0 0,0-1-1 0 0,1 0 1 0 0,0-1-1 0 0,0 1 1 0 0,6 8 0 0 0,-9-15-23 0 0,0 0 1 0 0,0 0-1 0 0,0 0 1 0 0,0 0-1 0 0,0 0 1 0 0,0 0 0 0 0,0-1-1 0 0,0 1 1 0 0,1 0-1 0 0,-1-1 1 0 0,0 1 0 0 0,0-1-1 0 0,1 1 1 0 0,-1-1-1 0 0,1 1 1 0 0,-1-1 0 0 0,0 0-1 0 0,1 0 1 0 0,-1 0-1 0 0,1 0 1 0 0,-1 0 0 0 0,0 0-1 0 0,1 0 1 0 0,-1 0-1 0 0,1 0 1 0 0,-1-1-1 0 0,0 1 1 0 0,1-1 0 0 0,-1 1-1 0 0,2-2 1 0 0,36-18 57 0 0,-24 7-37 0 0,0 0 1 0 0,-1 0 0 0 0,0-1-1 0 0,22-31 1 0 0,-9 13 12 0 0,31-43 83 0 0,-56 73-70 0 0,-4 4-46 0 0,0 0 0 0 0,0 0 0 0 0,1 0 0 0 0,-1 0 0 0 0,1 1 0 0 0,-1-1 0 0 0,1 0 0 0 0,0 1 1 0 0,0-1-1 0 0,0 1 0 0 0,0-1 0 0 0,0 1 0 0 0,0 2 0 0 0,1-4-1 0 0,-9 28 25 0 0,1-1-1 0 0,-5 40 0 0 0,11-55-16 0 0,1 1-1 0 0,1-1 1 0 0,0 1-1 0 0,1-1 1 0 0,0 1-1 0 0,1-1 1 0 0,5 17-1 0 0,-7-29-7 0 0,0 1-1 0 0,1-1 1 0 0,-1 0-1 0 0,1 1 0 0 0,0-1 1 0 0,-1 0-1 0 0,1 0 1 0 0,0 0-1 0 0,0 0 1 0 0,0 0-1 0 0,0 0 1 0 0,0 0-1 0 0,0 0 1 0 0,0 0-1 0 0,0 0 0 0 0,0 0 1 0 0,0 0-1 0 0,1-1 1 0 0,-1 1-1 0 0,0-1 1 0 0,2 1-1 0 0,-1 0 0 0 0,1-1 1 0 0,-1 0-1 0 0,1-1 0 0 0,-1 1 1 0 0,1 0-1 0 0,-1-1 0 0 0,1 1 0 0 0,-1-1 1 0 0,0 0-1 0 0,3-1 0 0 0,4-9 0 0 0,-7 7 0 0 0,3-3 1 0 0,0 0 1 0 0,-1 0-1 0 0,0 0 0 0 0,0 0 0 0 0,-1 0 0 0 0,0-1 1 0 0,0 0-1 0 0,0 0 0 0 0,0-8 0 0 0,9-73 7 0 0,-11 82-8 0 0,0-3-1 0 0,0-1 0 0 0,-1 1 0 0 0,0 0 0 0 0,-1-1 0 0 0,-3-14 0 0 0,-1 14 0 0 0,-3 0 0 0 0,8 10 0 0 0,0 1 0 0 0,-1-1 0 0 0,1 1 0 0 0,0 0 0 0 0,-1-1 0 0 0,1 1 0 0 0,0-1 0 0 0,-1 1 0 0 0,1 0 0 0 0,-1 0 0 0 0,1-1 0 0 0,-1 1 0 0 0,1 0 0 0 0,-1 0 0 0 0,1-1 0 0 0,-1 1 0 0 0,1 0 0 0 0,-1 0 0 0 0,1 0 0 0 0,-1 0 0 0 0,1 0 0 0 0,-1 0 0 0 0,1 0 0 0 0,-1 0 0 0 0,1 0 0 0 0,-1 0 0 0 0,1 0 0 0 0,-1 0 0 0 0,0 1 0 0 0,-3 3-1 0 0,2-3 0 0 0,1 0 1 0 0,0 0-1 0 0,0 0 0 0 0,0 0 1 0 0,0 1-1 0 0,0-1 1 0 0,0 0-1 0 0,0 0 0 0 0,0 1 1 0 0,1-1-1 0 0,-1 1 1 0 0,0-1-1 0 0,1 1 0 0 0,-1-1 1 0 0,1 1-1 0 0,0-1 0 0 0,-1 1 1 0 0,1-1-1 0 0,0 1 1 0 0,0 0-1 0 0,0 1 0 0 0,0 4 0 0 0,-3-1 1 0 0,0 21-15 0 0,5-14 6 0 0,6 5 2 0 0,3-17-1 0 0,7-15-2 0 0,-16 13 10 0 0,30-32-14 0 0,-26 25 9 0 0,0 1 0 0 0,1 1 0 0 0,-1-1 0 0 0,1 1 0 0 0,1 1 0 0 0,-1-1 0 0 0,1 1 0 0 0,0 0 0 0 0,0 1 0 0 0,10-4-1 0 0,-7 5 4 0 0,-10 3 2 0 0,-1 0-1 0 0,1 0 1 0 0,0 0 0 0 0,-1 0 0 0 0,1 0 0 0 0,-1 0 0 0 0,1 1-1 0 0,0-1 1 0 0,-1 0 0 0 0,1 0 0 0 0,-1 0 0 0 0,1 0 0 0 0,-1 1-1 0 0,1-1 1 0 0,0 0 0 0 0,-1 1 0 0 0,1-1 0 0 0,-1 0 0 0 0,1 1-1 0 0,-1-1 1 0 0,0 1 0 0 0,1-1 0 0 0,-1 0 0 0 0,1 1 0 0 0,-1-1-1 0 0,0 1 1 0 0,1 0 0 0 0,-1-1 0 0 0,0 1 0 0 0,0-1 0 0 0,1 1-1 0 0,-1-1 1 0 0,0 1 0 0 0,0 0 0 0 0,0-1 0 0 0,0 1 0 0 0,0-1-1 0 0,0 2 1 0 0,2 2-1 0 0,0 1 1 0 0,-1-1-1 0 0,0 1 0 0 0,0-1 0 0 0,0 1 0 0 0,-1 0 1 0 0,1 0-1 0 0,-1-1 0 0 0,0 1 0 0 0,-2 8 1 0 0,1-6 0 0 0,1 0 0 0 0,0 0 0 0 0,0 0 0 0 0,0 0 0 0 0,1 0 0 0 0,0 0 0 0 0,1-1 0 0 0,2 12 0 0 0,-3-18 0 0 0,-1 1 0 0 0,0 0 0 0 0,0-1 0 0 0,1 1 0 0 0,-1 0 0 0 0,0-1 0 0 0,1 1 0 0 0,-1-1 0 0 0,0 1 0 0 0,1-1 0 0 0,-1 1 0 0 0,1 0 0 0 0,-1-1 0 0 0,1 0 0 0 0,-1 1 0 0 0,1-1 0 0 0,0 1 0 0 0,-1-1 0 0 0,1 0 0 0 0,-1 1 0 0 0,1-1 0 0 0,0 0 0 0 0,-1 1 0 0 0,1-1 0 0 0,0 0 0 0 0,-1 0 0 0 0,1 0 0 0 0,0 0 0 0 0,0 0 0 0 0,-1 0 0 0 0,1 0 0 0 0,0 0 0 0 0,-1 0 0 0 0,1 0 0 0 0,0 0 0 0 0,0 0 0 0 0,0-1 0 0 0,23-12 0 0 0,-17 10 0 0 0,7-4 0 0 0,-10 5 0 0 0,-1 0 0 0 0,1 0 0 0 0,0 1 0 0 0,-1-1 0 0 0,1 1 0 0 0,0 0 0 0 0,0 0 0 0 0,0 0 0 0 0,0 0 0 0 0,0 1 0 0 0,0-1 0 0 0,0 1 0 0 0,1 0 0 0 0,-1 1 0 0 0,0-1 0 0 0,0 1 0 0 0,0-1 0 0 0,7 3 0 0 0,-10-2 0 0 0,1 0 0 0 0,0 0 0 0 0,-1 1 0 0 0,1-1 0 0 0,-1 0 0 0 0,0 1 0 0 0,1-1 0 0 0,-1 0 0 0 0,0 1 0 0 0,0-1 0 0 0,0 1 0 0 0,0 0 0 0 0,0-1 0 0 0,0 1 0 0 0,0 0 0 0 0,-1 0 0 0 0,1 0 0 0 0,-1-1 0 0 0,1 1 0 0 0,-1 0 0 0 0,0 0 0 0 0,0 0 0 0 0,1 0 0 0 0,-1 0 0 0 0,-1 2 0 0 0,2 4 0 0 0,-1 0 0 0 0,1 0 0 0 0,-1 0 0 0 0,-1 0 0 0 0,0 0 0 0 0,0 0 0 0 0,0-1 0 0 0,-1 1 0 0 0,-4 10 0 0 0,1-8 0 0 0,-7 2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4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14968 0 0,'0'0'0'0'0,"27"5"0"0"0,1-2 416 0 0,-1 4 408 0 0,-19-2-401 0 0,1-1-151 0 0,-9 5 552 0 0,0-1 816 0 0,-9-2-1496 0 0,1-3 0 0 0,-1 0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4.7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12960 0 0,'0'0'0'0'0,"23"8"0"0"0,2-7 96 0 0,-4 4 16 0 0,-5 1-8 0 0,-6-2 8 0 0,1-2-48 0 0,10 5 56 0 0,-11-5-48 0 0,3 1 80 0 0,0 0 0 0 0,-2-1 0 0 0,12-2 8 0 0,1-2-80 0 0,26-8 80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5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1 515 9848 0 0,'15'-3'30'0'0,"10"-1"38"0"0,-1 1 46 0 0,12 1 192 0 0,-34 1-248 0 0,0 0 0 0 0,0 0 0 0 0,-1 0 0 0 0,1 0 0 0 0,-1-1 0 0 0,1 1 0 0 0,-1 0 0 0 0,1-1 0 0 0,-1 0 0 0 0,0 1 0 0 0,0-1 0 0 0,2-2 0 0 0,4-5 32 0 0,-1 2-39 0 0,0 0 0 0 0,-1-1 0 0 0,0 1 0 0 0,-1-1 0 0 0,1 0 0 0 0,2-9 0 0 0,7-12 50 0 0,-4 10-72 0 0,0-2 1 0 0,-2 0-1 0 0,0 0 0 0 0,-1 0 1 0 0,-2-1-1 0 0,0 0 1 0 0,-1 0-1 0 0,-1 0 1 0 0,-1-1-1 0 0,-2-27 1 0 0,0 45-27 0 0,-1-8 11 0 0,0 0 0 0 0,0 1 0 0 0,-1-1 0 0 0,-1 0 1 0 0,-7-21-1 0 0,9 33-9 0 0,1 0-1 0 0,-1 0 1 0 0,0 0 0 0 0,0 0 0 0 0,0 0 0 0 0,0 0 0 0 0,0 0 0 0 0,0 0 0 0 0,0 0 0 0 0,0 1 0 0 0,0-1-1 0 0,0 0 1 0 0,0 1 0 0 0,0-1 0 0 0,-1 1 0 0 0,1-1 0 0 0,0 1 0 0 0,0 0 0 0 0,-1-1 0 0 0,1 1 0 0 0,0 0 0 0 0,-1 0-1 0 0,1 0 1 0 0,0 0 0 0 0,-1 0 0 0 0,1 0 0 0 0,0 0 0 0 0,0 1 0 0 0,-1-1 0 0 0,1 0 0 0 0,0 1 0 0 0,0-1-1 0 0,-1 1 1 0 0,1-1 0 0 0,0 1 0 0 0,0 0 0 0 0,0-1 0 0 0,-2 2 0 0 0,-1 0 53 0 0,-1 1-31 0 0,0 0 1 0 0,0 1-1 0 0,0 0 1 0 0,0 0 0 0 0,1 0-1 0 0,0 1 1 0 0,0 0-1 0 0,0-1 1 0 0,0 1-1 0 0,-4 8 1 0 0,-3 8 80 0 0,1 0 1 0 0,1 0 0 0 0,1 1 0 0 0,1 0 0 0 0,1 1 0 0 0,-4 27 0 0 0,-10 147 512 0 0,14-122-302 0 0,7-47 80 0 0,-1-27-392 0 0,0-1 1 0 0,0 0-1 0 0,0 0 0 0 0,0 0 1 0 0,0 0-1 0 0,0 0 0 0 0,1 0 1 0 0,-1 0-1 0 0,0 0 1 0 0,0 0-1 0 0,0 0 0 0 0,0 0 1 0 0,0 0-1 0 0,0 1 1 0 0,0-1-1 0 0,0 0 0 0 0,0 0 1 0 0,1 0-1 0 0,-1 0 0 0 0,0 0 1 0 0,0 0-1 0 0,0 0 1 0 0,0 0-1 0 0,0 0 0 0 0,0 0 1 0 0,0 0-1 0 0,0 0 1 0 0,1 0-1 0 0,-1 0 0 0 0,0 0 1 0 0,0 0-1 0 0,0 0 1 0 0,0 0-1 0 0,0-1 0 0 0,0 1 1 0 0,0 0-1 0 0,0 0 0 0 0,0 0 1 0 0,1 0-1 0 0,-1 0 1 0 0,0 0-1 0 0,0 0 0 0 0,0 0 1 0 0,0 0-1 0 0,0 0 1 0 0,0 0-1 0 0,0 0 0 0 0,0-1 1 0 0,0 1-1 0 0,0 0 0 0 0,0 0 1 0 0,0 0-1 0 0,0 0 1 0 0,0 0-1 0 0,0 0 0 0 0,0 0 1 0 0,0-1-1 0 0,8-16 169 0 0,58-144 515 0 0,-65 157-670 0 0,3-4 64 0 0,-1 0-1 0 0,1 1 0 0 0,1-1 0 0 0,-1 1 1 0 0,1-1-1 0 0,1 1 0 0 0,-1 1 0 0 0,13-13 0 0 0,-16 18-2 0 0,3 16-23 0 0,-1 0 0 0 0,0-1 1 0 0,0 1-1 0 0,-2 0 0 0 0,0 1 1 0 0,-1-1-1 0 0,0 21 0 0 0,3 32 60 0 0,4-24 32 0 0,21 69-1 0 0,-28-112-144 0 0,-1 1 0 0 0,0 0 0 0 0,1-1 0 0 0,-1 1 0 0 0,1-1-1 0 0,0 1 1 0 0,-1-1 0 0 0,1 1 0 0 0,0-1 0 0 0,0 1 0 0 0,0-1-1 0 0,0 0 1 0 0,0 0 0 0 0,0 1 0 0 0,0-1 0 0 0,0 0 0 0 0,1 0 0 0 0,-1 0-1 0 0,0 0 1 0 0,1 0 0 0 0,-1-1 0 0 0,1 1 0 0 0,-1 0 0 0 0,1-1-1 0 0,2 2 1 0 0,-2-2 3 0 0,1 0 0 0 0,0-1-1 0 0,-1 1 1 0 0,1 0 0 0 0,-1-1 0 0 0,1 0 0 0 0,-1 1-1 0 0,1-1 1 0 0,-1 0 0 0 0,1 0 0 0 0,-1 0-1 0 0,0-1 1 0 0,1 1 0 0 0,1-2 0 0 0,6-5 13 0 0,-1 1-1 0 0,0-1 1 0 0,-1-1 0 0 0,1 0 0 0 0,7-11 0 0 0,-6 6 0 0 0,0-1 0 0 0,-2 0 0 0 0,0 0 0 0 0,-1 0 0 0 0,0-1 0 0 0,-1 0 0 0 0,-1-1 0 0 0,0 1 0 0 0,-2-1 0 0 0,0 0 0 0 0,0 0 0 0 0,-2 0 0 0 0,0-1 0 0 0,-1 1 0 0 0,-2-19 0 0 0,1 34-18 0 0,1 0 0 0 0,0 0-1 0 0,-1 0 1 0 0,1 0 0 0 0,-1 1-1 0 0,0-1 1 0 0,1 0 0 0 0,-1 1 0 0 0,0-1-1 0 0,0 0 1 0 0,0 1 0 0 0,0-1-1 0 0,-1 1 1 0 0,1 0 0 0 0,0-1 0 0 0,0 1-1 0 0,-1 0 1 0 0,1 0 0 0 0,-1 0 0 0 0,1 0-1 0 0,-1 0 1 0 0,0 0 0 0 0,1 0-1 0 0,-1 0 1 0 0,0 1 0 0 0,0-1 0 0 0,1 0-1 0 0,-3 1 1 0 0,1-1 3 0 0,1 1-1 0 0,-1 0 1 0 0,0 0-1 0 0,1 1 1 0 0,-1-1 0 0 0,1 0-1 0 0,-1 1 1 0 0,0 0 0 0 0,1-1-1 0 0,-1 1 1 0 0,1 0-1 0 0,0 0 1 0 0,-1 0 0 0 0,1 1-1 0 0,0-1 1 0 0,0 1-1 0 0,0-1 1 0 0,0 1 0 0 0,0 0-1 0 0,-3 3 1 0 0,-4 7 19 0 0,0 1 0 0 0,2 1 0 0 0,0-1 0 0 0,0 1 0 0 0,1 0 0 0 0,1 1 1 0 0,0-1-1 0 0,-5 30 0 0 0,-2 4 23 0 0,10-41-34 0 0,0 1 1 0 0,1-1-1 0 0,0 1 1 0 0,1-1-1 0 0,-1 1 1 0 0,2-1-1 0 0,-1 1 0 0 0,2 8 1 0 0,-2-14-7 0 0,1 1-1 0 0,-1-1 1 0 0,0 0 0 0 0,1 1 0 0 0,0-1 0 0 0,0 0-1 0 0,-1 0 1 0 0,1 0 0 0 0,0 0 0 0 0,1 0-1 0 0,-1 0 1 0 0,0 0 0 0 0,1 0 0 0 0,-1 0-1 0 0,1 0 1 0 0,-1-1 0 0 0,1 1 0 0 0,0-1-1 0 0,0 1 1 0 0,0-1 0 0 0,-1 1 0 0 0,2-1 0 0 0,-1 0-1 0 0,0 0 1 0 0,0 0 0 0 0,0 0 0 0 0,0-1-1 0 0,5 2 1 0 0,-2-3 10 0 0,-1 0-1 0 0,0-1 1 0 0,1 1-1 0 0,-1-1 1 0 0,0 0 0 0 0,0 0-1 0 0,0 0 1 0 0,0 0-1 0 0,0-1 1 0 0,0 0-1 0 0,-1 0 1 0 0,5-4-1 0 0,7-4 29 0 0,4-4 22 0 0,-1-1 0 0 0,0-1 0 0 0,27-32 0 0 0,-29 30 53 0 0,2 0 1 0 0,0 1-1 0 0,32-25 0 0 0,-50 43-115 0 0,1-1 1 0 0,-1 1-1 0 0,1-1 0 0 0,-1 1 0 0 0,1-1 0 0 0,0 1 0 0 0,-1 0 0 0 0,1-1 0 0 0,-1 1 0 0 0,1 0 0 0 0,0-1 0 0 0,-1 1 0 0 0,1 0 1 0 0,0 0-1 0 0,-1 0 0 0 0,1-1 0 0 0,0 1 0 0 0,-1 0 0 0 0,1 0 0 0 0,0 0 0 0 0,-1 0 0 0 0,1 0 0 0 0,0 0 0 0 0,0 1 0 0 0,-1-1 0 0 0,1 0 1 0 0,0 0-1 0 0,-1 0 0 0 0,1 1 0 0 0,-1-1 0 0 0,1 0 0 0 0,0 1 0 0 0,-1-1 0 0 0,1 0 0 0 0,0 1 0 0 0,0 1 5 0 0,0 0 0 0 0,0 0 0 0 0,0 0 0 0 0,-1 0 0 0 0,1 0 0 0 0,0 0 0 0 0,-1 0 0 0 0,0 0 0 0 0,1 0 0 0 0,-1 0 0 0 0,0 4 0 0 0,-1 8 25 0 0,0-1 0 0 0,-5 23 0 0 0,-8 34 60 0 0,-16 57 148 0 0,30-121-123 0 0,2-6-46 0 0,9-10-16 0 0,9-16-23 0 0,-11 10-4 0 0,1 0 0 0 0,0 2 0 0 0,2-1 0 0 0,-1 1 0 0 0,1 1 0 0 0,1 0 0 0 0,17-14 0 0 0,-29 27-31 0 0,-1 0 1 0 0,0 0-1 0 0,1-1 1 0 0,-1 1-1 0 0,0 0 1 0 0,1 0-1 0 0,-1 0 1 0 0,1 0-1 0 0,-1 0 1 0 0,0-1-1 0 0,1 1 1 0 0,-1 0-1 0 0,1 0 1 0 0,-1 0-1 0 0,0 0 1 0 0,1 0-1 0 0,-1 0 1 0 0,1 0-1 0 0,-1 0 0 0 0,0 1 1 0 0,1-1-1 0 0,-1 0 1 0 0,1 0-1 0 0,-1 0 1 0 0,0 0-1 0 0,1 0 1 0 0,-1 1-1 0 0,0-1 1 0 0,1 0-1 0 0,-1 0 1 0 0,0 1-1 0 0,1-1 1 0 0,-1 0-1 0 0,0 0 1 0 0,0 1-1 0 0,1-1 1 0 0,-1 0-1 0 0,0 1 1 0 0,0-1-1 0 0,0 0 0 0 0,1 1 1 0 0,-1-1-1 0 0,0 1 1 0 0,0-1-1 0 0,0 0 1 0 0,0 1-1 0 0,0-1 1 0 0,0 1-1 0 0,0-1 1 0 0,0 1-1 0 0,4 23 54 0 0,-4-22-37 0 0,1 7 26 0 0,0 0-1 0 0,0 0 1 0 0,-1 0-1 0 0,0 0 1 0 0,-1 0 0 0 0,0 0-1 0 0,-1 0 1 0 0,0-1-1 0 0,-4 13 1 0 0,5-19 305 0 0,20-19-166 0 0,-16 13-159 0 0,0-1-1 0 0,0 1 1 0 0,1-1-1 0 0,0 1 1 0 0,0 0-1 0 0,0 1 1 0 0,0-1-1 0 0,0 1 1 0 0,1 0-1 0 0,0 0 1 0 0,-1 0-1 0 0,1 0 1 0 0,0 1-1 0 0,0 0 1 0 0,8-2-1 0 0,-11 3-12 0 0,0 1 0 0 0,0 0 0 0 0,0 0 0 0 0,0 0 0 0 0,1 1 0 0 0,-1-1 1 0 0,0 0-1 0 0,0 1 0 0 0,0-1 0 0 0,0 1 0 0 0,0 0 0 0 0,0 0 0 0 0,0 0 0 0 0,0 0 0 0 0,0 0 0 0 0,-1 0 0 0 0,1 0 0 0 0,0 1 0 0 0,-1-1 0 0 0,1 1 0 0 0,-1-1 0 0 0,1 1 0 0 0,-1-1 0 0 0,0 1 0 0 0,2 3 0 0 0,5 6 48 0 0,-2 1-1 0 0,1 0 1 0 0,4 13-1 0 0,-5-11 4 0 0,0 2 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6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0 620 15376 0 0,'38'-9'135'0'0,"-16"2"54"0"0,11-5 193 0 0,-9 2 66 0 0,-1-1 1 0 0,32-22-1 0 0,-31 17-292 0 0,-3 1 760 0 0,34-19 0 0 0,-53 33-722 0 0,14-9 684 0 0,-26 28-870 0 0,2-1-1 0 0,0 2 1 0 0,1-1-1 0 0,0 1 1 0 0,2 0-1 0 0,0 0 1 0 0,1 0-1 0 0,2 1 1 0 0,-2 23-1 0 0,4-40-9 0 0,0-1 0 0 0,-1 1 0 0 0,1-1 0 0 0,0 1 1 0 0,1-1-1 0 0,-1 1 0 0 0,0-1 0 0 0,1 1 0 0 0,0-1 0 0 0,-1 0 0 0 0,1 1 0 0 0,0-1 0 0 0,0 0 0 0 0,0 1 1 0 0,1-1-1 0 0,-1 0 0 0 0,3 3 0 0 0,-4-5 0 0 0,1 1 0 0 0,-1 0 0 0 0,1-1 1 0 0,0 1-1 0 0,0-1 0 0 0,-1 0 0 0 0,1 1 1 0 0,0-1-1 0 0,0 0 0 0 0,0 1 0 0 0,-1-1 0 0 0,1 0 1 0 0,0 0-1 0 0,0 1 0 0 0,0-1 0 0 0,0 0 1 0 0,0 0-1 0 0,-1 0 0 0 0,1 0 0 0 0,2-1 0 0 0,-1 1 0 0 0,-1-1 0 0 0,1 0 0 0 0,0 0 0 0 0,0 1 0 0 0,0-1 0 0 0,0 0 0 0 0,-1-1 0 0 0,1 1 0 0 0,0 0 0 0 0,-1-1 0 0 0,1 1-1 0 0,1-3 1 0 0,8-9-12 0 0,0-2-1 0 0,-1 1 0 0 0,0-1 0 0 0,-2-1 0 0 0,0 0 1 0 0,8-19-1 0 0,-7 9-13 0 0,0 0 0 0 0,-2 0 1 0 0,6-41-1 0 0,-9 27 14 0 0,-2 1 0 0 0,-1-1 0 0 0,-2 0 0 0 0,-2 0 0 0 0,-2 1 0 0 0,-16-67 0 0 0,19 98 14 0 0,-1-4 1 0 0,0 0-1 0 0,0 0 0 0 0,1 0 0 0 0,1 0 0 0 0,0-13 1 0 0,1 23 5 0 0,1 15 12 0 0,17 111 151 0 0,44 155 0 0 0,-61-272-159 0 0,13 49 48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7.1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14872 0 0,'6'1'11'0'0,"20"2"223"0"0,-11 0 10 0 0,6 4 191 0 0,-19-6-380 0 0,1 1 0 0 0,-1-1 0 0 0,0 0 0 0 0,1 1 0 0 0,-1-1 0 0 0,0 1 0 0 0,0 0 1 0 0,0 0-1 0 0,0 0 0 0 0,-1 0 0 0 0,3 2 0 0 0,5 21 146 0 0,-1 22 899 0 0,-4-25-617 0 0,0 1 0 0 0,-1 27 0 0 0,-1-31-129 0 0,0 0 0 0 0,1 0 0 0 0,10 35 0 0 0,-8-38-259 0 0,-1-1 18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9.3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0 648 13768 0 0,'23'-10'140'0'0,"-8"3"53"0"0,6-2 190 0 0,54-26 807 0 0,-62 28-773 0 0,-1-1 0 0 0,0 0 0 0 0,-1-1 0 0 0,1-1-1 0 0,13-14 1 0 0,-15 13-242 0 0,1 1-1 0 0,1 0 0 0 0,24-16 1 0 0,-34 25-122 0 0,-10 26-36 0 0,-1 5-30 0 0,2 0-1 0 0,1 1 1 0 0,1-1-1 0 0,1 2 1 0 0,2-1-1 0 0,3 61 1 0 0,-1-91 11 0 0,0-1 0 0 0,0 1 0 0 0,0-1 0 0 0,0 1-1 0 0,0-1 1 0 0,0 0 0 0 0,0 1 0 0 0,0-1 0 0 0,0 1 0 0 0,0-1 0 0 0,0 1 0 0 0,1-1 0 0 0,-1 0 0 0 0,0 1 0 0 0,0-1 0 0 0,0 1 0 0 0,0-1 0 0 0,1 0 0 0 0,-1 1 0 0 0,0-1-1 0 0,0 0 1 0 0,1 1 0 0 0,-1-1 0 0 0,0 0 0 0 0,1 1 0 0 0,-1-1 0 0 0,0 0 0 0 0,1 0 0 0 0,-1 0 0 0 0,1 1 0 0 0,0-1 0 0 0,8-10-35 0 0,7-26 2 0 0,63-156-149 0 0,-78 190 175 0 0,-2 2-38 0 0,1 1 47 0 0,-1-1-1 0 0,1 1 1 0 0,-1-1 0 0 0,1 1-1 0 0,-1-1 1 0 0,1 1 0 0 0,0 0-1 0 0,-1-1 1 0 0,1 1 0 0 0,0-1-1 0 0,-1 1 1 0 0,1 0 0 0 0,0-1-1 0 0,0 1 1 0 0,0 0 0 0 0,-1-1-1 0 0,1 1 1 0 0,0 0 0 0 0,0-1-1 0 0,0 1 1 0 0,0 0 0 0 0,0 0-1 0 0,1 0 1 0 0,-1 19-1 0 0,1 0 0 0 0,-1-13 0 0 0,0 1 1 0 0,0 0 0 0 0,1-1-1 0 0,0 1 1 0 0,0-1 0 0 0,1 1-1 0 0,0-1 1 0 0,0 0-1 0 0,1 1 1 0 0,0-1 0 0 0,0 0-1 0 0,1-1 1 0 0,6 11-1 0 0,-1-11 1 0 0,3-4 2 0 0,-10-4-1 0 0,1 1 1 0 0,0-1-1 0 0,-1 1 1 0 0,1-1 0 0 0,-1 0-1 0 0,1 0 1 0 0,-1 0-1 0 0,0 0 1 0 0,0 0-1 0 0,0-1 1 0 0,0 1 0 0 0,0-1-1 0 0,-1 1 1 0 0,1-1-1 0 0,-1 1 1 0 0,3-7-1 0 0,19-54 12 0 0,-16 44-6 0 0,-7 18-6 0 0,18-43 25 0 0,-2 0-1 0 0,-3 0 1 0 0,-1-2-1 0 0,7-53 0 0 0,-18 87-20 0 0,2-16 28 0 0,-1 0-1 0 0,-3-52 1 0 0,0 67-20 0 0,-10-60 40 0 0,10 68-43 0 0,-1-1 1 0 0,0 1 0 0 0,0 0-1 0 0,0-1 1 0 0,0 1 0 0 0,-1 1-1 0 0,0-1 1 0 0,0 0-1 0 0,0 1 1 0 0,-1-1 0 0 0,-4-3-1 0 0,7 7-4 0 0,0 0-1 0 0,0 0 0 0 0,0 0 1 0 0,0 0-1 0 0,0 0 0 0 0,0 0 1 0 0,-1 0-1 0 0,1 1 0 0 0,0-1 0 0 0,0 0 1 0 0,-1 1-1 0 0,1-1 0 0 0,-1 1 1 0 0,1 0-1 0 0,0-1 0 0 0,-1 1 1 0 0,1 0-1 0 0,-1 0 0 0 0,1 0 1 0 0,-1 0-1 0 0,1 0 0 0 0,-1 0 0 0 0,1 0 1 0 0,-1 1-1 0 0,1-1 0 0 0,0 0 1 0 0,-1 1-1 0 0,1-1 0 0 0,0 1 1 0 0,-1 0-1 0 0,1-1 0 0 0,0 1 1 0 0,0 0-1 0 0,-1 0 0 0 0,1 0 0 0 0,0 0 1 0 0,0 0-1 0 0,0 0 0 0 0,0 0 1 0 0,0 0-1 0 0,0 0 0 0 0,1 1 1 0 0,-1-1-1 0 0,0 0 0 0 0,0 2 1 0 0,-5 8 39 0 0,0 0 1 0 0,1 0 0 0 0,0 0 0 0 0,-3 15 0 0 0,6-21-29 0 0,-4 15 23 0 0,2 0 0 0 0,0 0-1 0 0,1 1 1 0 0,-1 26 0 0 0,6 90 230 0 0,1-49-106 0 0,-3-48-126 0 0,2 90 482 0 0,-21 186 0 0 0,6-269-277 0 0,12-44-217 0 0,0 0 0 0 0,0-1 0 0 0,-1 1-1 0 0,1 0 1 0 0,-1-1 0 0 0,1 0-1 0 0,-1 1 1 0 0,0-1 0 0 0,0 0 0 0 0,0 0-1 0 0,0 0 1 0 0,0 0 0 0 0,-4 3 0 0 0,6-5-15 0 0,-1 0 1 0 0,0 0 0 0 0,0 0-1 0 0,1 1 1 0 0,-1-1 0 0 0,0 0-1 0 0,0 0 1 0 0,1 0 0 0 0,-1 0-1 0 0,0 0 1 0 0,0-1 0 0 0,1 1-1 0 0,-1 0 1 0 0,0 0 0 0 0,0 0-1 0 0,1 0 1 0 0,-1-1 0 0 0,0 1-1 0 0,1 0 1 0 0,-1-1 0 0 0,0 1-1 0 0,1-1 1 0 0,-1 1 0 0 0,1-1-1 0 0,-1 1 1 0 0,0-1 0 0 0,1 1-1 0 0,-1-1 1 0 0,1 1 0 0 0,0-1-1 0 0,-1 0 1 0 0,1 1 0 0 0,-1-1-1 0 0,1 0 1 0 0,0 1 0 0 0,-1-2-1 0 0,-8-28 93 0 0,7 24-62 0 0,-2-7 39 0 0,0 0 1 0 0,1 0 0 0 0,1-1-1 0 0,0 0 1 0 0,0 1-1 0 0,1-16 1 0 0,1 28-73 0 0,0 0 1 0 0,0 1-1 0 0,0-1 1 0 0,0 1-1 0 0,1-1 1 0 0,-1 1-1 0 0,0-1 1 0 0,0 1-1 0 0,0-1 1 0 0,0 1-1 0 0,1-1 1 0 0,-1 1-1 0 0,0-1 1 0 0,0 1-1 0 0,1-1 1 0 0,-1 1-1 0 0,1 0 1 0 0,-1-1-1 0 0,0 1 1 0 0,1-1-1 0 0,-1 1 1 0 0,1 0-1 0 0,-1-1 1 0 0,0 1-1 0 0,1 0 1 0 0,-1 0-1 0 0,1-1 1 0 0,-1 1-1 0 0,1 0 1 0 0,-1 0-1 0 0,1 0 1 0 0,0 0-1 0 0,-1 0 1 0 0,1-1-1 0 0,-1 1 1 0 0,1 0-1 0 0,-1 0 1 0 0,1 0-1 0 0,-1 1 1 0 0,1-1-1 0 0,-1 0 1 0 0,1 0-1 0 0,-1 0 1 0 0,1 0-1 0 0,-1 0 1 0 0,2 1-1 0 0,27 15 105 0 0,-13-6-44 0 0,-10-8-50 0 0,1 1-1 0 0,-1-1 1 0 0,0-1-1 0 0,1 1 1 0 0,-1-1-1 0 0,1 0 1 0 0,0 0-1 0 0,-1-1 1 0 0,1 0-1 0 0,0 0 1 0 0,-1-1-1 0 0,1 1 1 0 0,0-2-1 0 0,-1 1 1 0 0,1-1-1 0 0,-1 0 1 0 0,0 0-1 0 0,1 0 1 0 0,-1-1-1 0 0,0 0 1 0 0,-1 0-1 0 0,1-1 1 0 0,6-4-1 0 0,2-5 17 0 0,0 0 0 0 0,0-1 0 0 0,-1 0 0 0 0,-1-1-1 0 0,0-1 1 0 0,17-30 0 0 0,-7 11 9 0 0,-12 22-24 0 0,-2-1 0 0 0,0 0 0 0 0,0 0 1 0 0,-2-1-1 0 0,7-17 0 0 0,-13 29-17 0 0,20-70 65 0 0,-19 66-60 0 0,1 0 0 0 0,-1 0 0 0 0,-1 0 0 0 0,1 0-1 0 0,-1 0 1 0 0,-1 0 0 0 0,1 0 0 0 0,-1-1-1 0 0,-2-7 1 0 0,2 14-7 0 0,1 0 1 0 0,0 0-1 0 0,0 0 0 0 0,-1 0 0 0 0,1 0 0 0 0,-1 0 1 0 0,1 0-1 0 0,-1 0 0 0 0,1 0 0 0 0,-1 0 0 0 0,0 0 0 0 0,1 0 1 0 0,-1 0-1 0 0,0 1 0 0 0,0-1 0 0 0,1 0 0 0 0,-1 1 1 0 0,0-1-1 0 0,0 0 0 0 0,0 1 0 0 0,0-1 0 0 0,0 1 0 0 0,0-1 1 0 0,0 1-1 0 0,0 0 0 0 0,-2-1 0 0 0,2 1 1 0 0,-1 1 0 0 0,0-1 0 0 0,1 0 1 0 0,-1 1-1 0 0,1-1 0 0 0,-1 1 0 0 0,1 0 0 0 0,-1-1 0 0 0,1 1 0 0 0,-1 0 0 0 0,1 0 1 0 0,-1 0-1 0 0,1 0 0 0 0,0 0 0 0 0,-2 2 0 0 0,-2 3 4 0 0,0-1-1 0 0,0 1 1 0 0,1 0 0 0 0,0 0 0 0 0,0 1-1 0 0,1-1 1 0 0,-4 8 0 0 0,6-10-4 0 0,-9 24 31 0 0,-13 56 0 0 0,22-75-25 0 0,0-1 1 0 0,0 1-1 0 0,0-1 0 0 0,1 1 1 0 0,1 0-1 0 0,-1-1 0 0 0,1 1 0 0 0,1-1 1 0 0,0 1-1 0 0,0-1 0 0 0,4 11 1 0 0,-5-18-9 0 0,0-1 1 0 0,0 1 0 0 0,0 0 0 0 0,0 0 0 0 0,0 0 0 0 0,0-1-1 0 0,0 1 1 0 0,0 0 0 0 0,1-1 0 0 0,-1 1 0 0 0,0-1 0 0 0,0 1 0 0 0,1-1-1 0 0,-1 0 1 0 0,3 1 0 0 0,-3-1 2 0 0,1 1 0 0 0,0-1 0 0 0,1 0 0 0 0,-1 1 0 0 0,0-1 0 0 0,0 0 0 0 0,1 0 0 0 0,-1 0 0 0 0,0 0 0 0 0,1-1 0 0 0,-1 1 0 0 0,0-1 0 0 0,0 1 0 0 0,0-1 0 0 0,1 0 0 0 0,-1 1 0 0 0,0-1 0 0 0,4-3 0 0 0,31-25 27 0 0,171-166 235 0 0,-201 188-241 0 0,-1 1 0 0 0,0-1 0 0 0,0-1-1 0 0,6-9 1 0 0,-11 15 5 0 0,5-3 213 0 0,-6 5-129 0 0,-2 7-138 0 0,-6 20 108 0 0,1 0 0 0 0,-7 56-1 0 0,13-68-40 0 0,0-1-1 0 0,2 1 0 0 0,-1 0 0 0 0,2 0 0 0 0,0-1 0 0 0,0 1 0 0 0,7 18 0 0 0,-8-31-13 0 0,-1-2-24 0 0,1 0-1 0 0,-1 1 1 0 0,1-1-1 0 0,-1 0 1 0 0,1 0-1 0 0,-1 0 1 0 0,1 1-1 0 0,0-1 1 0 0,-1 0 0 0 0,1 0-1 0 0,-1 0 1 0 0,1 0-1 0 0,0 0 1 0 0,-1 0-1 0 0,1 0 1 0 0,-1 0-1 0 0,1-1 1 0 0,-1 1-1 0 0,2 0 1 0 0,6-11 29 0 0,1 0 0 0 0,-2 0 0 0 0,1 0 0 0 0,-2-1-1 0 0,7-15 1 0 0,21-33 94 0 0,-22 33 2 0 0,-10 19-11 0 0,-7 17-75 0 0,4-5-36 0 0,-1 0 1 0 0,1-1 0 0 0,0 1-1 0 0,0 0 1 0 0,0-1-1 0 0,1 1 1 0 0,-1 0 0 0 0,1 0-1 0 0,0 0 1 0 0,0-1-1 0 0,0 1 1 0 0,0 0 0 0 0,1 0-1 0 0,-1 0 1 0 0,1-1-1 0 0,0 1 1 0 0,0 0 0 0 0,1-1-1 0 0,1 5 1 0 0,-3-8-8 0 0,1 1 0 0 0,-1-1 1 0 0,0 0-1 0 0,1 0 0 0 0,-1 1 0 0 0,0-1 0 0 0,1 0 1 0 0,-1 0-1 0 0,0 1 0 0 0,1-1 0 0 0,-1 0 1 0 0,1 0-1 0 0,-1 0 0 0 0,1 0 0 0 0,-1 0 0 0 0,0 1 1 0 0,1-1-1 0 0,-1 0 0 0 0,1 0 0 0 0,-1 0 1 0 0,1 0-1 0 0,-1 0 0 0 0,1 0 0 0 0,-1 0 0 0 0,0-1 1 0 0,1 1-1 0 0,-1 0 0 0 0,1 0 0 0 0,-1 0 1 0 0,0 0-1 0 0,1-1 0 0 0,0 1 0 0 0,14-10 14 0 0,-11 6-6 0 0,41-25 32 0 0,-20 11-17 0 0,-15 9-16 0 0,-4 0 0 0 0,-4 6 0 0 0,3-3 1 0 0,-4 5 5 0 0,-1-1-5 0 0,0-4 0 0 0,0 4 5 0 0,0 52 68 0 0,-6 133 136 0 0,2-151-191 0 0,-1 0-1 0 0,-2 0 1 0 0,-10 31-1 0 0,13-50-13 0 0,0 0-1 0 0,-1-1 0 0 0,-1 0 0 0 0,0 0 0 0 0,0 0 0 0 0,-1 0 0 0 0,-1-1 0 0 0,1-1 0 0 0,-2 1 0 0 0,0-1 1 0 0,0 0-1 0 0,-1-1 0 0 0,-17 13 0 0 0,26-21-10 0 0,-1 0 0 0 0,0 1 0 0 0,0-1 0 0 0,0 0 1 0 0,0 0-1 0 0,0 0 0 0 0,0-1 0 0 0,0 1 0 0 0,0 0 0 0 0,0-1 0 0 0,0 1 1 0 0,-1-1-1 0 0,1 0 0 0 0,0 0 0 0 0,0 0 0 0 0,0 0 0 0 0,-1 0 0 0 0,1 0 1 0 0,0-1-1 0 0,0 1 0 0 0,0-1 0 0 0,0 1 0 0 0,0-1 0 0 0,0 0 0 0 0,0 0 1 0 0,0 0-1 0 0,0 0 0 0 0,0 0 0 0 0,0 0 0 0 0,0 0 0 0 0,1-1 0 0 0,-1 1 1 0 0,0-1-1 0 0,1 1 0 0 0,-1-1 0 0 0,1 0 0 0 0,0 0 0 0 0,-1 1 0 0 0,1-1 1 0 0,0 0-1 0 0,0 0 0 0 0,0 0 0 0 0,1 0 0 0 0,-1 0 0 0 0,0-1 0 0 0,1 1 1 0 0,0 0-1 0 0,-1 0 0 0 0,1 0 0 0 0,0-4 0 0 0,0 2 3 0 0,-1 0 0 0 0,1 0 1 0 0,1 0-1 0 0,-1 0 0 0 0,1 0 0 0 0,-1-1 0 0 0,1 1 1 0 0,1 1-1 0 0,-1-1 0 0 0,0 0 0 0 0,1 0 0 0 0,0 0 0 0 0,2-4 1 0 0,-2 6-4 0 0,0 0 1 0 0,0 0 0 0 0,0 0 0 0 0,0 1 0 0 0,0-1 0 0 0,0 0 0 0 0,0 1 0 0 0,1 0 0 0 0,-1-1 0 0 0,1 1-1 0 0,-1 0 1 0 0,1 0 0 0 0,-1 0 0 0 0,1 1 0 0 0,-1-1 0 0 0,1 0 0 0 0,0 1 0 0 0,-1 0 0 0 0,1 0 0 0 0,4 0-1 0 0,1 0 3 0 0,0 0 0 0 0,1-1-1 0 0,-1 0 1 0 0,1 0-1 0 0,-1-1 1 0 0,0 0-1 0 0,0 0 1 0 0,0-1 0 0 0,0 0-1 0 0,0 0 1 0 0,-1-1-1 0 0,0 0 1 0 0,1-1-1 0 0,-1 1 1 0 0,-1-1-1 0 0,1 0 1 0 0,-1-1 0 0 0,10-11-1 0 0,5-5 4 0 0,-1-2 0 0 0,-1 0 0 0 0,-1-1 0 0 0,-1-1 0 0 0,-2 0 0 0 0,0-1 0 0 0,10-31 0 0 0,-1 5 4 0 0,-16 38-5 0 0,-1-1 1 0 0,-1 1-1 0 0,-1-1 0 0 0,0-1 1 0 0,3-19-1 0 0,-6 25 1 0 0,-2 9 0 0 0,-1 2-7 0 0,0 1 1 0 0,0-1-1 0 0,0 1 0 0 0,0-1 1 0 0,0 1-1 0 0,1 0 0 0 0,-1-1 0 0 0,0 1 1 0 0,0 0-1 0 0,1 0 0 0 0,-1 0 0 0 0,0-1 1 0 0,1 1-1 0 0,-1 0 0 0 0,1 0 1 0 0,-1 0-1 0 0,1 0 0 0 0,0 0 0 0 0,-1 0 1 0 0,1 0-1 0 0,-1 1 0 0 0,-6 24 18 0 0,7-24-17 0 0,-1-1 0 0 0,1 1 0 0 0,0-1 0 0 0,0 0 1 0 0,-1 1-1 0 0,1-1 0 0 0,0 1 0 0 0,0 0 0 0 0,0-1 0 0 0,1 1 0 0 0,-1-1 1 0 0,0 0-1 0 0,1 1 0 0 0,-1-1 0 0 0,0 1 0 0 0,1-1 0 0 0,0 1 0 0 0,-1-1 1 0 0,1 0-1 0 0,0 1 0 0 0,0-1 0 0 0,0 0 0 0 0,0 0 0 0 0,1 2 0 0 0,0-2 2 0 0,0 0 0 0 0,1 0 0 0 0,-1 0 0 0 0,1 0 0 0 0,-1 0 0 0 0,1-1 0 0 0,-1 1 0 0 0,1-1 0 0 0,0 1 0 0 0,-1-1 0 0 0,1 0 0 0 0,4 0 0 0 0,-2 1 1 0 0,-1 0 1 0 0,1 1-1 0 0,0-1 0 0 0,-1 1 1 0 0,1 0-1 0 0,-1 1 0 0 0,1-1 1 0 0,-1 1-1 0 0,0 0 0 0 0,0 0 1 0 0,4 5-1 0 0,-5-6-2 0 0,0 1 1 0 0,-1 0-1 0 0,1 0 0 0 0,-1 0 1 0 0,0 1-1 0 0,0-1 0 0 0,0 1 1 0 0,-1-1-1 0 0,1 1 0 0 0,-1-1 1 0 0,1 1-1 0 0,-1 0 0 0 0,-1 0 1 0 0,1 0-1 0 0,0 0 0 0 0,-1-1 1 0 0,0 1-1 0 0,0 0 0 0 0,0 0 1 0 0,0 0-1 0 0,-1 0 0 0 0,0 0 1 0 0,-1 4-1 0 0,-2 4 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1:59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137 0 18791 0 0,'0'0'0'0'0,"-3"24"560"0"0,3-12 0 0 0,-4-3-8 0 0,-5 2 8 0 0,-1 4-416 0 0,-22 11 144 0 0,13-20-152 0 0,-1 0 472 0 0,2-4-8 0 0,-3 0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04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0 622 9648 0 0,'29'-2'15'0'0,"-3"-1"34"0"0,10-4 116 0 0,-32 6-117 0 0,0 0 0 0 0,0-1 0 0 0,0 1-1 0 0,0-1 1 0 0,-1 0 0 0 0,1 0 0 0 0,-1-1-1 0 0,1 1 1 0 0,-1-1 0 0 0,0 1 0 0 0,0-1 0 0 0,5-6-1 0 0,-6 4 33 0 0,1 0 0 0 0,0 0-1 0 0,-1-1 1 0 0,0 1-1 0 0,-1-1 1 0 0,1 0-1 0 0,-1 1 1 0 0,1-11 0 0 0,0 6-11 0 0,1-9 27 0 0,-1 0 0 0 0,0-31 0 0 0,2-21 70 0 0,-1 47-115 0 0,1-1 2 0 0,-1-1-1 0 0,-2-40 0 0 0,-1 41-12 0 0,3-43 1 0 0,0 4 29 0 0,-3 62-23 0 0,2 21-25 0 0,41 209 94 0 0,-20-117-41 0 0,-19-92-37 0 0,0-1 0 0 0,2 0 0 0 0,13 30 0 0 0,-17-42-20 0 0,1 0-1 0 0,1 0 1 0 0,-1 0 0 0 0,1 0 0 0 0,0-1 0 0 0,0 0 0 0 0,0 0 0 0 0,1 0-1 0 0,0 0 1 0 0,0 0 0 0 0,0-1 0 0 0,11 7 0 0 0,-13-10-4 0 0,-1 0-1 0 0,0-1 1 0 0,1 1 0 0 0,-1 0 0 0 0,0-1-1 0 0,1 0 1 0 0,-1 0 0 0 0,1 1-1 0 0,-1-2 1 0 0,1 1 0 0 0,-1 0-1 0 0,0 0 1 0 0,1-1 0 0 0,-1 1 0 0 0,1-1-1 0 0,-1 0 1 0 0,0 0 0 0 0,0 0-1 0 0,1 0 1 0 0,-1 0 0 0 0,0 0 0 0 0,0 0-1 0 0,0-1 1 0 0,0 1 0 0 0,0-1-1 0 0,-1 0 1 0 0,1 1 0 0 0,0-1 0 0 0,1-2-1 0 0,6-7 61 0 0,0-1 1 0 0,-1 0-1 0 0,11-23 0 0 0,-13 25-5 0 0,15-31 67 0 0,-14 26-58 0 0,1 0 1 0 0,0 0-1 0 0,1 0 1 0 0,13-14-1 0 0,-17 23-20 0 0,91-113 1011 0 0,-91 104-432 0 0,-15 14-355 0 0,-16 13 8 0 0,17-6-234 0 0,1 1 0 0 0,0 1-1 0 0,0 0 1 0 0,1 0 0 0 0,0 0 0 0 0,0 1-1 0 0,-9 15 1 0 0,-1 6 142 0 0,-15 36-1 0 0,24-47-93 0 0,1 0-1 0 0,1 1 0 0 0,1-1 0 0 0,-6 37 0 0 0,10-47-47 0 0,0 1-1 0 0,0 0 1 0 0,1-1-1 0 0,1 1 0 0 0,-1-1 1 0 0,2 1-1 0 0,-1 0 1 0 0,1-1-1 0 0,1 0 0 0 0,-1 1 1 0 0,2-1-1 0 0,4 10 0 0 0,-7-17-39 0 0,0-1 0 0 0,0 1-1 0 0,0 0 1 0 0,0-1-1 0 0,0 1 1 0 0,1-1 0 0 0,-1 1-1 0 0,1-1 1 0 0,-1 0 0 0 0,1 1-1 0 0,-1-1 1 0 0,1 0-1 0 0,0 0 1 0 0,-1 0 0 0 0,1 0-1 0 0,0 0 1 0 0,0-1-1 0 0,0 1 1 0 0,0-1 0 0 0,0 1-1 0 0,0-1 1 0 0,0 1-1 0 0,0-1 1 0 0,0 0 0 0 0,0 0-1 0 0,0 0 1 0 0,0 0-1 0 0,0-1 1 0 0,0 1 0 0 0,-1 0-1 0 0,1-1 1 0 0,0 1 0 0 0,0-1-1 0 0,0 0 1 0 0,0 0-1 0 0,0 0 1 0 0,3-2 0 0 0,2-1 3 0 0,0-1 0 0 0,0 0 0 0 0,0 0 0 0 0,0 0 1 0 0,-1-1-1 0 0,0 0 0 0 0,6-8 0 0 0,1-5 1 0 0,-1 0 0 0 0,0-2 0 0 0,-1 1 0 0 0,10-29 0 0 0,1-2 1 0 0,-17 41-20 0 0,-2 0 0 0 0,1 0 0 0 0,-1 0 0 0 0,-1 0 0 0 0,1 0 0 0 0,-2 0 0 0 0,1-1 0 0 0,-2 1 0 0 0,1-1 0 0 0,-2 1 0 0 0,1-1 0 0 0,-1 1 0 0 0,-1 0 0 0 0,0-1 0 0 0,0 1-1 0 0,-5-12 1 0 0,7 20-1 0 0,0 1 0 0 0,-1 0 0 0 0,1 0 0 0 0,0 0 0 0 0,-1 0 0 0 0,1-1 0 0 0,-1 1 0 0 0,1 0 0 0 0,-1 0 0 0 0,1 0 0 0 0,-1 0 0 0 0,0 0 0 0 0,1 0 0 0 0,-1 0 0 0 0,0 0 0 0 0,0 1 0 0 0,0-1 0 0 0,0 0 0 0 0,0 0 0 0 0,0 1 0 0 0,-1-2 0 0 0,-1 1 0 0 0,-11-4 0 0 0,12 5 0 0 0,-1 0 0 0 0,1 0 0 0 0,-1 0 0 0 0,1 1 0 0 0,-1-1 0 0 0,1 1 0 0 0,-1 0 0 0 0,1 0 0 0 0,-1 0 0 0 0,1 0 0 0 0,0 0 0 0 0,0 1 0 0 0,0-1 0 0 0,-1 1 0 0 0,1-1 0 0 0,1 1 0 0 0,-1 0 0 0 0,0-1 0 0 0,0 1 0 0 0,-1 3 0 0 0,-27 43 0 0 0,26-41 0 0 0,-3 6-1 0 0,1 1 0 0 0,1 1 0 0 0,0-1 0 0 0,1 1-1 0 0,-5 28 1 0 0,8-34 0 0 0,0 1 0 0 0,0 0 0 0 0,1 0 0 0 0,0-1-1 0 0,1 1 1 0 0,0 0 0 0 0,0 0 0 0 0,1-1 0 0 0,5 15 0 0 0,-6-21 0 0 0,0-1 0 0 0,0 1 0 0 0,0-1 0 0 0,1 1 0 0 0,-1-1 0 0 0,1 0 0 0 0,-1 0 0 0 0,1 1 0 0 0,0-1 0 0 0,0 0 0 0 0,0 0 0 0 0,0-1 0 0 0,1 1 0 0 0,-1 0 1 0 0,0-1-1 0 0,1 1 0 0 0,3 0 0 0 0,-4-1 0 0 0,0 0 1 0 0,0-1 0 0 0,1 0 0 0 0,-1 0-1 0 0,0 1 1 0 0,0-1 0 0 0,1-1 0 0 0,-1 1-1 0 0,0 0 1 0 0,0 0 0 0 0,0-1 0 0 0,1 1 0 0 0,-1-1-1 0 0,0 0 1 0 0,0 0 0 0 0,0 0 0 0 0,0 0-1 0 0,0 0 1 0 0,0 0 0 0 0,0 0 0 0 0,-1-1-1 0 0,3-1 1 0 0,10-9-2 0 0,-2-1 1 0 0,0-1-1 0 0,0 1 1 0 0,-1-2-1 0 0,-1 0 0 0 0,0 0 1 0 0,-1-1-1 0 0,-1 0 1 0 0,7-18-1 0 0,6-10-5 0 0,-9 20 4 0 0,16-45 0 0 0,-20 44 1 0 0,-2-1 0 0 0,-1 0 0 0 0,0 0 0 0 0,0-31 0 0 0,-4 38 2 0 0,-1 9-1 0 0,1 1 0 0 0,-1 0 0 0 0,-1 0 0 0 0,0 0-1 0 0,0-1 1 0 0,-4-12 0 0 0,0 12 1 0 0,-4 7 0 0 0,-1 9-2 0 0,4 2 1 0 0,1-1 0 0 0,0 1 0 0 0,0 0 0 0 0,1 0 0 0 0,0 1 1 0 0,1-1-1 0 0,-1 1 0 0 0,2 0 0 0 0,-1 0 0 0 0,1 0 0 0 0,1 0 1 0 0,-1 0-1 0 0,2 0 0 0 0,-1 0 0 0 0,1 1 0 0 0,1-1 0 0 0,0 0 0 0 0,0 0 1 0 0,0 0-1 0 0,1 0 0 0 0,1 0 0 0 0,0 0 0 0 0,0 0 0 0 0,5 10 0 0 0,-3-12 1 0 0,-1 1 0 0 0,2-1 0 0 0,-1 1 0 0 0,1-1 0 0 0,0-1 0 0 0,0 1 0 0 0,1-1 0 0 0,10 8 0 0 0,13 12 0 0 0,-16-12 4 0 0,-1 1 8 0 0,2-1 1 0 0,20 16-1 0 0,-32-28-10 0 0,0 0 0 0 0,0 1 0 0 0,0-1-1 0 0,1 0 1 0 0,-1 0 0 0 0,1-1 0 0 0,-1 1-1 0 0,1-1 1 0 0,0 0 0 0 0,0 0 0 0 0,-1 0 0 0 0,1 0-1 0 0,0 0 1 0 0,0-1 0 0 0,0 0 0 0 0,0 0-1 0 0,0 0 1 0 0,7-1 0 0 0,-8-1 4 0 0,0 0-1 0 0,0 1 1 0 0,0-1 0 0 0,0-1-1 0 0,0 1 1 0 0,-1 0 0 0 0,1-1-1 0 0,-1 1 1 0 0,1-1 0 0 0,-1 0-1 0 0,0 1 1 0 0,0-1 0 0 0,0 0-1 0 0,-1-1 1 0 0,1 1 0 0 0,1-4-1 0 0,1-3 10 0 0,1-1-1 0 0,-2 0 1 0 0,4-18 0 0 0,-1-11 137 0 0,-2 0 1 0 0,-2-51-1 0 0,-2 90-145 0 0,0 0-1 0 0,1 1 1 0 0,-1-1 0 0 0,0 1 0 0 0,0-1-1 0 0,0 1 1 0 0,0-1 0 0 0,0 1-1 0 0,0-1 1 0 0,0 1 0 0 0,-1-1-1 0 0,1 1 1 0 0,0-1 0 0 0,0 1 0 0 0,0-1-1 0 0,0 1 1 0 0,-1-1 0 0 0,1 1-1 0 0,0-1 1 0 0,0 1 0 0 0,-1-1-1 0 0,1 1 1 0 0,0-1 0 0 0,-1 1 0 0 0,1 0-1 0 0,-1-1 1 0 0,1 1 0 0 0,0 0-1 0 0,-1-1 1 0 0,1 1 0 0 0,-1 0-1 0 0,1-1 1 0 0,-2 1 0 0 0,1 0 3 0 0,0 0 0 0 0,-1 0 0 0 0,1 1 0 0 0,0-1 0 0 0,0 1 0 0 0,0-1 0 0 0,-1 1 1 0 0,1-1-1 0 0,0 1 0 0 0,0-1 0 0 0,0 1 0 0 0,0 0 0 0 0,-1 1 0 0 0,-28 29 164 0 0,23-17-138 0 0,0-1-1 0 0,1 1 1 0 0,0 0 0 0 0,1 1 0 0 0,0-1 0 0 0,1 1 0 0 0,1 0 0 0 0,1 0 0 0 0,0 0-1 0 0,1 0 1 0 0,0 0 0 0 0,1 1 0 0 0,1-1 0 0 0,0 0 0 0 0,1 0 0 0 0,1 0 0 0 0,1 0 0 0 0,0 0-1 0 0,0-1 1 0 0,2 0 0 0 0,7 15 0 0 0,-8-21-22 0 0,0 0 1 0 0,1 0-1 0 0,1-1 1 0 0,-1 0-1 0 0,1 0 0 0 0,12 9 1 0 0,-10-8 3 0 0,-7-6-5 0 0,7 6 36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04.7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12960 0 0,'0'0'2858'0'0,"5"-1"-2691"0"0,8 0-107 0 0,0 0 0 0 0,0 1 0 0 0,0 1 1 0 0,-1 0-1 0 0,1 0 0 0 0,18 6 0 0 0,78 12 167 0 0,-44-7-69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05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11152 0 0,'50'-3'293'0'0,"23"3"109"0"0,35 5 231 0 0,-34 2-109 0 0,-48-5-394 0 0,1 0 1 0 0,-1-2 0 0 0,1-1-1 0 0,41-6 1 0 0,-44 2-12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05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5 512 10248 0 0,'12'0'-6'0'0,"7"-2"22"0"0,2 0 27 0 0,10-5 64 0 0,-27 6-83 0 0,1 0 1 0 0,-1-1 0 0 0,0 1 0 0 0,0-1-1 0 0,0 0 1 0 0,-1 0 0 0 0,1 0 0 0 0,0 0-1 0 0,-1-1 1 0 0,1 1 0 0 0,-1-1 0 0 0,0 0-1 0 0,0 0 1 0 0,0 0 0 0 0,0-1 0 0 0,-1 1-1 0 0,5-7 1 0 0,1-8 130 0 0,-2 0 1 0 0,0 0-1 0 0,-1-1 1 0 0,0 1-1 0 0,-2-1 1 0 0,0 0-1 0 0,0-32 1 0 0,-4 19-11 0 0,1 15-28 0 0,-1 0 0 0 0,-4-25 0 0 0,-17-51 230 0 0,17 77-288 0 0,4 11-41 0 0,0 0-1 0 0,-1 1 0 0 0,1-1 0 0 0,-1 1 1 0 0,0-1-1 0 0,0 1 0 0 0,-4-5 0 0 0,5 7-11 0 0,0 1-1 0 0,-1 0 1 0 0,1 0-1 0 0,-1 0 0 0 0,1 0 1 0 0,-1 0-1 0 0,1 0 1 0 0,-1 0-1 0 0,0 0 1 0 0,1 1-1 0 0,-1-1 0 0 0,0 1 1 0 0,0-1-1 0 0,0 1 1 0 0,1 0-1 0 0,-1-1 1 0 0,0 1-1 0 0,0 0 1 0 0,0 0-1 0 0,0 1 0 0 0,1-1 1 0 0,-4 1-1 0 0,3-1 5 0 0,-1 1-1 0 0,0 0 0 0 0,1 1 1 0 0,-1-1-1 0 0,0 0 0 0 0,1 1 1 0 0,0-1-1 0 0,-1 1 1 0 0,1 0-1 0 0,0 0 0 0 0,0-1 1 0 0,0 2-1 0 0,0-1 0 0 0,0 0 1 0 0,0 0-1 0 0,1 1 1 0 0,-3 4-1 0 0,-23 50 112 0 0,19-37-58 0 0,2 1 1 0 0,1 0 0 0 0,0 0-1 0 0,2 0 1 0 0,0 1-1 0 0,1-1 1 0 0,2 1 0 0 0,2 29-1 0 0,-1-35 0 0 0,1 1-1 0 0,1-1 0 0 0,0 0 0 0 0,1 0 0 0 0,1 0 0 0 0,1 0 0 0 0,0-1 1 0 0,1 0-1 0 0,0 0 0 0 0,1-1 0 0 0,16 21 0 0 0,-21-31-35 0 0,0 0-1 0 0,0 0 0 0 0,0 0 0 0 0,1 0 1 0 0,0-1-1 0 0,0 1 0 0 0,0-1 1 0 0,0 0-1 0 0,0-1 0 0 0,1 1 1 0 0,-1-1-1 0 0,1 0 0 0 0,0 0 0 0 0,-1 0 1 0 0,1 0-1 0 0,0-1 0 0 0,0 0 1 0 0,0 0-1 0 0,0 0 0 0 0,0-1 1 0 0,0 0-1 0 0,1 0 0 0 0,-1 0 1 0 0,0 0-1 0 0,0-1 0 0 0,5-1 0 0 0,-1-1 16 0 0,0-1 0 0 0,0 0-1 0 0,0-1 1 0 0,-1 0 0 0 0,0 0-1 0 0,0-1 1 0 0,0 0 0 0 0,0 0-1 0 0,-1 0 1 0 0,0-1 0 0 0,-1-1-1 0 0,1 1 1 0 0,5-10 0 0 0,0 0 53 0 0,-1 0 0 0 0,-1 0 0 0 0,16-37 1 0 0,-23 47-61 0 0,-1 1 1 0 0,1-1 0 0 0,-1 0 0 0 0,-1 1 0 0 0,1-1 0 0 0,-1 0 0 0 0,-1 0-1 0 0,1 0 1 0 0,-1 0 0 0 0,0 0 0 0 0,-1 0 0 0 0,0 0 0 0 0,0 0-1 0 0,0 0 1 0 0,-4-10 0 0 0,4 16-29 0 0,1 1 0 0 0,-1-1 0 0 0,0 0 0 0 0,1 0 0 0 0,-1 1 0 0 0,0-1 0 0 0,0 0 1 0 0,1 1-1 0 0,-1-1 0 0 0,0 1 0 0 0,0-1 0 0 0,0 1 0 0 0,0 0 0 0 0,0-1 0 0 0,0 1 0 0 0,0 0 0 0 0,0-1 0 0 0,0 1 0 0 0,0 0 0 0 0,0 0 0 0 0,0 0 0 0 0,0 0 0 0 0,0 0 0 0 0,0 0 0 0 0,0 0 0 0 0,0 1 0 0 0,0-1 0 0 0,0 0 0 0 0,0 0 0 0 0,0 1 1 0 0,0-1-1 0 0,0 1 0 0 0,0-1 0 0 0,-1 1 0 0 0,-32 18 139 0 0,33-18-136 0 0,-5 3 13 0 0,1 1 0 0 0,0 0 0 0 0,1 0 0 0 0,-1 1-1 0 0,1 0 1 0 0,0 0 0 0 0,1 0 0 0 0,-1 0 0 0 0,1 0 0 0 0,1 1 0 0 0,-1-1 0 0 0,-3 14 0 0 0,-1 0 13 0 0,4-11-12 0 0,1 0-1 0 0,0 1 0 0 0,0-1 0 0 0,0 1 0 0 0,1 0 0 0 0,1 0 0 0 0,0-1 1 0 0,0 1-1 0 0,1 0 0 0 0,0-1 0 0 0,1 1 0 0 0,0 0 0 0 0,0-1 0 0 0,1 0 1 0 0,5 13-1 0 0,-3-10 11 0 0,1 0 0 0 0,0-1 1 0 0,1 1-1 0 0,0-1 0 0 0,1 0 1 0 0,0-1-1 0 0,1 0 0 0 0,0 0 1 0 0,0-1-1 0 0,15 11 0 0 0,76 41 484 0 0,-99-61-513 0 0,-1 0 1 0 0,0 0-1 0 0,0 0 0 0 0,0 1 1 0 0,0-1-1 0 0,1 0 1 0 0,-1 0-1 0 0,0 0 0 0 0,0 0 1 0 0,0 0-1 0 0,0 0 1 0 0,1 0-1 0 0,-1 0 0 0 0,0 1 1 0 0,0-1-1 0 0,1 0 1 0 0,-1 0-1 0 0,0 0 0 0 0,0 0 1 0 0,0 0-1 0 0,1 0 1 0 0,-1 0-1 0 0,0 0 0 0 0,0 0 1 0 0,0 0-1 0 0,1-1 1 0 0,-1 1-1 0 0,0 0 0 0 0,0 0 1 0 0,0 0-1 0 0,1 0 1 0 0,-1 0-1 0 0,0 0 0 0 0,0 0 1 0 0,0 0-1 0 0,1-1 1 0 0,-1 1-1 0 0,0 0 1 0 0,0 0-1 0 0,0 0 0 0 0,0 0 1 0 0,0 0-1 0 0,1-1 1 0 0,-1 1-1 0 0,0 0 0 0 0,0 0 1 0 0,0 0-1 0 0,0-1 1 0 0,0 1-2 0 0,0-1 1 0 0,0 1 0 0 0,0-1 0 0 0,0 1 0 0 0,0-1 0 0 0,0 1-1 0 0,0-1 1 0 0,0 1 0 0 0,0 0 0 0 0,-1-1 0 0 0,1 1 0 0 0,0-1 0 0 0,0 1-1 0 0,0 0 1 0 0,-1-1 0 0 0,1 1 0 0 0,0-1 0 0 0,-1 1 0 0 0,1 0-1 0 0,0-1 1 0 0,-1 1 0 0 0,1 0 0 0 0,0 0 0 0 0,-1-1 0 0 0,1 1 0 0 0,0 0-1 0 0,-1 0 1 0 0,0-1 0 0 0,-12-6 38 0 0,-1 1-1 0 0,0 1 1 0 0,0 0 0 0 0,0 0-1 0 0,-1 2 1 0 0,1 0 0 0 0,-1 0-1 0 0,-17 0 1 0 0,29 2-18 0 0,-6-6-1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08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1 216 13168 0 0,'6'-3'27'0'0,"8"-5"85"0"0,6-4 153 0 0,31-25 445 0 0,-26 17-458 0 0,-12 11-17 0 0,0-1 0 0 0,-1-1 0 0 0,0 0 0 0 0,-1 0 0 0 0,0-1 0 0 0,-1-1 0 0 0,0 1 0 0 0,10-19 0 0 0,-19 29-111 0 0,-1 2-115 0 0,0-1 1 0 0,0 1 0 0 0,0-1-1 0 0,1 1 1 0 0,-1 0-1 0 0,0-1 1 0 0,0 1-1 0 0,0-1 1 0 0,0 1 0 0 0,0-1-1 0 0,0 1 1 0 0,0 0-1 0 0,0-1 1 0 0,0 1 0 0 0,0-1-1 0 0,0 1 1 0 0,-1-1-1 0 0,1 1 1 0 0,0 0-1 0 0,0-1 1 0 0,0 1 0 0 0,0 0-1 0 0,-1-1 1 0 0,1 1-1 0 0,0-1 1 0 0,0 1-1 0 0,-1 0 1 0 0,1-1 0 0 0,0 1-1 0 0,-1 0 1 0 0,1 0-1 0 0,0-1 1 0 0,-1 1 0 0 0,1 0-1 0 0,0 0 1 0 0,-1 0-1 0 0,0-1 1 0 0,-13 11-41 0 0,7-3 59 0 0,-2 2-33 0 0,-1 1-1 0 0,1 0 1 0 0,1 0-1 0 0,0 1 1 0 0,0 0-1 0 0,1 1 1 0 0,0 0-1 0 0,1 0 1 0 0,1 0-1 0 0,0 1 1 0 0,1 0-1 0 0,0 0 1 0 0,0 0-1 0 0,2 0 1 0 0,-3 24-1 0 0,5-31-12 0 0,0 1 0 0 0,0 0 0 0 0,0 0 0 0 0,3 10 0 0 0,-1-6-1 0 0,-2-11 18 0 0,0 1 0 0 0,0-1 0 0 0,0 1 0 0 0,1-1 1 0 0,-1 1-1 0 0,0-1 0 0 0,0 0 0 0 0,1 1 0 0 0,-1-1 0 0 0,1 0 0 0 0,-1 1 1 0 0,0-1-1 0 0,1 0 0 0 0,-1 1 0 0 0,1-1 0 0 0,-1 0 0 0 0,0 0 0 0 0,1 1 1 0 0,-1-1-1 0 0,1 0 0 0 0,-1 0 0 0 0,1 0 0 0 0,-1 0 0 0 0,1 1 0 0 0,-1-1 1 0 0,1 0-1 0 0,-1 0 0 0 0,1 0 0 0 0,-1 0 0 0 0,1 0 0 0 0,-1-1 0 0 0,1 1 1 0 0,-1 0-1 0 0,1 0 0 0 0,-1 0 0 0 0,1 0 0 0 0,-1 0 0 0 0,1-1 0 0 0,0 1 0 0 0,18-9-28 0 0,-3-6 19 0 0,-1-1-1 0 0,-1 0 1 0 0,0-1 0 0 0,-1-1 0 0 0,-1 0 0 0 0,0 0 0 0 0,12-30-1 0 0,-11 1 3 0 0,-11 41 8 0 0,-1-15 0 0 0,-2 10 0 0 0,-4 3 0 0 0,-4 8 0 0 0,7 3 1 0 0,-1-1 0 0 0,1 1-1 0 0,0 0 1 0 0,0 0 0 0 0,0 0-1 0 0,1 0 1 0 0,-1 0 0 0 0,1 0-1 0 0,-1 0 1 0 0,1 1 0 0 0,0-1-1 0 0,0 0 1 0 0,1 1 0 0 0,-1-1-1 0 0,1 1 1 0 0,0-1 0 0 0,-1 1-1 0 0,2 5 1 0 0,-1 1 3 0 0,1 1 0 0 0,0-1 0 0 0,1 0 1 0 0,0 0-1 0 0,5 12 0 0 0,-6-18 9 0 0,0 0-1 0 0,1 0 1 0 0,0-1 0 0 0,-1 1 0 0 0,1-1 0 0 0,0 1 0 0 0,1-1-1 0 0,-1 0 1 0 0,1 0 0 0 0,-1 0 0 0 0,1 0 0 0 0,0 0-1 0 0,0-1 1 0 0,0 1 0 0 0,1-1 0 0 0,-1 0 0 0 0,1 0 0 0 0,-1 0-1 0 0,1 0 1 0 0,-1-1 0 0 0,8 3 0 0 0,-6-4 9 0 0,1 1 0 0 0,-1-1 0 0 0,1 0 0 0 0,-1 0 0 0 0,1 0 1 0 0,-1-1-1 0 0,0 1 0 0 0,1-1 0 0 0,-1-1 0 0 0,1 1 0 0 0,-1-1 0 0 0,0 0 0 0 0,0 0 1 0 0,0-1-1 0 0,5-2 0 0 0,15-10 155 0 0,-1-1 1 0 0,0-1 0 0 0,-2-1-1 0 0,0-1 1 0 0,-1-1 0 0 0,0 0-1 0 0,-2-2 1 0 0,18-25-1 0 0,-36 45 282 0 0,-2 5-380 0 0,-10 19 91 0 0,-23 33-1 0 0,11-16-92 0 0,17-29-47 0 0,-44 92 260 0 0,45-91-234 0 0,1 1-1 0 0,1-1 1 0 0,0 1 0 0 0,0 0-1 0 0,1-1 1 0 0,-1 23-1 0 0,3-33-47 0 0,0-1 0 0 0,0 0-1 0 0,0 1 1 0 0,0-1 0 0 0,0 1 0 0 0,0-1 0 0 0,0 1-1 0 0,0-1 1 0 0,0 1 0 0 0,0-1 0 0 0,0 1-1 0 0,0-1 1 0 0,0 1 0 0 0,1-1 0 0 0,-1 0 0 0 0,0 1-1 0 0,0-1 1 0 0,0 1 0 0 0,1-1 0 0 0,-1 0-1 0 0,0 1 1 0 0,1-1 0 0 0,-1 0 0 0 0,0 1 0 0 0,1-1-1 0 0,-1 0 1 0 0,0 1 0 0 0,1-1 0 0 0,-1 0 0 0 0,1 0-1 0 0,0 1 1 0 0,14-6 116 0 0,14-18 16 0 0,-28 22-130 0 0,91-73 256 0 0,-20 18 42 0 0,-51 41-217 0 0,1 1 0 0 0,0 1 0 0 0,1 1 1 0 0,36-14-1 0 0,-9 3 79 0 0,-14 4 111 0 0,-35 18-69 0 0,-5 2-188 0 0,0-1 0 0 0,0 1 0 0 0,0 0 0 0 0,0 0 0 0 0,1 1 0 0 0,-7 2 0 0 0,0 2-8 0 0,1 0 0 0 0,-1 0-1 0 0,1 1 1 0 0,0 0 0 0 0,1 1 0 0 0,0 0 0 0 0,0 0-1 0 0,0 1 1 0 0,1 0 0 0 0,1 1 0 0 0,-9 15 0 0 0,7-11 0 0 0,1 0 0 0 0,0 1 0 0 0,1 0 1 0 0,1 0-1 0 0,1 0 0 0 0,0 1 0 0 0,1-1 1 0 0,-2 19-1 0 0,5-25-4 0 0,-1 1-1 0 0,2-1 1 0 0,0 1 0 0 0,0-1-1 0 0,0 1 1 0 0,1-1 0 0 0,1 0 0 0 0,6 18-1 0 0,-8-26-8 0 0,-1 1 0 0 0,1-1 1 0 0,0 0-1 0 0,0 1 0 0 0,-1-1 0 0 0,1 0 0 0 0,0 1 0 0 0,0-1 0 0 0,1 0 0 0 0,-1 0 0 0 0,0 0 0 0 0,0 0 0 0 0,1 0 1 0 0,-1 0-1 0 0,0 0 0 0 0,1 0 0 0 0,-1-1 0 0 0,1 1 0 0 0,-1 0 0 0 0,1-1 0 0 0,-1 1 0 0 0,1-1 0 0 0,-1 0 1 0 0,4 1-1 0 0,-2-1 1 0 0,0-1 0 0 0,0 1 0 0 0,0-1 0 0 0,0 0 0 0 0,-1 0 0 0 0,1 0 0 0 0,0 0 1 0 0,0 0-1 0 0,0-1 0 0 0,-1 1 0 0 0,1-1 0 0 0,2-2 0 0 0,5-5 4 0 0,0 0 0 0 0,0 0 0 0 0,-1-1 0 0 0,-1 0 0 0 0,9-12 0 0 0,-11 12-1 0 0,24-34 18 0 0,-2-1 0 0 0,31-67 1 0 0,-47 84-20 0 0,-5 14-1 0 0,-1-1 1 0 0,0 0-1 0 0,5-27 1 0 0,-12 47-5 0 0,-2 0 0 0 0,1-1 1 0 0,-1 1-1 0 0,1-1 1 0 0,-1 1-1 0 0,-4 3 0 0 0,-11 19 4 0 0,11-11-5 0 0,1 0 0 0 0,-6 21 0 0 0,3-5 0 0 0,5-18 0 0 0,4-13 0 0 0,0 0 0 0 0,0 1 0 0 0,0-1 0 0 0,0 0 0 0 0,1 1 0 0 0,-1-1 0 0 0,0 0 0 0 0,1 1 0 0 0,-1-1 0 0 0,0 0 0 0 0,1 0 0 0 0,-1 1 0 0 0,1-1 0 0 0,0 0 0 0 0,-1 0 0 0 0,1 0 0 0 0,0 0 0 0 0,0 0 0 0 0,0 0 0 0 0,0 0 0 0 0,0 0 0 0 0,1 1 0 0 0,-1-1 0 0 0,-1-1 0 0 0,1 1 0 0 0,-1-1 0 0 0,1 1 0 0 0,0-1 0 0 0,-1 0 0 0 0,1 1 0 0 0,0-1 0 0 0,0 1 0 0 0,-1-1 0 0 0,1 0 0 0 0,0 0 0 0 0,0 1 0 0 0,-1-1 0 0 0,1 0 0 0 0,0 0 0 0 0,0 0 0 0 0,0 0 0 0 0,0 0 0 0 0,-1 0 0 0 0,1 0 0 0 0,0 0 0 0 0,0 0 0 0 0,-1-1 0 0 0,1 1 0 0 0,0 0 0 0 0,0 0 0 0 0,1-1 0 0 0,-1 0 0 0 0,5 0 1 0 0,0-1 0 0 0,0 0-1 0 0,0 0 1 0 0,0 0-1 0 0,0-1 1 0 0,0 0 0 0 0,0 0-1 0 0,-1-1 1 0 0,9-6 0 0 0,42-40 7 0 0,-55 50-8 0 0,46-41 53 0 0,53-35-1 0 0,-89 65-37 0 0,1 1 73 0 0,-10 12-50 0 0,-3 7-27 0 0,-2-3-1 0 0,1 0 0 0 0,-1 0 0 0 0,-1-1-1 0 0,-6 10 1 0 0,-3 4 17 0 0,5-5-3 0 0,1 1-1 0 0,0 0 0 0 0,1 0 1 0 0,1 0-1 0 0,0 1 0 0 0,1 0 1 0 0,0 0-1 0 0,2 0 0 0 0,-2 18 1 0 0,4-33-21 0 0,0 0 0 0 0,0 0 1 0 0,0 0-1 0 0,0 0 1 0 0,0 0-1 0 0,1 0 1 0 0,-1 0-1 0 0,0 0 0 0 0,0 0 1 0 0,1 0-1 0 0,-1 0 1 0 0,0 0-1 0 0,1 0 0 0 0,-1 0 1 0 0,1 0-1 0 0,-1 0 1 0 0,1 0-1 0 0,0-1 1 0 0,-1 1-1 0 0,1 0 0 0 0,0 0 1 0 0,-1-1-1 0 0,1 1 1 0 0,0 0-1 0 0,1 0 1 0 0,0 0 0 0 0,0-1 1 0 0,-1 1 0 0 0,1-1-1 0 0,0 0 1 0 0,0 0 0 0 0,-1 0 0 0 0,1 0-1 0 0,0 0 1 0 0,0 0 0 0 0,0 0 0 0 0,-1 0-1 0 0,1-1 1 0 0,2 0 0 0 0,6-2 20 0 0,0-1 1 0 0,-1 0 0 0 0,17-9-1 0 0,-24 12-16 0 0,6-4 5 0 0,-1-1-1 0 0,0 1 1 0 0,0-1-1 0 0,-1-1 1 0 0,1 1-1 0 0,-1-1 1 0 0,-1 0-1 0 0,1-1 1 0 0,-1 1-1 0 0,0-1 1 0 0,6-14-1 0 0,-8 15-4 0 0,0-1-1 0 0,0 0 1 0 0,0 1-1 0 0,-1-1 1 0 0,0 0-1 0 0,0 0 1 0 0,-1 0-1 0 0,0-1 0 0 0,-1 1 1 0 0,1 0-1 0 0,-2 0 1 0 0,-1-14-1 0 0,2 21-5 0 0,0-1 0 0 0,-1 0-1 0 0,1 1 1 0 0,0-1 0 0 0,-1 0-1 0 0,0 1 1 0 0,1-1 0 0 0,-1 1-1 0 0,0-1 1 0 0,0 1-1 0 0,0-1 1 0 0,0 1 0 0 0,0-1-1 0 0,0 1 1 0 0,0 0 0 0 0,0 0-1 0 0,0 0 1 0 0,-1-1 0 0 0,1 1-1 0 0,0 0 1 0 0,-1 1 0 0 0,1-1-1 0 0,-4-1 1 0 0,3 1 1 0 0,0 1-1 0 0,0 0 1 0 0,0 0-1 0 0,0 1 1 0 0,0-1 0 0 0,0 0-1 0 0,0 0 1 0 0,0 1 0 0 0,0 0-1 0 0,0-1 1 0 0,0 1-1 0 0,0 0 1 0 0,0 0 0 0 0,1 0-1 0 0,-1 0 1 0 0,-3 2-1 0 0,0 1 5 0 0,0 0-1 0 0,1 0 0 0 0,-1 0 0 0 0,1 0 0 0 0,0 1 1 0 0,0 0-1 0 0,1 0 0 0 0,-1 0 0 0 0,1 0 0 0 0,0 1 1 0 0,0-1-1 0 0,-2 7 0 0 0,4-6 11 0 0,0-3-10 0 0,0 1 0 0 0,0 0 0 0 0,1 0 0 0 0,-1 0 0 0 0,1-1 0 0 0,0 1 0 0 0,0 0 0 0 0,0 0 1 0 0,1 4-1 0 0,0-6 18 0 0,6-3-4 0 0,0 0 0 0 0,1-1-1 0 0,-1 0 1 0 0,13-5 0 0 0,19-5 23 0 0,-32 11-35 0 0,1-1 1 0 0,0 1 0 0 0,0 0 0 0 0,-1 1 0 0 0,1 0 0 0 0,0 0 0 0 0,14 3 0 0 0,-19-3-8 0 0,0 1 0 0 0,-1 0-1 0 0,1 0 1 0 0,-1 0 0 0 0,1 1-1 0 0,-1-1 1 0 0,1 0 0 0 0,-1 1 0 0 0,0 0-1 0 0,1-1 1 0 0,-1 1 0 0 0,0 0 0 0 0,0 0-1 0 0,0 0 1 0 0,-1 1 0 0 0,1-1 0 0 0,0 0-1 0 0,-1 1 1 0 0,0-1 0 0 0,1 1 0 0 0,-1-1-1 0 0,0 1 1 0 0,0 0 0 0 0,0-1 0 0 0,0 6-1 0 0,0-4 4 0 0,-1-1 0 0 0,0 0-1 0 0,0 1 1 0 0,0-1 0 0 0,0 1 0 0 0,0-1-1 0 0,-2 7 1 0 0,2-6 20 0 0,5-12-14 0 0,-1 3-13 0 0,-2 2 2 0 0,0 0 0 0 0,1 0 0 0 0,-1 0 0 0 0,1 1 0 0 0,-1-1 0 0 0,1 1 0 0 0,0-1 0 0 0,0 1 0 0 0,0 0 0 0 0,0 0 0 0 0,0 1 0 0 0,1-1 0 0 0,-1 1 1 0 0,1-1-1 0 0,-1 1 0 0 0,1 0 0 0 0,-1 0 0 0 0,1 1 0 0 0,-1-1 0 0 0,1 1 0 0 0,0 0 0 0 0,-1 0 0 0 0,1 0 0 0 0,0 0 0 0 0,-1 0 0 0 0,1 1 0 0 0,4 1 0 0 0,-2 0 0 0 0,0-1 0 0 0,0 2 0 0 0,0-1 0 0 0,-1 1 1 0 0,1 0-1 0 0,-1 0 0 0 0,1 1 0 0 0,-1-1 0 0 0,0 1 0 0 0,0 0 0 0 0,-1 1 0 0 0,1-1 0 0 0,-1 1 0 0 0,6 9 0 0 0,-5-7 1 0 0,-1 1 0 0 0,0-1 0 0 0,-1 1 0 0 0,0 0 0 0 0,0 0 1 0 0,-1 0-1 0 0,0 0 0 0 0,0 1 0 0 0,-1-1 0 0 0,0 1 0 0 0,0-1 0 0 0,-2 16 0 0 0,-1-13 10 0 0,-6 3-3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0T14:02:08.4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0 17183 0 0,'0'0'1776'0'0,"-28"8"-1512"0"0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7114" y="2498407"/>
            <a:ext cx="298977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5184" y="814069"/>
            <a:ext cx="6453631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104" y="1915199"/>
            <a:ext cx="7971790" cy="361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17.xml"/><Relationship Id="rId26" Type="http://schemas.openxmlformats.org/officeDocument/2006/relationships/customXml" Target="../ink/ink21.xml"/><Relationship Id="rId39" Type="http://schemas.openxmlformats.org/officeDocument/2006/relationships/image" Target="../media/image28.png"/><Relationship Id="rId21" Type="http://schemas.openxmlformats.org/officeDocument/2006/relationships/image" Target="../media/image19.png"/><Relationship Id="rId34" Type="http://schemas.openxmlformats.org/officeDocument/2006/relationships/customXml" Target="../ink/ink25.xml"/><Relationship Id="rId42" Type="http://schemas.openxmlformats.org/officeDocument/2006/relationships/customXml" Target="../ink/ink29.xml"/><Relationship Id="rId47" Type="http://schemas.openxmlformats.org/officeDocument/2006/relationships/image" Target="../media/image32.png"/><Relationship Id="rId7" Type="http://schemas.openxmlformats.org/officeDocument/2006/relationships/image" Target="../media/image12.png"/><Relationship Id="rId2" Type="http://schemas.openxmlformats.org/officeDocument/2006/relationships/customXml" Target="../ink/ink9.xml"/><Relationship Id="rId16" Type="http://schemas.openxmlformats.org/officeDocument/2006/relationships/customXml" Target="../ink/ink16.xml"/><Relationship Id="rId29" Type="http://schemas.openxmlformats.org/officeDocument/2006/relationships/image" Target="../media/image23.png"/><Relationship Id="rId11" Type="http://schemas.openxmlformats.org/officeDocument/2006/relationships/image" Target="../media/image14.png"/><Relationship Id="rId24" Type="http://schemas.openxmlformats.org/officeDocument/2006/relationships/customXml" Target="../ink/ink20.xml"/><Relationship Id="rId32" Type="http://schemas.openxmlformats.org/officeDocument/2006/relationships/customXml" Target="../ink/ink24.xml"/><Relationship Id="rId37" Type="http://schemas.openxmlformats.org/officeDocument/2006/relationships/image" Target="../media/image27.png"/><Relationship Id="rId40" Type="http://schemas.openxmlformats.org/officeDocument/2006/relationships/customXml" Target="../ink/ink28.xml"/><Relationship Id="rId45" Type="http://schemas.openxmlformats.org/officeDocument/2006/relationships/image" Target="../media/image31.png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22.xml"/><Relationship Id="rId36" Type="http://schemas.openxmlformats.org/officeDocument/2006/relationships/customXml" Target="../ink/ink26.xml"/><Relationship Id="rId49" Type="http://schemas.openxmlformats.org/officeDocument/2006/relationships/image" Target="../media/image33.png"/><Relationship Id="rId10" Type="http://schemas.openxmlformats.org/officeDocument/2006/relationships/customXml" Target="../ink/ink13.xml"/><Relationship Id="rId19" Type="http://schemas.openxmlformats.org/officeDocument/2006/relationships/image" Target="../media/image18.png"/><Relationship Id="rId31" Type="http://schemas.openxmlformats.org/officeDocument/2006/relationships/image" Target="../media/image24.png"/><Relationship Id="rId44" Type="http://schemas.openxmlformats.org/officeDocument/2006/relationships/customXml" Target="../ink/ink30.xml"/><Relationship Id="rId4" Type="http://schemas.openxmlformats.org/officeDocument/2006/relationships/customXml" Target="../ink/ink10.xml"/><Relationship Id="rId9" Type="http://schemas.openxmlformats.org/officeDocument/2006/relationships/image" Target="../media/image13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Relationship Id="rId27" Type="http://schemas.openxmlformats.org/officeDocument/2006/relationships/image" Target="../media/image22.png"/><Relationship Id="rId30" Type="http://schemas.openxmlformats.org/officeDocument/2006/relationships/customXml" Target="../ink/ink23.xml"/><Relationship Id="rId35" Type="http://schemas.openxmlformats.org/officeDocument/2006/relationships/image" Target="../media/image26.png"/><Relationship Id="rId43" Type="http://schemas.openxmlformats.org/officeDocument/2006/relationships/image" Target="../media/image30.png"/><Relationship Id="rId48" Type="http://schemas.openxmlformats.org/officeDocument/2006/relationships/customXml" Target="../ink/ink32.xml"/><Relationship Id="rId8" Type="http://schemas.openxmlformats.org/officeDocument/2006/relationships/customXml" Target="../ink/ink12.xml"/><Relationship Id="rId3" Type="http://schemas.openxmlformats.org/officeDocument/2006/relationships/image" Target="../media/image10.png"/><Relationship Id="rId12" Type="http://schemas.openxmlformats.org/officeDocument/2006/relationships/customXml" Target="../ink/ink14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38" Type="http://schemas.openxmlformats.org/officeDocument/2006/relationships/customXml" Target="../ink/ink27.xml"/><Relationship Id="rId46" Type="http://schemas.openxmlformats.org/officeDocument/2006/relationships/customXml" Target="../ink/ink31.xml"/><Relationship Id="rId20" Type="http://schemas.openxmlformats.org/officeDocument/2006/relationships/customXml" Target="../ink/ink18.xml"/><Relationship Id="rId41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39.png"/><Relationship Id="rId18" Type="http://schemas.openxmlformats.org/officeDocument/2006/relationships/customXml" Target="../ink/ink41.xml"/><Relationship Id="rId3" Type="http://schemas.openxmlformats.org/officeDocument/2006/relationships/image" Target="../media/image34.png"/><Relationship Id="rId21" Type="http://schemas.openxmlformats.org/officeDocument/2006/relationships/image" Target="../media/image43.png"/><Relationship Id="rId7" Type="http://schemas.openxmlformats.org/officeDocument/2006/relationships/image" Target="../media/image36.png"/><Relationship Id="rId12" Type="http://schemas.openxmlformats.org/officeDocument/2006/relationships/customXml" Target="../ink/ink38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20" Type="http://schemas.openxmlformats.org/officeDocument/2006/relationships/customXml" Target="../ink/ink4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38.png"/><Relationship Id="rId24" Type="http://schemas.openxmlformats.org/officeDocument/2006/relationships/customXml" Target="../ink/ink44.xml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10" Type="http://schemas.openxmlformats.org/officeDocument/2006/relationships/customXml" Target="../ink/ink37.xml"/><Relationship Id="rId19" Type="http://schemas.openxmlformats.org/officeDocument/2006/relationships/image" Target="../media/image42.png"/><Relationship Id="rId4" Type="http://schemas.openxmlformats.org/officeDocument/2006/relationships/customXml" Target="../ink/ink34.xml"/><Relationship Id="rId9" Type="http://schemas.openxmlformats.org/officeDocument/2006/relationships/image" Target="../media/image37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4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6.xml"/><Relationship Id="rId21" Type="http://schemas.openxmlformats.org/officeDocument/2006/relationships/image" Target="../media/image57.png"/><Relationship Id="rId42" Type="http://schemas.openxmlformats.org/officeDocument/2006/relationships/image" Target="../media/image67.png"/><Relationship Id="rId63" Type="http://schemas.openxmlformats.org/officeDocument/2006/relationships/customXml" Target="../ink/ink78.xml"/><Relationship Id="rId84" Type="http://schemas.openxmlformats.org/officeDocument/2006/relationships/image" Target="../media/image87.png"/><Relationship Id="rId138" Type="http://schemas.openxmlformats.org/officeDocument/2006/relationships/image" Target="../media/image114.png"/><Relationship Id="rId107" Type="http://schemas.openxmlformats.org/officeDocument/2006/relationships/customXml" Target="../ink/ink101.xml"/><Relationship Id="rId11" Type="http://schemas.openxmlformats.org/officeDocument/2006/relationships/image" Target="../media/image52.png"/><Relationship Id="rId32" Type="http://schemas.openxmlformats.org/officeDocument/2006/relationships/image" Target="../media/image62.png"/><Relationship Id="rId53" Type="http://schemas.openxmlformats.org/officeDocument/2006/relationships/customXml" Target="../ink/ink73.xml"/><Relationship Id="rId74" Type="http://schemas.openxmlformats.org/officeDocument/2006/relationships/customXml" Target="../ink/ink84.xml"/><Relationship Id="rId128" Type="http://schemas.openxmlformats.org/officeDocument/2006/relationships/image" Target="../media/image109.png"/><Relationship Id="rId5" Type="http://schemas.openxmlformats.org/officeDocument/2006/relationships/image" Target="../media/image49.png"/><Relationship Id="rId90" Type="http://schemas.openxmlformats.org/officeDocument/2006/relationships/image" Target="../media/image90.png"/><Relationship Id="rId95" Type="http://schemas.openxmlformats.org/officeDocument/2006/relationships/customXml" Target="../ink/ink95.xml"/><Relationship Id="rId22" Type="http://schemas.openxmlformats.org/officeDocument/2006/relationships/customXml" Target="../ink/ink57.xml"/><Relationship Id="rId27" Type="http://schemas.openxmlformats.org/officeDocument/2006/relationships/image" Target="../media/image60.png"/><Relationship Id="rId43" Type="http://schemas.openxmlformats.org/officeDocument/2006/relationships/customXml" Target="../ink/ink68.xml"/><Relationship Id="rId48" Type="http://schemas.openxmlformats.org/officeDocument/2006/relationships/image" Target="../media/image70.png"/><Relationship Id="rId64" Type="http://schemas.openxmlformats.org/officeDocument/2006/relationships/image" Target="../media/image78.png"/><Relationship Id="rId69" Type="http://schemas.openxmlformats.org/officeDocument/2006/relationships/customXml" Target="../ink/ink81.xml"/><Relationship Id="rId113" Type="http://schemas.openxmlformats.org/officeDocument/2006/relationships/customXml" Target="../ink/ink104.xml"/><Relationship Id="rId118" Type="http://schemas.openxmlformats.org/officeDocument/2006/relationships/image" Target="../media/image104.png"/><Relationship Id="rId134" Type="http://schemas.openxmlformats.org/officeDocument/2006/relationships/image" Target="../media/image112.png"/><Relationship Id="rId139" Type="http://schemas.openxmlformats.org/officeDocument/2006/relationships/customXml" Target="../ink/ink117.xml"/><Relationship Id="rId80" Type="http://schemas.openxmlformats.org/officeDocument/2006/relationships/image" Target="../media/image85.png"/><Relationship Id="rId85" Type="http://schemas.openxmlformats.org/officeDocument/2006/relationships/customXml" Target="../ink/ink90.xml"/><Relationship Id="rId12" Type="http://schemas.openxmlformats.org/officeDocument/2006/relationships/customXml" Target="../ink/ink52.xml"/><Relationship Id="rId17" Type="http://schemas.openxmlformats.org/officeDocument/2006/relationships/image" Target="../media/image55.png"/><Relationship Id="rId33" Type="http://schemas.openxmlformats.org/officeDocument/2006/relationships/customXml" Target="../ink/ink63.xml"/><Relationship Id="rId38" Type="http://schemas.openxmlformats.org/officeDocument/2006/relationships/image" Target="../media/image65.png"/><Relationship Id="rId59" Type="http://schemas.openxmlformats.org/officeDocument/2006/relationships/customXml" Target="../ink/ink76.xml"/><Relationship Id="rId103" Type="http://schemas.openxmlformats.org/officeDocument/2006/relationships/customXml" Target="../ink/ink99.xml"/><Relationship Id="rId108" Type="http://schemas.openxmlformats.org/officeDocument/2006/relationships/image" Target="../media/image99.png"/><Relationship Id="rId124" Type="http://schemas.openxmlformats.org/officeDocument/2006/relationships/image" Target="../media/image107.png"/><Relationship Id="rId129" Type="http://schemas.openxmlformats.org/officeDocument/2006/relationships/customXml" Target="../ink/ink112.xml"/><Relationship Id="rId54" Type="http://schemas.openxmlformats.org/officeDocument/2006/relationships/image" Target="../media/image73.png"/><Relationship Id="rId70" Type="http://schemas.openxmlformats.org/officeDocument/2006/relationships/image" Target="../media/image81.png"/><Relationship Id="rId75" Type="http://schemas.openxmlformats.org/officeDocument/2006/relationships/image" Target="../media/image83.png"/><Relationship Id="rId91" Type="http://schemas.openxmlformats.org/officeDocument/2006/relationships/customXml" Target="../ink/ink93.xml"/><Relationship Id="rId96" Type="http://schemas.openxmlformats.org/officeDocument/2006/relationships/image" Target="../media/image93.png"/><Relationship Id="rId140" Type="http://schemas.openxmlformats.org/officeDocument/2006/relationships/image" Target="../media/image115.png"/><Relationship Id="rId145" Type="http://schemas.openxmlformats.org/officeDocument/2006/relationships/customXml" Target="../ink/ink1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23" Type="http://schemas.openxmlformats.org/officeDocument/2006/relationships/image" Target="../media/image58.png"/><Relationship Id="rId28" Type="http://schemas.openxmlformats.org/officeDocument/2006/relationships/customXml" Target="../ink/ink60.xml"/><Relationship Id="rId49" Type="http://schemas.openxmlformats.org/officeDocument/2006/relationships/customXml" Target="../ink/ink71.xml"/><Relationship Id="rId114" Type="http://schemas.openxmlformats.org/officeDocument/2006/relationships/image" Target="../media/image102.png"/><Relationship Id="rId119" Type="http://schemas.openxmlformats.org/officeDocument/2006/relationships/customXml" Target="../ink/ink107.xml"/><Relationship Id="rId44" Type="http://schemas.openxmlformats.org/officeDocument/2006/relationships/image" Target="../media/image68.png"/><Relationship Id="rId60" Type="http://schemas.openxmlformats.org/officeDocument/2006/relationships/image" Target="../media/image76.png"/><Relationship Id="rId65" Type="http://schemas.openxmlformats.org/officeDocument/2006/relationships/customXml" Target="../ink/ink79.xml"/><Relationship Id="rId81" Type="http://schemas.openxmlformats.org/officeDocument/2006/relationships/customXml" Target="../ink/ink88.xml"/><Relationship Id="rId86" Type="http://schemas.openxmlformats.org/officeDocument/2006/relationships/image" Target="../media/image88.png"/><Relationship Id="rId130" Type="http://schemas.openxmlformats.org/officeDocument/2006/relationships/image" Target="../media/image110.png"/><Relationship Id="rId135" Type="http://schemas.openxmlformats.org/officeDocument/2006/relationships/customXml" Target="../ink/ink115.xml"/><Relationship Id="rId13" Type="http://schemas.openxmlformats.org/officeDocument/2006/relationships/image" Target="../media/image53.png"/><Relationship Id="rId18" Type="http://schemas.openxmlformats.org/officeDocument/2006/relationships/customXml" Target="../ink/ink55.xml"/><Relationship Id="rId39" Type="http://schemas.openxmlformats.org/officeDocument/2006/relationships/customXml" Target="../ink/ink66.xml"/><Relationship Id="rId109" Type="http://schemas.openxmlformats.org/officeDocument/2006/relationships/customXml" Target="../ink/ink102.xml"/><Relationship Id="rId34" Type="http://schemas.openxmlformats.org/officeDocument/2006/relationships/image" Target="../media/image63.png"/><Relationship Id="rId50" Type="http://schemas.openxmlformats.org/officeDocument/2006/relationships/image" Target="../media/image71.png"/><Relationship Id="rId55" Type="http://schemas.openxmlformats.org/officeDocument/2006/relationships/customXml" Target="../ink/ink74.xml"/><Relationship Id="rId76" Type="http://schemas.openxmlformats.org/officeDocument/2006/relationships/customXml" Target="../ink/ink85.xml"/><Relationship Id="rId97" Type="http://schemas.openxmlformats.org/officeDocument/2006/relationships/customXml" Target="../ink/ink96.xml"/><Relationship Id="rId104" Type="http://schemas.openxmlformats.org/officeDocument/2006/relationships/image" Target="../media/image97.png"/><Relationship Id="rId120" Type="http://schemas.openxmlformats.org/officeDocument/2006/relationships/image" Target="../media/image105.png"/><Relationship Id="rId125" Type="http://schemas.openxmlformats.org/officeDocument/2006/relationships/customXml" Target="../ink/ink110.xml"/><Relationship Id="rId141" Type="http://schemas.openxmlformats.org/officeDocument/2006/relationships/customXml" Target="../ink/ink118.xml"/><Relationship Id="rId146" Type="http://schemas.openxmlformats.org/officeDocument/2006/relationships/image" Target="../media/image118.png"/><Relationship Id="rId7" Type="http://schemas.openxmlformats.org/officeDocument/2006/relationships/image" Target="../media/image50.png"/><Relationship Id="rId71" Type="http://schemas.openxmlformats.org/officeDocument/2006/relationships/customXml" Target="../ink/ink82.xml"/><Relationship Id="rId92" Type="http://schemas.openxmlformats.org/officeDocument/2006/relationships/image" Target="../media/image91.png"/><Relationship Id="rId2" Type="http://schemas.openxmlformats.org/officeDocument/2006/relationships/customXml" Target="../ink/ink47.xml"/><Relationship Id="rId29" Type="http://schemas.openxmlformats.org/officeDocument/2006/relationships/customXml" Target="../ink/ink61.xml"/><Relationship Id="rId24" Type="http://schemas.openxmlformats.org/officeDocument/2006/relationships/customXml" Target="../ink/ink58.xml"/><Relationship Id="rId40" Type="http://schemas.openxmlformats.org/officeDocument/2006/relationships/image" Target="../media/image66.png"/><Relationship Id="rId45" Type="http://schemas.openxmlformats.org/officeDocument/2006/relationships/customXml" Target="../ink/ink69.xml"/><Relationship Id="rId66" Type="http://schemas.openxmlformats.org/officeDocument/2006/relationships/image" Target="../media/image79.png"/><Relationship Id="rId87" Type="http://schemas.openxmlformats.org/officeDocument/2006/relationships/customXml" Target="../ink/ink91.xml"/><Relationship Id="rId110" Type="http://schemas.openxmlformats.org/officeDocument/2006/relationships/image" Target="../media/image100.png"/><Relationship Id="rId115" Type="http://schemas.openxmlformats.org/officeDocument/2006/relationships/customXml" Target="../ink/ink105.xml"/><Relationship Id="rId131" Type="http://schemas.openxmlformats.org/officeDocument/2006/relationships/customXml" Target="../ink/ink113.xml"/><Relationship Id="rId136" Type="http://schemas.openxmlformats.org/officeDocument/2006/relationships/image" Target="../media/image113.png"/><Relationship Id="rId61" Type="http://schemas.openxmlformats.org/officeDocument/2006/relationships/customXml" Target="../ink/ink77.xml"/><Relationship Id="rId82" Type="http://schemas.openxmlformats.org/officeDocument/2006/relationships/image" Target="../media/image86.png"/><Relationship Id="rId19" Type="http://schemas.openxmlformats.org/officeDocument/2006/relationships/image" Target="../media/image56.png"/><Relationship Id="rId14" Type="http://schemas.openxmlformats.org/officeDocument/2006/relationships/customXml" Target="../ink/ink53.xml"/><Relationship Id="rId30" Type="http://schemas.openxmlformats.org/officeDocument/2006/relationships/image" Target="../media/image61.png"/><Relationship Id="rId35" Type="http://schemas.openxmlformats.org/officeDocument/2006/relationships/customXml" Target="../ink/ink64.xml"/><Relationship Id="rId56" Type="http://schemas.openxmlformats.org/officeDocument/2006/relationships/image" Target="../media/image74.png"/><Relationship Id="rId77" Type="http://schemas.openxmlformats.org/officeDocument/2006/relationships/customXml" Target="../ink/ink86.xml"/><Relationship Id="rId100" Type="http://schemas.openxmlformats.org/officeDocument/2006/relationships/image" Target="../media/image95.png"/><Relationship Id="rId105" Type="http://schemas.openxmlformats.org/officeDocument/2006/relationships/customXml" Target="../ink/ink100.xml"/><Relationship Id="rId126" Type="http://schemas.openxmlformats.org/officeDocument/2006/relationships/image" Target="../media/image108.png"/><Relationship Id="rId8" Type="http://schemas.openxmlformats.org/officeDocument/2006/relationships/customXml" Target="../ink/ink50.xml"/><Relationship Id="rId51" Type="http://schemas.openxmlformats.org/officeDocument/2006/relationships/customXml" Target="../ink/ink72.xml"/><Relationship Id="rId72" Type="http://schemas.openxmlformats.org/officeDocument/2006/relationships/customXml" Target="../ink/ink83.xml"/><Relationship Id="rId93" Type="http://schemas.openxmlformats.org/officeDocument/2006/relationships/customXml" Target="../ink/ink94.xml"/><Relationship Id="rId98" Type="http://schemas.openxmlformats.org/officeDocument/2006/relationships/image" Target="../media/image94.png"/><Relationship Id="rId121" Type="http://schemas.openxmlformats.org/officeDocument/2006/relationships/customXml" Target="../ink/ink108.xml"/><Relationship Id="rId142" Type="http://schemas.openxmlformats.org/officeDocument/2006/relationships/image" Target="../media/image116.png"/><Relationship Id="rId3" Type="http://schemas.openxmlformats.org/officeDocument/2006/relationships/image" Target="../media/image48.png"/><Relationship Id="rId25" Type="http://schemas.openxmlformats.org/officeDocument/2006/relationships/image" Target="../media/image59.png"/><Relationship Id="rId46" Type="http://schemas.openxmlformats.org/officeDocument/2006/relationships/image" Target="../media/image69.png"/><Relationship Id="rId67" Type="http://schemas.openxmlformats.org/officeDocument/2006/relationships/customXml" Target="../ink/ink80.xml"/><Relationship Id="rId116" Type="http://schemas.openxmlformats.org/officeDocument/2006/relationships/image" Target="../media/image103.png"/><Relationship Id="rId137" Type="http://schemas.openxmlformats.org/officeDocument/2006/relationships/customXml" Target="../ink/ink116.xml"/><Relationship Id="rId20" Type="http://schemas.openxmlformats.org/officeDocument/2006/relationships/customXml" Target="../ink/ink56.xml"/><Relationship Id="rId41" Type="http://schemas.openxmlformats.org/officeDocument/2006/relationships/customXml" Target="../ink/ink67.xml"/><Relationship Id="rId62" Type="http://schemas.openxmlformats.org/officeDocument/2006/relationships/image" Target="../media/image77.png"/><Relationship Id="rId83" Type="http://schemas.openxmlformats.org/officeDocument/2006/relationships/customXml" Target="../ink/ink89.xml"/><Relationship Id="rId88" Type="http://schemas.openxmlformats.org/officeDocument/2006/relationships/image" Target="../media/image89.png"/><Relationship Id="rId111" Type="http://schemas.openxmlformats.org/officeDocument/2006/relationships/customXml" Target="../ink/ink103.xml"/><Relationship Id="rId132" Type="http://schemas.openxmlformats.org/officeDocument/2006/relationships/image" Target="../media/image111.png"/><Relationship Id="rId15" Type="http://schemas.openxmlformats.org/officeDocument/2006/relationships/image" Target="../media/image54.png"/><Relationship Id="rId36" Type="http://schemas.openxmlformats.org/officeDocument/2006/relationships/image" Target="../media/image64.png"/><Relationship Id="rId57" Type="http://schemas.openxmlformats.org/officeDocument/2006/relationships/customXml" Target="../ink/ink75.xml"/><Relationship Id="rId106" Type="http://schemas.openxmlformats.org/officeDocument/2006/relationships/image" Target="../media/image98.png"/><Relationship Id="rId127" Type="http://schemas.openxmlformats.org/officeDocument/2006/relationships/customXml" Target="../ink/ink111.xml"/><Relationship Id="rId10" Type="http://schemas.openxmlformats.org/officeDocument/2006/relationships/customXml" Target="../ink/ink51.xml"/><Relationship Id="rId31" Type="http://schemas.openxmlformats.org/officeDocument/2006/relationships/customXml" Target="../ink/ink62.xml"/><Relationship Id="rId52" Type="http://schemas.openxmlformats.org/officeDocument/2006/relationships/image" Target="../media/image72.png"/><Relationship Id="rId73" Type="http://schemas.openxmlformats.org/officeDocument/2006/relationships/image" Target="../media/image82.png"/><Relationship Id="rId78" Type="http://schemas.openxmlformats.org/officeDocument/2006/relationships/image" Target="../media/image84.png"/><Relationship Id="rId94" Type="http://schemas.openxmlformats.org/officeDocument/2006/relationships/image" Target="../media/image92.png"/><Relationship Id="rId99" Type="http://schemas.openxmlformats.org/officeDocument/2006/relationships/customXml" Target="../ink/ink97.xml"/><Relationship Id="rId101" Type="http://schemas.openxmlformats.org/officeDocument/2006/relationships/customXml" Target="../ink/ink98.xml"/><Relationship Id="rId122" Type="http://schemas.openxmlformats.org/officeDocument/2006/relationships/image" Target="../media/image106.png"/><Relationship Id="rId143" Type="http://schemas.openxmlformats.org/officeDocument/2006/relationships/customXml" Target="../ink/ink119.xml"/><Relationship Id="rId4" Type="http://schemas.openxmlformats.org/officeDocument/2006/relationships/customXml" Target="../ink/ink48.xml"/><Relationship Id="rId9" Type="http://schemas.openxmlformats.org/officeDocument/2006/relationships/image" Target="../media/image51.png"/><Relationship Id="rId26" Type="http://schemas.openxmlformats.org/officeDocument/2006/relationships/customXml" Target="../ink/ink59.xml"/><Relationship Id="rId47" Type="http://schemas.openxmlformats.org/officeDocument/2006/relationships/customXml" Target="../ink/ink70.xml"/><Relationship Id="rId68" Type="http://schemas.openxmlformats.org/officeDocument/2006/relationships/image" Target="../media/image80.png"/><Relationship Id="rId89" Type="http://schemas.openxmlformats.org/officeDocument/2006/relationships/customXml" Target="../ink/ink92.xml"/><Relationship Id="rId112" Type="http://schemas.openxmlformats.org/officeDocument/2006/relationships/image" Target="../media/image101.png"/><Relationship Id="rId133" Type="http://schemas.openxmlformats.org/officeDocument/2006/relationships/customXml" Target="../ink/ink114.xml"/><Relationship Id="rId16" Type="http://schemas.openxmlformats.org/officeDocument/2006/relationships/customXml" Target="../ink/ink54.xml"/><Relationship Id="rId37" Type="http://schemas.openxmlformats.org/officeDocument/2006/relationships/customXml" Target="../ink/ink65.xml"/><Relationship Id="rId58" Type="http://schemas.openxmlformats.org/officeDocument/2006/relationships/image" Target="../media/image75.png"/><Relationship Id="rId79" Type="http://schemas.openxmlformats.org/officeDocument/2006/relationships/customXml" Target="../ink/ink87.xml"/><Relationship Id="rId102" Type="http://schemas.openxmlformats.org/officeDocument/2006/relationships/image" Target="../media/image96.png"/><Relationship Id="rId123" Type="http://schemas.openxmlformats.org/officeDocument/2006/relationships/customXml" Target="../ink/ink109.xml"/><Relationship Id="rId144" Type="http://schemas.openxmlformats.org/officeDocument/2006/relationships/image" Target="../media/image1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7114" y="2498407"/>
            <a:ext cx="29889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latin typeface="Times New Roman"/>
                <a:cs typeface="Times New Roman"/>
              </a:rPr>
              <a:t>MVC</a:t>
            </a:r>
            <a:r>
              <a:rPr sz="4400" spc="-80" dirty="0">
                <a:latin typeface="Times New Roman"/>
                <a:cs typeface="Times New Roman"/>
              </a:rPr>
              <a:t> </a:t>
            </a:r>
            <a:r>
              <a:rPr sz="4400" spc="-5" dirty="0">
                <a:latin typeface="Times New Roman"/>
                <a:cs typeface="Times New Roman"/>
              </a:rPr>
              <a:t>pattern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9484" y="3905503"/>
            <a:ext cx="31654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Juan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Luis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Gorricho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12" y="2205037"/>
            <a:ext cx="6983412" cy="41280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8590" y="490219"/>
            <a:ext cx="716660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Web</a:t>
            </a:r>
            <a:r>
              <a:rPr spc="-10" dirty="0"/>
              <a:t> </a:t>
            </a:r>
            <a:r>
              <a:rPr spc="-5" dirty="0"/>
              <a:t>applications</a:t>
            </a:r>
            <a:r>
              <a:rPr spc="-15" dirty="0"/>
              <a:t> </a:t>
            </a:r>
            <a:r>
              <a:rPr spc="-5" dirty="0"/>
              <a:t>design pattern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2FD23C7-3E00-C1E0-2E8B-1679111C2B11}"/>
                  </a:ext>
                </a:extLst>
              </p14:cNvPr>
              <p14:cNvContentPartPr/>
              <p14:nvPr/>
            </p14:nvContentPartPr>
            <p14:xfrm>
              <a:off x="799107" y="1962440"/>
              <a:ext cx="126360" cy="43081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2FD23C7-3E00-C1E0-2E8B-1679111C2B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107" y="1854800"/>
                <a:ext cx="234000" cy="452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30837" y="5367332"/>
            <a:ext cx="1306830" cy="802005"/>
            <a:chOff x="5430837" y="5367332"/>
            <a:chExt cx="1306830" cy="802005"/>
          </a:xfrm>
        </p:grpSpPr>
        <p:sp>
          <p:nvSpPr>
            <p:cNvPr id="3" name="object 3"/>
            <p:cNvSpPr/>
            <p:nvPr/>
          </p:nvSpPr>
          <p:spPr>
            <a:xfrm>
              <a:off x="5435600" y="5372094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648500" y="0"/>
                  </a:moveTo>
                  <a:lnTo>
                    <a:pt x="589472" y="1618"/>
                  </a:lnTo>
                  <a:lnTo>
                    <a:pt x="531929" y="6381"/>
                  </a:lnTo>
                  <a:lnTo>
                    <a:pt x="476100" y="14149"/>
                  </a:lnTo>
                  <a:lnTo>
                    <a:pt x="422213" y="24781"/>
                  </a:lnTo>
                  <a:lnTo>
                    <a:pt x="370499" y="38137"/>
                  </a:lnTo>
                  <a:lnTo>
                    <a:pt x="321185" y="54079"/>
                  </a:lnTo>
                  <a:lnTo>
                    <a:pt x="274501" y="72465"/>
                  </a:lnTo>
                  <a:lnTo>
                    <a:pt x="230676" y="93157"/>
                  </a:lnTo>
                  <a:lnTo>
                    <a:pt x="189938" y="116014"/>
                  </a:lnTo>
                  <a:lnTo>
                    <a:pt x="152516" y="140896"/>
                  </a:lnTo>
                  <a:lnTo>
                    <a:pt x="118639" y="167664"/>
                  </a:lnTo>
                  <a:lnTo>
                    <a:pt x="88537" y="196178"/>
                  </a:lnTo>
                  <a:lnTo>
                    <a:pt x="62438" y="226297"/>
                  </a:lnTo>
                  <a:lnTo>
                    <a:pt x="40570" y="257883"/>
                  </a:lnTo>
                  <a:lnTo>
                    <a:pt x="10447" y="324892"/>
                  </a:lnTo>
                  <a:lnTo>
                    <a:pt x="0" y="396087"/>
                  </a:lnTo>
                  <a:lnTo>
                    <a:pt x="2650" y="432138"/>
                  </a:lnTo>
                  <a:lnTo>
                    <a:pt x="23164" y="501380"/>
                  </a:lnTo>
                  <a:lnTo>
                    <a:pt x="62438" y="565877"/>
                  </a:lnTo>
                  <a:lnTo>
                    <a:pt x="88537" y="595996"/>
                  </a:lnTo>
                  <a:lnTo>
                    <a:pt x="118639" y="624510"/>
                  </a:lnTo>
                  <a:lnTo>
                    <a:pt x="152516" y="651278"/>
                  </a:lnTo>
                  <a:lnTo>
                    <a:pt x="189938" y="676160"/>
                  </a:lnTo>
                  <a:lnTo>
                    <a:pt x="230676" y="699017"/>
                  </a:lnTo>
                  <a:lnTo>
                    <a:pt x="274501" y="719709"/>
                  </a:lnTo>
                  <a:lnTo>
                    <a:pt x="321185" y="738095"/>
                  </a:lnTo>
                  <a:lnTo>
                    <a:pt x="370499" y="754037"/>
                  </a:lnTo>
                  <a:lnTo>
                    <a:pt x="422213" y="767393"/>
                  </a:lnTo>
                  <a:lnTo>
                    <a:pt x="476100" y="778025"/>
                  </a:lnTo>
                  <a:lnTo>
                    <a:pt x="531929" y="785793"/>
                  </a:lnTo>
                  <a:lnTo>
                    <a:pt x="589472" y="790556"/>
                  </a:lnTo>
                  <a:lnTo>
                    <a:pt x="648500" y="792175"/>
                  </a:lnTo>
                  <a:lnTo>
                    <a:pt x="707526" y="790556"/>
                  </a:lnTo>
                  <a:lnTo>
                    <a:pt x="765067" y="785793"/>
                  </a:lnTo>
                  <a:lnTo>
                    <a:pt x="820894" y="778025"/>
                  </a:lnTo>
                  <a:lnTo>
                    <a:pt x="874779" y="767393"/>
                  </a:lnTo>
                  <a:lnTo>
                    <a:pt x="926492" y="754037"/>
                  </a:lnTo>
                  <a:lnTo>
                    <a:pt x="975805" y="738095"/>
                  </a:lnTo>
                  <a:lnTo>
                    <a:pt x="1022488" y="719709"/>
                  </a:lnTo>
                  <a:lnTo>
                    <a:pt x="1066313" y="699017"/>
                  </a:lnTo>
                  <a:lnTo>
                    <a:pt x="1107051" y="676160"/>
                  </a:lnTo>
                  <a:lnTo>
                    <a:pt x="1144472" y="651278"/>
                  </a:lnTo>
                  <a:lnTo>
                    <a:pt x="1178348" y="624510"/>
                  </a:lnTo>
                  <a:lnTo>
                    <a:pt x="1208450" y="595996"/>
                  </a:lnTo>
                  <a:lnTo>
                    <a:pt x="1234549" y="565877"/>
                  </a:lnTo>
                  <a:lnTo>
                    <a:pt x="1256416" y="534292"/>
                  </a:lnTo>
                  <a:lnTo>
                    <a:pt x="1286539" y="467282"/>
                  </a:lnTo>
                  <a:lnTo>
                    <a:pt x="1296987" y="396087"/>
                  </a:lnTo>
                  <a:lnTo>
                    <a:pt x="1294337" y="360036"/>
                  </a:lnTo>
                  <a:lnTo>
                    <a:pt x="1273823" y="290794"/>
                  </a:lnTo>
                  <a:lnTo>
                    <a:pt x="1234549" y="226297"/>
                  </a:lnTo>
                  <a:lnTo>
                    <a:pt x="1208450" y="196178"/>
                  </a:lnTo>
                  <a:lnTo>
                    <a:pt x="1178348" y="167664"/>
                  </a:lnTo>
                  <a:lnTo>
                    <a:pt x="1144472" y="140896"/>
                  </a:lnTo>
                  <a:lnTo>
                    <a:pt x="1107051" y="116014"/>
                  </a:lnTo>
                  <a:lnTo>
                    <a:pt x="1066313" y="93157"/>
                  </a:lnTo>
                  <a:lnTo>
                    <a:pt x="1022488" y="72465"/>
                  </a:lnTo>
                  <a:lnTo>
                    <a:pt x="975805" y="54079"/>
                  </a:lnTo>
                  <a:lnTo>
                    <a:pt x="926492" y="38137"/>
                  </a:lnTo>
                  <a:lnTo>
                    <a:pt x="874779" y="24781"/>
                  </a:lnTo>
                  <a:lnTo>
                    <a:pt x="820894" y="14149"/>
                  </a:lnTo>
                  <a:lnTo>
                    <a:pt x="765067" y="6381"/>
                  </a:lnTo>
                  <a:lnTo>
                    <a:pt x="707526" y="1618"/>
                  </a:lnTo>
                  <a:lnTo>
                    <a:pt x="648500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35600" y="5372094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0" y="396087"/>
                  </a:moveTo>
                  <a:lnTo>
                    <a:pt x="10447" y="324892"/>
                  </a:lnTo>
                  <a:lnTo>
                    <a:pt x="40570" y="257883"/>
                  </a:lnTo>
                  <a:lnTo>
                    <a:pt x="62438" y="226297"/>
                  </a:lnTo>
                  <a:lnTo>
                    <a:pt x="88537" y="196178"/>
                  </a:lnTo>
                  <a:lnTo>
                    <a:pt x="118639" y="167664"/>
                  </a:lnTo>
                  <a:lnTo>
                    <a:pt x="152516" y="140896"/>
                  </a:lnTo>
                  <a:lnTo>
                    <a:pt x="189938" y="116014"/>
                  </a:lnTo>
                  <a:lnTo>
                    <a:pt x="230676" y="93157"/>
                  </a:lnTo>
                  <a:lnTo>
                    <a:pt x="274501" y="72465"/>
                  </a:lnTo>
                  <a:lnTo>
                    <a:pt x="321185" y="54079"/>
                  </a:lnTo>
                  <a:lnTo>
                    <a:pt x="370499" y="38137"/>
                  </a:lnTo>
                  <a:lnTo>
                    <a:pt x="422213" y="24781"/>
                  </a:lnTo>
                  <a:lnTo>
                    <a:pt x="476100" y="14149"/>
                  </a:lnTo>
                  <a:lnTo>
                    <a:pt x="531929" y="6381"/>
                  </a:lnTo>
                  <a:lnTo>
                    <a:pt x="589472" y="1618"/>
                  </a:lnTo>
                  <a:lnTo>
                    <a:pt x="648500" y="0"/>
                  </a:lnTo>
                  <a:lnTo>
                    <a:pt x="707526" y="1618"/>
                  </a:lnTo>
                  <a:lnTo>
                    <a:pt x="765067" y="6381"/>
                  </a:lnTo>
                  <a:lnTo>
                    <a:pt x="820894" y="14149"/>
                  </a:lnTo>
                  <a:lnTo>
                    <a:pt x="874779" y="24781"/>
                  </a:lnTo>
                  <a:lnTo>
                    <a:pt x="926492" y="38137"/>
                  </a:lnTo>
                  <a:lnTo>
                    <a:pt x="975805" y="54079"/>
                  </a:lnTo>
                  <a:lnTo>
                    <a:pt x="1022488" y="72465"/>
                  </a:lnTo>
                  <a:lnTo>
                    <a:pt x="1066313" y="93157"/>
                  </a:lnTo>
                  <a:lnTo>
                    <a:pt x="1107051" y="116014"/>
                  </a:lnTo>
                  <a:lnTo>
                    <a:pt x="1144472" y="140896"/>
                  </a:lnTo>
                  <a:lnTo>
                    <a:pt x="1178348" y="167664"/>
                  </a:lnTo>
                  <a:lnTo>
                    <a:pt x="1208450" y="196178"/>
                  </a:lnTo>
                  <a:lnTo>
                    <a:pt x="1234549" y="226297"/>
                  </a:lnTo>
                  <a:lnTo>
                    <a:pt x="1256416" y="257883"/>
                  </a:lnTo>
                  <a:lnTo>
                    <a:pt x="1286539" y="324892"/>
                  </a:lnTo>
                  <a:lnTo>
                    <a:pt x="1296987" y="396087"/>
                  </a:lnTo>
                  <a:lnTo>
                    <a:pt x="1294337" y="432138"/>
                  </a:lnTo>
                  <a:lnTo>
                    <a:pt x="1273823" y="501380"/>
                  </a:lnTo>
                  <a:lnTo>
                    <a:pt x="1234549" y="565877"/>
                  </a:lnTo>
                  <a:lnTo>
                    <a:pt x="1208450" y="595996"/>
                  </a:lnTo>
                  <a:lnTo>
                    <a:pt x="1178348" y="624510"/>
                  </a:lnTo>
                  <a:lnTo>
                    <a:pt x="1144472" y="651278"/>
                  </a:lnTo>
                  <a:lnTo>
                    <a:pt x="1107051" y="676160"/>
                  </a:lnTo>
                  <a:lnTo>
                    <a:pt x="1066313" y="699017"/>
                  </a:lnTo>
                  <a:lnTo>
                    <a:pt x="1022488" y="719709"/>
                  </a:lnTo>
                  <a:lnTo>
                    <a:pt x="975805" y="738095"/>
                  </a:lnTo>
                  <a:lnTo>
                    <a:pt x="926492" y="754037"/>
                  </a:lnTo>
                  <a:lnTo>
                    <a:pt x="874779" y="767393"/>
                  </a:lnTo>
                  <a:lnTo>
                    <a:pt x="820894" y="778025"/>
                  </a:lnTo>
                  <a:lnTo>
                    <a:pt x="765067" y="785793"/>
                  </a:lnTo>
                  <a:lnTo>
                    <a:pt x="707526" y="790556"/>
                  </a:lnTo>
                  <a:lnTo>
                    <a:pt x="648500" y="792175"/>
                  </a:lnTo>
                  <a:lnTo>
                    <a:pt x="589472" y="790556"/>
                  </a:lnTo>
                  <a:lnTo>
                    <a:pt x="531929" y="785793"/>
                  </a:lnTo>
                  <a:lnTo>
                    <a:pt x="476100" y="778025"/>
                  </a:lnTo>
                  <a:lnTo>
                    <a:pt x="422213" y="767393"/>
                  </a:lnTo>
                  <a:lnTo>
                    <a:pt x="370499" y="754037"/>
                  </a:lnTo>
                  <a:lnTo>
                    <a:pt x="321185" y="738095"/>
                  </a:lnTo>
                  <a:lnTo>
                    <a:pt x="274501" y="719709"/>
                  </a:lnTo>
                  <a:lnTo>
                    <a:pt x="230676" y="699017"/>
                  </a:lnTo>
                  <a:lnTo>
                    <a:pt x="189938" y="676160"/>
                  </a:lnTo>
                  <a:lnTo>
                    <a:pt x="152516" y="651278"/>
                  </a:lnTo>
                  <a:lnTo>
                    <a:pt x="118639" y="624510"/>
                  </a:lnTo>
                  <a:lnTo>
                    <a:pt x="88537" y="595996"/>
                  </a:lnTo>
                  <a:lnTo>
                    <a:pt x="62438" y="565877"/>
                  </a:lnTo>
                  <a:lnTo>
                    <a:pt x="40570" y="534292"/>
                  </a:lnTo>
                  <a:lnTo>
                    <a:pt x="10447" y="467282"/>
                  </a:lnTo>
                  <a:lnTo>
                    <a:pt x="0" y="39608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359400" y="4000506"/>
            <a:ext cx="1306830" cy="802005"/>
            <a:chOff x="5359400" y="4000506"/>
            <a:chExt cx="1306830" cy="802005"/>
          </a:xfrm>
        </p:grpSpPr>
        <p:sp>
          <p:nvSpPr>
            <p:cNvPr id="6" name="object 6"/>
            <p:cNvSpPr/>
            <p:nvPr/>
          </p:nvSpPr>
          <p:spPr>
            <a:xfrm>
              <a:off x="5364162" y="4005268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648500" y="0"/>
                  </a:moveTo>
                  <a:lnTo>
                    <a:pt x="589472" y="1618"/>
                  </a:lnTo>
                  <a:lnTo>
                    <a:pt x="531929" y="6381"/>
                  </a:lnTo>
                  <a:lnTo>
                    <a:pt x="476100" y="14148"/>
                  </a:lnTo>
                  <a:lnTo>
                    <a:pt x="422213" y="24779"/>
                  </a:lnTo>
                  <a:lnTo>
                    <a:pt x="370499" y="38135"/>
                  </a:lnTo>
                  <a:lnTo>
                    <a:pt x="321185" y="54076"/>
                  </a:lnTo>
                  <a:lnTo>
                    <a:pt x="274501" y="72461"/>
                  </a:lnTo>
                  <a:lnTo>
                    <a:pt x="230676" y="93152"/>
                  </a:lnTo>
                  <a:lnTo>
                    <a:pt x="189938" y="116008"/>
                  </a:lnTo>
                  <a:lnTo>
                    <a:pt x="152516" y="140889"/>
                  </a:lnTo>
                  <a:lnTo>
                    <a:pt x="118639" y="167656"/>
                  </a:lnTo>
                  <a:lnTo>
                    <a:pt x="88537" y="196168"/>
                  </a:lnTo>
                  <a:lnTo>
                    <a:pt x="62438" y="226287"/>
                  </a:lnTo>
                  <a:lnTo>
                    <a:pt x="40570" y="257872"/>
                  </a:lnTo>
                  <a:lnTo>
                    <a:pt x="10447" y="324880"/>
                  </a:lnTo>
                  <a:lnTo>
                    <a:pt x="0" y="396074"/>
                  </a:lnTo>
                  <a:lnTo>
                    <a:pt x="2650" y="432125"/>
                  </a:lnTo>
                  <a:lnTo>
                    <a:pt x="23164" y="501366"/>
                  </a:lnTo>
                  <a:lnTo>
                    <a:pt x="62438" y="565862"/>
                  </a:lnTo>
                  <a:lnTo>
                    <a:pt x="88537" y="595980"/>
                  </a:lnTo>
                  <a:lnTo>
                    <a:pt x="118639" y="624493"/>
                  </a:lnTo>
                  <a:lnTo>
                    <a:pt x="152516" y="651260"/>
                  </a:lnTo>
                  <a:lnTo>
                    <a:pt x="189938" y="676141"/>
                  </a:lnTo>
                  <a:lnTo>
                    <a:pt x="230676" y="698997"/>
                  </a:lnTo>
                  <a:lnTo>
                    <a:pt x="274501" y="719688"/>
                  </a:lnTo>
                  <a:lnTo>
                    <a:pt x="321185" y="738073"/>
                  </a:lnTo>
                  <a:lnTo>
                    <a:pt x="370499" y="754014"/>
                  </a:lnTo>
                  <a:lnTo>
                    <a:pt x="422213" y="767370"/>
                  </a:lnTo>
                  <a:lnTo>
                    <a:pt x="476100" y="778001"/>
                  </a:lnTo>
                  <a:lnTo>
                    <a:pt x="531929" y="785768"/>
                  </a:lnTo>
                  <a:lnTo>
                    <a:pt x="589472" y="790531"/>
                  </a:lnTo>
                  <a:lnTo>
                    <a:pt x="648500" y="792149"/>
                  </a:lnTo>
                  <a:lnTo>
                    <a:pt x="707526" y="790531"/>
                  </a:lnTo>
                  <a:lnTo>
                    <a:pt x="765067" y="785768"/>
                  </a:lnTo>
                  <a:lnTo>
                    <a:pt x="820894" y="778001"/>
                  </a:lnTo>
                  <a:lnTo>
                    <a:pt x="874779" y="767370"/>
                  </a:lnTo>
                  <a:lnTo>
                    <a:pt x="926492" y="754014"/>
                  </a:lnTo>
                  <a:lnTo>
                    <a:pt x="975805" y="738073"/>
                  </a:lnTo>
                  <a:lnTo>
                    <a:pt x="1022488" y="719688"/>
                  </a:lnTo>
                  <a:lnTo>
                    <a:pt x="1066313" y="698997"/>
                  </a:lnTo>
                  <a:lnTo>
                    <a:pt x="1107051" y="676141"/>
                  </a:lnTo>
                  <a:lnTo>
                    <a:pt x="1144472" y="651260"/>
                  </a:lnTo>
                  <a:lnTo>
                    <a:pt x="1178348" y="624493"/>
                  </a:lnTo>
                  <a:lnTo>
                    <a:pt x="1208450" y="595980"/>
                  </a:lnTo>
                  <a:lnTo>
                    <a:pt x="1234549" y="565862"/>
                  </a:lnTo>
                  <a:lnTo>
                    <a:pt x="1256416" y="534277"/>
                  </a:lnTo>
                  <a:lnTo>
                    <a:pt x="1286539" y="467269"/>
                  </a:lnTo>
                  <a:lnTo>
                    <a:pt x="1296987" y="396074"/>
                  </a:lnTo>
                  <a:lnTo>
                    <a:pt x="1294337" y="360024"/>
                  </a:lnTo>
                  <a:lnTo>
                    <a:pt x="1273823" y="290782"/>
                  </a:lnTo>
                  <a:lnTo>
                    <a:pt x="1234549" y="226287"/>
                  </a:lnTo>
                  <a:lnTo>
                    <a:pt x="1208450" y="196168"/>
                  </a:lnTo>
                  <a:lnTo>
                    <a:pt x="1178348" y="167656"/>
                  </a:lnTo>
                  <a:lnTo>
                    <a:pt x="1144472" y="140889"/>
                  </a:lnTo>
                  <a:lnTo>
                    <a:pt x="1107051" y="116008"/>
                  </a:lnTo>
                  <a:lnTo>
                    <a:pt x="1066313" y="93152"/>
                  </a:lnTo>
                  <a:lnTo>
                    <a:pt x="1022488" y="72461"/>
                  </a:lnTo>
                  <a:lnTo>
                    <a:pt x="975805" y="54076"/>
                  </a:lnTo>
                  <a:lnTo>
                    <a:pt x="926492" y="38135"/>
                  </a:lnTo>
                  <a:lnTo>
                    <a:pt x="874779" y="24779"/>
                  </a:lnTo>
                  <a:lnTo>
                    <a:pt x="820894" y="14148"/>
                  </a:lnTo>
                  <a:lnTo>
                    <a:pt x="765067" y="6381"/>
                  </a:lnTo>
                  <a:lnTo>
                    <a:pt x="707526" y="1618"/>
                  </a:lnTo>
                  <a:lnTo>
                    <a:pt x="6485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64162" y="4005268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0" y="396074"/>
                  </a:moveTo>
                  <a:lnTo>
                    <a:pt x="10447" y="324880"/>
                  </a:lnTo>
                  <a:lnTo>
                    <a:pt x="40570" y="257872"/>
                  </a:lnTo>
                  <a:lnTo>
                    <a:pt x="62438" y="226287"/>
                  </a:lnTo>
                  <a:lnTo>
                    <a:pt x="88537" y="196168"/>
                  </a:lnTo>
                  <a:lnTo>
                    <a:pt x="118639" y="167656"/>
                  </a:lnTo>
                  <a:lnTo>
                    <a:pt x="152516" y="140889"/>
                  </a:lnTo>
                  <a:lnTo>
                    <a:pt x="189938" y="116008"/>
                  </a:lnTo>
                  <a:lnTo>
                    <a:pt x="230676" y="93152"/>
                  </a:lnTo>
                  <a:lnTo>
                    <a:pt x="274501" y="72461"/>
                  </a:lnTo>
                  <a:lnTo>
                    <a:pt x="321185" y="54076"/>
                  </a:lnTo>
                  <a:lnTo>
                    <a:pt x="370499" y="38135"/>
                  </a:lnTo>
                  <a:lnTo>
                    <a:pt x="422213" y="24779"/>
                  </a:lnTo>
                  <a:lnTo>
                    <a:pt x="476100" y="14148"/>
                  </a:lnTo>
                  <a:lnTo>
                    <a:pt x="531929" y="6381"/>
                  </a:lnTo>
                  <a:lnTo>
                    <a:pt x="589472" y="1618"/>
                  </a:lnTo>
                  <a:lnTo>
                    <a:pt x="648500" y="0"/>
                  </a:lnTo>
                  <a:lnTo>
                    <a:pt x="707526" y="1618"/>
                  </a:lnTo>
                  <a:lnTo>
                    <a:pt x="765067" y="6381"/>
                  </a:lnTo>
                  <a:lnTo>
                    <a:pt x="820894" y="14148"/>
                  </a:lnTo>
                  <a:lnTo>
                    <a:pt x="874779" y="24779"/>
                  </a:lnTo>
                  <a:lnTo>
                    <a:pt x="926492" y="38135"/>
                  </a:lnTo>
                  <a:lnTo>
                    <a:pt x="975805" y="54076"/>
                  </a:lnTo>
                  <a:lnTo>
                    <a:pt x="1022488" y="72461"/>
                  </a:lnTo>
                  <a:lnTo>
                    <a:pt x="1066313" y="93152"/>
                  </a:lnTo>
                  <a:lnTo>
                    <a:pt x="1107051" y="116008"/>
                  </a:lnTo>
                  <a:lnTo>
                    <a:pt x="1144472" y="140889"/>
                  </a:lnTo>
                  <a:lnTo>
                    <a:pt x="1178348" y="167656"/>
                  </a:lnTo>
                  <a:lnTo>
                    <a:pt x="1208450" y="196168"/>
                  </a:lnTo>
                  <a:lnTo>
                    <a:pt x="1234549" y="226287"/>
                  </a:lnTo>
                  <a:lnTo>
                    <a:pt x="1256416" y="257872"/>
                  </a:lnTo>
                  <a:lnTo>
                    <a:pt x="1286539" y="324880"/>
                  </a:lnTo>
                  <a:lnTo>
                    <a:pt x="1296987" y="396074"/>
                  </a:lnTo>
                  <a:lnTo>
                    <a:pt x="1294337" y="432125"/>
                  </a:lnTo>
                  <a:lnTo>
                    <a:pt x="1273823" y="501366"/>
                  </a:lnTo>
                  <a:lnTo>
                    <a:pt x="1234549" y="565862"/>
                  </a:lnTo>
                  <a:lnTo>
                    <a:pt x="1208450" y="595980"/>
                  </a:lnTo>
                  <a:lnTo>
                    <a:pt x="1178348" y="624493"/>
                  </a:lnTo>
                  <a:lnTo>
                    <a:pt x="1144472" y="651260"/>
                  </a:lnTo>
                  <a:lnTo>
                    <a:pt x="1107051" y="676141"/>
                  </a:lnTo>
                  <a:lnTo>
                    <a:pt x="1066313" y="698997"/>
                  </a:lnTo>
                  <a:lnTo>
                    <a:pt x="1022488" y="719688"/>
                  </a:lnTo>
                  <a:lnTo>
                    <a:pt x="975805" y="738073"/>
                  </a:lnTo>
                  <a:lnTo>
                    <a:pt x="926492" y="754014"/>
                  </a:lnTo>
                  <a:lnTo>
                    <a:pt x="874779" y="767370"/>
                  </a:lnTo>
                  <a:lnTo>
                    <a:pt x="820894" y="778001"/>
                  </a:lnTo>
                  <a:lnTo>
                    <a:pt x="765067" y="785768"/>
                  </a:lnTo>
                  <a:lnTo>
                    <a:pt x="707526" y="790531"/>
                  </a:lnTo>
                  <a:lnTo>
                    <a:pt x="648500" y="792149"/>
                  </a:lnTo>
                  <a:lnTo>
                    <a:pt x="589472" y="790531"/>
                  </a:lnTo>
                  <a:lnTo>
                    <a:pt x="531929" y="785768"/>
                  </a:lnTo>
                  <a:lnTo>
                    <a:pt x="476100" y="778001"/>
                  </a:lnTo>
                  <a:lnTo>
                    <a:pt x="422213" y="767370"/>
                  </a:lnTo>
                  <a:lnTo>
                    <a:pt x="370499" y="754014"/>
                  </a:lnTo>
                  <a:lnTo>
                    <a:pt x="321185" y="738073"/>
                  </a:lnTo>
                  <a:lnTo>
                    <a:pt x="274501" y="719688"/>
                  </a:lnTo>
                  <a:lnTo>
                    <a:pt x="230676" y="698997"/>
                  </a:lnTo>
                  <a:lnTo>
                    <a:pt x="189938" y="676141"/>
                  </a:lnTo>
                  <a:lnTo>
                    <a:pt x="152516" y="651260"/>
                  </a:lnTo>
                  <a:lnTo>
                    <a:pt x="118639" y="624493"/>
                  </a:lnTo>
                  <a:lnTo>
                    <a:pt x="88537" y="595980"/>
                  </a:lnTo>
                  <a:lnTo>
                    <a:pt x="62438" y="565862"/>
                  </a:lnTo>
                  <a:lnTo>
                    <a:pt x="40570" y="534277"/>
                  </a:lnTo>
                  <a:lnTo>
                    <a:pt x="10447" y="467269"/>
                  </a:lnTo>
                  <a:lnTo>
                    <a:pt x="0" y="39607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441576" y="1951037"/>
            <a:ext cx="1979930" cy="3438525"/>
            <a:chOff x="2441576" y="1951037"/>
            <a:chExt cx="1979930" cy="3438525"/>
          </a:xfrm>
        </p:grpSpPr>
        <p:sp>
          <p:nvSpPr>
            <p:cNvPr id="9" name="object 9"/>
            <p:cNvSpPr/>
            <p:nvPr/>
          </p:nvSpPr>
          <p:spPr>
            <a:xfrm>
              <a:off x="3119437" y="2476494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648500" y="0"/>
                  </a:moveTo>
                  <a:lnTo>
                    <a:pt x="589472" y="1618"/>
                  </a:lnTo>
                  <a:lnTo>
                    <a:pt x="531929" y="6381"/>
                  </a:lnTo>
                  <a:lnTo>
                    <a:pt x="476100" y="14149"/>
                  </a:lnTo>
                  <a:lnTo>
                    <a:pt x="422213" y="24781"/>
                  </a:lnTo>
                  <a:lnTo>
                    <a:pt x="370499" y="38137"/>
                  </a:lnTo>
                  <a:lnTo>
                    <a:pt x="321185" y="54079"/>
                  </a:lnTo>
                  <a:lnTo>
                    <a:pt x="274501" y="72465"/>
                  </a:lnTo>
                  <a:lnTo>
                    <a:pt x="230676" y="93157"/>
                  </a:lnTo>
                  <a:lnTo>
                    <a:pt x="189938" y="116014"/>
                  </a:lnTo>
                  <a:lnTo>
                    <a:pt x="152516" y="140896"/>
                  </a:lnTo>
                  <a:lnTo>
                    <a:pt x="118639" y="167664"/>
                  </a:lnTo>
                  <a:lnTo>
                    <a:pt x="88537" y="196178"/>
                  </a:lnTo>
                  <a:lnTo>
                    <a:pt x="62438" y="226297"/>
                  </a:lnTo>
                  <a:lnTo>
                    <a:pt x="40570" y="257883"/>
                  </a:lnTo>
                  <a:lnTo>
                    <a:pt x="10447" y="324892"/>
                  </a:lnTo>
                  <a:lnTo>
                    <a:pt x="0" y="396087"/>
                  </a:lnTo>
                  <a:lnTo>
                    <a:pt x="2650" y="432138"/>
                  </a:lnTo>
                  <a:lnTo>
                    <a:pt x="23164" y="501380"/>
                  </a:lnTo>
                  <a:lnTo>
                    <a:pt x="62438" y="565877"/>
                  </a:lnTo>
                  <a:lnTo>
                    <a:pt x="88537" y="595996"/>
                  </a:lnTo>
                  <a:lnTo>
                    <a:pt x="118639" y="624510"/>
                  </a:lnTo>
                  <a:lnTo>
                    <a:pt x="152516" y="651278"/>
                  </a:lnTo>
                  <a:lnTo>
                    <a:pt x="189938" y="676160"/>
                  </a:lnTo>
                  <a:lnTo>
                    <a:pt x="230676" y="699017"/>
                  </a:lnTo>
                  <a:lnTo>
                    <a:pt x="274501" y="719709"/>
                  </a:lnTo>
                  <a:lnTo>
                    <a:pt x="321185" y="738095"/>
                  </a:lnTo>
                  <a:lnTo>
                    <a:pt x="370499" y="754037"/>
                  </a:lnTo>
                  <a:lnTo>
                    <a:pt x="422213" y="767393"/>
                  </a:lnTo>
                  <a:lnTo>
                    <a:pt x="476100" y="778025"/>
                  </a:lnTo>
                  <a:lnTo>
                    <a:pt x="531929" y="785793"/>
                  </a:lnTo>
                  <a:lnTo>
                    <a:pt x="589472" y="790556"/>
                  </a:lnTo>
                  <a:lnTo>
                    <a:pt x="648500" y="792175"/>
                  </a:lnTo>
                  <a:lnTo>
                    <a:pt x="707526" y="790556"/>
                  </a:lnTo>
                  <a:lnTo>
                    <a:pt x="765067" y="785793"/>
                  </a:lnTo>
                  <a:lnTo>
                    <a:pt x="820894" y="778025"/>
                  </a:lnTo>
                  <a:lnTo>
                    <a:pt x="874779" y="767393"/>
                  </a:lnTo>
                  <a:lnTo>
                    <a:pt x="926492" y="754037"/>
                  </a:lnTo>
                  <a:lnTo>
                    <a:pt x="975805" y="738095"/>
                  </a:lnTo>
                  <a:lnTo>
                    <a:pt x="1022488" y="719709"/>
                  </a:lnTo>
                  <a:lnTo>
                    <a:pt x="1066313" y="699017"/>
                  </a:lnTo>
                  <a:lnTo>
                    <a:pt x="1107051" y="676160"/>
                  </a:lnTo>
                  <a:lnTo>
                    <a:pt x="1144472" y="651278"/>
                  </a:lnTo>
                  <a:lnTo>
                    <a:pt x="1178348" y="624510"/>
                  </a:lnTo>
                  <a:lnTo>
                    <a:pt x="1208450" y="595996"/>
                  </a:lnTo>
                  <a:lnTo>
                    <a:pt x="1234549" y="565877"/>
                  </a:lnTo>
                  <a:lnTo>
                    <a:pt x="1256416" y="534292"/>
                  </a:lnTo>
                  <a:lnTo>
                    <a:pt x="1286539" y="467282"/>
                  </a:lnTo>
                  <a:lnTo>
                    <a:pt x="1296987" y="396087"/>
                  </a:lnTo>
                  <a:lnTo>
                    <a:pt x="1294337" y="360036"/>
                  </a:lnTo>
                  <a:lnTo>
                    <a:pt x="1273823" y="290794"/>
                  </a:lnTo>
                  <a:lnTo>
                    <a:pt x="1234549" y="226297"/>
                  </a:lnTo>
                  <a:lnTo>
                    <a:pt x="1208450" y="196178"/>
                  </a:lnTo>
                  <a:lnTo>
                    <a:pt x="1178348" y="167664"/>
                  </a:lnTo>
                  <a:lnTo>
                    <a:pt x="1144472" y="140896"/>
                  </a:lnTo>
                  <a:lnTo>
                    <a:pt x="1107051" y="116014"/>
                  </a:lnTo>
                  <a:lnTo>
                    <a:pt x="1066313" y="93157"/>
                  </a:lnTo>
                  <a:lnTo>
                    <a:pt x="1022488" y="72465"/>
                  </a:lnTo>
                  <a:lnTo>
                    <a:pt x="975805" y="54079"/>
                  </a:lnTo>
                  <a:lnTo>
                    <a:pt x="926492" y="38137"/>
                  </a:lnTo>
                  <a:lnTo>
                    <a:pt x="874779" y="24781"/>
                  </a:lnTo>
                  <a:lnTo>
                    <a:pt x="820894" y="14149"/>
                  </a:lnTo>
                  <a:lnTo>
                    <a:pt x="765067" y="6381"/>
                  </a:lnTo>
                  <a:lnTo>
                    <a:pt x="707526" y="1618"/>
                  </a:lnTo>
                  <a:lnTo>
                    <a:pt x="64850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19437" y="2476494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0" y="396087"/>
                  </a:moveTo>
                  <a:lnTo>
                    <a:pt x="10447" y="324892"/>
                  </a:lnTo>
                  <a:lnTo>
                    <a:pt x="40570" y="257883"/>
                  </a:lnTo>
                  <a:lnTo>
                    <a:pt x="62438" y="226297"/>
                  </a:lnTo>
                  <a:lnTo>
                    <a:pt x="88537" y="196178"/>
                  </a:lnTo>
                  <a:lnTo>
                    <a:pt x="118639" y="167664"/>
                  </a:lnTo>
                  <a:lnTo>
                    <a:pt x="152516" y="140896"/>
                  </a:lnTo>
                  <a:lnTo>
                    <a:pt x="189938" y="116014"/>
                  </a:lnTo>
                  <a:lnTo>
                    <a:pt x="230676" y="93157"/>
                  </a:lnTo>
                  <a:lnTo>
                    <a:pt x="274501" y="72465"/>
                  </a:lnTo>
                  <a:lnTo>
                    <a:pt x="321185" y="54079"/>
                  </a:lnTo>
                  <a:lnTo>
                    <a:pt x="370499" y="38137"/>
                  </a:lnTo>
                  <a:lnTo>
                    <a:pt x="422213" y="24781"/>
                  </a:lnTo>
                  <a:lnTo>
                    <a:pt x="476100" y="14149"/>
                  </a:lnTo>
                  <a:lnTo>
                    <a:pt x="531929" y="6381"/>
                  </a:lnTo>
                  <a:lnTo>
                    <a:pt x="589472" y="1618"/>
                  </a:lnTo>
                  <a:lnTo>
                    <a:pt x="648500" y="0"/>
                  </a:lnTo>
                  <a:lnTo>
                    <a:pt x="707526" y="1618"/>
                  </a:lnTo>
                  <a:lnTo>
                    <a:pt x="765067" y="6381"/>
                  </a:lnTo>
                  <a:lnTo>
                    <a:pt x="820894" y="14149"/>
                  </a:lnTo>
                  <a:lnTo>
                    <a:pt x="874779" y="24781"/>
                  </a:lnTo>
                  <a:lnTo>
                    <a:pt x="926492" y="38137"/>
                  </a:lnTo>
                  <a:lnTo>
                    <a:pt x="975805" y="54079"/>
                  </a:lnTo>
                  <a:lnTo>
                    <a:pt x="1022488" y="72465"/>
                  </a:lnTo>
                  <a:lnTo>
                    <a:pt x="1066313" y="93157"/>
                  </a:lnTo>
                  <a:lnTo>
                    <a:pt x="1107051" y="116014"/>
                  </a:lnTo>
                  <a:lnTo>
                    <a:pt x="1144472" y="140896"/>
                  </a:lnTo>
                  <a:lnTo>
                    <a:pt x="1178348" y="167664"/>
                  </a:lnTo>
                  <a:lnTo>
                    <a:pt x="1208450" y="196178"/>
                  </a:lnTo>
                  <a:lnTo>
                    <a:pt x="1234549" y="226297"/>
                  </a:lnTo>
                  <a:lnTo>
                    <a:pt x="1256416" y="257883"/>
                  </a:lnTo>
                  <a:lnTo>
                    <a:pt x="1286539" y="324892"/>
                  </a:lnTo>
                  <a:lnTo>
                    <a:pt x="1296987" y="396087"/>
                  </a:lnTo>
                  <a:lnTo>
                    <a:pt x="1294337" y="432138"/>
                  </a:lnTo>
                  <a:lnTo>
                    <a:pt x="1273823" y="501380"/>
                  </a:lnTo>
                  <a:lnTo>
                    <a:pt x="1234549" y="565877"/>
                  </a:lnTo>
                  <a:lnTo>
                    <a:pt x="1208450" y="595996"/>
                  </a:lnTo>
                  <a:lnTo>
                    <a:pt x="1178348" y="624510"/>
                  </a:lnTo>
                  <a:lnTo>
                    <a:pt x="1144472" y="651278"/>
                  </a:lnTo>
                  <a:lnTo>
                    <a:pt x="1107051" y="676160"/>
                  </a:lnTo>
                  <a:lnTo>
                    <a:pt x="1066313" y="699017"/>
                  </a:lnTo>
                  <a:lnTo>
                    <a:pt x="1022488" y="719709"/>
                  </a:lnTo>
                  <a:lnTo>
                    <a:pt x="975805" y="738095"/>
                  </a:lnTo>
                  <a:lnTo>
                    <a:pt x="926492" y="754037"/>
                  </a:lnTo>
                  <a:lnTo>
                    <a:pt x="874779" y="767393"/>
                  </a:lnTo>
                  <a:lnTo>
                    <a:pt x="820894" y="778025"/>
                  </a:lnTo>
                  <a:lnTo>
                    <a:pt x="765067" y="785793"/>
                  </a:lnTo>
                  <a:lnTo>
                    <a:pt x="707526" y="790556"/>
                  </a:lnTo>
                  <a:lnTo>
                    <a:pt x="648500" y="792175"/>
                  </a:lnTo>
                  <a:lnTo>
                    <a:pt x="589472" y="790556"/>
                  </a:lnTo>
                  <a:lnTo>
                    <a:pt x="531929" y="785793"/>
                  </a:lnTo>
                  <a:lnTo>
                    <a:pt x="476100" y="778025"/>
                  </a:lnTo>
                  <a:lnTo>
                    <a:pt x="422213" y="767393"/>
                  </a:lnTo>
                  <a:lnTo>
                    <a:pt x="370499" y="754037"/>
                  </a:lnTo>
                  <a:lnTo>
                    <a:pt x="321185" y="738095"/>
                  </a:lnTo>
                  <a:lnTo>
                    <a:pt x="274501" y="719709"/>
                  </a:lnTo>
                  <a:lnTo>
                    <a:pt x="230676" y="699017"/>
                  </a:lnTo>
                  <a:lnTo>
                    <a:pt x="189938" y="676160"/>
                  </a:lnTo>
                  <a:lnTo>
                    <a:pt x="152516" y="651278"/>
                  </a:lnTo>
                  <a:lnTo>
                    <a:pt x="118639" y="624510"/>
                  </a:lnTo>
                  <a:lnTo>
                    <a:pt x="88537" y="595996"/>
                  </a:lnTo>
                  <a:lnTo>
                    <a:pt x="62438" y="565877"/>
                  </a:lnTo>
                  <a:lnTo>
                    <a:pt x="40570" y="534292"/>
                  </a:lnTo>
                  <a:lnTo>
                    <a:pt x="10447" y="467282"/>
                  </a:lnTo>
                  <a:lnTo>
                    <a:pt x="0" y="39608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74937" y="1955800"/>
              <a:ext cx="0" cy="3429000"/>
            </a:xfrm>
            <a:custGeom>
              <a:avLst/>
              <a:gdLst/>
              <a:ahLst/>
              <a:cxnLst/>
              <a:rect l="l" t="t" r="r" b="b"/>
              <a:pathLst>
                <a:path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46337" y="241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46338" y="241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067367" y="850582"/>
            <a:ext cx="35147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Service</a:t>
            </a:r>
            <a:r>
              <a:rPr spc="-80" dirty="0"/>
              <a:t> </a:t>
            </a:r>
            <a:r>
              <a:rPr spc="-5" dirty="0"/>
              <a:t>schema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2337" y="2641600"/>
            <a:ext cx="1295400" cy="615950"/>
          </a:xfrm>
          <a:prstGeom prst="rect">
            <a:avLst/>
          </a:prstGeom>
          <a:solidFill>
            <a:srgbClr val="00D300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0">
              <a:lnSpc>
                <a:spcPts val="1400"/>
              </a:lnSpc>
            </a:pPr>
            <a:r>
              <a:rPr sz="1600" spc="-5" dirty="0">
                <a:latin typeface="Arial MT"/>
                <a:cs typeface="Arial MT"/>
              </a:rPr>
              <a:t>HTML</a:t>
            </a:r>
            <a:endParaRPr sz="1600">
              <a:latin typeface="Arial MT"/>
              <a:cs typeface="Arial MT"/>
            </a:endParaRPr>
          </a:p>
          <a:p>
            <a:pPr marL="421640" marR="301625" indent="-113664">
              <a:lnSpc>
                <a:spcPct val="70000"/>
              </a:lnSpc>
              <a:spcBef>
                <a:spcPts val="285"/>
              </a:spcBef>
            </a:pPr>
            <a:r>
              <a:rPr sz="1600" dirty="0">
                <a:latin typeface="Arial MT"/>
                <a:cs typeface="Arial MT"/>
              </a:rPr>
              <a:t>r</a:t>
            </a:r>
            <a:r>
              <a:rPr sz="1600" spc="-5" dirty="0">
                <a:latin typeface="Arial MT"/>
                <a:cs typeface="Arial MT"/>
              </a:rPr>
              <a:t>eque</a:t>
            </a:r>
            <a:r>
              <a:rPr sz="1600" dirty="0">
                <a:latin typeface="Arial MT"/>
                <a:cs typeface="Arial MT"/>
              </a:rPr>
              <a:t>st  </a:t>
            </a:r>
            <a:r>
              <a:rPr sz="1600" spc="-5" dirty="0">
                <a:latin typeface="Arial MT"/>
                <a:cs typeface="Arial MT"/>
              </a:rPr>
              <a:t>page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6514" y="2471616"/>
            <a:ext cx="904875" cy="657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525" marR="5080" indent="-124460">
              <a:lnSpc>
                <a:spcPct val="1297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C</a:t>
            </a:r>
            <a:r>
              <a:rPr sz="1600" spc="-5" dirty="0">
                <a:latin typeface="Arial MT"/>
                <a:cs typeface="Arial MT"/>
              </a:rPr>
              <a:t>ont</a:t>
            </a:r>
            <a:r>
              <a:rPr sz="1600" dirty="0">
                <a:latin typeface="Arial MT"/>
                <a:cs typeface="Arial MT"/>
              </a:rPr>
              <a:t>r</a:t>
            </a:r>
            <a:r>
              <a:rPr sz="1600" spc="-5" dirty="0">
                <a:latin typeface="Arial MT"/>
                <a:cs typeface="Arial MT"/>
              </a:rPr>
              <a:t>oller  Servlet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8637" y="4113402"/>
            <a:ext cx="746125" cy="5740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27940">
              <a:lnSpc>
                <a:spcPts val="1920"/>
              </a:lnSpc>
              <a:spcBef>
                <a:spcPts val="560"/>
              </a:spcBef>
            </a:pPr>
            <a:r>
              <a:rPr sz="2000" spc="-5" dirty="0">
                <a:latin typeface="Times New Roman"/>
                <a:cs typeface="Times New Roman"/>
              </a:rPr>
              <a:t>Model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objects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9713" y="5494718"/>
            <a:ext cx="826135" cy="46418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indent="146050">
              <a:lnSpc>
                <a:spcPct val="79700"/>
              </a:lnSpc>
              <a:spcBef>
                <a:spcPts val="490"/>
              </a:spcBef>
            </a:pPr>
            <a:r>
              <a:rPr sz="1600" spc="-5" dirty="0">
                <a:latin typeface="Arial MT"/>
                <a:cs typeface="Arial MT"/>
              </a:rPr>
              <a:t>Entity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Manager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26239" y="5308600"/>
            <a:ext cx="1757680" cy="923925"/>
            <a:chOff x="6726239" y="5308600"/>
            <a:chExt cx="1757680" cy="923925"/>
          </a:xfrm>
        </p:grpSpPr>
        <p:sp>
          <p:nvSpPr>
            <p:cNvPr id="20" name="object 20"/>
            <p:cNvSpPr/>
            <p:nvPr/>
          </p:nvSpPr>
          <p:spPr>
            <a:xfrm>
              <a:off x="7488237" y="5313362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495300" y="0"/>
                  </a:moveTo>
                  <a:lnTo>
                    <a:pt x="422108" y="1239"/>
                  </a:lnTo>
                  <a:lnTo>
                    <a:pt x="352251" y="4838"/>
                  </a:lnTo>
                  <a:lnTo>
                    <a:pt x="286494" y="10622"/>
                  </a:lnTo>
                  <a:lnTo>
                    <a:pt x="225604" y="18413"/>
                  </a:lnTo>
                  <a:lnTo>
                    <a:pt x="170347" y="28033"/>
                  </a:lnTo>
                  <a:lnTo>
                    <a:pt x="121489" y="39308"/>
                  </a:lnTo>
                  <a:lnTo>
                    <a:pt x="79796" y="52060"/>
                  </a:lnTo>
                  <a:lnTo>
                    <a:pt x="20970" y="81286"/>
                  </a:lnTo>
                  <a:lnTo>
                    <a:pt x="0" y="114300"/>
                  </a:lnTo>
                  <a:lnTo>
                    <a:pt x="5370" y="131191"/>
                  </a:lnTo>
                  <a:lnTo>
                    <a:pt x="46034" y="162488"/>
                  </a:lnTo>
                  <a:lnTo>
                    <a:pt x="121489" y="189291"/>
                  </a:lnTo>
                  <a:lnTo>
                    <a:pt x="170347" y="200566"/>
                  </a:lnTo>
                  <a:lnTo>
                    <a:pt x="225604" y="210186"/>
                  </a:lnTo>
                  <a:lnTo>
                    <a:pt x="286494" y="217977"/>
                  </a:lnTo>
                  <a:lnTo>
                    <a:pt x="352251" y="223761"/>
                  </a:lnTo>
                  <a:lnTo>
                    <a:pt x="422108" y="227360"/>
                  </a:lnTo>
                  <a:lnTo>
                    <a:pt x="495300" y="228600"/>
                  </a:lnTo>
                  <a:lnTo>
                    <a:pt x="568491" y="227360"/>
                  </a:lnTo>
                  <a:lnTo>
                    <a:pt x="638348" y="223761"/>
                  </a:lnTo>
                  <a:lnTo>
                    <a:pt x="704105" y="217977"/>
                  </a:lnTo>
                  <a:lnTo>
                    <a:pt x="764995" y="210186"/>
                  </a:lnTo>
                  <a:lnTo>
                    <a:pt x="820252" y="200566"/>
                  </a:lnTo>
                  <a:lnTo>
                    <a:pt x="869110" y="189291"/>
                  </a:lnTo>
                  <a:lnTo>
                    <a:pt x="910803" y="176539"/>
                  </a:lnTo>
                  <a:lnTo>
                    <a:pt x="969629" y="147313"/>
                  </a:lnTo>
                  <a:lnTo>
                    <a:pt x="990600" y="114300"/>
                  </a:lnTo>
                  <a:lnTo>
                    <a:pt x="985229" y="97408"/>
                  </a:lnTo>
                  <a:lnTo>
                    <a:pt x="944565" y="66111"/>
                  </a:lnTo>
                  <a:lnTo>
                    <a:pt x="869110" y="39308"/>
                  </a:lnTo>
                  <a:lnTo>
                    <a:pt x="820252" y="28033"/>
                  </a:lnTo>
                  <a:lnTo>
                    <a:pt x="764995" y="18413"/>
                  </a:lnTo>
                  <a:lnTo>
                    <a:pt x="704105" y="10622"/>
                  </a:lnTo>
                  <a:lnTo>
                    <a:pt x="638348" y="4838"/>
                  </a:lnTo>
                  <a:lnTo>
                    <a:pt x="568491" y="1239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88237" y="5313362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114300"/>
                  </a:moveTo>
                  <a:lnTo>
                    <a:pt x="20970" y="81286"/>
                  </a:lnTo>
                  <a:lnTo>
                    <a:pt x="79796" y="52060"/>
                  </a:lnTo>
                  <a:lnTo>
                    <a:pt x="121489" y="39308"/>
                  </a:lnTo>
                  <a:lnTo>
                    <a:pt x="170347" y="28033"/>
                  </a:lnTo>
                  <a:lnTo>
                    <a:pt x="225604" y="18413"/>
                  </a:lnTo>
                  <a:lnTo>
                    <a:pt x="286494" y="10622"/>
                  </a:lnTo>
                  <a:lnTo>
                    <a:pt x="352251" y="4838"/>
                  </a:lnTo>
                  <a:lnTo>
                    <a:pt x="422108" y="1239"/>
                  </a:lnTo>
                  <a:lnTo>
                    <a:pt x="495300" y="0"/>
                  </a:lnTo>
                  <a:lnTo>
                    <a:pt x="568491" y="1239"/>
                  </a:lnTo>
                  <a:lnTo>
                    <a:pt x="638348" y="4838"/>
                  </a:lnTo>
                  <a:lnTo>
                    <a:pt x="704105" y="10622"/>
                  </a:lnTo>
                  <a:lnTo>
                    <a:pt x="764995" y="18413"/>
                  </a:lnTo>
                  <a:lnTo>
                    <a:pt x="820252" y="28033"/>
                  </a:lnTo>
                  <a:lnTo>
                    <a:pt x="869110" y="39308"/>
                  </a:lnTo>
                  <a:lnTo>
                    <a:pt x="910803" y="52060"/>
                  </a:lnTo>
                  <a:lnTo>
                    <a:pt x="969629" y="81286"/>
                  </a:lnTo>
                  <a:lnTo>
                    <a:pt x="990600" y="114300"/>
                  </a:lnTo>
                  <a:lnTo>
                    <a:pt x="985229" y="131191"/>
                  </a:lnTo>
                  <a:lnTo>
                    <a:pt x="944565" y="162488"/>
                  </a:lnTo>
                  <a:lnTo>
                    <a:pt x="869110" y="189291"/>
                  </a:lnTo>
                  <a:lnTo>
                    <a:pt x="820252" y="200566"/>
                  </a:lnTo>
                  <a:lnTo>
                    <a:pt x="764995" y="210186"/>
                  </a:lnTo>
                  <a:lnTo>
                    <a:pt x="704105" y="217977"/>
                  </a:lnTo>
                  <a:lnTo>
                    <a:pt x="638348" y="223761"/>
                  </a:lnTo>
                  <a:lnTo>
                    <a:pt x="568491" y="227360"/>
                  </a:lnTo>
                  <a:lnTo>
                    <a:pt x="495300" y="228600"/>
                  </a:lnTo>
                  <a:lnTo>
                    <a:pt x="422108" y="227360"/>
                  </a:lnTo>
                  <a:lnTo>
                    <a:pt x="352251" y="223761"/>
                  </a:lnTo>
                  <a:lnTo>
                    <a:pt x="286494" y="217977"/>
                  </a:lnTo>
                  <a:lnTo>
                    <a:pt x="225604" y="210186"/>
                  </a:lnTo>
                  <a:lnTo>
                    <a:pt x="170347" y="200566"/>
                  </a:lnTo>
                  <a:lnTo>
                    <a:pt x="121489" y="189291"/>
                  </a:lnTo>
                  <a:lnTo>
                    <a:pt x="79796" y="176539"/>
                  </a:lnTo>
                  <a:lnTo>
                    <a:pt x="20970" y="147313"/>
                  </a:lnTo>
                  <a:lnTo>
                    <a:pt x="0" y="114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488237" y="5999162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495300" y="0"/>
                  </a:moveTo>
                  <a:lnTo>
                    <a:pt x="422108" y="1239"/>
                  </a:lnTo>
                  <a:lnTo>
                    <a:pt x="352251" y="4838"/>
                  </a:lnTo>
                  <a:lnTo>
                    <a:pt x="286494" y="10622"/>
                  </a:lnTo>
                  <a:lnTo>
                    <a:pt x="225604" y="18413"/>
                  </a:lnTo>
                  <a:lnTo>
                    <a:pt x="170347" y="28033"/>
                  </a:lnTo>
                  <a:lnTo>
                    <a:pt x="121489" y="39308"/>
                  </a:lnTo>
                  <a:lnTo>
                    <a:pt x="79796" y="52060"/>
                  </a:lnTo>
                  <a:lnTo>
                    <a:pt x="20970" y="81286"/>
                  </a:lnTo>
                  <a:lnTo>
                    <a:pt x="0" y="114300"/>
                  </a:lnTo>
                  <a:lnTo>
                    <a:pt x="5370" y="131191"/>
                  </a:lnTo>
                  <a:lnTo>
                    <a:pt x="46034" y="162488"/>
                  </a:lnTo>
                  <a:lnTo>
                    <a:pt x="121489" y="189291"/>
                  </a:lnTo>
                  <a:lnTo>
                    <a:pt x="170347" y="200566"/>
                  </a:lnTo>
                  <a:lnTo>
                    <a:pt x="225604" y="210186"/>
                  </a:lnTo>
                  <a:lnTo>
                    <a:pt x="286494" y="217977"/>
                  </a:lnTo>
                  <a:lnTo>
                    <a:pt x="352251" y="223761"/>
                  </a:lnTo>
                  <a:lnTo>
                    <a:pt x="422108" y="227360"/>
                  </a:lnTo>
                  <a:lnTo>
                    <a:pt x="495300" y="228600"/>
                  </a:lnTo>
                  <a:lnTo>
                    <a:pt x="568491" y="227360"/>
                  </a:lnTo>
                  <a:lnTo>
                    <a:pt x="638348" y="223761"/>
                  </a:lnTo>
                  <a:lnTo>
                    <a:pt x="704105" y="217977"/>
                  </a:lnTo>
                  <a:lnTo>
                    <a:pt x="764995" y="210186"/>
                  </a:lnTo>
                  <a:lnTo>
                    <a:pt x="820252" y="200566"/>
                  </a:lnTo>
                  <a:lnTo>
                    <a:pt x="869110" y="189291"/>
                  </a:lnTo>
                  <a:lnTo>
                    <a:pt x="910803" y="176539"/>
                  </a:lnTo>
                  <a:lnTo>
                    <a:pt x="969629" y="147313"/>
                  </a:lnTo>
                  <a:lnTo>
                    <a:pt x="990600" y="114300"/>
                  </a:lnTo>
                  <a:lnTo>
                    <a:pt x="985229" y="97408"/>
                  </a:lnTo>
                  <a:lnTo>
                    <a:pt x="944565" y="66111"/>
                  </a:lnTo>
                  <a:lnTo>
                    <a:pt x="869110" y="39308"/>
                  </a:lnTo>
                  <a:lnTo>
                    <a:pt x="820252" y="28033"/>
                  </a:lnTo>
                  <a:lnTo>
                    <a:pt x="764995" y="18413"/>
                  </a:lnTo>
                  <a:lnTo>
                    <a:pt x="704105" y="10622"/>
                  </a:lnTo>
                  <a:lnTo>
                    <a:pt x="638348" y="4838"/>
                  </a:lnTo>
                  <a:lnTo>
                    <a:pt x="568491" y="1239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88237" y="5999162"/>
              <a:ext cx="990600" cy="228600"/>
            </a:xfrm>
            <a:custGeom>
              <a:avLst/>
              <a:gdLst/>
              <a:ahLst/>
              <a:cxnLst/>
              <a:rect l="l" t="t" r="r" b="b"/>
              <a:pathLst>
                <a:path w="990600" h="228600">
                  <a:moveTo>
                    <a:pt x="0" y="114300"/>
                  </a:moveTo>
                  <a:lnTo>
                    <a:pt x="20970" y="81286"/>
                  </a:lnTo>
                  <a:lnTo>
                    <a:pt x="79796" y="52060"/>
                  </a:lnTo>
                  <a:lnTo>
                    <a:pt x="121489" y="39308"/>
                  </a:lnTo>
                  <a:lnTo>
                    <a:pt x="170347" y="28033"/>
                  </a:lnTo>
                  <a:lnTo>
                    <a:pt x="225604" y="18413"/>
                  </a:lnTo>
                  <a:lnTo>
                    <a:pt x="286494" y="10622"/>
                  </a:lnTo>
                  <a:lnTo>
                    <a:pt x="352251" y="4838"/>
                  </a:lnTo>
                  <a:lnTo>
                    <a:pt x="422108" y="1239"/>
                  </a:lnTo>
                  <a:lnTo>
                    <a:pt x="495300" y="0"/>
                  </a:lnTo>
                  <a:lnTo>
                    <a:pt x="568491" y="1239"/>
                  </a:lnTo>
                  <a:lnTo>
                    <a:pt x="638348" y="4838"/>
                  </a:lnTo>
                  <a:lnTo>
                    <a:pt x="704105" y="10622"/>
                  </a:lnTo>
                  <a:lnTo>
                    <a:pt x="764995" y="18413"/>
                  </a:lnTo>
                  <a:lnTo>
                    <a:pt x="820252" y="28033"/>
                  </a:lnTo>
                  <a:lnTo>
                    <a:pt x="869110" y="39308"/>
                  </a:lnTo>
                  <a:lnTo>
                    <a:pt x="910803" y="52060"/>
                  </a:lnTo>
                  <a:lnTo>
                    <a:pt x="969629" y="81286"/>
                  </a:lnTo>
                  <a:lnTo>
                    <a:pt x="990600" y="114300"/>
                  </a:lnTo>
                  <a:lnTo>
                    <a:pt x="985229" y="131191"/>
                  </a:lnTo>
                  <a:lnTo>
                    <a:pt x="944565" y="162488"/>
                  </a:lnTo>
                  <a:lnTo>
                    <a:pt x="869110" y="189291"/>
                  </a:lnTo>
                  <a:lnTo>
                    <a:pt x="820252" y="200566"/>
                  </a:lnTo>
                  <a:lnTo>
                    <a:pt x="764995" y="210186"/>
                  </a:lnTo>
                  <a:lnTo>
                    <a:pt x="704105" y="217977"/>
                  </a:lnTo>
                  <a:lnTo>
                    <a:pt x="638348" y="223761"/>
                  </a:lnTo>
                  <a:lnTo>
                    <a:pt x="568491" y="227360"/>
                  </a:lnTo>
                  <a:lnTo>
                    <a:pt x="495300" y="228600"/>
                  </a:lnTo>
                  <a:lnTo>
                    <a:pt x="422108" y="227360"/>
                  </a:lnTo>
                  <a:lnTo>
                    <a:pt x="352251" y="223761"/>
                  </a:lnTo>
                  <a:lnTo>
                    <a:pt x="286494" y="217977"/>
                  </a:lnTo>
                  <a:lnTo>
                    <a:pt x="225604" y="210186"/>
                  </a:lnTo>
                  <a:lnTo>
                    <a:pt x="170347" y="200566"/>
                  </a:lnTo>
                  <a:lnTo>
                    <a:pt x="121489" y="189291"/>
                  </a:lnTo>
                  <a:lnTo>
                    <a:pt x="79796" y="176539"/>
                  </a:lnTo>
                  <a:lnTo>
                    <a:pt x="20970" y="147313"/>
                  </a:lnTo>
                  <a:lnTo>
                    <a:pt x="0" y="114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88237" y="538956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78837" y="5465762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97675" y="5770562"/>
              <a:ext cx="619125" cy="0"/>
            </a:xfrm>
            <a:custGeom>
              <a:avLst/>
              <a:gdLst/>
              <a:ahLst/>
              <a:cxnLst/>
              <a:rect l="l" t="t" r="r" b="b"/>
              <a:pathLst>
                <a:path w="6191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26238" y="5727699"/>
              <a:ext cx="762000" cy="85725"/>
            </a:xfrm>
            <a:custGeom>
              <a:avLst/>
              <a:gdLst/>
              <a:ahLst/>
              <a:cxnLst/>
              <a:rect l="l" t="t" r="r" b="b"/>
              <a:pathLst>
                <a:path w="762000" h="85725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0"/>
                  </a:lnTo>
                  <a:close/>
                </a:path>
                <a:path w="762000" h="85725">
                  <a:moveTo>
                    <a:pt x="762000" y="42862"/>
                  </a:moveTo>
                  <a:lnTo>
                    <a:pt x="676275" y="0"/>
                  </a:lnTo>
                  <a:lnTo>
                    <a:pt x="676275" y="85725"/>
                  </a:lnTo>
                  <a:lnTo>
                    <a:pt x="762000" y="428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132137" y="4013200"/>
            <a:ext cx="1295400" cy="614680"/>
          </a:xfrm>
          <a:prstGeom prst="rect">
            <a:avLst/>
          </a:prstGeom>
          <a:solidFill>
            <a:srgbClr val="FF9999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6055">
              <a:lnSpc>
                <a:spcPts val="1850"/>
              </a:lnSpc>
            </a:pPr>
            <a:r>
              <a:rPr sz="1600" spc="-10" dirty="0">
                <a:latin typeface="Arial MT"/>
                <a:cs typeface="Arial MT"/>
              </a:rPr>
              <a:t>View: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JSP</a:t>
            </a:r>
            <a:endParaRPr sz="1600">
              <a:latin typeface="Arial MT"/>
              <a:cs typeface="Arial MT"/>
            </a:endParaRPr>
          </a:p>
          <a:p>
            <a:pPr marL="173355">
              <a:lnSpc>
                <a:spcPct val="100000"/>
              </a:lnSpc>
              <a:spcBef>
                <a:spcPts val="570"/>
              </a:spcBef>
            </a:pPr>
            <a:r>
              <a:rPr sz="1600" spc="-5" dirty="0">
                <a:latin typeface="Arial MT"/>
                <a:cs typeface="Arial MT"/>
              </a:rPr>
              <a:t>reply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page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17575" y="3856037"/>
            <a:ext cx="1304925" cy="501650"/>
            <a:chOff x="917575" y="3856037"/>
            <a:chExt cx="1304925" cy="501650"/>
          </a:xfrm>
        </p:grpSpPr>
        <p:sp>
          <p:nvSpPr>
            <p:cNvPr id="30" name="object 30"/>
            <p:cNvSpPr/>
            <p:nvPr/>
          </p:nvSpPr>
          <p:spPr>
            <a:xfrm>
              <a:off x="922337" y="3860800"/>
              <a:ext cx="1295400" cy="492125"/>
            </a:xfrm>
            <a:custGeom>
              <a:avLst/>
              <a:gdLst/>
              <a:ahLst/>
              <a:cxnLst/>
              <a:rect l="l" t="t" r="r" b="b"/>
              <a:pathLst>
                <a:path w="1295400" h="492125">
                  <a:moveTo>
                    <a:pt x="1295400" y="0"/>
                  </a:moveTo>
                  <a:lnTo>
                    <a:pt x="0" y="0"/>
                  </a:lnTo>
                  <a:lnTo>
                    <a:pt x="0" y="492125"/>
                  </a:lnTo>
                  <a:lnTo>
                    <a:pt x="1295400" y="492125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2337" y="3860800"/>
              <a:ext cx="1295400" cy="492125"/>
            </a:xfrm>
            <a:custGeom>
              <a:avLst/>
              <a:gdLst/>
              <a:ahLst/>
              <a:cxnLst/>
              <a:rect l="l" t="t" r="r" b="b"/>
              <a:pathLst>
                <a:path w="1295400" h="492125">
                  <a:moveTo>
                    <a:pt x="0" y="0"/>
                  </a:moveTo>
                  <a:lnTo>
                    <a:pt x="1295400" y="0"/>
                  </a:lnTo>
                  <a:lnTo>
                    <a:pt x="1295400" y="492125"/>
                  </a:lnTo>
                  <a:lnTo>
                    <a:pt x="0" y="4921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36002" y="3838955"/>
            <a:ext cx="1067435" cy="464184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07975" marR="5080" indent="-295910">
              <a:lnSpc>
                <a:spcPct val="79700"/>
              </a:lnSpc>
              <a:spcBef>
                <a:spcPts val="490"/>
              </a:spcBef>
            </a:pPr>
            <a:r>
              <a:rPr sz="1600" dirty="0">
                <a:latin typeface="Arial MT"/>
                <a:cs typeface="Arial MT"/>
              </a:rPr>
              <a:t>H</a:t>
            </a:r>
            <a:r>
              <a:rPr sz="1600" spc="-5" dirty="0">
                <a:latin typeface="Arial MT"/>
                <a:cs typeface="Arial MT"/>
              </a:rPr>
              <a:t>TM</a:t>
            </a:r>
            <a:r>
              <a:rPr sz="1600" dirty="0">
                <a:latin typeface="Arial MT"/>
                <a:cs typeface="Arial MT"/>
              </a:rPr>
              <a:t>L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</a:t>
            </a:r>
            <a:r>
              <a:rPr sz="1600" spc="-5" dirty="0">
                <a:latin typeface="Arial MT"/>
                <a:cs typeface="Arial MT"/>
              </a:rPr>
              <a:t>epl</a:t>
            </a:r>
            <a:r>
              <a:rPr sz="1600" dirty="0">
                <a:latin typeface="Arial MT"/>
                <a:cs typeface="Arial MT"/>
              </a:rPr>
              <a:t>y  </a:t>
            </a:r>
            <a:r>
              <a:rPr sz="1600" spc="-5" dirty="0">
                <a:latin typeface="Arial MT"/>
                <a:cs typeface="Arial MT"/>
              </a:rPr>
              <a:t>page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198687" y="2408237"/>
            <a:ext cx="3162300" cy="1891030"/>
            <a:chOff x="2198687" y="2408237"/>
            <a:chExt cx="3162300" cy="1891030"/>
          </a:xfrm>
        </p:grpSpPr>
        <p:sp>
          <p:nvSpPr>
            <p:cNvPr id="34" name="object 34"/>
            <p:cNvSpPr/>
            <p:nvPr/>
          </p:nvSpPr>
          <p:spPr>
            <a:xfrm>
              <a:off x="2217737" y="2946400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17841" y="288924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27538" y="2794000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27641" y="273684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2988" y="4241800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17741" y="418464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22787" y="3098800"/>
              <a:ext cx="819150" cy="0"/>
            </a:xfrm>
            <a:custGeom>
              <a:avLst/>
              <a:gdLst/>
              <a:ahLst/>
              <a:cxnLst/>
              <a:rect l="l" t="t" r="r" b="b"/>
              <a:pathLst>
                <a:path w="819150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27540" y="304164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17937" y="3327398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51434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60792" y="382269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32337" y="241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5502275" y="4779962"/>
            <a:ext cx="443230" cy="609600"/>
            <a:chOff x="5502275" y="4779962"/>
            <a:chExt cx="443230" cy="609600"/>
          </a:xfrm>
        </p:grpSpPr>
        <p:sp>
          <p:nvSpPr>
            <p:cNvPr id="46" name="object 46"/>
            <p:cNvSpPr/>
            <p:nvPr/>
          </p:nvSpPr>
          <p:spPr>
            <a:xfrm>
              <a:off x="5888038" y="4779962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30893" y="527525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507037" y="485616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6211893" y="4779959"/>
            <a:ext cx="443230" cy="609600"/>
            <a:chOff x="6211893" y="4779959"/>
            <a:chExt cx="443230" cy="609600"/>
          </a:xfrm>
        </p:grpSpPr>
        <p:sp>
          <p:nvSpPr>
            <p:cNvPr id="50" name="object 50"/>
            <p:cNvSpPr/>
            <p:nvPr/>
          </p:nvSpPr>
          <p:spPr>
            <a:xfrm>
              <a:off x="6269037" y="4875212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11893" y="477995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45237" y="493236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525077" y="2439924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11077" y="2439924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732337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31"/>
                </a:lnTo>
                <a:lnTo>
                  <a:pt x="29405" y="62396"/>
                </a:lnTo>
                <a:lnTo>
                  <a:pt x="62396" y="29405"/>
                </a:lnTo>
                <a:lnTo>
                  <a:pt x="104231" y="7769"/>
                </a:lnTo>
                <a:lnTo>
                  <a:pt x="152400" y="0"/>
                </a:lnTo>
                <a:lnTo>
                  <a:pt x="200568" y="7769"/>
                </a:lnTo>
                <a:lnTo>
                  <a:pt x="242403" y="29405"/>
                </a:lnTo>
                <a:lnTo>
                  <a:pt x="275394" y="62396"/>
                </a:lnTo>
                <a:lnTo>
                  <a:pt x="297030" y="104231"/>
                </a:lnTo>
                <a:lnTo>
                  <a:pt x="304800" y="152400"/>
                </a:lnTo>
                <a:lnTo>
                  <a:pt x="297030" y="200568"/>
                </a:lnTo>
                <a:lnTo>
                  <a:pt x="275394" y="242403"/>
                </a:lnTo>
                <a:lnTo>
                  <a:pt x="242403" y="275394"/>
                </a:lnTo>
                <a:lnTo>
                  <a:pt x="200568" y="297030"/>
                </a:lnTo>
                <a:lnTo>
                  <a:pt x="152400" y="304800"/>
                </a:lnTo>
                <a:lnTo>
                  <a:pt x="104231" y="297030"/>
                </a:lnTo>
                <a:lnTo>
                  <a:pt x="62396" y="275394"/>
                </a:lnTo>
                <a:lnTo>
                  <a:pt x="29405" y="242403"/>
                </a:lnTo>
                <a:lnTo>
                  <a:pt x="7769" y="200568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811077" y="3201924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7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85777" y="4883086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4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423977" y="4959286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5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436937" y="332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31"/>
                </a:lnTo>
                <a:lnTo>
                  <a:pt x="29405" y="62396"/>
                </a:lnTo>
                <a:lnTo>
                  <a:pt x="62396" y="29405"/>
                </a:lnTo>
                <a:lnTo>
                  <a:pt x="104231" y="7769"/>
                </a:lnTo>
                <a:lnTo>
                  <a:pt x="152400" y="0"/>
                </a:lnTo>
                <a:lnTo>
                  <a:pt x="200568" y="7769"/>
                </a:lnTo>
                <a:lnTo>
                  <a:pt x="242403" y="29405"/>
                </a:lnTo>
                <a:lnTo>
                  <a:pt x="275394" y="62396"/>
                </a:lnTo>
                <a:lnTo>
                  <a:pt x="297030" y="104231"/>
                </a:lnTo>
                <a:lnTo>
                  <a:pt x="304800" y="152400"/>
                </a:lnTo>
                <a:lnTo>
                  <a:pt x="297030" y="200568"/>
                </a:lnTo>
                <a:lnTo>
                  <a:pt x="275394" y="242403"/>
                </a:lnTo>
                <a:lnTo>
                  <a:pt x="242403" y="275394"/>
                </a:lnTo>
                <a:lnTo>
                  <a:pt x="200568" y="297030"/>
                </a:lnTo>
                <a:lnTo>
                  <a:pt x="152400" y="304800"/>
                </a:lnTo>
                <a:lnTo>
                  <a:pt x="104231" y="297030"/>
                </a:lnTo>
                <a:lnTo>
                  <a:pt x="62396" y="275394"/>
                </a:lnTo>
                <a:lnTo>
                  <a:pt x="29405" y="242403"/>
                </a:lnTo>
                <a:lnTo>
                  <a:pt x="7769" y="200568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515677" y="3354324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8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593975" y="3856037"/>
            <a:ext cx="314325" cy="314325"/>
            <a:chOff x="2593975" y="3856037"/>
            <a:chExt cx="314325" cy="314325"/>
          </a:xfrm>
        </p:grpSpPr>
        <p:sp>
          <p:nvSpPr>
            <p:cNvPr id="62" name="object 62"/>
            <p:cNvSpPr/>
            <p:nvPr/>
          </p:nvSpPr>
          <p:spPr>
            <a:xfrm>
              <a:off x="2598737" y="3860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7769" y="200568"/>
                  </a:lnTo>
                  <a:lnTo>
                    <a:pt x="29405" y="242403"/>
                  </a:lnTo>
                  <a:lnTo>
                    <a:pt x="62396" y="275394"/>
                  </a:lnTo>
                  <a:lnTo>
                    <a:pt x="104231" y="297030"/>
                  </a:lnTo>
                  <a:lnTo>
                    <a:pt x="152400" y="304800"/>
                  </a:lnTo>
                  <a:lnTo>
                    <a:pt x="200568" y="297030"/>
                  </a:lnTo>
                  <a:lnTo>
                    <a:pt x="242403" y="275394"/>
                  </a:lnTo>
                  <a:lnTo>
                    <a:pt x="275394" y="242403"/>
                  </a:lnTo>
                  <a:lnTo>
                    <a:pt x="297030" y="200568"/>
                  </a:lnTo>
                  <a:lnTo>
                    <a:pt x="304800" y="152400"/>
                  </a:lnTo>
                  <a:lnTo>
                    <a:pt x="297030" y="104231"/>
                  </a:lnTo>
                  <a:lnTo>
                    <a:pt x="275394" y="62396"/>
                  </a:lnTo>
                  <a:lnTo>
                    <a:pt x="242403" y="29405"/>
                  </a:lnTo>
                  <a:lnTo>
                    <a:pt x="200568" y="776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98737" y="3860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677477" y="3887723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9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29698" y="5030728"/>
            <a:ext cx="5441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C</a:t>
            </a:r>
            <a:r>
              <a:rPr sz="1600" spc="-5" dirty="0">
                <a:latin typeface="Arial MT"/>
                <a:cs typeface="Arial MT"/>
              </a:rPr>
              <a:t>lient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371435" y="5479955"/>
            <a:ext cx="624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Se</a:t>
            </a:r>
            <a:r>
              <a:rPr sz="1600" dirty="0">
                <a:latin typeface="Arial MT"/>
                <a:cs typeface="Arial MT"/>
              </a:rPr>
              <a:t>rv</a:t>
            </a:r>
            <a:r>
              <a:rPr sz="1600" spc="-5" dirty="0">
                <a:latin typeface="Arial MT"/>
                <a:cs typeface="Arial MT"/>
              </a:rPr>
              <a:t>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48468" y="6278105"/>
            <a:ext cx="9753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Data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Base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359400" y="2487607"/>
            <a:ext cx="1306830" cy="802005"/>
            <a:chOff x="5359400" y="2487607"/>
            <a:chExt cx="1306830" cy="802005"/>
          </a:xfrm>
        </p:grpSpPr>
        <p:sp>
          <p:nvSpPr>
            <p:cNvPr id="69" name="object 69"/>
            <p:cNvSpPr/>
            <p:nvPr/>
          </p:nvSpPr>
          <p:spPr>
            <a:xfrm>
              <a:off x="5364162" y="2492369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648500" y="0"/>
                  </a:moveTo>
                  <a:lnTo>
                    <a:pt x="589472" y="1618"/>
                  </a:lnTo>
                  <a:lnTo>
                    <a:pt x="531929" y="6381"/>
                  </a:lnTo>
                  <a:lnTo>
                    <a:pt x="476100" y="14149"/>
                  </a:lnTo>
                  <a:lnTo>
                    <a:pt x="422213" y="24781"/>
                  </a:lnTo>
                  <a:lnTo>
                    <a:pt x="370499" y="38137"/>
                  </a:lnTo>
                  <a:lnTo>
                    <a:pt x="321185" y="54079"/>
                  </a:lnTo>
                  <a:lnTo>
                    <a:pt x="274501" y="72465"/>
                  </a:lnTo>
                  <a:lnTo>
                    <a:pt x="230676" y="93157"/>
                  </a:lnTo>
                  <a:lnTo>
                    <a:pt x="189938" y="116014"/>
                  </a:lnTo>
                  <a:lnTo>
                    <a:pt x="152516" y="140896"/>
                  </a:lnTo>
                  <a:lnTo>
                    <a:pt x="118639" y="167664"/>
                  </a:lnTo>
                  <a:lnTo>
                    <a:pt x="88537" y="196178"/>
                  </a:lnTo>
                  <a:lnTo>
                    <a:pt x="62438" y="226297"/>
                  </a:lnTo>
                  <a:lnTo>
                    <a:pt x="40570" y="257883"/>
                  </a:lnTo>
                  <a:lnTo>
                    <a:pt x="10447" y="324892"/>
                  </a:lnTo>
                  <a:lnTo>
                    <a:pt x="0" y="396087"/>
                  </a:lnTo>
                  <a:lnTo>
                    <a:pt x="2650" y="432138"/>
                  </a:lnTo>
                  <a:lnTo>
                    <a:pt x="23164" y="501380"/>
                  </a:lnTo>
                  <a:lnTo>
                    <a:pt x="62438" y="565877"/>
                  </a:lnTo>
                  <a:lnTo>
                    <a:pt x="88537" y="595996"/>
                  </a:lnTo>
                  <a:lnTo>
                    <a:pt x="118639" y="624510"/>
                  </a:lnTo>
                  <a:lnTo>
                    <a:pt x="152516" y="651278"/>
                  </a:lnTo>
                  <a:lnTo>
                    <a:pt x="189938" y="676160"/>
                  </a:lnTo>
                  <a:lnTo>
                    <a:pt x="230676" y="699017"/>
                  </a:lnTo>
                  <a:lnTo>
                    <a:pt x="274501" y="719709"/>
                  </a:lnTo>
                  <a:lnTo>
                    <a:pt x="321185" y="738095"/>
                  </a:lnTo>
                  <a:lnTo>
                    <a:pt x="370499" y="754037"/>
                  </a:lnTo>
                  <a:lnTo>
                    <a:pt x="422213" y="767393"/>
                  </a:lnTo>
                  <a:lnTo>
                    <a:pt x="476100" y="778025"/>
                  </a:lnTo>
                  <a:lnTo>
                    <a:pt x="531929" y="785793"/>
                  </a:lnTo>
                  <a:lnTo>
                    <a:pt x="589472" y="790556"/>
                  </a:lnTo>
                  <a:lnTo>
                    <a:pt x="648500" y="792175"/>
                  </a:lnTo>
                  <a:lnTo>
                    <a:pt x="707526" y="790556"/>
                  </a:lnTo>
                  <a:lnTo>
                    <a:pt x="765067" y="785793"/>
                  </a:lnTo>
                  <a:lnTo>
                    <a:pt x="820894" y="778025"/>
                  </a:lnTo>
                  <a:lnTo>
                    <a:pt x="874779" y="767393"/>
                  </a:lnTo>
                  <a:lnTo>
                    <a:pt x="926492" y="754037"/>
                  </a:lnTo>
                  <a:lnTo>
                    <a:pt x="975805" y="738095"/>
                  </a:lnTo>
                  <a:lnTo>
                    <a:pt x="1022488" y="719709"/>
                  </a:lnTo>
                  <a:lnTo>
                    <a:pt x="1066313" y="699017"/>
                  </a:lnTo>
                  <a:lnTo>
                    <a:pt x="1107051" y="676160"/>
                  </a:lnTo>
                  <a:lnTo>
                    <a:pt x="1144472" y="651278"/>
                  </a:lnTo>
                  <a:lnTo>
                    <a:pt x="1178348" y="624510"/>
                  </a:lnTo>
                  <a:lnTo>
                    <a:pt x="1208450" y="595996"/>
                  </a:lnTo>
                  <a:lnTo>
                    <a:pt x="1234549" y="565877"/>
                  </a:lnTo>
                  <a:lnTo>
                    <a:pt x="1256416" y="534292"/>
                  </a:lnTo>
                  <a:lnTo>
                    <a:pt x="1286539" y="467282"/>
                  </a:lnTo>
                  <a:lnTo>
                    <a:pt x="1296987" y="396087"/>
                  </a:lnTo>
                  <a:lnTo>
                    <a:pt x="1294337" y="360036"/>
                  </a:lnTo>
                  <a:lnTo>
                    <a:pt x="1273823" y="290794"/>
                  </a:lnTo>
                  <a:lnTo>
                    <a:pt x="1234549" y="226297"/>
                  </a:lnTo>
                  <a:lnTo>
                    <a:pt x="1208450" y="196178"/>
                  </a:lnTo>
                  <a:lnTo>
                    <a:pt x="1178348" y="167664"/>
                  </a:lnTo>
                  <a:lnTo>
                    <a:pt x="1144472" y="140896"/>
                  </a:lnTo>
                  <a:lnTo>
                    <a:pt x="1107051" y="116014"/>
                  </a:lnTo>
                  <a:lnTo>
                    <a:pt x="1066313" y="93157"/>
                  </a:lnTo>
                  <a:lnTo>
                    <a:pt x="1022488" y="72465"/>
                  </a:lnTo>
                  <a:lnTo>
                    <a:pt x="975805" y="54079"/>
                  </a:lnTo>
                  <a:lnTo>
                    <a:pt x="926492" y="38137"/>
                  </a:lnTo>
                  <a:lnTo>
                    <a:pt x="874779" y="24781"/>
                  </a:lnTo>
                  <a:lnTo>
                    <a:pt x="820894" y="14149"/>
                  </a:lnTo>
                  <a:lnTo>
                    <a:pt x="765067" y="6381"/>
                  </a:lnTo>
                  <a:lnTo>
                    <a:pt x="707526" y="1618"/>
                  </a:lnTo>
                  <a:lnTo>
                    <a:pt x="6485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64162" y="2492369"/>
              <a:ext cx="1297305" cy="792480"/>
            </a:xfrm>
            <a:custGeom>
              <a:avLst/>
              <a:gdLst/>
              <a:ahLst/>
              <a:cxnLst/>
              <a:rect l="l" t="t" r="r" b="b"/>
              <a:pathLst>
                <a:path w="1297304" h="792479">
                  <a:moveTo>
                    <a:pt x="0" y="396087"/>
                  </a:moveTo>
                  <a:lnTo>
                    <a:pt x="10447" y="324892"/>
                  </a:lnTo>
                  <a:lnTo>
                    <a:pt x="40570" y="257883"/>
                  </a:lnTo>
                  <a:lnTo>
                    <a:pt x="62438" y="226297"/>
                  </a:lnTo>
                  <a:lnTo>
                    <a:pt x="88537" y="196178"/>
                  </a:lnTo>
                  <a:lnTo>
                    <a:pt x="118639" y="167664"/>
                  </a:lnTo>
                  <a:lnTo>
                    <a:pt x="152516" y="140896"/>
                  </a:lnTo>
                  <a:lnTo>
                    <a:pt x="189938" y="116014"/>
                  </a:lnTo>
                  <a:lnTo>
                    <a:pt x="230676" y="93157"/>
                  </a:lnTo>
                  <a:lnTo>
                    <a:pt x="274501" y="72465"/>
                  </a:lnTo>
                  <a:lnTo>
                    <a:pt x="321185" y="54079"/>
                  </a:lnTo>
                  <a:lnTo>
                    <a:pt x="370499" y="38137"/>
                  </a:lnTo>
                  <a:lnTo>
                    <a:pt x="422213" y="24781"/>
                  </a:lnTo>
                  <a:lnTo>
                    <a:pt x="476100" y="14149"/>
                  </a:lnTo>
                  <a:lnTo>
                    <a:pt x="531929" y="6381"/>
                  </a:lnTo>
                  <a:lnTo>
                    <a:pt x="589472" y="1618"/>
                  </a:lnTo>
                  <a:lnTo>
                    <a:pt x="648500" y="0"/>
                  </a:lnTo>
                  <a:lnTo>
                    <a:pt x="707526" y="1618"/>
                  </a:lnTo>
                  <a:lnTo>
                    <a:pt x="765067" y="6381"/>
                  </a:lnTo>
                  <a:lnTo>
                    <a:pt x="820894" y="14149"/>
                  </a:lnTo>
                  <a:lnTo>
                    <a:pt x="874779" y="24781"/>
                  </a:lnTo>
                  <a:lnTo>
                    <a:pt x="926492" y="38137"/>
                  </a:lnTo>
                  <a:lnTo>
                    <a:pt x="975805" y="54079"/>
                  </a:lnTo>
                  <a:lnTo>
                    <a:pt x="1022488" y="72465"/>
                  </a:lnTo>
                  <a:lnTo>
                    <a:pt x="1066313" y="93157"/>
                  </a:lnTo>
                  <a:lnTo>
                    <a:pt x="1107051" y="116014"/>
                  </a:lnTo>
                  <a:lnTo>
                    <a:pt x="1144472" y="140896"/>
                  </a:lnTo>
                  <a:lnTo>
                    <a:pt x="1178348" y="167664"/>
                  </a:lnTo>
                  <a:lnTo>
                    <a:pt x="1208450" y="196178"/>
                  </a:lnTo>
                  <a:lnTo>
                    <a:pt x="1234549" y="226297"/>
                  </a:lnTo>
                  <a:lnTo>
                    <a:pt x="1256416" y="257883"/>
                  </a:lnTo>
                  <a:lnTo>
                    <a:pt x="1286539" y="324892"/>
                  </a:lnTo>
                  <a:lnTo>
                    <a:pt x="1296987" y="396087"/>
                  </a:lnTo>
                  <a:lnTo>
                    <a:pt x="1294337" y="432138"/>
                  </a:lnTo>
                  <a:lnTo>
                    <a:pt x="1273823" y="501380"/>
                  </a:lnTo>
                  <a:lnTo>
                    <a:pt x="1234549" y="565877"/>
                  </a:lnTo>
                  <a:lnTo>
                    <a:pt x="1208450" y="595996"/>
                  </a:lnTo>
                  <a:lnTo>
                    <a:pt x="1178348" y="624510"/>
                  </a:lnTo>
                  <a:lnTo>
                    <a:pt x="1144472" y="651278"/>
                  </a:lnTo>
                  <a:lnTo>
                    <a:pt x="1107051" y="676160"/>
                  </a:lnTo>
                  <a:lnTo>
                    <a:pt x="1066313" y="699017"/>
                  </a:lnTo>
                  <a:lnTo>
                    <a:pt x="1022488" y="719709"/>
                  </a:lnTo>
                  <a:lnTo>
                    <a:pt x="975805" y="738095"/>
                  </a:lnTo>
                  <a:lnTo>
                    <a:pt x="926492" y="754037"/>
                  </a:lnTo>
                  <a:lnTo>
                    <a:pt x="874779" y="767393"/>
                  </a:lnTo>
                  <a:lnTo>
                    <a:pt x="820894" y="778025"/>
                  </a:lnTo>
                  <a:lnTo>
                    <a:pt x="765067" y="785793"/>
                  </a:lnTo>
                  <a:lnTo>
                    <a:pt x="707526" y="790556"/>
                  </a:lnTo>
                  <a:lnTo>
                    <a:pt x="648500" y="792175"/>
                  </a:lnTo>
                  <a:lnTo>
                    <a:pt x="589472" y="790556"/>
                  </a:lnTo>
                  <a:lnTo>
                    <a:pt x="531929" y="785793"/>
                  </a:lnTo>
                  <a:lnTo>
                    <a:pt x="476100" y="778025"/>
                  </a:lnTo>
                  <a:lnTo>
                    <a:pt x="422213" y="767393"/>
                  </a:lnTo>
                  <a:lnTo>
                    <a:pt x="370499" y="754037"/>
                  </a:lnTo>
                  <a:lnTo>
                    <a:pt x="321185" y="738095"/>
                  </a:lnTo>
                  <a:lnTo>
                    <a:pt x="274501" y="719709"/>
                  </a:lnTo>
                  <a:lnTo>
                    <a:pt x="230676" y="699017"/>
                  </a:lnTo>
                  <a:lnTo>
                    <a:pt x="189938" y="676160"/>
                  </a:lnTo>
                  <a:lnTo>
                    <a:pt x="152516" y="651278"/>
                  </a:lnTo>
                  <a:lnTo>
                    <a:pt x="118639" y="624510"/>
                  </a:lnTo>
                  <a:lnTo>
                    <a:pt x="88537" y="595996"/>
                  </a:lnTo>
                  <a:lnTo>
                    <a:pt x="62438" y="565877"/>
                  </a:lnTo>
                  <a:lnTo>
                    <a:pt x="40570" y="534292"/>
                  </a:lnTo>
                  <a:lnTo>
                    <a:pt x="10447" y="467282"/>
                  </a:lnTo>
                  <a:lnTo>
                    <a:pt x="0" y="39608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583745" y="2657475"/>
            <a:ext cx="855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ti</a:t>
            </a:r>
            <a:r>
              <a:rPr sz="2400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502273" y="3248025"/>
            <a:ext cx="824230" cy="647700"/>
            <a:chOff x="5502273" y="3248025"/>
            <a:chExt cx="824230" cy="647700"/>
          </a:xfrm>
        </p:grpSpPr>
        <p:sp>
          <p:nvSpPr>
            <p:cNvPr id="73" name="object 73"/>
            <p:cNvSpPr/>
            <p:nvPr/>
          </p:nvSpPr>
          <p:spPr>
            <a:xfrm>
              <a:off x="5888037" y="3267075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830892" y="376237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69037" y="3362325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211892" y="326707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507036" y="334327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00568" y="7769"/>
                  </a:lnTo>
                  <a:lnTo>
                    <a:pt x="242403" y="29405"/>
                  </a:lnTo>
                  <a:lnTo>
                    <a:pt x="275394" y="62396"/>
                  </a:lnTo>
                  <a:lnTo>
                    <a:pt x="297030" y="104231"/>
                  </a:lnTo>
                  <a:lnTo>
                    <a:pt x="304800" y="152400"/>
                  </a:lnTo>
                  <a:lnTo>
                    <a:pt x="297030" y="200568"/>
                  </a:lnTo>
                  <a:lnTo>
                    <a:pt x="275394" y="242403"/>
                  </a:lnTo>
                  <a:lnTo>
                    <a:pt x="242403" y="275394"/>
                  </a:lnTo>
                  <a:lnTo>
                    <a:pt x="200568" y="297030"/>
                  </a:lnTo>
                  <a:lnTo>
                    <a:pt x="152400" y="304800"/>
                  </a:lnTo>
                  <a:lnTo>
                    <a:pt x="104231" y="297030"/>
                  </a:lnTo>
                  <a:lnTo>
                    <a:pt x="62396" y="275394"/>
                  </a:lnTo>
                  <a:lnTo>
                    <a:pt x="29405" y="242403"/>
                  </a:lnTo>
                  <a:lnTo>
                    <a:pt x="7769" y="200568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5585777" y="3370199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345237" y="3419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31"/>
                </a:lnTo>
                <a:lnTo>
                  <a:pt x="29405" y="62396"/>
                </a:lnTo>
                <a:lnTo>
                  <a:pt x="62396" y="29405"/>
                </a:lnTo>
                <a:lnTo>
                  <a:pt x="104231" y="7769"/>
                </a:lnTo>
                <a:lnTo>
                  <a:pt x="152400" y="0"/>
                </a:lnTo>
                <a:lnTo>
                  <a:pt x="200568" y="7769"/>
                </a:lnTo>
                <a:lnTo>
                  <a:pt x="242403" y="29405"/>
                </a:lnTo>
                <a:lnTo>
                  <a:pt x="275394" y="62396"/>
                </a:lnTo>
                <a:lnTo>
                  <a:pt x="297030" y="104231"/>
                </a:lnTo>
                <a:lnTo>
                  <a:pt x="304800" y="152400"/>
                </a:lnTo>
                <a:lnTo>
                  <a:pt x="297030" y="200568"/>
                </a:lnTo>
                <a:lnTo>
                  <a:pt x="275394" y="242403"/>
                </a:lnTo>
                <a:lnTo>
                  <a:pt x="242403" y="275394"/>
                </a:lnTo>
                <a:lnTo>
                  <a:pt x="200568" y="297030"/>
                </a:lnTo>
                <a:lnTo>
                  <a:pt x="152400" y="304800"/>
                </a:lnTo>
                <a:lnTo>
                  <a:pt x="104231" y="297030"/>
                </a:lnTo>
                <a:lnTo>
                  <a:pt x="62396" y="275394"/>
                </a:lnTo>
                <a:lnTo>
                  <a:pt x="29405" y="242403"/>
                </a:lnTo>
                <a:lnTo>
                  <a:pt x="7769" y="200568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6423977" y="3446398"/>
            <a:ext cx="1390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6</a:t>
            </a:r>
            <a:endParaRPr sz="16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4CD3E9D3-3EAF-2AE5-E6ED-519FECC7733E}"/>
                  </a:ext>
                </a:extLst>
              </p14:cNvPr>
              <p14:cNvContentPartPr/>
              <p14:nvPr/>
            </p14:nvContentPartPr>
            <p14:xfrm>
              <a:off x="278547" y="3579560"/>
              <a:ext cx="160920" cy="229860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4CD3E9D3-3EAF-2AE5-E6ED-519FECC773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547" y="3471560"/>
                <a:ext cx="268560" cy="25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3C9F8A3C-E6D7-07F0-FCAC-7E6CEA02C06B}"/>
                  </a:ext>
                </a:extLst>
              </p14:cNvPr>
              <p14:cNvContentPartPr/>
              <p14:nvPr/>
            </p14:nvContentPartPr>
            <p14:xfrm>
              <a:off x="229947" y="1826720"/>
              <a:ext cx="509400" cy="36014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3C9F8A3C-E6D7-07F0-FCAC-7E6CEA02C0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307" y="1718720"/>
                <a:ext cx="617040" cy="381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9762" y="814069"/>
            <a:ext cx="176466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3353"/>
            <a:ext cx="7226934" cy="410908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414655" indent="-342900">
              <a:lnSpc>
                <a:spcPts val="3890"/>
              </a:lnSpc>
              <a:spcBef>
                <a:spcPts val="585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5" dirty="0">
                <a:latin typeface="Times New Roman"/>
                <a:cs typeface="Times New Roman"/>
              </a:rPr>
              <a:t>All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actions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implement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interface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Action: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interface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55600" marR="416559" indent="-38100">
              <a:lnSpc>
                <a:spcPts val="2590"/>
              </a:lnSpc>
              <a:spcBef>
                <a:spcPts val="620"/>
              </a:spcBef>
            </a:pPr>
            <a:r>
              <a:rPr sz="2400" spc="-5" dirty="0">
                <a:latin typeface="Times New Roman"/>
                <a:cs typeface="Times New Roman"/>
              </a:rPr>
              <a:t>public abstract void perform(HttpServletRequest req,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HttpServletResponse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resp) throws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Exception;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55600" marR="605155" indent="-342900">
              <a:lnSpc>
                <a:spcPts val="389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600" spc="-5" dirty="0">
                <a:latin typeface="Times New Roman"/>
                <a:cs typeface="Times New Roman"/>
              </a:rPr>
              <a:t>Any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implementation</a:t>
            </a:r>
            <a:r>
              <a:rPr sz="3600" dirty="0">
                <a:latin typeface="Times New Roman"/>
                <a:cs typeface="Times New Roman"/>
              </a:rPr>
              <a:t> of </a:t>
            </a:r>
            <a:r>
              <a:rPr sz="3600" spc="-5" dirty="0">
                <a:latin typeface="Times New Roman"/>
                <a:cs typeface="Times New Roman"/>
              </a:rPr>
              <a:t>“perform”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method has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for last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sentence: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spc="-5" dirty="0">
                <a:latin typeface="Times New Roman"/>
                <a:cs typeface="Times New Roman"/>
              </a:rPr>
              <a:t>ViewManager.nextView(req,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resp,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"/view/next_view.jsp");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7826278-2375-9685-FC92-4C5DC34CD502}"/>
                  </a:ext>
                </a:extLst>
              </p14:cNvPr>
              <p14:cNvContentPartPr/>
              <p14:nvPr/>
            </p14:nvContentPartPr>
            <p14:xfrm>
              <a:off x="403827" y="2162960"/>
              <a:ext cx="650880" cy="38412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7826278-2375-9685-FC92-4C5DC34CD5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827" y="2054960"/>
                <a:ext cx="758520" cy="405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2020" y="814069"/>
            <a:ext cx="32194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ViewMa</a:t>
            </a:r>
            <a:r>
              <a:rPr spc="-5" dirty="0"/>
              <a:t>n</a:t>
            </a:r>
            <a:r>
              <a:rPr spc="-10" dirty="0"/>
              <a:t>a</a:t>
            </a:r>
            <a:r>
              <a:rPr spc="-5" dirty="0"/>
              <a:t>g</a:t>
            </a:r>
            <a:r>
              <a:rPr spc="-10" dirty="0"/>
              <a:t>e</a:t>
            </a:r>
            <a:r>
              <a:rPr spc="-5"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0400"/>
            <a:ext cx="7371080" cy="37045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5080" indent="-342900">
              <a:lnSpc>
                <a:spcPts val="23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ViewManager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static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forwarding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request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view:</a:t>
            </a:r>
            <a:endParaRPr sz="2400">
              <a:latin typeface="Times New Roman"/>
              <a:cs typeface="Times New Roman"/>
            </a:endParaRPr>
          </a:p>
          <a:p>
            <a:pPr marL="469900" marR="1926589" indent="-228600">
              <a:lnSpc>
                <a:spcPct val="100000"/>
              </a:lnSpc>
              <a:spcBef>
                <a:spcPts val="2205"/>
              </a:spcBef>
            </a:pPr>
            <a:r>
              <a:rPr sz="1800" spc="-5" dirty="0">
                <a:latin typeface="Times New Roman"/>
                <a:cs typeface="Times New Roman"/>
              </a:rPr>
              <a:t>public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static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void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nextView(…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req,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resp,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jsp)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try </a:t>
            </a:r>
            <a:r>
              <a:rPr sz="180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98500" marR="861694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RequestDispatcher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dispatcher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req.getRequestDispatcher(jsp);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 (dispatcher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!=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null)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dispatcher.forward(req,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resp);</a:t>
            </a:r>
            <a:endParaRPr sz="18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catch (Exception e)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System.out.println("Error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dispatcher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nextView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e.toString());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6D4D0AC-A767-F879-1061-A64284BE99EF}"/>
                  </a:ext>
                </a:extLst>
              </p14:cNvPr>
              <p14:cNvContentPartPr/>
              <p14:nvPr/>
            </p14:nvContentPartPr>
            <p14:xfrm>
              <a:off x="676347" y="2170880"/>
              <a:ext cx="272880" cy="3787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6D4D0AC-A767-F879-1061-A64284BE99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347" y="2062880"/>
                <a:ext cx="380520" cy="400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9120" y="814069"/>
            <a:ext cx="39058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ControllerServlet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265670" cy="3634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web.xml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(*.do) 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mapped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ControllerServlet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init() method on the ControllerServlet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creates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HashMap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adding all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available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actions</a:t>
            </a:r>
            <a:endParaRPr sz="3200">
              <a:latin typeface="Times New Roman"/>
              <a:cs typeface="Times New Roman"/>
            </a:endParaRPr>
          </a:p>
          <a:p>
            <a:pPr marL="355600" marR="1221105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doPost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 doGet identifies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performs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corresponding action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A031C28-2669-6824-6982-9EA7D73F5FFB}"/>
                  </a:ext>
                </a:extLst>
              </p14:cNvPr>
              <p14:cNvContentPartPr/>
              <p14:nvPr/>
            </p14:nvContentPartPr>
            <p14:xfrm>
              <a:off x="814227" y="2077280"/>
              <a:ext cx="169560" cy="37486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A031C28-2669-6824-6982-9EA7D73F5F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227" y="1969280"/>
                <a:ext cx="277200" cy="396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8567" y="814069"/>
            <a:ext cx="36264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ContextListener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178040" cy="4024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ContextListener retrieves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EntityManager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UserTransaction 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references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creates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those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objects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application scope: </a:t>
            </a:r>
            <a:r>
              <a:rPr sz="3200" b="1" spc="-5" dirty="0">
                <a:latin typeface="Times New Roman"/>
                <a:cs typeface="Times New Roman"/>
              </a:rPr>
              <a:t>CategoryModel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ProductModel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charge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accessing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DDBB</a:t>
            </a:r>
            <a:endParaRPr sz="3200">
              <a:latin typeface="Times New Roman"/>
              <a:cs typeface="Times New Roman"/>
            </a:endParaRPr>
          </a:p>
          <a:p>
            <a:pPr marL="355600" marR="56769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objects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application scope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accessible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thru 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ServletContext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2271B73-C0C6-5062-3B1F-03D8ACD3AD4A}"/>
                  </a:ext>
                </a:extLst>
              </p14:cNvPr>
              <p14:cNvContentPartPr/>
              <p14:nvPr/>
            </p14:nvContentPartPr>
            <p14:xfrm>
              <a:off x="927267" y="2219480"/>
              <a:ext cx="104760" cy="33624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2271B73-C0C6-5062-3B1F-03D8ACD3AD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267" y="2111480"/>
                <a:ext cx="212400" cy="35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EB9BD0C-5262-B33F-5B6F-6D3D6D957B61}"/>
                  </a:ext>
                </a:extLst>
              </p14:cNvPr>
              <p14:cNvContentPartPr/>
              <p14:nvPr/>
            </p14:nvContentPartPr>
            <p14:xfrm>
              <a:off x="917547" y="5510600"/>
              <a:ext cx="137160" cy="5752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EB9BD0C-5262-B33F-5B6F-6D3D6D957B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3907" y="5402960"/>
                <a:ext cx="244800" cy="79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9762" y="814069"/>
            <a:ext cx="176466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Actions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34035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533400" algn="l"/>
                <a:tab pos="534035" algn="l"/>
              </a:tabLst>
            </a:pPr>
            <a:r>
              <a:rPr spc="-5" dirty="0"/>
              <a:t>Actions</a:t>
            </a:r>
            <a:r>
              <a:rPr spc="-3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5" dirty="0"/>
              <a:t>coded:</a:t>
            </a:r>
          </a:p>
          <a:p>
            <a:pPr marL="934085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933450" algn="l"/>
                <a:tab pos="93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initAction: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-5" dirty="0">
                <a:latin typeface="Times New Roman"/>
                <a:cs typeface="Times New Roman"/>
              </a:rPr>
              <a:t> 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categories</a:t>
            </a:r>
            <a:endParaRPr sz="2400">
              <a:latin typeface="Times New Roman"/>
              <a:cs typeface="Times New Roman"/>
            </a:endParaRPr>
          </a:p>
          <a:p>
            <a:pPr marL="93408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933450" algn="l"/>
                <a:tab pos="93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categoryAction: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items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category</a:t>
            </a:r>
            <a:endParaRPr sz="2400">
              <a:latin typeface="Times New Roman"/>
              <a:cs typeface="Times New Roman"/>
            </a:endParaRPr>
          </a:p>
          <a:p>
            <a:pPr marL="93408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933450" algn="l"/>
                <a:tab pos="93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neworderAction: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 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5" dirty="0">
                <a:latin typeface="Times New Roman"/>
                <a:cs typeface="Times New Roman"/>
              </a:rPr>
              <a:t> item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shopping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cart</a:t>
            </a:r>
            <a:endParaRPr sz="2400">
              <a:latin typeface="Times New Roman"/>
              <a:cs typeface="Times New Roman"/>
            </a:endParaRPr>
          </a:p>
          <a:p>
            <a:pPr marL="934085" lvl="1" indent="-285750">
              <a:lnSpc>
                <a:spcPct val="100000"/>
              </a:lnSpc>
              <a:spcBef>
                <a:spcPts val="580"/>
              </a:spcBef>
              <a:buChar char="–"/>
              <a:tabLst>
                <a:tab pos="933450" algn="l"/>
                <a:tab pos="93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viewcartAction: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shows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shopping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cart</a:t>
            </a:r>
            <a:endParaRPr sz="2400">
              <a:latin typeface="Times New Roman"/>
              <a:cs typeface="Times New Roman"/>
            </a:endParaRPr>
          </a:p>
          <a:p>
            <a:pPr marL="93408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933450" algn="l"/>
                <a:tab pos="93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updatecartAction: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updates 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shopping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items</a:t>
            </a:r>
            <a:endParaRPr sz="2400">
              <a:latin typeface="Times New Roman"/>
              <a:cs typeface="Times New Roman"/>
            </a:endParaRPr>
          </a:p>
          <a:p>
            <a:pPr marL="93408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933450" algn="l"/>
                <a:tab pos="93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clearcartAction: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removes all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items from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shopping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cart</a:t>
            </a:r>
            <a:endParaRPr sz="2400">
              <a:latin typeface="Times New Roman"/>
              <a:cs typeface="Times New Roman"/>
            </a:endParaRPr>
          </a:p>
          <a:p>
            <a:pPr marL="934085" lvl="1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933450" algn="l"/>
                <a:tab pos="934085" algn="l"/>
              </a:tabLst>
            </a:pPr>
            <a:r>
              <a:rPr sz="2400" spc="-5" dirty="0">
                <a:latin typeface="Times New Roman"/>
                <a:cs typeface="Times New Roman"/>
              </a:rPr>
              <a:t>checkoutAction: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performs the </a:t>
            </a:r>
            <a:r>
              <a:rPr sz="2400" dirty="0">
                <a:latin typeface="Times New Roman"/>
                <a:cs typeface="Times New Roman"/>
              </a:rPr>
              <a:t>buy </a:t>
            </a:r>
            <a:r>
              <a:rPr sz="2400" spc="-5" dirty="0">
                <a:latin typeface="Times New Roman"/>
                <a:cs typeface="Times New Roman"/>
              </a:rPr>
              <a:t>action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4F7645D-D23D-0E9F-7F0F-84A31160CFBB}"/>
                  </a:ext>
                </a:extLst>
              </p14:cNvPr>
              <p14:cNvContentPartPr/>
              <p14:nvPr/>
            </p14:nvContentPartPr>
            <p14:xfrm>
              <a:off x="903147" y="2662640"/>
              <a:ext cx="214920" cy="32155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4F7645D-D23D-0E9F-7F0F-84A31160CF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9147" y="2554640"/>
                <a:ext cx="322560" cy="343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674CAFDA-5A86-EDB6-55A2-BAFAA65CB8AE}"/>
              </a:ext>
            </a:extLst>
          </p:cNvPr>
          <p:cNvGrpSpPr/>
          <p:nvPr/>
        </p:nvGrpSpPr>
        <p:grpSpPr>
          <a:xfrm>
            <a:off x="4719147" y="2838320"/>
            <a:ext cx="802800" cy="387360"/>
            <a:chOff x="4719147" y="2838320"/>
            <a:chExt cx="80280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0533E238-82C2-1789-7680-AF3562B1EFF3}"/>
                    </a:ext>
                  </a:extLst>
                </p14:cNvPr>
                <p14:cNvContentPartPr/>
                <p14:nvPr/>
              </p14:nvContentPartPr>
              <p14:xfrm>
                <a:off x="4929027" y="2838320"/>
                <a:ext cx="592920" cy="2782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0533E238-82C2-1789-7680-AF3562B1EF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0027" y="2829680"/>
                  <a:ext cx="610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067B623E-E7B3-8D9B-5D42-6BBFF003731F}"/>
                    </a:ext>
                  </a:extLst>
                </p14:cNvPr>
                <p14:cNvContentPartPr/>
                <p14:nvPr/>
              </p14:nvContentPartPr>
              <p14:xfrm>
                <a:off x="5379747" y="2874320"/>
                <a:ext cx="15480" cy="3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067B623E-E7B3-8D9B-5D42-6BBFF00373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1107" y="2865680"/>
                  <a:ext cx="33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2F7AAF59-0094-EA77-E750-CC85324B0288}"/>
                    </a:ext>
                  </a:extLst>
                </p14:cNvPr>
                <p14:cNvContentPartPr/>
                <p14:nvPr/>
              </p14:nvContentPartPr>
              <p14:xfrm>
                <a:off x="4719147" y="3077720"/>
                <a:ext cx="609120" cy="1479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2F7AAF59-0094-EA77-E750-CC85324B02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10507" y="3068720"/>
                  <a:ext cx="62676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51B1496A-1ADD-94D9-6D06-AF75A82F5D9E}"/>
                  </a:ext>
                </a:extLst>
              </p14:cNvPr>
              <p14:cNvContentPartPr/>
              <p14:nvPr/>
            </p14:nvContentPartPr>
            <p14:xfrm>
              <a:off x="1503987" y="5300720"/>
              <a:ext cx="4716000" cy="2804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51B1496A-1ADD-94D9-6D06-AF75A82F5D9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94987" y="5291720"/>
                <a:ext cx="4733640" cy="29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o 34">
            <a:extLst>
              <a:ext uri="{FF2B5EF4-FFF2-40B4-BE49-F238E27FC236}">
                <a16:creationId xmlns:a16="http://schemas.microsoft.com/office/drawing/2014/main" id="{FCB7C851-8BC3-B9AA-CA63-9A270B7683DF}"/>
              </a:ext>
            </a:extLst>
          </p:cNvPr>
          <p:cNvGrpSpPr/>
          <p:nvPr/>
        </p:nvGrpSpPr>
        <p:grpSpPr>
          <a:xfrm>
            <a:off x="1611267" y="5511320"/>
            <a:ext cx="4913280" cy="390960"/>
            <a:chOff x="1611267" y="5511320"/>
            <a:chExt cx="491328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C9D9B6D-FDBA-8B44-20DA-2D17514B8A7B}"/>
                    </a:ext>
                  </a:extLst>
                </p14:cNvPr>
                <p14:cNvContentPartPr/>
                <p14:nvPr/>
              </p14:nvContentPartPr>
              <p14:xfrm>
                <a:off x="1611267" y="5653880"/>
                <a:ext cx="102240" cy="2102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C9D9B6D-FDBA-8B44-20DA-2D17514B8A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2627" y="5644880"/>
                  <a:ext cx="119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2D4F2D0-198F-6AD2-D058-723619BD925D}"/>
                    </a:ext>
                  </a:extLst>
                </p14:cNvPr>
                <p14:cNvContentPartPr/>
                <p14:nvPr/>
              </p14:nvContentPartPr>
              <p14:xfrm>
                <a:off x="1709907" y="5616080"/>
                <a:ext cx="523080" cy="2862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2D4F2D0-198F-6AD2-D058-723619BD92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00907" y="5607440"/>
                  <a:ext cx="5407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E9E5FE0B-7835-F9B3-7BC7-99E95546B74D}"/>
                    </a:ext>
                  </a:extLst>
                </p14:cNvPr>
                <p14:cNvContentPartPr/>
                <p14:nvPr/>
              </p14:nvContentPartPr>
              <p14:xfrm>
                <a:off x="2054787" y="5656760"/>
                <a:ext cx="33480" cy="36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E9E5FE0B-7835-F9B3-7BC7-99E95546B7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45787" y="5647760"/>
                  <a:ext cx="51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9701E58-5088-FD6B-64DB-D021CFCA5097}"/>
                    </a:ext>
                  </a:extLst>
                </p14:cNvPr>
                <p14:cNvContentPartPr/>
                <p14:nvPr/>
              </p14:nvContentPartPr>
              <p14:xfrm>
                <a:off x="2364747" y="5559200"/>
                <a:ext cx="307080" cy="2862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9701E58-5088-FD6B-64DB-D021CFCA509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56107" y="5550560"/>
                  <a:ext cx="3247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AE5AE24-4022-8C97-1B50-C493FD6E573C}"/>
                    </a:ext>
                  </a:extLst>
                </p14:cNvPr>
                <p14:cNvContentPartPr/>
                <p14:nvPr/>
              </p14:nvContentPartPr>
              <p14:xfrm>
                <a:off x="2601627" y="5633720"/>
                <a:ext cx="113040" cy="64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AE5AE24-4022-8C97-1B50-C493FD6E57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92987" y="5624720"/>
                  <a:ext cx="130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87CACD7-D2CA-01B0-BA88-0C923EA23FA2}"/>
                    </a:ext>
                  </a:extLst>
                </p14:cNvPr>
                <p14:cNvContentPartPr/>
                <p14:nvPr/>
              </p14:nvContentPartPr>
              <p14:xfrm>
                <a:off x="2830587" y="5688440"/>
                <a:ext cx="90360" cy="864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87CACD7-D2CA-01B0-BA88-0C923EA23F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21947" y="5679800"/>
                  <a:ext cx="108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BEA8DE4B-C8B2-72C6-3993-6C13821C753A}"/>
                    </a:ext>
                  </a:extLst>
                </p14:cNvPr>
                <p14:cNvContentPartPr/>
                <p14:nvPr/>
              </p14:nvContentPartPr>
              <p14:xfrm>
                <a:off x="2819067" y="5563160"/>
                <a:ext cx="401760" cy="2563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BEA8DE4B-C8B2-72C6-3993-6C13821C75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0067" y="5554160"/>
                  <a:ext cx="419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9892CDFB-86A6-C3AC-04D5-04492871059E}"/>
                    </a:ext>
                  </a:extLst>
                </p14:cNvPr>
                <p14:cNvContentPartPr/>
                <p14:nvPr/>
              </p14:nvContentPartPr>
              <p14:xfrm>
                <a:off x="3226227" y="5597360"/>
                <a:ext cx="394200" cy="1677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9892CDFB-86A6-C3AC-04D5-0449287105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17227" y="5588360"/>
                  <a:ext cx="411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97795BD7-C259-40C7-FD89-70EF44CB8102}"/>
                    </a:ext>
                  </a:extLst>
                </p14:cNvPr>
                <p14:cNvContentPartPr/>
                <p14:nvPr/>
              </p14:nvContentPartPr>
              <p14:xfrm>
                <a:off x="3579027" y="5592320"/>
                <a:ext cx="120960" cy="151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97795BD7-C259-40C7-FD89-70EF44CB81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70027" y="5583320"/>
                  <a:ext cx="138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E0E35B0-845F-EA66-9C49-20E9E8DA909E}"/>
                    </a:ext>
                  </a:extLst>
                </p14:cNvPr>
                <p14:cNvContentPartPr/>
                <p14:nvPr/>
              </p14:nvContentPartPr>
              <p14:xfrm>
                <a:off x="3735267" y="5704640"/>
                <a:ext cx="42840" cy="806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E0E35B0-845F-EA66-9C49-20E9E8DA90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26627" y="5695640"/>
                  <a:ext cx="60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DD0E7779-6A90-6A5D-F4BA-07527AEA831B}"/>
                    </a:ext>
                  </a:extLst>
                </p14:cNvPr>
                <p14:cNvContentPartPr/>
                <p14:nvPr/>
              </p14:nvContentPartPr>
              <p14:xfrm>
                <a:off x="3947307" y="5552720"/>
                <a:ext cx="283320" cy="2646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DD0E7779-6A90-6A5D-F4BA-07527AEA83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8667" y="5544080"/>
                  <a:ext cx="300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A194950-71F9-C856-D9F4-71CFFCA34150}"/>
                    </a:ext>
                  </a:extLst>
                </p14:cNvPr>
                <p14:cNvContentPartPr/>
                <p14:nvPr/>
              </p14:nvContentPartPr>
              <p14:xfrm>
                <a:off x="4236747" y="5597360"/>
                <a:ext cx="57960" cy="1436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A194950-71F9-C856-D9F4-71CFFCA341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28107" y="5588360"/>
                  <a:ext cx="75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D368EEE-A91E-0651-05BC-1B89E5396B41}"/>
                    </a:ext>
                  </a:extLst>
                </p14:cNvPr>
                <p14:cNvContentPartPr/>
                <p14:nvPr/>
              </p14:nvContentPartPr>
              <p14:xfrm>
                <a:off x="4004907" y="5647040"/>
                <a:ext cx="43200" cy="46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D368EEE-A91E-0651-05BC-1B89E5396B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96267" y="5638400"/>
                  <a:ext cx="608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7094D6B-334D-BE88-4D39-D299705F4789}"/>
                    </a:ext>
                  </a:extLst>
                </p14:cNvPr>
                <p14:cNvContentPartPr/>
                <p14:nvPr/>
              </p14:nvContentPartPr>
              <p14:xfrm>
                <a:off x="4491627" y="5541200"/>
                <a:ext cx="170640" cy="2152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7094D6B-334D-BE88-4D39-D299705F478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82987" y="5532560"/>
                  <a:ext cx="188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C7925E3-9B78-67EE-0074-438E3C6FCBE7}"/>
                    </a:ext>
                  </a:extLst>
                </p14:cNvPr>
                <p14:cNvContentPartPr/>
                <p14:nvPr/>
              </p14:nvContentPartPr>
              <p14:xfrm>
                <a:off x="4427187" y="5596280"/>
                <a:ext cx="172800" cy="288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C7925E3-9B78-67EE-0074-438E3C6FCB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18187" y="5587640"/>
                  <a:ext cx="19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95BBD48C-4650-848E-A60C-47C6637BE96C}"/>
                    </a:ext>
                  </a:extLst>
                </p14:cNvPr>
                <p14:cNvContentPartPr/>
                <p14:nvPr/>
              </p14:nvContentPartPr>
              <p14:xfrm>
                <a:off x="4834347" y="5552000"/>
                <a:ext cx="698400" cy="3441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95BBD48C-4650-848E-A60C-47C6637BE9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25347" y="5543360"/>
                  <a:ext cx="7160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047F5FB-331E-3027-128F-52978A11D39E}"/>
                    </a:ext>
                  </a:extLst>
                </p14:cNvPr>
                <p14:cNvContentPartPr/>
                <p14:nvPr/>
              </p14:nvContentPartPr>
              <p14:xfrm>
                <a:off x="5675667" y="5638760"/>
                <a:ext cx="39240" cy="2379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047F5FB-331E-3027-128F-52978A11D39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67027" y="5629760"/>
                  <a:ext cx="56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82138DD-6B55-7880-B07A-A5979531BF18}"/>
                    </a:ext>
                  </a:extLst>
                </p14:cNvPr>
                <p14:cNvContentPartPr/>
                <p14:nvPr/>
              </p14:nvContentPartPr>
              <p14:xfrm>
                <a:off x="5634267" y="5511320"/>
                <a:ext cx="890280" cy="3902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82138DD-6B55-7880-B07A-A5979531BF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25267" y="5502680"/>
                  <a:ext cx="9079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1EBACE63-34BD-2D1C-3A0D-82E55FBCB592}"/>
                    </a:ext>
                  </a:extLst>
                </p14:cNvPr>
                <p14:cNvContentPartPr/>
                <p14:nvPr/>
              </p14:nvContentPartPr>
              <p14:xfrm>
                <a:off x="5991747" y="5576120"/>
                <a:ext cx="129600" cy="1728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1EBACE63-34BD-2D1C-3A0D-82E55FBCB5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3107" y="5567480"/>
                  <a:ext cx="147240" cy="34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6288" y="814069"/>
            <a:ext cx="2491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Web</a:t>
            </a:r>
            <a:r>
              <a:rPr spc="-85" dirty="0"/>
              <a:t> </a:t>
            </a:r>
            <a:r>
              <a:rPr spc="-5" dirty="0"/>
              <a:t>pages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212330" cy="3453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web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pages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directory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contains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all JSPs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views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complementary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files,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particular: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img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subdirectory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all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images,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view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subdirectory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 all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view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JPSs</a:t>
            </a:r>
            <a:endParaRPr sz="2800">
              <a:latin typeface="Times New Roman"/>
              <a:cs typeface="Times New Roman"/>
            </a:endParaRPr>
          </a:p>
          <a:p>
            <a:pPr marL="755650" marR="160655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Times New Roman"/>
                <a:cs typeface="Times New Roman"/>
              </a:rPr>
              <a:t>3 </a:t>
            </a:r>
            <a:r>
              <a:rPr sz="2800" spc="-5" dirty="0">
                <a:latin typeface="Times New Roman"/>
                <a:cs typeface="Times New Roman"/>
              </a:rPr>
              <a:t>complementary </a:t>
            </a:r>
            <a:r>
              <a:rPr sz="2800" dirty="0">
                <a:latin typeface="Times New Roman"/>
                <a:cs typeface="Times New Roman"/>
              </a:rPr>
              <a:t>JSP </a:t>
            </a:r>
            <a:r>
              <a:rPr sz="2800" spc="-5" dirty="0">
                <a:latin typeface="Times New Roman"/>
                <a:cs typeface="Times New Roman"/>
              </a:rPr>
              <a:t>files </a:t>
            </a:r>
            <a:r>
              <a:rPr sz="2800" dirty="0">
                <a:latin typeface="Times New Roman"/>
                <a:cs typeface="Times New Roman"/>
              </a:rPr>
              <a:t>on the root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directory: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start.jsp,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error.jsp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undone.jsp.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3BC1F6B-5EC2-2B9D-FD0F-32AC159D47CF}"/>
              </a:ext>
            </a:extLst>
          </p:cNvPr>
          <p:cNvGrpSpPr/>
          <p:nvPr/>
        </p:nvGrpSpPr>
        <p:grpSpPr>
          <a:xfrm>
            <a:off x="758427" y="185480"/>
            <a:ext cx="2879280" cy="489240"/>
            <a:chOff x="758427" y="185480"/>
            <a:chExt cx="287928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2262589D-15D6-A44B-60A4-4384B4234A65}"/>
                    </a:ext>
                  </a:extLst>
                </p14:cNvPr>
                <p14:cNvContentPartPr/>
                <p14:nvPr/>
              </p14:nvContentPartPr>
              <p14:xfrm>
                <a:off x="758427" y="207800"/>
                <a:ext cx="176760" cy="33840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2262589D-15D6-A44B-60A4-4384B4234A6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9427" y="199160"/>
                  <a:ext cx="1944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D628607E-B1A9-FF18-ADD3-8483D2AC6236}"/>
                    </a:ext>
                  </a:extLst>
                </p14:cNvPr>
                <p14:cNvContentPartPr/>
                <p14:nvPr/>
              </p14:nvContentPartPr>
              <p14:xfrm>
                <a:off x="761307" y="332360"/>
                <a:ext cx="153000" cy="475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D628607E-B1A9-FF18-ADD3-8483D2AC62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2667" y="323360"/>
                  <a:ext cx="170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8BB7C017-5FEA-81B5-8588-F504DCFF7342}"/>
                    </a:ext>
                  </a:extLst>
                </p14:cNvPr>
                <p14:cNvContentPartPr/>
                <p14:nvPr/>
              </p14:nvContentPartPr>
              <p14:xfrm>
                <a:off x="882987" y="191960"/>
                <a:ext cx="706680" cy="3884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8BB7C017-5FEA-81B5-8588-F504DCFF73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3987" y="182960"/>
                  <a:ext cx="7243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5C8C3F18-83C6-C474-531A-3F0B0452A120}"/>
                    </a:ext>
                  </a:extLst>
                </p14:cNvPr>
                <p14:cNvContentPartPr/>
                <p14:nvPr/>
              </p14:nvContentPartPr>
              <p14:xfrm>
                <a:off x="1196907" y="302480"/>
                <a:ext cx="175320" cy="172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5C8C3F18-83C6-C474-531A-3F0B0452A1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7907" y="293840"/>
                  <a:ext cx="192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B1A10180-EE70-B93F-53C3-076BF3BC5EF4}"/>
                    </a:ext>
                  </a:extLst>
                </p14:cNvPr>
                <p14:cNvContentPartPr/>
                <p14:nvPr/>
              </p14:nvContentPartPr>
              <p14:xfrm>
                <a:off x="1718907" y="185480"/>
                <a:ext cx="160560" cy="3376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B1A10180-EE70-B93F-53C3-076BF3BC5E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9907" y="176480"/>
                  <a:ext cx="1782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7856136-2763-A4BD-5912-D7AA9FD209DC}"/>
                    </a:ext>
                  </a:extLst>
                </p14:cNvPr>
                <p14:cNvContentPartPr/>
                <p14:nvPr/>
              </p14:nvContentPartPr>
              <p14:xfrm>
                <a:off x="2138307" y="351800"/>
                <a:ext cx="145800" cy="3229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7856136-2763-A4BD-5912-D7AA9FD209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29667" y="342800"/>
                  <a:ext cx="1634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97F27E7C-F548-2D03-C034-934EA41285E6}"/>
                    </a:ext>
                  </a:extLst>
                </p14:cNvPr>
                <p14:cNvContentPartPr/>
                <p14:nvPr/>
              </p14:nvContentPartPr>
              <p14:xfrm>
                <a:off x="2230827" y="259280"/>
                <a:ext cx="23040" cy="14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97F27E7C-F548-2D03-C034-934EA41285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22187" y="250640"/>
                  <a:ext cx="40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99FB66A-9928-332A-4393-8CC09146B04F}"/>
                    </a:ext>
                  </a:extLst>
                </p14:cNvPr>
                <p14:cNvContentPartPr/>
                <p14:nvPr/>
              </p14:nvContentPartPr>
              <p14:xfrm>
                <a:off x="2247387" y="381320"/>
                <a:ext cx="342360" cy="2469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99FB66A-9928-332A-4393-8CC09146B0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38747" y="372320"/>
                  <a:ext cx="3600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61DABA8-D5ED-3227-64D1-803D8718062C}"/>
                    </a:ext>
                  </a:extLst>
                </p14:cNvPr>
                <p14:cNvContentPartPr/>
                <p14:nvPr/>
              </p14:nvContentPartPr>
              <p14:xfrm>
                <a:off x="2691267" y="236960"/>
                <a:ext cx="495720" cy="4356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61DABA8-D5ED-3227-64D1-803D871806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82627" y="227960"/>
                  <a:ext cx="5133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75269A3-D8CD-6DEF-8B9C-701359F72445}"/>
                    </a:ext>
                  </a:extLst>
                </p14:cNvPr>
                <p14:cNvContentPartPr/>
                <p14:nvPr/>
              </p14:nvContentPartPr>
              <p14:xfrm>
                <a:off x="3073947" y="330560"/>
                <a:ext cx="563760" cy="2930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75269A3-D8CD-6DEF-8B9C-701359F7244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65307" y="321560"/>
                  <a:ext cx="5814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6794D61-9E76-43CE-24F2-E99EAB378F8E}"/>
                    </a:ext>
                  </a:extLst>
                </p14:cNvPr>
                <p14:cNvContentPartPr/>
                <p14:nvPr/>
              </p14:nvContentPartPr>
              <p14:xfrm>
                <a:off x="2971347" y="338120"/>
                <a:ext cx="120600" cy="446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6794D61-9E76-43CE-24F2-E99EAB378F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62347" y="329480"/>
                  <a:ext cx="138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CEB88E62-65F9-3EBA-9805-98C493AA4F8A}"/>
                    </a:ext>
                  </a:extLst>
                </p14:cNvPr>
                <p14:cNvContentPartPr/>
                <p14:nvPr/>
              </p14:nvContentPartPr>
              <p14:xfrm>
                <a:off x="2796387" y="510920"/>
                <a:ext cx="12600" cy="97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CEB88E62-65F9-3EBA-9805-98C493AA4F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87387" y="502280"/>
                  <a:ext cx="30240" cy="2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6217" y="814069"/>
            <a:ext cx="31318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ShoppingCart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27" y="1898561"/>
            <a:ext cx="7696200" cy="32518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Methods: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synchronized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void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addItem(Product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product)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synchronized void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update(Product product,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quantity)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synchronized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List&lt;ShoppingCartItem&gt;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getItems()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synchronized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getNumberOfItems()</a:t>
            </a:r>
            <a:endParaRPr sz="2400">
              <a:latin typeface="Times New Roman"/>
              <a:cs typeface="Times New Roman"/>
            </a:endParaRPr>
          </a:p>
          <a:p>
            <a:pPr marL="12700" marR="3016250">
              <a:lnSpc>
                <a:spcPct val="120000"/>
              </a:lnSpc>
            </a:pPr>
            <a:r>
              <a:rPr sz="2400" spc="-5" dirty="0">
                <a:latin typeface="Times New Roman"/>
                <a:cs typeface="Times New Roman"/>
              </a:rPr>
              <a:t>public synchronized double getTotal()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synchronized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void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clear()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44B313F-73CC-FAB6-2CB0-86E6C7AC0B43}"/>
                  </a:ext>
                </a:extLst>
              </p14:cNvPr>
              <p14:cNvContentPartPr/>
              <p14:nvPr/>
            </p14:nvContentPartPr>
            <p14:xfrm>
              <a:off x="646467" y="2749400"/>
              <a:ext cx="5400" cy="81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44B313F-73CC-FAB6-2CB0-86E6C7AC0B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467" y="2641400"/>
                <a:ext cx="1130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BD1520A3-6012-1765-DE23-363C462ED21C}"/>
                  </a:ext>
                </a:extLst>
              </p14:cNvPr>
              <p14:cNvContentPartPr/>
              <p14:nvPr/>
            </p14:nvContentPartPr>
            <p14:xfrm>
              <a:off x="364227" y="2459600"/>
              <a:ext cx="79200" cy="31356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BD1520A3-6012-1765-DE23-363C462ED2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227" y="2351960"/>
                <a:ext cx="186840" cy="3351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4184" y="814069"/>
            <a:ext cx="41560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ShoppingCartItem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98561"/>
            <a:ext cx="5269865" cy="28130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Methods: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  <a:spcBef>
                <a:spcPts val="25"/>
              </a:spcBef>
            </a:pPr>
            <a:r>
              <a:rPr sz="2400" spc="-5" dirty="0">
                <a:latin typeface="Times New Roman"/>
                <a:cs typeface="Times New Roman"/>
              </a:rPr>
              <a:t>public ShoppingCartItem(Product product)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Product getProduct()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getQuantity()</a:t>
            </a:r>
            <a:endParaRPr sz="2400">
              <a:latin typeface="Times New Roman"/>
              <a:cs typeface="Times New Roman"/>
            </a:endParaRPr>
          </a:p>
          <a:p>
            <a:pPr marL="12700" marR="793115">
              <a:lnSpc>
                <a:spcPct val="120000"/>
              </a:lnSpc>
            </a:pPr>
            <a:r>
              <a:rPr sz="2400" spc="-5" dirty="0">
                <a:latin typeface="Times New Roman"/>
                <a:cs typeface="Times New Roman"/>
              </a:rPr>
              <a:t>public void setQuantity(int quantity)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public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double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getTotal()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7C4B160C-E435-1DB9-D10D-249376C09112}"/>
                  </a:ext>
                </a:extLst>
              </p14:cNvPr>
              <p14:cNvContentPartPr/>
              <p14:nvPr/>
            </p14:nvContentPartPr>
            <p14:xfrm>
              <a:off x="544227" y="2650760"/>
              <a:ext cx="109800" cy="22694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7C4B160C-E435-1DB9-D10D-249376C091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0587" y="2542760"/>
                <a:ext cx="217440" cy="248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upo 41">
            <a:extLst>
              <a:ext uri="{FF2B5EF4-FFF2-40B4-BE49-F238E27FC236}">
                <a16:creationId xmlns:a16="http://schemas.microsoft.com/office/drawing/2014/main" id="{C60B631D-5DA2-4821-1364-3DAB206B3954}"/>
              </a:ext>
            </a:extLst>
          </p:cNvPr>
          <p:cNvGrpSpPr/>
          <p:nvPr/>
        </p:nvGrpSpPr>
        <p:grpSpPr>
          <a:xfrm>
            <a:off x="409227" y="5205680"/>
            <a:ext cx="4832280" cy="801720"/>
            <a:chOff x="409227" y="5205680"/>
            <a:chExt cx="4832280" cy="80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88F7D50C-0651-42CD-A2AC-062E01E7BE00}"/>
                    </a:ext>
                  </a:extLst>
                </p14:cNvPr>
                <p14:cNvContentPartPr/>
                <p14:nvPr/>
              </p14:nvContentPartPr>
              <p14:xfrm>
                <a:off x="422907" y="5270480"/>
                <a:ext cx="171000" cy="2336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88F7D50C-0651-42CD-A2AC-062E01E7BE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4267" y="5261480"/>
                  <a:ext cx="188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F1298F5E-027D-85D4-B1B4-4C70AA450536}"/>
                    </a:ext>
                  </a:extLst>
                </p14:cNvPr>
                <p14:cNvContentPartPr/>
                <p14:nvPr/>
              </p14:nvContentPartPr>
              <p14:xfrm>
                <a:off x="409227" y="5312960"/>
                <a:ext cx="99000" cy="309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F1298F5E-027D-85D4-B1B4-4C70AA45053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0587" y="5303960"/>
                  <a:ext cx="116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4A164B3F-01CF-89A5-E048-90E1A6FF912E}"/>
                    </a:ext>
                  </a:extLst>
                </p14:cNvPr>
                <p14:cNvContentPartPr/>
                <p14:nvPr/>
              </p14:nvContentPartPr>
              <p14:xfrm>
                <a:off x="447387" y="5254640"/>
                <a:ext cx="360" cy="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4A164B3F-01CF-89A5-E048-90E1A6FF91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8747" y="52456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0A6BDF8D-85B6-2235-2FDA-C6E074BA8E60}"/>
                    </a:ext>
                  </a:extLst>
                </p14:cNvPr>
                <p14:cNvContentPartPr/>
                <p14:nvPr/>
              </p14:nvContentPartPr>
              <p14:xfrm>
                <a:off x="586707" y="5221160"/>
                <a:ext cx="548640" cy="3704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0A6BDF8D-85B6-2235-2FDA-C6E074BA8E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7707" y="5212160"/>
                  <a:ext cx="5662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DFE8CE40-1B71-9ACE-D9F6-A0286D283CAA}"/>
                    </a:ext>
                  </a:extLst>
                </p14:cNvPr>
                <p14:cNvContentPartPr/>
                <p14:nvPr/>
              </p14:nvContentPartPr>
              <p14:xfrm>
                <a:off x="855987" y="5261840"/>
                <a:ext cx="164880" cy="108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DFE8CE40-1B71-9ACE-D9F6-A0286D283C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7347" y="5253200"/>
                  <a:ext cx="182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B13D8F4F-4AED-1EEE-9C86-99F66AEECEE4}"/>
                    </a:ext>
                  </a:extLst>
                </p14:cNvPr>
                <p14:cNvContentPartPr/>
                <p14:nvPr/>
              </p14:nvContentPartPr>
              <p14:xfrm>
                <a:off x="692547" y="5276600"/>
                <a:ext cx="145440" cy="154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B13D8F4F-4AED-1EEE-9C86-99F66AEECEE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3907" y="5267600"/>
                  <a:ext cx="163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C9B52A9-147A-983A-B34F-48176BAAC666}"/>
                    </a:ext>
                  </a:extLst>
                </p14:cNvPr>
                <p14:cNvContentPartPr/>
                <p14:nvPr/>
              </p14:nvContentPartPr>
              <p14:xfrm>
                <a:off x="1259547" y="5288120"/>
                <a:ext cx="383400" cy="2775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C9B52A9-147A-983A-B34F-48176BAAC6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0547" y="5279480"/>
                  <a:ext cx="401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C5C53B91-518D-C26B-DB49-B1488B3711D7}"/>
                    </a:ext>
                  </a:extLst>
                </p14:cNvPr>
                <p14:cNvContentPartPr/>
                <p14:nvPr/>
              </p14:nvContentPartPr>
              <p14:xfrm>
                <a:off x="1632507" y="5210720"/>
                <a:ext cx="14400" cy="2332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C5C53B91-518D-C26B-DB49-B1488B3711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23867" y="5201720"/>
                  <a:ext cx="32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E69B382F-499F-2D58-6EEB-4481F86CAE39}"/>
                    </a:ext>
                  </a:extLst>
                </p14:cNvPr>
                <p14:cNvContentPartPr/>
                <p14:nvPr/>
              </p14:nvContentPartPr>
              <p14:xfrm>
                <a:off x="1663107" y="5282720"/>
                <a:ext cx="61560" cy="1036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E69B382F-499F-2D58-6EEB-4481F86CAE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54467" y="5273720"/>
                  <a:ext cx="79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4DDBB85-E4CA-54D8-A6DC-B00BBDC86475}"/>
                    </a:ext>
                  </a:extLst>
                </p14:cNvPr>
                <p14:cNvContentPartPr/>
                <p14:nvPr/>
              </p14:nvContentPartPr>
              <p14:xfrm>
                <a:off x="1667787" y="5206400"/>
                <a:ext cx="235800" cy="2782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4DDBB85-E4CA-54D8-A6DC-B00BBDC8647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59147" y="5197760"/>
                  <a:ext cx="253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8DB3979B-242F-CAC3-76A0-B410075A445D}"/>
                    </a:ext>
                  </a:extLst>
                </p14:cNvPr>
                <p14:cNvContentPartPr/>
                <p14:nvPr/>
              </p14:nvContentPartPr>
              <p14:xfrm>
                <a:off x="1837707" y="5300000"/>
                <a:ext cx="63000" cy="248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8DB3979B-242F-CAC3-76A0-B410075A445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28707" y="5291360"/>
                  <a:ext cx="80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5931A323-78BF-F285-ADD4-EF06746B5E43}"/>
                    </a:ext>
                  </a:extLst>
                </p14:cNvPr>
                <p14:cNvContentPartPr/>
                <p14:nvPr/>
              </p14:nvContentPartPr>
              <p14:xfrm>
                <a:off x="2039667" y="5331680"/>
                <a:ext cx="179640" cy="1933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5931A323-78BF-F285-ADD4-EF06746B5E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30667" y="5323040"/>
                  <a:ext cx="197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2F1DBFD-0997-736A-0275-5041A510C804}"/>
                    </a:ext>
                  </a:extLst>
                </p14:cNvPr>
                <p14:cNvContentPartPr/>
                <p14:nvPr/>
              </p14:nvContentPartPr>
              <p14:xfrm>
                <a:off x="2080347" y="5262920"/>
                <a:ext cx="360" cy="3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2F1DBFD-0997-736A-0275-5041A510C8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71347" y="5254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CE99E23F-EECB-AB8C-5F58-2CDAC1F8BF9F}"/>
                    </a:ext>
                  </a:extLst>
                </p14:cNvPr>
                <p14:cNvContentPartPr/>
                <p14:nvPr/>
              </p14:nvContentPartPr>
              <p14:xfrm>
                <a:off x="2272947" y="5219720"/>
                <a:ext cx="769320" cy="3668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CE99E23F-EECB-AB8C-5F58-2CDAC1F8BF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63947" y="5211080"/>
                  <a:ext cx="7869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F64FDD4A-417D-2D6F-B343-6A7B3EB7E455}"/>
                    </a:ext>
                  </a:extLst>
                </p14:cNvPr>
                <p14:cNvContentPartPr/>
                <p14:nvPr/>
              </p14:nvContentPartPr>
              <p14:xfrm>
                <a:off x="2838147" y="5302880"/>
                <a:ext cx="12960" cy="28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F64FDD4A-417D-2D6F-B343-6A7B3EB7E4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29507" y="5294240"/>
                  <a:ext cx="30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0125B81C-B3CD-ADF2-C8DC-8B758498FE26}"/>
                    </a:ext>
                  </a:extLst>
                </p14:cNvPr>
                <p14:cNvContentPartPr/>
                <p14:nvPr/>
              </p14:nvContentPartPr>
              <p14:xfrm>
                <a:off x="2930667" y="5205680"/>
                <a:ext cx="151560" cy="914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0125B81C-B3CD-ADF2-C8DC-8B758498FE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21667" y="5197040"/>
                  <a:ext cx="169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56AE75D6-70B0-EEC7-E602-F698609EF1DA}"/>
                    </a:ext>
                  </a:extLst>
                </p14:cNvPr>
                <p14:cNvContentPartPr/>
                <p14:nvPr/>
              </p14:nvContentPartPr>
              <p14:xfrm>
                <a:off x="517227" y="5675480"/>
                <a:ext cx="551160" cy="2628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56AE75D6-70B0-EEC7-E602-F698609EF1D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08587" y="5666840"/>
                  <a:ext cx="568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F069685F-47A5-7BDE-D306-D70A07A30E86}"/>
                    </a:ext>
                  </a:extLst>
                </p14:cNvPr>
                <p14:cNvContentPartPr/>
                <p14:nvPr/>
              </p14:nvContentPartPr>
              <p14:xfrm>
                <a:off x="1210227" y="5666120"/>
                <a:ext cx="295560" cy="3412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F069685F-47A5-7BDE-D306-D70A07A30E8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01587" y="5657120"/>
                  <a:ext cx="3132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D766392-6CB0-0AD3-8155-35FD0F265BE1}"/>
                    </a:ext>
                  </a:extLst>
                </p14:cNvPr>
                <p14:cNvContentPartPr/>
                <p14:nvPr/>
              </p14:nvContentPartPr>
              <p14:xfrm>
                <a:off x="1501107" y="5619680"/>
                <a:ext cx="215280" cy="22212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D766392-6CB0-0AD3-8155-35FD0F265BE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92467" y="5610680"/>
                  <a:ext cx="2329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FEC484EE-7C17-9F40-740B-D69D29EFC6A5}"/>
                    </a:ext>
                  </a:extLst>
                </p14:cNvPr>
                <p14:cNvContentPartPr/>
                <p14:nvPr/>
              </p14:nvContentPartPr>
              <p14:xfrm>
                <a:off x="1603347" y="5733440"/>
                <a:ext cx="96840" cy="190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FEC484EE-7C17-9F40-740B-D69D29EFC6A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594707" y="5724440"/>
                  <a:ext cx="114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635C6B6B-8946-A6CB-85DD-EC24CD7124F2}"/>
                    </a:ext>
                  </a:extLst>
                </p14:cNvPr>
                <p14:cNvContentPartPr/>
                <p14:nvPr/>
              </p14:nvContentPartPr>
              <p14:xfrm>
                <a:off x="1858227" y="5678360"/>
                <a:ext cx="203400" cy="2034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635C6B6B-8946-A6CB-85DD-EC24CD7124F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49587" y="5669360"/>
                  <a:ext cx="221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DF037F3-5C15-BD3A-33A4-77CAFE55239F}"/>
                    </a:ext>
                  </a:extLst>
                </p14:cNvPr>
                <p14:cNvContentPartPr/>
                <p14:nvPr/>
              </p14:nvContentPartPr>
              <p14:xfrm>
                <a:off x="2033907" y="5715440"/>
                <a:ext cx="180360" cy="1652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DF037F3-5C15-BD3A-33A4-77CAFE55239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025267" y="5706800"/>
                  <a:ext cx="1980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1ADC51FC-2A34-9822-CADE-6F6E98FC6805}"/>
                    </a:ext>
                  </a:extLst>
                </p14:cNvPr>
                <p14:cNvContentPartPr/>
                <p14:nvPr/>
              </p14:nvContentPartPr>
              <p14:xfrm>
                <a:off x="2260707" y="5721920"/>
                <a:ext cx="279000" cy="1620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1ADC51FC-2A34-9822-CADE-6F6E98FC680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51707" y="5713280"/>
                  <a:ext cx="296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6235D0F-3E5A-4471-E668-5EC3B7D105A5}"/>
                    </a:ext>
                  </a:extLst>
                </p14:cNvPr>
                <p14:cNvContentPartPr/>
                <p14:nvPr/>
              </p14:nvContentPartPr>
              <p14:xfrm>
                <a:off x="2531787" y="5728040"/>
                <a:ext cx="108360" cy="1591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6235D0F-3E5A-4471-E668-5EC3B7D105A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22787" y="5719400"/>
                  <a:ext cx="126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280FB709-78F1-7122-0AEA-C1A9A6EA8DAE}"/>
                    </a:ext>
                  </a:extLst>
                </p14:cNvPr>
                <p14:cNvContentPartPr/>
                <p14:nvPr/>
              </p14:nvContentPartPr>
              <p14:xfrm>
                <a:off x="2755707" y="5593760"/>
                <a:ext cx="535680" cy="3045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280FB709-78F1-7122-0AEA-C1A9A6EA8D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747067" y="5584760"/>
                  <a:ext cx="5533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AC39AE7C-583A-167C-3DA4-A4BF2F2E7CAE}"/>
                    </a:ext>
                  </a:extLst>
                </p14:cNvPr>
                <p14:cNvContentPartPr/>
                <p14:nvPr/>
              </p14:nvContentPartPr>
              <p14:xfrm>
                <a:off x="3434307" y="5530760"/>
                <a:ext cx="752400" cy="2602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AC39AE7C-583A-167C-3DA4-A4BF2F2E7CA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25667" y="5522120"/>
                  <a:ext cx="770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3381DE80-BD03-3BC7-F7B0-4153B6C110A4}"/>
                    </a:ext>
                  </a:extLst>
                </p14:cNvPr>
                <p14:cNvContentPartPr/>
                <p14:nvPr/>
              </p14:nvContentPartPr>
              <p14:xfrm>
                <a:off x="3725187" y="5591600"/>
                <a:ext cx="93960" cy="165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3381DE80-BD03-3BC7-F7B0-4153B6C110A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16187" y="5582600"/>
                  <a:ext cx="111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97F947D4-F74B-FA57-A994-022704262E36}"/>
                    </a:ext>
                  </a:extLst>
                </p14:cNvPr>
                <p14:cNvContentPartPr/>
                <p14:nvPr/>
              </p14:nvContentPartPr>
              <p14:xfrm>
                <a:off x="4333947" y="5447600"/>
                <a:ext cx="117000" cy="3898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97F947D4-F74B-FA57-A994-022704262E3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24947" y="5438960"/>
                  <a:ext cx="1346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74FD3E05-514B-84C6-300D-D47A174769B3}"/>
                    </a:ext>
                  </a:extLst>
                </p14:cNvPr>
                <p14:cNvContentPartPr/>
                <p14:nvPr/>
              </p14:nvContentPartPr>
              <p14:xfrm>
                <a:off x="4329267" y="5594840"/>
                <a:ext cx="17280" cy="46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74FD3E05-514B-84C6-300D-D47A174769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20267" y="5586200"/>
                  <a:ext cx="34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38D0720F-32FC-0700-0AD8-A147BFE23A16}"/>
                    </a:ext>
                  </a:extLst>
                </p14:cNvPr>
                <p14:cNvContentPartPr/>
                <p14:nvPr/>
              </p14:nvContentPartPr>
              <p14:xfrm>
                <a:off x="4558587" y="5500880"/>
                <a:ext cx="150480" cy="2001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38D0720F-32FC-0700-0AD8-A147BFE23A1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549587" y="5492240"/>
                  <a:ext cx="168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E7E72D64-CA71-27B7-EED7-66FB8D57907E}"/>
                    </a:ext>
                  </a:extLst>
                </p14:cNvPr>
                <p14:cNvContentPartPr/>
                <p14:nvPr/>
              </p14:nvContentPartPr>
              <p14:xfrm>
                <a:off x="4617627" y="5511320"/>
                <a:ext cx="168840" cy="1252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E7E72D64-CA71-27B7-EED7-66FB8D57907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08627" y="5502320"/>
                  <a:ext cx="186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B093BAB3-6B10-E01B-BA69-89976D246170}"/>
                    </a:ext>
                  </a:extLst>
                </p14:cNvPr>
                <p14:cNvContentPartPr/>
                <p14:nvPr/>
              </p14:nvContentPartPr>
              <p14:xfrm>
                <a:off x="4926507" y="5408000"/>
                <a:ext cx="315000" cy="25092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B093BAB3-6B10-E01B-BA69-89976D24617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17867" y="5399360"/>
                  <a:ext cx="33264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72ACD62D-321F-256D-A63C-D89A2F67DD45}"/>
              </a:ext>
            </a:extLst>
          </p:cNvPr>
          <p:cNvGrpSpPr/>
          <p:nvPr/>
        </p:nvGrpSpPr>
        <p:grpSpPr>
          <a:xfrm>
            <a:off x="538827" y="6072200"/>
            <a:ext cx="1521000" cy="259920"/>
            <a:chOff x="538827" y="6072200"/>
            <a:chExt cx="152100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B7FD5B8-74A8-748F-CFB1-1CC666E90CB2}"/>
                    </a:ext>
                  </a:extLst>
                </p14:cNvPr>
                <p14:cNvContentPartPr/>
                <p14:nvPr/>
              </p14:nvContentPartPr>
              <p14:xfrm>
                <a:off x="538827" y="6166520"/>
                <a:ext cx="144360" cy="1656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B7FD5B8-74A8-748F-CFB1-1CC666E90CB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30187" y="6157520"/>
                  <a:ext cx="162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633C96D-93C8-1F3E-D95A-7A2D62E125EE}"/>
                    </a:ext>
                  </a:extLst>
                </p14:cNvPr>
                <p14:cNvContentPartPr/>
                <p14:nvPr/>
              </p14:nvContentPartPr>
              <p14:xfrm>
                <a:off x="677067" y="6115400"/>
                <a:ext cx="247680" cy="2030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633C96D-93C8-1F3E-D95A-7A2D62E125E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68067" y="6106400"/>
                  <a:ext cx="265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6149FE4-CBBE-A598-8D06-4CDEEDF38E9D}"/>
                    </a:ext>
                  </a:extLst>
                </p14:cNvPr>
                <p14:cNvContentPartPr/>
                <p14:nvPr/>
              </p14:nvContentPartPr>
              <p14:xfrm>
                <a:off x="836907" y="6183440"/>
                <a:ext cx="360" cy="3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6149FE4-CBBE-A598-8D06-4CDEEDF38E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7907" y="61744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A55F0F83-D1FF-A4BF-C487-E3906C944989}"/>
                    </a:ext>
                  </a:extLst>
                </p14:cNvPr>
                <p14:cNvContentPartPr/>
                <p14:nvPr/>
              </p14:nvContentPartPr>
              <p14:xfrm>
                <a:off x="693987" y="6182360"/>
                <a:ext cx="71640" cy="151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A55F0F83-D1FF-A4BF-C487-E3906C9449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5347" y="6173720"/>
                  <a:ext cx="89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DE7F0274-0043-F836-61B2-838BAEB84D3F}"/>
                    </a:ext>
                  </a:extLst>
                </p14:cNvPr>
                <p14:cNvContentPartPr/>
                <p14:nvPr/>
              </p14:nvContentPartPr>
              <p14:xfrm>
                <a:off x="1110147" y="6143120"/>
                <a:ext cx="156600" cy="1029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DE7F0274-0043-F836-61B2-838BAEB84D3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1147" y="6134480"/>
                  <a:ext cx="174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EC24A3F7-446B-E818-648E-15E6ABDD12FE}"/>
                    </a:ext>
                  </a:extLst>
                </p14:cNvPr>
                <p14:cNvContentPartPr/>
                <p14:nvPr/>
              </p14:nvContentPartPr>
              <p14:xfrm>
                <a:off x="1187187" y="6123680"/>
                <a:ext cx="360" cy="3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EC24A3F7-446B-E818-648E-15E6ABDD12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8547" y="61146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D8F20107-F265-6E21-A6BC-8D9CD66D75E0}"/>
                    </a:ext>
                  </a:extLst>
                </p14:cNvPr>
                <p14:cNvContentPartPr/>
                <p14:nvPr/>
              </p14:nvContentPartPr>
              <p14:xfrm>
                <a:off x="1457187" y="6072200"/>
                <a:ext cx="597240" cy="2113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D8F20107-F265-6E21-A6BC-8D9CD66D75E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448547" y="6063560"/>
                  <a:ext cx="614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2E14922D-7DD4-F59D-5E57-AAFFAAB03458}"/>
                    </a:ext>
                  </a:extLst>
                </p14:cNvPr>
                <p14:cNvContentPartPr/>
                <p14:nvPr/>
              </p14:nvContentPartPr>
              <p14:xfrm>
                <a:off x="2033907" y="6131600"/>
                <a:ext cx="25920" cy="115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2E14922D-7DD4-F59D-5E57-AAFFAAB0345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25267" y="6122960"/>
                  <a:ext cx="435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8573A862-A08F-DDA8-CF33-80FC830AD2A6}"/>
              </a:ext>
            </a:extLst>
          </p:cNvPr>
          <p:cNvGrpSpPr/>
          <p:nvPr/>
        </p:nvGrpSpPr>
        <p:grpSpPr>
          <a:xfrm>
            <a:off x="6348147" y="1858400"/>
            <a:ext cx="2032920" cy="1462680"/>
            <a:chOff x="6348147" y="1858400"/>
            <a:chExt cx="2032920" cy="14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48DF9ACA-71B5-053C-96F6-F8B60527272A}"/>
                    </a:ext>
                  </a:extLst>
                </p14:cNvPr>
                <p14:cNvContentPartPr/>
                <p14:nvPr/>
              </p14:nvContentPartPr>
              <p14:xfrm>
                <a:off x="6348147" y="1933280"/>
                <a:ext cx="792720" cy="2588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48DF9ACA-71B5-053C-96F6-F8B60527272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39147" y="1924640"/>
                  <a:ext cx="8103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EF4EBF08-6BF9-7D74-62A5-DA7B850EC3EE}"/>
                    </a:ext>
                  </a:extLst>
                </p14:cNvPr>
                <p14:cNvContentPartPr/>
                <p14:nvPr/>
              </p14:nvContentPartPr>
              <p14:xfrm>
                <a:off x="6559107" y="1927160"/>
                <a:ext cx="110160" cy="176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EF4EBF08-6BF9-7D74-62A5-DA7B850EC3E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550467" y="1918520"/>
                  <a:ext cx="127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3E861F17-02B5-67B9-6EA1-C8D707EC7363}"/>
                    </a:ext>
                  </a:extLst>
                </p14:cNvPr>
                <p14:cNvContentPartPr/>
                <p14:nvPr/>
              </p14:nvContentPartPr>
              <p14:xfrm>
                <a:off x="7283787" y="1858400"/>
                <a:ext cx="490680" cy="25812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3E861F17-02B5-67B9-6EA1-C8D707EC736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75147" y="1849760"/>
                  <a:ext cx="508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5B4AE0EA-C244-9936-9742-38CEEFFD803A}"/>
                    </a:ext>
                  </a:extLst>
                </p14:cNvPr>
                <p14:cNvContentPartPr/>
                <p14:nvPr/>
              </p14:nvContentPartPr>
              <p14:xfrm>
                <a:off x="6426627" y="2271680"/>
                <a:ext cx="308160" cy="1987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5B4AE0EA-C244-9936-9742-38CEEFFD803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17987" y="2263040"/>
                  <a:ext cx="325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6B3CDFE1-5EA4-D79E-1D75-4A7892A8302F}"/>
                    </a:ext>
                  </a:extLst>
                </p14:cNvPr>
                <p14:cNvContentPartPr/>
                <p14:nvPr/>
              </p14:nvContentPartPr>
              <p14:xfrm>
                <a:off x="6865827" y="2244320"/>
                <a:ext cx="758160" cy="3013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6B3CDFE1-5EA4-D79E-1D75-4A7892A8302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57187" y="2235680"/>
                  <a:ext cx="7758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29DBD2FE-B01F-EA38-CA19-CDA4A97300DD}"/>
                    </a:ext>
                  </a:extLst>
                </p14:cNvPr>
                <p14:cNvContentPartPr/>
                <p14:nvPr/>
              </p14:nvContentPartPr>
              <p14:xfrm>
                <a:off x="7545507" y="2285720"/>
                <a:ext cx="110520" cy="252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29DBD2FE-B01F-EA38-CA19-CDA4A97300D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536507" y="2276720"/>
                  <a:ext cx="128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95BBF591-74A1-F18C-B645-13ABD02D679C}"/>
                    </a:ext>
                  </a:extLst>
                </p14:cNvPr>
                <p14:cNvContentPartPr/>
                <p14:nvPr/>
              </p14:nvContentPartPr>
              <p14:xfrm>
                <a:off x="7834587" y="2114360"/>
                <a:ext cx="546480" cy="3114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95BBF591-74A1-F18C-B645-13ABD02D679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25947" y="2105720"/>
                  <a:ext cx="5641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8BDEB681-0F23-8E7A-538E-5707190D951E}"/>
                    </a:ext>
                  </a:extLst>
                </p14:cNvPr>
                <p14:cNvContentPartPr/>
                <p14:nvPr/>
              </p14:nvContentPartPr>
              <p14:xfrm>
                <a:off x="6502227" y="2645360"/>
                <a:ext cx="374760" cy="1818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8BDEB681-0F23-8E7A-538E-5707190D951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93227" y="2636720"/>
                  <a:ext cx="392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A3F5B322-5EC7-346A-0A58-57E3070238EB}"/>
                    </a:ext>
                  </a:extLst>
                </p14:cNvPr>
                <p14:cNvContentPartPr/>
                <p14:nvPr/>
              </p14:nvContentPartPr>
              <p14:xfrm>
                <a:off x="7070307" y="2665160"/>
                <a:ext cx="272160" cy="1216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A3F5B322-5EC7-346A-0A58-57E3070238E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061667" y="2656520"/>
                  <a:ext cx="2898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C9987D9D-BB16-FE42-FFBF-1D38C95AC7AA}"/>
                    </a:ext>
                  </a:extLst>
                </p14:cNvPr>
                <p14:cNvContentPartPr/>
                <p14:nvPr/>
              </p14:nvContentPartPr>
              <p14:xfrm>
                <a:off x="7130787" y="2632760"/>
                <a:ext cx="685800" cy="1818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C9987D9D-BB16-FE42-FFBF-1D38C95AC7A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121787" y="2623760"/>
                  <a:ext cx="703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597D929F-4D44-52A6-9575-9DD33B34F137}"/>
                    </a:ext>
                  </a:extLst>
                </p14:cNvPr>
                <p14:cNvContentPartPr/>
                <p14:nvPr/>
              </p14:nvContentPartPr>
              <p14:xfrm>
                <a:off x="7704627" y="2625200"/>
                <a:ext cx="24840" cy="36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597D929F-4D44-52A6-9575-9DD33B34F13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95627" y="2616560"/>
                  <a:ext cx="42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84D83646-64EC-39DA-4035-A9F1C54BA492}"/>
                    </a:ext>
                  </a:extLst>
                </p14:cNvPr>
                <p14:cNvContentPartPr/>
                <p14:nvPr/>
              </p14:nvContentPartPr>
              <p14:xfrm>
                <a:off x="7909467" y="2567600"/>
                <a:ext cx="353160" cy="3373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84D83646-64EC-39DA-4035-A9F1C54BA49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00827" y="2558960"/>
                  <a:ext cx="3708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254EB60C-A34E-BBBC-CF33-2DD6743055CF}"/>
                    </a:ext>
                  </a:extLst>
                </p14:cNvPr>
                <p14:cNvContentPartPr/>
                <p14:nvPr/>
              </p14:nvContentPartPr>
              <p14:xfrm>
                <a:off x="6388107" y="2980160"/>
                <a:ext cx="445680" cy="3409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254EB60C-A34E-BBBC-CF33-2DD6743055C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379467" y="2971160"/>
                  <a:ext cx="4633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52CFF848-29F0-C956-BA5A-CDBC6F834E70}"/>
                    </a:ext>
                  </a:extLst>
                </p14:cNvPr>
                <p14:cNvContentPartPr/>
                <p14:nvPr/>
              </p14:nvContentPartPr>
              <p14:xfrm>
                <a:off x="6482787" y="3183560"/>
                <a:ext cx="98280" cy="1270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52CFF848-29F0-C956-BA5A-CDBC6F834E7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74147" y="3174920"/>
                  <a:ext cx="115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7616D65E-85C7-90A1-C8F8-9884A964DD91}"/>
                    </a:ext>
                  </a:extLst>
                </p14:cNvPr>
                <p14:cNvContentPartPr/>
                <p14:nvPr/>
              </p14:nvContentPartPr>
              <p14:xfrm>
                <a:off x="7048347" y="2944160"/>
                <a:ext cx="747000" cy="3240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7616D65E-85C7-90A1-C8F8-9884A964DD9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39347" y="2935520"/>
                  <a:ext cx="7646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2BBF2C4-81F6-BD01-001E-B77E26B6BD19}"/>
                    </a:ext>
                  </a:extLst>
                </p14:cNvPr>
                <p14:cNvContentPartPr/>
                <p14:nvPr/>
              </p14:nvContentPartPr>
              <p14:xfrm>
                <a:off x="7693467" y="3057560"/>
                <a:ext cx="156240" cy="223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2BBF2C4-81F6-BD01-001E-B77E26B6BD1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84467" y="3048560"/>
                  <a:ext cx="1738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013ECD92-0E87-FC07-12AF-DE6804E8336B}"/>
              </a:ext>
            </a:extLst>
          </p:cNvPr>
          <p:cNvGrpSpPr/>
          <p:nvPr/>
        </p:nvGrpSpPr>
        <p:grpSpPr>
          <a:xfrm>
            <a:off x="6029907" y="3788360"/>
            <a:ext cx="2502360" cy="408240"/>
            <a:chOff x="6029907" y="3788360"/>
            <a:chExt cx="250236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F8D7B82A-E14A-B4BF-70D7-64E5A78006A7}"/>
                    </a:ext>
                  </a:extLst>
                </p14:cNvPr>
                <p14:cNvContentPartPr/>
                <p14:nvPr/>
              </p14:nvContentPartPr>
              <p14:xfrm>
                <a:off x="6029907" y="3808160"/>
                <a:ext cx="169560" cy="25200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F8D7B82A-E14A-B4BF-70D7-64E5A78006A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021267" y="3799160"/>
                  <a:ext cx="187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2EF56DA5-8F4B-BBA7-C3C7-1C2764BCB993}"/>
                    </a:ext>
                  </a:extLst>
                </p14:cNvPr>
                <p14:cNvContentPartPr/>
                <p14:nvPr/>
              </p14:nvContentPartPr>
              <p14:xfrm>
                <a:off x="6139347" y="3788360"/>
                <a:ext cx="259200" cy="2782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2EF56DA5-8F4B-BBA7-C3C7-1C2764BCB99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30707" y="3779720"/>
                  <a:ext cx="2768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3581ABB2-272A-08CE-8FCF-3020DFC83C9D}"/>
                    </a:ext>
                  </a:extLst>
                </p14:cNvPr>
                <p14:cNvContentPartPr/>
                <p14:nvPr/>
              </p14:nvContentPartPr>
              <p14:xfrm>
                <a:off x="6448587" y="4032080"/>
                <a:ext cx="17280" cy="223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3581ABB2-272A-08CE-8FCF-3020DFC83C9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39587" y="4023080"/>
                  <a:ext cx="34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E51C6E26-91FE-7008-007F-1A5E2246C39E}"/>
                    </a:ext>
                  </a:extLst>
                </p14:cNvPr>
                <p14:cNvContentPartPr/>
                <p14:nvPr/>
              </p14:nvContentPartPr>
              <p14:xfrm>
                <a:off x="6523467" y="3889880"/>
                <a:ext cx="550440" cy="2473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E51C6E26-91FE-7008-007F-1A5E2246C39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14467" y="3881240"/>
                  <a:ext cx="568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16AB0F4-AEF0-7011-B333-3389DFADA988}"/>
                    </a:ext>
                  </a:extLst>
                </p14:cNvPr>
                <p14:cNvContentPartPr/>
                <p14:nvPr/>
              </p14:nvContentPartPr>
              <p14:xfrm>
                <a:off x="6938907" y="3939920"/>
                <a:ext cx="36000" cy="190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16AB0F4-AEF0-7011-B333-3389DFADA98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30267" y="3930920"/>
                  <a:ext cx="53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AE6B405-D602-2B2D-2FCD-24FC75C7A1E3}"/>
                    </a:ext>
                  </a:extLst>
                </p14:cNvPr>
                <p14:cNvContentPartPr/>
                <p14:nvPr/>
              </p14:nvContentPartPr>
              <p14:xfrm>
                <a:off x="6719307" y="3985640"/>
                <a:ext cx="97920" cy="1584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AE6B405-D602-2B2D-2FCD-24FC75C7A1E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710667" y="3976640"/>
                  <a:ext cx="115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C07C3263-BE81-FE2E-E3E9-010923125D2E}"/>
                    </a:ext>
                  </a:extLst>
                </p14:cNvPr>
                <p14:cNvContentPartPr/>
                <p14:nvPr/>
              </p14:nvContentPartPr>
              <p14:xfrm>
                <a:off x="7305027" y="3864680"/>
                <a:ext cx="325080" cy="2545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C07C3263-BE81-FE2E-E3E9-010923125D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296387" y="3856040"/>
                  <a:ext cx="3427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B452118E-BDDA-C463-288D-983CBC6CDD2A}"/>
                    </a:ext>
                  </a:extLst>
                </p14:cNvPr>
                <p14:cNvContentPartPr/>
                <p14:nvPr/>
              </p14:nvContentPartPr>
              <p14:xfrm>
                <a:off x="7737747" y="3825080"/>
                <a:ext cx="172440" cy="2610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B452118E-BDDA-C463-288D-983CBC6CDD2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28747" y="3816080"/>
                  <a:ext cx="190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16CBA5B3-9573-0CD8-5946-297C1EC243F4}"/>
                    </a:ext>
                  </a:extLst>
                </p14:cNvPr>
                <p14:cNvContentPartPr/>
                <p14:nvPr/>
              </p14:nvContentPartPr>
              <p14:xfrm>
                <a:off x="7906587" y="3799520"/>
                <a:ext cx="55080" cy="1245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16CBA5B3-9573-0CD8-5946-297C1EC243F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97947" y="3790880"/>
                  <a:ext cx="72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8D0098DD-4960-2829-B2FB-560E785E2CAE}"/>
                    </a:ext>
                  </a:extLst>
                </p14:cNvPr>
                <p14:cNvContentPartPr/>
                <p14:nvPr/>
              </p14:nvContentPartPr>
              <p14:xfrm>
                <a:off x="7991547" y="3798800"/>
                <a:ext cx="540720" cy="3978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8D0098DD-4960-2829-B2FB-560E785E2CA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82547" y="3790160"/>
                  <a:ext cx="5583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6D92F579-CA25-62AD-371A-EF8D24359169}"/>
                    </a:ext>
                  </a:extLst>
                </p14:cNvPr>
                <p14:cNvContentPartPr/>
                <p14:nvPr/>
              </p14:nvContentPartPr>
              <p14:xfrm>
                <a:off x="8445147" y="3939920"/>
                <a:ext cx="49320" cy="406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6D92F579-CA25-62AD-371A-EF8D2435916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436507" y="3930920"/>
                  <a:ext cx="669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15787250-B248-543F-480D-13E2ABA2C514}"/>
              </a:ext>
            </a:extLst>
          </p:cNvPr>
          <p:cNvGrpSpPr/>
          <p:nvPr/>
        </p:nvGrpSpPr>
        <p:grpSpPr>
          <a:xfrm>
            <a:off x="6129987" y="4288400"/>
            <a:ext cx="1545840" cy="266760"/>
            <a:chOff x="6129987" y="4288400"/>
            <a:chExt cx="154584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B998E34E-B703-D095-4918-95DB052C9B2B}"/>
                    </a:ext>
                  </a:extLst>
                </p14:cNvPr>
                <p14:cNvContentPartPr/>
                <p14:nvPr/>
              </p14:nvContentPartPr>
              <p14:xfrm>
                <a:off x="6140787" y="4288400"/>
                <a:ext cx="407520" cy="2494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B998E34E-B703-D095-4918-95DB052C9B2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131787" y="4279760"/>
                  <a:ext cx="4251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2F2F7703-E6F1-39EB-EAB7-C7F10C311E89}"/>
                    </a:ext>
                  </a:extLst>
                </p14:cNvPr>
                <p14:cNvContentPartPr/>
                <p14:nvPr/>
              </p14:nvContentPartPr>
              <p14:xfrm>
                <a:off x="6353907" y="4326560"/>
                <a:ext cx="103680" cy="151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2F2F7703-E6F1-39EB-EAB7-C7F10C311E8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344907" y="4317560"/>
                  <a:ext cx="121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5DE4AA7D-7DA7-D492-BF0F-BC574FA7A421}"/>
                    </a:ext>
                  </a:extLst>
                </p14:cNvPr>
                <p14:cNvContentPartPr/>
                <p14:nvPr/>
              </p14:nvContentPartPr>
              <p14:xfrm>
                <a:off x="6129987" y="4364720"/>
                <a:ext cx="181440" cy="61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5DE4AA7D-7DA7-D492-BF0F-BC574FA7A42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120987" y="4355720"/>
                  <a:ext cx="199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4B21F126-5400-1BA9-6B4C-1B322E7DEED3}"/>
                    </a:ext>
                  </a:extLst>
                </p14:cNvPr>
                <p14:cNvContentPartPr/>
                <p14:nvPr/>
              </p14:nvContentPartPr>
              <p14:xfrm>
                <a:off x="6739827" y="4290920"/>
                <a:ext cx="168840" cy="2642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4B21F126-5400-1BA9-6B4C-1B322E7DEED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731187" y="4281920"/>
                  <a:ext cx="186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26969FA0-2302-423D-EE2D-8F59E67FFA39}"/>
                    </a:ext>
                  </a:extLst>
                </p14:cNvPr>
                <p14:cNvContentPartPr/>
                <p14:nvPr/>
              </p14:nvContentPartPr>
              <p14:xfrm>
                <a:off x="7051947" y="4350320"/>
                <a:ext cx="623880" cy="17064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26969FA0-2302-423D-EE2D-8F59E67FFA3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043307" y="4341320"/>
                  <a:ext cx="641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9B2E3379-BA61-3A4C-E8CC-5F78231B591D}"/>
                    </a:ext>
                  </a:extLst>
                </p14:cNvPr>
                <p14:cNvContentPartPr/>
                <p14:nvPr/>
              </p14:nvContentPartPr>
              <p14:xfrm>
                <a:off x="7440747" y="4447520"/>
                <a:ext cx="10080" cy="32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9B2E3379-BA61-3A4C-E8CC-5F78231B591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431747" y="4438520"/>
                  <a:ext cx="27720" cy="20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7560" y="814069"/>
            <a:ext cx="194881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988"/>
            <a:ext cx="7576184" cy="29273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Download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ecommerce_exercise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Restore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ecommerce.sql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database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script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Open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ecommerce_exercise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-5" dirty="0">
                <a:latin typeface="Times New Roman"/>
                <a:cs typeface="Times New Roman"/>
              </a:rPr>
              <a:t>NetBeans 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database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connection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requested</a:t>
            </a:r>
            <a:endParaRPr sz="2800">
              <a:latin typeface="Times New Roman"/>
              <a:cs typeface="Times New Roman"/>
            </a:endParaRPr>
          </a:p>
          <a:p>
            <a:pPr marL="355600" marR="26162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Deploy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web application and check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access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initial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virtual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grocery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market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eCommerce</a:t>
            </a:r>
            <a:r>
              <a:rPr spc="-20" dirty="0"/>
              <a:t> </a:t>
            </a:r>
            <a:r>
              <a:rPr spc="-5" dirty="0"/>
              <a:t>portal</a:t>
            </a:r>
            <a:r>
              <a:rPr spc="-25" dirty="0"/>
              <a:t> </a:t>
            </a:r>
            <a:r>
              <a:rPr spc="-5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087" y="1916112"/>
            <a:ext cx="7777161" cy="42529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eCommerce</a:t>
            </a:r>
            <a:r>
              <a:rPr spc="-20" dirty="0"/>
              <a:t> </a:t>
            </a:r>
            <a:r>
              <a:rPr spc="-5" dirty="0"/>
              <a:t>portal</a:t>
            </a:r>
            <a:r>
              <a:rPr spc="-25" dirty="0"/>
              <a:t> </a:t>
            </a:r>
            <a:r>
              <a:rPr spc="-5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650" y="2060575"/>
            <a:ext cx="7777162" cy="42529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eCommerce</a:t>
            </a:r>
            <a:r>
              <a:rPr spc="-20" dirty="0"/>
              <a:t> </a:t>
            </a:r>
            <a:r>
              <a:rPr spc="-5" dirty="0"/>
              <a:t>portal</a:t>
            </a:r>
            <a:r>
              <a:rPr spc="-25" dirty="0"/>
              <a:t> </a:t>
            </a:r>
            <a:r>
              <a:rPr spc="-5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112" y="1989137"/>
            <a:ext cx="7488236" cy="40957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eCommerce</a:t>
            </a:r>
            <a:r>
              <a:rPr spc="-20" dirty="0"/>
              <a:t> </a:t>
            </a:r>
            <a:r>
              <a:rPr spc="-5" dirty="0"/>
              <a:t>portal</a:t>
            </a:r>
            <a:r>
              <a:rPr spc="-25" dirty="0"/>
              <a:t> </a:t>
            </a:r>
            <a:r>
              <a:rPr spc="-5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650" y="1989137"/>
            <a:ext cx="7704137" cy="42132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eCommerce</a:t>
            </a:r>
            <a:r>
              <a:rPr spc="-20" dirty="0"/>
              <a:t> </a:t>
            </a:r>
            <a:r>
              <a:rPr spc="-5" dirty="0"/>
              <a:t>portal</a:t>
            </a:r>
            <a:r>
              <a:rPr spc="-25" dirty="0"/>
              <a:t> </a:t>
            </a:r>
            <a:r>
              <a:rPr spc="-5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650" y="1989137"/>
            <a:ext cx="7704137" cy="42132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eCommerce</a:t>
            </a:r>
            <a:r>
              <a:rPr spc="-20" dirty="0"/>
              <a:t> </a:t>
            </a:r>
            <a:r>
              <a:rPr spc="-5" dirty="0"/>
              <a:t>portal</a:t>
            </a:r>
            <a:r>
              <a:rPr spc="-25" dirty="0"/>
              <a:t> </a:t>
            </a:r>
            <a:r>
              <a:rPr spc="-5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12" y="1989138"/>
            <a:ext cx="7848599" cy="42925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1968" y="464819"/>
            <a:ext cx="64522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eCommerce</a:t>
            </a:r>
            <a:r>
              <a:rPr spc="-20" dirty="0"/>
              <a:t> </a:t>
            </a:r>
            <a:r>
              <a:rPr spc="-5" dirty="0"/>
              <a:t>portal</a:t>
            </a:r>
            <a:r>
              <a:rPr spc="-25" dirty="0"/>
              <a:t> </a:t>
            </a:r>
            <a:r>
              <a:rPr spc="-5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712" y="1268412"/>
            <a:ext cx="5307011" cy="53276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504</Words>
  <Application>Microsoft Office PowerPoint</Application>
  <PresentationFormat>Presentación en pantalla (4:3)</PresentationFormat>
  <Paragraphs>85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 MT</vt:lpstr>
      <vt:lpstr>Calibri</vt:lpstr>
      <vt:lpstr>Times New Roman</vt:lpstr>
      <vt:lpstr>Office Theme</vt:lpstr>
      <vt:lpstr>Presentación de PowerPoint</vt:lpstr>
      <vt:lpstr>Web applications design pattern</vt:lpstr>
      <vt:lpstr>Service schema</vt:lpstr>
      <vt:lpstr>Actions</vt:lpstr>
      <vt:lpstr>ViewManager</vt:lpstr>
      <vt:lpstr>ControllerServlet</vt:lpstr>
      <vt:lpstr>ContextListener</vt:lpstr>
      <vt:lpstr>Actions</vt:lpstr>
      <vt:lpstr>Web pages</vt:lpstr>
      <vt:lpstr>ShoppingCart</vt:lpstr>
      <vt:lpstr>ShoppingCartItem</vt:lpstr>
      <vt:lpstr>Exercise</vt:lpstr>
      <vt:lpstr>eCommerce portal prototype</vt:lpstr>
      <vt:lpstr>eCommerce portal prototype</vt:lpstr>
      <vt:lpstr>eCommerce portal prototype</vt:lpstr>
      <vt:lpstr>eCommerce portal prototype</vt:lpstr>
      <vt:lpstr>eCommerce portal prototype</vt:lpstr>
      <vt:lpstr>eCommerce portal prototype</vt:lpstr>
      <vt:lpstr>eCommerce portal prototype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Sergi Salvà</cp:lastModifiedBy>
  <cp:revision>1</cp:revision>
  <dcterms:created xsi:type="dcterms:W3CDTF">2023-09-18T18:45:38Z</dcterms:created>
  <dcterms:modified xsi:type="dcterms:W3CDTF">2023-10-10T15:41:33Z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