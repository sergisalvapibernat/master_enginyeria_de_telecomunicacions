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95" d="100"/>
          <a:sy n="95" d="100"/>
        </p:scale>
        <p:origin x="109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04:00.219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0 1 5016 180011 48000,'0'4'0'3'6000,"3"4"56"-3"-6000,3 1 0 0 0,-1 1 8 0 0,0 2 0 0-310,-2 3-24 0 310,-1 2 0 0 210,-2 1 8 0-210,1 1-8 0 10,2 1 144 0-10,4 0-8 0 260,0 0 8 0-260,3 0-8 0-260,2-1-88 0 260,1 1 16 0 200,-2-1-16 0-200,-1-1 8 0-130,-1-4 80 0 130,-1-4 0 0 260,-2-2 8 0-260,-2-2-7240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19T13:08:22.338"/>
    </inkml:context>
    <inkml:brush xml:id="br0">
      <inkml:brushProperty name="width" value="0.2" units="cm"/>
      <inkml:brushProperty name="height" value="1.2" units="cm"/>
      <inkml:brushProperty name="color" value="#008C3A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51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5320 0 0,'5'-1'-20'0'0,"5"0"90"0"0,-12 6 40 0 0,1-3 743 0 0,2-4-791 0 0,-1 0 1 0 0,1 0-1 0 0,0 0 1 0 0,-1 0-1 0 0,1 0 0 0 0,0 0 1 0 0,0 1-1 0 0,0-1 0 0 0,0 0 1 0 0,1 1-1 0 0,-1-1 0 0 0,0 1 1 0 0,1-1-1 0 0,-1 1 0 0 0,1 0 1 0 0,-1 0-1 0 0,1-1 0 0 0,2 0 1 0 0,7-7 412 0 0,-10 8-379 0 0,7-7 1532 0 0,-6 11-1547 0 0,1 1 0 0 0,-1-1 1 0 0,1 1-1 0 0,-1-1 0 0 0,0 1 0 0 0,-1 0 0 0 0,1 0 0 0 0,0 0 1 0 0,-1 0-1 0 0,1 7 0 0 0,10 51 184 0 0,-9-40-180 0 0,10 46 415 0 0,-3 1 0 0 0,-3 0 1 0 0,-3 113-1 0 0,-5-63 596 0 0,-2-72 32 0 0,2-48-1097 0 0,1 1-1 0 0,0 0 1 0 0,0 0-1 0 0,0 0 1 0 0,0 0 0 0 0,0-1-1 0 0,0 1 1 0 0,0 0 0 0 0,0 0-1 0 0,-1 0 1 0 0,1 0 0 0 0,0 0-1 0 0,0-1 1 0 0,0 1-1 0 0,0 0 1 0 0,-1 0 0 0 0,1 0-1 0 0,0 0 1 0 0,0 0 0 0 0,0 0-1 0 0,0 0 1 0 0,-1 0 0 0 0,1 0-1 0 0,0-1 1 0 0,0 1-1 0 0,0 0 1 0 0,-1 0 0 0 0,1 0-1 0 0,0 0 1 0 0,0 0 0 0 0,0 0-1 0 0,-1 0 1 0 0,1 1 0 0 0,0-1-1 0 0,0 0 1 0 0,0 0-1 0 0,-1 0 1 0 0,1 0 0 0 0,0 0-1 0 0,0 0 1 0 0,0 0 0 0 0,0 0-1 0 0,-1 0 1 0 0,1 0 0 0 0,0 1-1 0 0,0-1 1 0 0,0 0-1 0 0,5-59 605 0 0,-3 26-199 0 0,1-81 252 0 0,-2 43-429 0 0,0 23-88 0 0,0 7-15 0 0,0 1 1 0 0,3-1 0 0 0,14-64-1 0 0,-15 94-119 0 0,0 0 1 0 0,1 1-1 0 0,0-1 0 0 0,0 1 1 0 0,1 0-1 0 0,1 0 0 0 0,-1 1 1 0 0,2 0-1 0 0,-1 0 0 0 0,16-16 1 0 0,-19 23-27 0 0,0 0 0 0 0,-1 0 1 0 0,1 1-1 0 0,0-1 0 0 0,0 1 0 0 0,0 0 1 0 0,1 0-1 0 0,-1 0 0 0 0,0 1 1 0 0,0-1-1 0 0,0 1 0 0 0,7-1 0 0 0,34 5 96 0 0,-41-4-96 0 0,-1 0-1 0 0,1 1 1 0 0,0-1-1 0 0,-1 1 1 0 0,1 0-1 0 0,-1 0 1 0 0,1-1-1 0 0,-1 2 1 0 0,1-1 0 0 0,-1 0-1 0 0,0 0 1 0 0,0 1-1 0 0,1-1 1 0 0,-1 1-1 0 0,0 0 1 0 0,0 0-1 0 0,0-1 1 0 0,-1 1 0 0 0,1 1-1 0 0,0-1 1 0 0,-1 0-1 0 0,0 0 1 0 0,1 0-1 0 0,-1 1 1 0 0,0-1-1 0 0,0 1 1 0 0,0-1 0 0 0,0 1-1 0 0,-1-1 1 0 0,1 1-1 0 0,-1 0 1 0 0,0-1-1 0 0,1 1 1 0 0,-1 0-1 0 0,0-1 1 0 0,0 1-1 0 0,-1-1 1 0 0,1 1 0 0 0,-2 4-1 0 0,0 1 13 0 0,0 0 0 0 0,-1 0 0 0 0,-1 0 0 0 0,1 0 1 0 0,-1-1-1 0 0,0 1 0 0 0,-1-1 0 0 0,0 0 0 0 0,0 0 0 0 0,-9 8 0 0 0,-33 34 142 0 0,40-42-109 0 0,0 1 0 0 0,1-1 0 0 0,0 1-1 0 0,-7 12 1 0 0,12-19-50 0 0,1 0 0 0 0,0 0 0 0 0,-1 0 1 0 0,1 0-1 0 0,0 0 0 0 0,0 0 0 0 0,0 0 0 0 0,0 0 0 0 0,0 0 1 0 0,0 0-1 0 0,0 1 0 0 0,0-1 0 0 0,0 0 0 0 0,1 0 0 0 0,-1 0 1 0 0,0 0-1 0 0,1 0 0 0 0,-1 0 0 0 0,1 0 0 0 0,-1 0 0 0 0,1 0 0 0 0,-1 0 1 0 0,1 0-1 0 0,0 0 0 0 0,-1-1 0 0 0,1 1 0 0 0,0 0 0 0 0,0 0 1 0 0,0-1-1 0 0,1 2 0 0 0,26 16 114 0 0,-7-12-57 0 0,-1 0 1 0 0,1-2 0 0 0,1 0-1 0 0,36 1 1 0 0,16 4 190 0 0,-73-9-250 0 0,0 0 1 0 0,0 0 0 0 0,-1 1-1 0 0,1-1 1 0 0,0 0 0 0 0,-1 1-1 0 0,1-1 1 0 0,-1 1-1 0 0,1-1 1 0 0,0 1 0 0 0,-1-1-1 0 0,1 1 1 0 0,-1-1 0 0 0,1 1-1 0 0,-1 0 1 0 0,1-1 0 0 0,-1 1-1 0 0,0 0 1 0 0,1-1 0 0 0,-1 1-1 0 0,0 0 1 0 0,0 0-1 0 0,1-1 1 0 0,-1 1 0 0 0,0 0-1 0 0,0 0 1 0 0,0-1 0 0 0,0 1-1 0 0,0 0 1 0 0,0 0 0 0 0,0-1-1 0 0,0 1 1 0 0,0 0 0 0 0,0 0-1 0 0,-1-1 1 0 0,1 1-1 0 0,0 0 1 0 0,0 0 0 0 0,-1-1-1 0 0,1 1 1 0 0,0 0 0 0 0,-2 0-1 0 0,-13 30 74 0 0,0-11-44 0 0,-1 0 1 0 0,-1-1-1 0 0,0-1 0 0 0,-1 0 1 0 0,-1-1-1 0 0,-1-2 0 0 0,-26 17 1 0 0,20-15 9 0 0,2-3 13 0 0,-44 21-1 0 0,62-32-41 0 0,-1 0 1 0 0,1-1-1 0 0,-1 0 0 0 0,0 0 0 0 0,0 0 1 0 0,0-1-1 0 0,0-1 0 0 0,0 1 1 0 0,-1-1-1 0 0,1 0 0 0 0,0 0 0 0 0,-8-2 1 0 0,13 1-10 0 0,0 1 1 0 0,0 0-1 0 0,1-1 1 0 0,-1 1-1 0 0,0-1 1 0 0,0 0-1 0 0,1 1 1 0 0,-1-1 0 0 0,1 0-1 0 0,-1 0 1 0 0,0 0-1 0 0,1 0 1 0 0,0-1-1 0 0,-1 1 1 0 0,1 0-1 0 0,0 0 1 0 0,-1-1 0 0 0,1 1-1 0 0,0-1 1 0 0,0 1-1 0 0,0-1 1 0 0,1 1-1 0 0,-1-1 1 0 0,0 0-1 0 0,0 0 1 0 0,1 1-1 0 0,-1-3 1 0 0,1 1 7 0 0,0 0 0 0 0,0 0-1 0 0,0 0 1 0 0,1 0 0 0 0,-1 0 0 0 0,1 0 0 0 0,0 0 0 0 0,0 0 0 0 0,0 0-1 0 0,0 0 1 0 0,0 1 0 0 0,1-1 0 0 0,-1 0 0 0 0,1 1 0 0 0,0 0-1 0 0,2-4 1 0 0,5-3 34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53.5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1 304 13168 0 0,'17'4'360'0'0,"9"1"1131"0"0,41 1 1995 0 0,14-1-2713 0 0,-54-7-665 0 0,-25 2-108 0 0,0 0 0 0 0,0 0 0 0 0,0 0 0 0 0,0 0 1 0 0,0-1-1 0 0,0 1 0 0 0,0-1 0 0 0,0 0 0 0 0,0 0 0 0 0,0 0 0 0 0,0 0 0 0 0,-1 0 0 0 0,1 0 0 0 0,0 0 1 0 0,2-3-1 0 0,4-1-5 0 0,-2 1-27 0 0,0 0-1 0 0,-1-1 0 0 0,1 1 1 0 0,-1-1-1 0 0,0 0 0 0 0,0 0 0 0 0,-1 0 1 0 0,1-1-1 0 0,-1 0 0 0 0,0 0 1 0 0,-1 0-1 0 0,5-10 0 0 0,0 2-6 0 0,1-4-157 0 0,-1-1-1 0 0,10-31 0 0 0,4-10-229 0 0,3 4-160 0 0,-24 54 510 0 0,-1-5-191 0 0,-3 22 250 0 0,1 0 0 0 0,0 0 0 0 0,2 1 0 0 0,-1-1-1 0 0,4 23 1 0 0,-1 11-7 0 0,-2-45 25 0 0,0 0-1 0 0,0 0 1 0 0,0 0-1 0 0,1 0 1 0 0,0 0-1 0 0,0 0 1 0 0,0 0-1 0 0,0 0 1 0 0,1 0-1 0 0,-1 0 1 0 0,1 0-1 0 0,2 3 1 0 0,13 27 0 0 0,-17-33 3 0 0,1 1-1 0 0,0 0 0 0 0,0-1 1 0 0,-1 1-1 0 0,1-1 0 0 0,0 1 1 0 0,0-1-1 0 0,1 1 0 0 0,-1-1 1 0 0,0 0-1 0 0,0 0 0 0 0,1 1 1 0 0,-1-1-1 0 0,1 0 0 0 0,-1 0 0 0 0,1 0 1 0 0,-1 0-1 0 0,1-1 0 0 0,0 1 1 0 0,-1 0-1 0 0,1-1 0 0 0,0 1 1 0 0,-1-1-1 0 0,1 0 0 0 0,0 1 1 0 0,2-1-1 0 0,-1 0 13 0 0,4 0 26 0 0,-5 0-33 0 0,0 0 0 0 0,0 0 0 0 0,0 0 1 0 0,0 0-1 0 0,0 0 0 0 0,0 0 1 0 0,0-1-1 0 0,0 1 0 0 0,-1-1 1 0 0,4 0-1 0 0,3-7 33 0 0,7-10 72 0 0,-8 4-40 0 0,-2 0 0 0 0,1 0 1 0 0,3-19-1 0 0,10-23 551 0 0,-14 43 174 0 0,-5 13-781 0 0,0 0 0 0 0,1 0 1 0 0,-1 0-1 0 0,0 1 0 0 0,0-1 1 0 0,0 0-1 0 0,0 0 0 0 0,0 0 1 0 0,0 0-1 0 0,0 0 0 0 0,0 0 1 0 0,0 0-1 0 0,0 0 0 0 0,0 1 1 0 0,0-1-1 0 0,0 0 0 0 0,0 0 1 0 0,0 0-1 0 0,0 0 0 0 0,1 0 1 0 0,-1 0-1 0 0,0 0 0 0 0,0 0 1 0 0,0 0-1 0 0,0 0 0 0 0,0 0 1 0 0,0 0-1 0 0,0 0 0 0 0,0 0 0 0 0,1 1 1 0 0,-1-1-1 0 0,0 0 0 0 0,0 0 1 0 0,0 0-1 0 0,0 0 0 0 0,0 0 1 0 0,0 0-1 0 0,0 0 0 0 0,1 0 1 0 0,-1-1-1 0 0,0 1 0 0 0,0 2 77 0 0,-1-1-67 0 0,1-1 0 0 0,-1 1 0 0 0,1 0 0 0 0,0-1 0 0 0,-1 1 0 0 0,1 0 0 0 0,0-1 0 0 0,-1 1 0 0 0,1 0 0 0 0,0 0 0 0 0,0 0 0 0 0,0-1 0 0 0,0 1 0 0 0,-1 0 0 0 0,1 0 0 0 0,0 0 0 0 0,1-1 0 0 0,-1 1 0 0 0,0 0 0 0 0,0 0 0 0 0,0 0 0 0 0,0-1 0 0 0,1 1 0 0 0,-1 1 0 0 0,5 18 276 0 0,-4-15-243 0 0,1 1 0 0 0,1-1 1 0 0,-1-1-1 0 0,1 1 0 0 0,0 0 0 0 0,0-1 0 0 0,0 1 1 0 0,0-1-1 0 0,1 0 0 0 0,0 0 0 0 0,0 0 0 0 0,0-1 1 0 0,0 1-1 0 0,1-1 0 0 0,-1 0 0 0 0,1 0 1 0 0,0-1-1 0 0,0 1 0 0 0,0-1 0 0 0,5 2 0 0 0,-7-4-6 0 0,-2 1-31 0 0,0 0-1 0 0,0 0 1 0 0,0-1 0 0 0,0 1-1 0 0,0 0 1 0 0,0-1-1 0 0,1 1 1 0 0,-1-1 0 0 0,0 0-1 0 0,0 1 1 0 0,1-1 0 0 0,-1 0-1 0 0,0 0 1 0 0,1 0 0 0 0,-1 0-1 0 0,0 0 1 0 0,0 0 0 0 0,1 0-1 0 0,-1 0 1 0 0,0 0-1 0 0,1-1 1 0 0,-1 1 0 0 0,0-1-1 0 0,0 1 1 0 0,2-1 0 0 0,11-18 174 0 0,0 1 1 0 0,30-28 0 0 0,-29 31-84 0 0,-13 12-97 0 0,1 0 1 0 0,-1 1-1 0 0,1-1 1 0 0,-1 1-1 0 0,1 0 0 0 0,0 0 1 0 0,3-2-1 0 0,-4 3-7 0 0,0 0 0 0 0,1 0-1 0 0,-1 0 1 0 0,0 0 0 0 0,0 1-1 0 0,0-1 1 0 0,1 1 0 0 0,-1-1 0 0 0,0 1-1 0 0,0 0 1 0 0,1 0 0 0 0,-1 0-1 0 0,0 0 1 0 0,1 0 0 0 0,-1 1-1 0 0,0-1 1 0 0,0 1 0 0 0,0-1-1 0 0,4 2 1 0 0,-3 0 0 0 0,1 0-1 0 0,0 0 1 0 0,-1 1-1 0 0,1-1 0 0 0,-1 1 1 0 0,0 0-1 0 0,0 0 1 0 0,0 0-1 0 0,0 0 1 0 0,2 4-1 0 0,1 1 4 0 0,-1 0 1 0 0,-1 0-1 0 0,1 1 0 0 0,-1 0 1 0 0,-1 0-1 0 0,0 0 0 0 0,0 0 1 0 0,0 0-1 0 0,0 10 0 0 0,6 14 43 0 0,-8-29-46 0 0,1-1-1 0 0,-1 0 1 0 0,0 0 0 0 0,0 1 0 0 0,0-1 0 0 0,0 1-1 0 0,-1-1 1 0 0,0 1 0 0 0,1-1 0 0 0,-1 1-1 0 0,0-1 1 0 0,-1 1 0 0 0,1 0 0 0 0,-1-1-1 0 0,1 1 1 0 0,-1-1 0 0 0,0 0 0 0 0,-2 4 0 0 0,-5 6 28 0 0,-1 0 1 0 0,0-1-1 0 0,-1 0 1 0 0,0-1 0 0 0,-1 0-1 0 0,0 0 1 0 0,-1-1-1 0 0,0-1 1 0 0,-24 15 0 0 0,33-23-29 0 0,1 0 0 0 0,0 1 0 0 0,0-1 0 0 0,-1 0 0 0 0,1-1 0 0 0,0 1 1 0 0,-1 0-1 0 0,1-1 0 0 0,-1 1 0 0 0,1-1 0 0 0,-1 0 0 0 0,1 0 0 0 0,-1 0 0 0 0,1 0 1 0 0,-1 0-1 0 0,-3-1 0 0 0,5 0 14 0 0,1 1-23 0 0,-1-1 1 0 0,0 1-1 0 0,1 0 0 0 0,-1-1 0 0 0,1 1 1 0 0,-1 0-1 0 0,1-1 0 0 0,-1 1 0 0 0,1 0 1 0 0,-1-1-1 0 0,1 1 0 0 0,-1-1 0 0 0,1 1 1 0 0,0-1-1 0 0,-1 1 0 0 0,1-1 0 0 0,0 1 1 0 0,-1-1-1 0 0,1 0 0 0 0,0 1 0 0 0,0-1 1 0 0,0 1-1 0 0,-1-1 0 0 0,1 0 0 0 0,0 1 1 0 0,0-1-1 0 0,0 0 0 0 0,0 1 0 0 0,0-1 1 0 0,0 1-1 0 0,0-1 0 0 0,0 0 0 0 0,0 1 1 0 0,1-2-1 0 0,-1-20 47 0 0,1 18-38 0 0,0-1-1 0 0,1 1 1 0 0,-1 0 0 0 0,1 0-1 0 0,-1 0 1 0 0,1 0-1 0 0,0 0 1 0 0,1 0 0 0 0,-1 1-1 0 0,1-1 1 0 0,-1 1-1 0 0,1 0 1 0 0,0-1-1 0 0,0 1 1 0 0,7-4 0 0 0,-3 3 4 0 0,1 0 1 0 0,-1 1-1 0 0,1 0 1 0 0,0 0-1 0 0,0 1 1 0 0,0 0-1 0 0,11-1 1 0 0,-9 1-6 0 0,0 0 1 0 0,-1 0 0 0 0,1-1 0 0 0,0-1 0 0 0,-1 1 0 0 0,0-2-1 0 0,0 1 1 0 0,0-1 0 0 0,0 0 0 0 0,-1-1 0 0 0,0 0 0 0 0,0-1 0 0 0,0 1-1 0 0,10-14 1 0 0,-12 10 4 0 0,-1-1 0 0 0,0 0 1 0 0,0 0-1 0 0,-1 0 0 0 0,0-1 0 0 0,2-13 0 0 0,-2 9-7 0 0,9-58 77 0 0,-13 73-68 0 0,-7-3 12 0 0,5 2-8 0 0,-6 7-5 0 0,6-2-11 0 0,-1 0 0 0 0,1 0 1 0 0,0 0-1 0 0,0 0 1 0 0,0 1-1 0 0,0-1 1 0 0,1 0-1 0 0,-1 1 1 0 0,1-1-1 0 0,0 1 0 0 0,0 0 1 0 0,0-1-1 0 0,1 1 1 0 0,-1 0-1 0 0,1 0 1 0 0,0-1-1 0 0,0 1 1 0 0,1 6-1 0 0,-1-2 12 0 0,1 0-1 0 0,0 0 1 0 0,1 0 0 0 0,0-1 0 0 0,0 1-1 0 0,0 0 1 0 0,6 11 0 0 0,-7-19-15 0 0,0 1 0 0 0,-1 0 0 0 0,1 0 0 0 0,0 0 0 0 0,-1-1 0 0 0,1 1 1 0 0,0 0-1 0 0,0-1 0 0 0,-1 1 0 0 0,1-1 0 0 0,0 1 0 0 0,0-1 0 0 0,0 1 0 0 0,0-1 0 0 0,0 1 0 0 0,0-1 0 0 0,0 0 1 0 0,0 0-1 0 0,0 1 0 0 0,0-1 0 0 0,0 0 0 0 0,0 0 0 0 0,0 0 0 0 0,0 0 0 0 0,0 0 0 0 0,0 0 0 0 0,0-1 1 0 0,0 1-1 0 0,0 0 0 0 0,0 0 0 0 0,0-1 0 0 0,0 1 0 0 0,0-1 0 0 0,0 1 0 0 0,0-1 0 0 0,0 0 0 0 0,37-24 44 0 0,-30 19-24 0 0,1 0-4 0 0,0 0 0 0 0,0 0 0 0 0,1 1 0 0 0,16-6 1 0 0,-22 10-12 0 0,0 0 0 0 0,0 0 0 0 0,0 0 1 0 0,0 0-1 0 0,0 1 0 0 0,0 0 1 0 0,0 0-1 0 0,0 0 0 0 0,0 0 1 0 0,0 1-1 0 0,0-1 0 0 0,0 1 1 0 0,-1 0-1 0 0,9 3 0 0 0,-11-3-4 0 0,0 0-1 0 0,0-1 1 0 0,0 1-1 0 0,0 0 1 0 0,0 0 0 0 0,0 0-1 0 0,0 0 1 0 0,-1 0-1 0 0,1 0 1 0 0,0 0-1 0 0,-1 0 1 0 0,1 0-1 0 0,0 1 1 0 0,-1-1 0 0 0,1 0-1 0 0,-1 0 1 0 0,0 0-1 0 0,1 3 1 0 0,3 27 34 0 0,-3-19-17 0 0,0-3-4 0 0,0 0 0 0 0,-1 0 0 0 0,1 0 0 0 0,-2 0 0 0 0,1 0 0 0 0,-1 0 0 0 0,-1 0 1 0 0,0 0-1 0 0,-5 14 0 0 0,5-13 107 0 0,9-17-88 0 0,7-15-14 0 0,-12 18-14 0 0,1 0 1 0 0,-1-1-1 0 0,1 1 1 0 0,0 0-1 0 0,0 1 1 0 0,6-7-1 0 0,-7 8-4 0 0,0 1-1 0 0,0 0 0 0 0,-1 0 1 0 0,1-1-1 0 0,0 1 0 0 0,0 1 1 0 0,0-1-1 0 0,0 0 0 0 0,0 0 1 0 0,0 1-1 0 0,0-1 0 0 0,0 1 1 0 0,0 0-1 0 0,1 0 0 0 0,-1 0 1 0 0,0 0-1 0 0,0 0 0 0 0,0 0 1 0 0,0 0-1 0 0,0 1 0 0 0,0-1 1 0 0,3 2-1 0 0,10 5 17 0 0,8 11 10 0 0,-21-16-24 0 0,0-1 1 0 0,0 1-1 0 0,0-1 0 0 0,0 0 0 0 0,0 0 1 0 0,0 0-1 0 0,0 1 0 0 0,1-2 0 0 0,-1 1 1 0 0,0 0-1 0 0,1 0 0 0 0,-1-1 0 0 0,1 0 1 0 0,-1 1-1 0 0,0-1 0 0 0,1 0 0 0 0,4 0 1 0 0,-4-2 0 0 0,0 1 0 0 0,0-1 1 0 0,0 0-1 0 0,0 0 0 0 0,0 1 0 0 0,-1-2 1 0 0,1 1-1 0 0,-1 0 0 0 0,1-1 0 0 0,-1 1 1 0 0,0-1-1 0 0,4-5 0 0 0,0-3 5 0 0,0 0 1 0 0,-1 0-1 0 0,0-1 0 0 0,-1 0 1 0 0,-1 0-1 0 0,1 0 0 0 0,-2-1 1 0 0,0 1-1 0 0,1-14 1 0 0,-3 26-11 0 0,0-1 0 0 0,0 0 0 0 0,-1 1 1 0 0,1-1-1 0 0,0 0 0 0 0,0 1 0 0 0,0-1 1 0 0,-1 1-1 0 0,1-1 0 0 0,0 1 0 0 0,-1-1 1 0 0,1 0-1 0 0,-1 1 0 0 0,1-1 0 0 0,0 1 1 0 0,-1-1-1 0 0,1 1 0 0 0,-1 0 0 0 0,1-1 1 0 0,-1 1-1 0 0,0 0 0 0 0,1-1 1 0 0,-1 1-1 0 0,1 0 0 0 0,-1-1 0 0 0,0 1 1 0 0,1 0-1 0 0,-1 0 0 0 0,1 0 0 0 0,-1 0 1 0 0,0-1-1 0 0,1 1 0 0 0,-1 0 0 0 0,0 0 1 0 0,1 0-1 0 0,-1 1 0 0 0,0-1 0 0 0,1 0 1 0 0,-1 0-1 0 0,0 0 0 0 0,1 0 0 0 0,-1 1 1 0 0,1-1-1 0 0,-1 0 0 0 0,0 0 1 0 0,1 1-1 0 0,-1-1 0 0 0,1 0 0 0 0,-1 1 1 0 0,1-1-1 0 0,-1 1 0 0 0,1-1 0 0 0,-1 1 1 0 0,1-1-1 0 0,-1 1 0 0 0,-4 5 5 0 0,0 0 0 0 0,1-1 0 0 0,-1 2 0 0 0,1-1 0 0 0,1 0 0 0 0,-1 1 0 0 0,1 0 0 0 0,0 0 0 0 0,1 0 0 0 0,-1 0 0 0 0,-1 11 0 0 0,0-5 2 0 0,4-12-6 0 0,0 1 0 0 0,-1-1-1 0 0,1 0 1 0 0,0 1 0 0 0,0-1 0 0 0,0 0-1 0 0,0 0 1 0 0,0 1 0 0 0,0-1-1 0 0,0 0 1 0 0,0 1 0 0 0,0-1 0 0 0,1 0-1 0 0,-1 0 1 0 0,0 1 0 0 0,1-1 0 0 0,-1 0-1 0 0,1 0 1 0 0,0 0 0 0 0,-1 0 0 0 0,1 0-1 0 0,0 1 1 0 0,0-1 0 0 0,-1-1-1 0 0,1 1 1 0 0,0 0 0 0 0,0 0 0 0 0,0 0-1 0 0,0 0 1 0 0,0-1 0 0 0,1 1 0 0 0,-1 0-1 0 0,0-1 1 0 0,0 1 0 0 0,0-1-1 0 0,1 1 1 0 0,-1-1 0 0 0,0 0 0 0 0,0 1-1 0 0,1-1 1 0 0,-1 0 0 0 0,0 0 0 0 0,0 0-1 0 0,1 0 1 0 0,-1 0 0 0 0,2-1-1 0 0,30-7 27 0 0,37-8 24 0 0,-65 15-46 0 0,-1 0-1 0 0,1 1 0 0 0,0 0 1 0 0,-1 0-1 0 0,1 0 0 0 0,-1 1 1 0 0,1-1-1 0 0,0 1 0 0 0,-1 0 1 0 0,0 1-1 0 0,1-1 0 0 0,4 3 1 0 0,-5-1 3 0 0,0-1-4 0 0,-1 1-1 0 0,0-1 0 0 0,0 1 1 0 0,0 0-1 0 0,0 0 0 0 0,-1 0 1 0 0,1 0-1 0 0,-1 0 0 0 0,0 0 1 0 0,0 1-1 0 0,0-1 0 0 0,0 1 1 0 0,-1 0-1 0 0,1 0 0 0 0,0 4 1 0 0,-1-5-3 0 0,-1-1 6 0 0,-21 27 55 0 0,-17 2-26 0 0,21-18-17 0 0,0 1 0 0 0,-14 17 0 0 0,19-18 22 0 0,19-20-1 0 0,22-22-4 0 0,19-10-3 0 0,-35 27-20 0 0,1 0 0 0 0,0 2 1 0 0,0 0-1 0 0,1 0 1 0 0,26-12-1 0 0,-37 21-8 0 0,-1-1 0 0 0,1 1-1 0 0,0-1 1 0 0,0 1 0 0 0,0 1 0 0 0,0-1 0 0 0,0 0-1 0 0,0 1 1 0 0,6 0 0 0 0,-7 0-3 0 0,-1 1 0 0 0,1 0 1 0 0,-1-1-1 0 0,0 1 0 0 0,0 0 0 0 0,1 0 1 0 0,-1 1-1 0 0,0-1 0 0 0,0 0 0 0 0,0 1 1 0 0,0-1-1 0 0,-1 1 0 0 0,1 0 0 0 0,0-1 1 0 0,-1 1-1 0 0,1 0 0 0 0,-1 0 0 0 0,1 0 1 0 0,-1 0-1 0 0,0 0 0 0 0,2 4 0 0 0,-2-2 11 0 0,-1 5-7 0 0,0-1 1 0 0,-1 1 0 0 0,0-1-1 0 0,0 0 1 0 0,-1 1-1 0 0,0-1 1 0 0,0 0-1 0 0,-1 0 1 0 0,0 0 0 0 0,0 0-1 0 0,-1-1 1 0 0,0 1-1 0 0,-1-1 1 0 0,1 0 0 0 0,-11 12-1 0 0,14-18-5 0 0,1-1-1 0 0,0 1 0 0 0,-1-1 1 0 0,1 1-1 0 0,0-1 0 0 0,-1 1 1 0 0,1-1-1 0 0,-1 1 1 0 0,1-1-1 0 0,0 1 0 0 0,-1-1 1 0 0,0 1-1 0 0,1-1 0 0 0,-1 0 1 0 0,1 1-1 0 0,-1-1 1 0 0,1 0-1 0 0,-1 1 0 0 0,0-1 1 0 0,1 0-1 0 0,-1 0 0 0 0,1 0 1 0 0,-1 1-1 0 0,0-1 1 0 0,1 0-1 0 0,-1 0 0 0 0,0 0 1 0 0,1 0-1 0 0,-1 0 0 0 0,-1-1 1 0 0,2 0-1 0 0,-1 0 0 0 0,0 0 0 0 0,1 0 1 0 0,0 0-1 0 0,-1 0 0 0 0,1 0 0 0 0,0 0 1 0 0,-1 0-1 0 0,1 0 0 0 0,0-1 0 0 0,0 1 0 0 0,0 0 1 0 0,0 0-1 0 0,0 0 0 0 0,0-2 0 0 0,8-45 24 0 0,4-30 7 0 0,-8 65-31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53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150 1 16687 0 0,'0'0'938'0'0,"-3"3"-461"0"0,-17 15 377 0 0,2 1 1 0 0,-19 23-1 0 0,34-38-741 0 0,-1 0 0 0 0,1-1 0 0 0,-1 1 0 0 0,0-1 0 0 0,0 0 0 0 0,0 0 0 0 0,0 0 0 0 0,-1-1 0 0 0,1 0 0 0 0,-6 2 0 0 0,-2 2 21 0 0,1-1-49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55.6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0 664 12664 0 0,'0'0'978'0'0,"5"0"-906"0"0,-2-1-64 0 0,-1 1-1 0 0,1-1 0 0 0,-1 1 1 0 0,1-1-1 0 0,-1 0 1 0 0,1 0-1 0 0,-1 0 0 0 0,0 0 1 0 0,0-1-1 0 0,1 1 0 0 0,-1-1 1 0 0,0 1-1 0 0,0-1 1 0 0,0 0-1 0 0,-1 0 0 0 0,1 0 1 0 0,0 0-1 0 0,-1 0 0 0 0,1 0 1 0 0,1-3-1 0 0,28-56 32 0 0,-24 44-26 0 0,27-67 76 0 0,31-118-1 0 0,-49 146-48 0 0,32-143-50 0 0,-47 188-4 0 0,-6 10-17 0 0,-6 12 4 0 0,5 5 20 0 0,2 0 1 0 0,-1 0 0 0 0,2 0-1 0 0,-2 24 1 0 0,4-32 6 0 0,-9 89 14 0 0,10-84-11 0 0,0 0 0 0 0,1 0 0 0 0,0 0 0 0 0,1-1 0 0 0,5 20 0 0 0,-7-30 0 0 0,1 0-1 0 0,0 0 1 0 0,-1 0 0 0 0,1 0 0 0 0,0 0 0 0 0,0 0 0 0 0,0-1 0 0 0,1 1 0 0 0,-1 0 0 0 0,0 0 0 0 0,1-1 0 0 0,-1 1 0 0 0,1-1 0 0 0,-1 0 0 0 0,1 1 0 0 0,0-1 0 0 0,-1 0 0 0 0,1 0 0 0 0,0 0 0 0 0,0 0 0 0 0,0 0 0 0 0,0 0 0 0 0,0-1 0 0 0,0 1 0 0 0,0-1-1 0 0,0 1 1 0 0,0-1 0 0 0,0 0 0 0 0,0 0 0 0 0,0 0 0 0 0,1 0 0 0 0,2 0 0 0 0,5-2 27 0 0,1 0-1 0 0,0-1 0 0 0,-1 0 0 0 0,1-1 1 0 0,9-5-1 0 0,-1 2 27 0 0,-14 5-32 0 0,-1-1 1 0 0,1 1-1 0 0,-1-1 0 0 0,0 0 1 0 0,0-1-1 0 0,0 1 0 0 0,0-1 1 0 0,0 1-1 0 0,3-6 1 0 0,22-18 282 0 0,-27 26-245 0 0,-1-1 1 0 0,1 1-1 0 0,-1-1 0 0 0,0 0 1 0 0,0 1-1 0 0,0-1 1 0 0,0 0-1 0 0,0 0 1 0 0,0 0-1 0 0,0 0 1 0 0,-1 0-1 0 0,1 0 1 0 0,-1 0-1 0 0,1 0 1 0 0,-1 0-1 0 0,0 0 1 0 0,0 0-1 0 0,1 0 1 0 0,-2 0-1 0 0,1-1 1 0 0,0-1-1 0 0,-1 3 151 0 0,-22 10 167 0 0,16-2-341 0 0,0 0-1 0 0,1 0 1 0 0,0 1-1 0 0,0-1 1 0 0,1 1-1 0 0,0 1 1 0 0,0-1-1 0 0,-5 16 1 0 0,8-21-28 0 0,-6 15 76 0 0,1-1 0 0 0,0 1 1 0 0,1 1-1 0 0,1-1 0 0 0,0 1 1 0 0,2 0-1 0 0,-3 35 0 0 0,7-51-65 0 0,-1 0-1 0 0,1 0 0 0 0,0 0 0 0 0,-1 0 0 0 0,1-1 1 0 0,1 1-1 0 0,-1 0 0 0 0,0 0 0 0 0,1-1 1 0 0,-1 1-1 0 0,1-1 0 0 0,0 1 0 0 0,0-1 0 0 0,0 0 1 0 0,0 0-1 0 0,0 0 0 0 0,0 0 0 0 0,0 0 0 0 0,1 0 1 0 0,-1 0-1 0 0,1-1 0 0 0,0 0 0 0 0,-1 1 0 0 0,1-1 1 0 0,0 0-1 0 0,0 0 0 0 0,0 0 0 0 0,0-1 0 0 0,-1 1 1 0 0,1-1-1 0 0,0 1 0 0 0,0-1 0 0 0,0 0 1 0 0,0 0-1 0 0,0 0 0 0 0,0-1 0 0 0,0 1 0 0 0,0-1 1 0 0,0 0-1 0 0,0 0 0 0 0,0 0 0 0 0,3-1 0 0 0,0-3 10 0 0,0 1-1 0 0,0-1 0 0 0,-1 0 1 0 0,0 0-1 0 0,0-1 0 0 0,0 1 0 0 0,0-1 1 0 0,-1 0-1 0 0,7-14 0 0 0,-4 7 28 0 0,-1-2-1 0 0,-1 1 1 0 0,7-27 0 0 0,-7 22-6 0 0,-2 1 0 0 0,2-23 0 0 0,-4 36-38 0 0,-1-1 0 0 0,0 1 0 0 0,-1-1 0 0 0,1 1 0 0 0,-1-1 0 0 0,0 1 0 0 0,0-1-1 0 0,-1 1 1 0 0,0 0 0 0 0,0 0 0 0 0,0 0 0 0 0,-4-7 0 0 0,4 8-4 0 0,0 1 0 0 0,0 0 0 0 0,-1 0 0 0 0,1 0 0 0 0,-1 0 0 0 0,0 0 0 0 0,0 0 0 0 0,1 1 0 0 0,-2-1 0 0 0,1 1 0 0 0,0 0 0 0 0,0 0 0 0 0,-1 0 0 0 0,1 1 0 0 0,-1-1 0 0 0,-6-1 0 0 0,6 2-3 0 0,1 1 0 0 0,-1 0-1 0 0,1 0 1 0 0,-1 1 0 0 0,1-1 0 0 0,-1 1 0 0 0,1 0-1 0 0,0 0 1 0 0,-1 0 0 0 0,1 0 0 0 0,0 0-1 0 0,0 1 1 0 0,-1-1 0 0 0,1 1 0 0 0,0 0-1 0 0,1 0 1 0 0,-1 0 0 0 0,-4 4 0 0 0,2-1 2 0 0,1-1 1 0 0,-1 2 0 0 0,1-1 0 0 0,0 0-1 0 0,0 1 1 0 0,0 0 0 0 0,1 0-1 0 0,0 0 1 0 0,-5 12 0 0 0,4-4 9 0 0,-1 1 1 0 0,2 0-1 0 0,-3 19 0 0 0,5-22 11 0 0,-1 0-1 0 0,2 0 0 0 0,-1 0 1 0 0,2 0-1 0 0,-1 0 0 0 0,2 0 1 0 0,0-1-1 0 0,0 1 0 0 0,8 22 1 0 0,-9-32-26 0 0,-1-1 0 0 0,1 0 0 0 0,-1 0 0 0 0,1 0 0 0 0,0 0 0 0 0,-1 0 0 0 0,1 0 0 0 0,0 0 0 0 0,0 0 1 0 0,0 0-1 0 0,0 0 0 0 0,0 0 0 0 0,0-1 0 0 0,0 1 0 0 0,0 0 0 0 0,0-1 0 0 0,0 1 0 0 0,0 0 0 0 0,1-1 0 0 0,-1 0 0 0 0,0 1 0 0 0,0-1 1 0 0,1 0-1 0 0,-1 1 0 0 0,0-1 0 0 0,0 0 0 0 0,1 0 0 0 0,-1 0 0 0 0,0 0 0 0 0,1 0 0 0 0,-1-1 0 0 0,0 1 0 0 0,0 0 0 0 0,1 0 1 0 0,-1-1-1 0 0,0 1 0 0 0,0-1 0 0 0,0 1 0 0 0,0-1 0 0 0,1 0 0 0 0,1-1 0 0 0,2-1 5 0 0,0 0 0 0 0,0-1 0 0 0,0 0 0 0 0,-1 0 0 0 0,1 0 1 0 0,-1 0-1 0 0,4-5 0 0 0,5-12 13 0 0,-4-1 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55.9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63 13672 0 0,'0'0'3042'0'0,"4"0"-2845"0"0,41-2 84 0 0,77-15 0 0 0,-44 4-81 0 0,87-10 294 0 0,-108 15-318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7:04.7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1 521 12664 0 0,'0'-5'369'0'0,"3"-23"217"0"0,1 1-1 0 0,1 0 1 0 0,2 0-1 0 0,10-29 1 0 0,-5 26-427 0 0,1 0 0 0 0,2 0 1 0 0,1 2-1 0 0,1 0 0 0 0,40-49 1 0 0,7-3-78 0 0,-60 76-98 0 0,0 0 0 0 0,0 1 0 0 0,0-1 0 0 0,1 1 0 0 0,-1 0 0 0 0,1 0 0 0 0,7-3 0 0 0,-10 5-38 0 0,-2 1-202 0 0,0 1 238 0 0,0-1-1 0 0,0 0 0 0 0,0 0 1 0 0,0 0-1 0 0,0 0 1 0 0,0 1-1 0 0,0-1 1 0 0,0 0-1 0 0,0 0 1 0 0,0 0-1 0 0,0 0 0 0 0,0 1 1 0 0,0-1-1 0 0,0 0 1 0 0,1 0-1 0 0,-1 0 1 0 0,0 0-1 0 0,0 0 1 0 0,0 1-1 0 0,0-1 0 0 0,0 0 1 0 0,0 0-1 0 0,1 0 1 0 0,-1 0-1 0 0,0 0 1 0 0,0 0-1 0 0,0 0 1 0 0,0 0-1 0 0,1 0 0 0 0,-1 0 1 0 0,0 0-1 0 0,0 1 1 0 0,0-1-1 0 0,-6 2-2 0 0,0 0 0 0 0,-1 1 0 0 0,1 0 0 0 0,0 0 1 0 0,0 1-1 0 0,0 0 0 0 0,1 0 0 0 0,-1 0 0 0 0,1 0 0 0 0,0 1 0 0 0,0 0 0 0 0,1 0 0 0 0,-1 1 0 0 0,1-1 0 0 0,0 1 0 0 0,1 0 0 0 0,0 0 0 0 0,-1 0 1 0 0,2 0-1 0 0,-1 1 0 0 0,1-1 0 0 0,-3 11 0 0 0,-5 17-11 0 0,-8 25-21 0 0,18-55 48 0 0,-1 1-1 0 0,0-1 0 0 0,1 0 0 0 0,0 0 0 0 0,0 0 0 0 0,0 0 0 0 0,0 0 1 0 0,1 1-1 0 0,-1-1 0 0 0,1 0 0 0 0,2 5 0 0 0,-2-7 2 0 0,-1 0 0 0 0,1 0-1 0 0,-1 1 1 0 0,1-1 0 0 0,0 0-1 0 0,0 0 1 0 0,0-1 0 0 0,0 1-1 0 0,0 0 1 0 0,1 0 0 0 0,-1 0-1 0 0,1-1 1 0 0,-1 1 0 0 0,1-1-1 0 0,-1 1 1 0 0,1-1 0 0 0,0 0-1 0 0,0 1 1 0 0,-1-1 0 0 0,1 0-1 0 0,0 0 1 0 0,0 0 0 0 0,0-1-1 0 0,0 1 1 0 0,0 0 0 0 0,1-1-1 0 0,-1 1 1 0 0,0-1 0 0 0,0 0 0 0 0,0 0-1 0 0,0 0 1 0 0,4 0 0 0 0,63 0-46 0 0,-65-1 48 0 0,0 0 0 0 0,-1 0 0 0 0,1-1 0 0 0,-1 1 0 0 0,0-1 0 0 0,1 0 0 0 0,3-3 0 0 0,5-2-3 0 0,0 1 3 0 0,-1-1 1 0 0,0 0 0 0 0,0 0-1 0 0,-1-1 1 0 0,0 0-1 0 0,0-1 1 0 0,-1 0 0 0 0,0-1-1 0 0,13-17 1 0 0,19-21-2 0 0,-11 17 3 0 0,43-43 0 0 0,-62 61 185 0 0,-6 5-53 0 0,-8 4-61 0 0,-3 6-33 0 0,1 1 0 0 0,-1-1 0 0 0,1 1 0 0 0,0 0 1 0 0,0 1-1 0 0,0-1 0 0 0,0 1 0 0 0,-5 5 1 0 0,2 2 10 0 0,-1-1 0 0 0,1 2 1 0 0,0-1-1 0 0,1 1 1 0 0,1 0-1 0 0,0 1 1 0 0,-8 23-1 0 0,7-11 15 0 0,0 0 0 0 0,2 1 0 0 0,-3 30 0 0 0,8-49-45 0 0,0 0 0 0 0,0 0-1 0 0,1 0 1 0 0,0 0 0 0 0,0 0-1 0 0,5 12 1 0 0,-6-18-16 0 0,1 0 0 0 0,-1 0 1 0 0,1-1-1 0 0,-1 1 0 0 0,1 0 0 0 0,-1-1 0 0 0,1 1 0 0 0,-1 0 0 0 0,1-1 0 0 0,-1 1 0 0 0,1-1 1 0 0,0 1-1 0 0,0-1 0 0 0,-1 1 0 0 0,1-1 0 0 0,0 0 0 0 0,0 1 0 0 0,-1-1 0 0 0,1 0 1 0 0,0 0-1 0 0,0 1 0 0 0,0-1 0 0 0,-1 0 0 0 0,1 0 0 0 0,0 0 0 0 0,1 0 0 0 0,22-4 109 0 0,4-7-57 0 0,-22 9-34 0 0,1 0 1 0 0,-1-1 0 0 0,0 1 0 0 0,0-1 0 0 0,0-1-1 0 0,0 1 1 0 0,0-1 0 0 0,-1 0 0 0 0,1 0 0 0 0,-1-1-1 0 0,5-5 1 0 0,-6 4 9 0 0,0-2-1 0 0,0 1 1 0 0,0 0 0 0 0,-1-1-1 0 0,0 1 1 0 0,-1-1 0 0 0,3-11-1 0 0,8-22 57 0 0,-10 31-60 0 0,1 0 0 0 0,-1 0 0 0 0,-1-1 0 0 0,0 1 0 0 0,0-1 0 0 0,-1 1 0 0 0,0-1 0 0 0,-1-11 0 0 0,-1 17-9 0 0,0 0-1 0 0,0-1 1 0 0,0 1 0 0 0,-1 0 0 0 0,1 0 0 0 0,-1-1 0 0 0,0 1 0 0 0,-1 1-1 0 0,1-1 1 0 0,-1 0 0 0 0,0 1 0 0 0,0-1 0 0 0,-1 1 0 0 0,1 0-1 0 0,-1 0 1 0 0,0 0 0 0 0,0 1 0 0 0,0-1 0 0 0,0 1 0 0 0,-1 0 0 0 0,0 0-1 0 0,1 0 1 0 0,-1 1 0 0 0,0 0 0 0 0,-7-3 0 0 0,10 5 10 0 0,-12 3 68 0 0,14-3-92 0 0,0 0 0 0 0,-1 0 1 0 0,1 0-1 0 0,0 0 0 0 0,-1 0 0 0 0,1 0 1 0 0,0 0-1 0 0,-1 1 0 0 0,1-1 1 0 0,0 0-1 0 0,0 0 0 0 0,-1 0 1 0 0,1 0-1 0 0,0 1 0 0 0,-1-1 0 0 0,1 0 1 0 0,0 0-1 0 0,0 1 0 0 0,-1-1 1 0 0,1 0-1 0 0,0 0 0 0 0,0 1 1 0 0,0-1-1 0 0,0 0 0 0 0,-1 1 1 0 0,1-1-1 0 0,0 0 0 0 0,0 0 0 0 0,0 1 1 0 0,0-1-1 0 0,0 0 0 0 0,0 1 1 0 0,0-1-1 0 0,0 0 0 0 0,0 1 1 0 0,0-1-1 0 0,0 1 0 0 0,0-1 0 0 0,0 1 1 0 0,4 6 11 0 0,0 0 0 0 0,-1 0 0 0 0,0 1 0 0 0,0-1 0 0 0,-1 1 0 0 0,1 0 0 0 0,-2 0 0 0 0,1 0 0 0 0,0 12 0 0 0,4 16 37 0 0,-6-35-49 0 0,1 1 0 0 0,0 0 0 0 0,-1-1 1 0 0,1 0-1 0 0,0 1 0 0 0,0-1 0 0 0,0 1 0 0 0,0-1 0 0 0,0 0 0 0 0,0 0 1 0 0,0 1-1 0 0,0-1 0 0 0,0 0 0 0 0,1 0 0 0 0,-1 0 0 0 0,0-1 0 0 0,1 1 0 0 0,-1 0 1 0 0,3 0-1 0 0,25-22 69 0 0,-18 13-54 0 0,1 0 0 0 0,-1 1 0 0 0,1 1-1 0 0,0 0 1 0 0,1 0 0 0 0,0 1 0 0 0,23-6 0 0 0,-35 11-17 0 0,1 0 1 0 0,-1 0 0 0 0,0-1 0 0 0,1 1-1 0 0,-1 0 1 0 0,0 0 0 0 0,1 0-1 0 0,-1 1 1 0 0,0-1 0 0 0,1 0-1 0 0,-1 0 1 0 0,0 1 0 0 0,1-1 0 0 0,-1 1-1 0 0,0-1 1 0 0,0 1 0 0 0,1-1-1 0 0,-1 1 1 0 0,0 0 0 0 0,0 0-1 0 0,0-1 1 0 0,0 1 0 0 0,0 0 0 0 0,0 0-1 0 0,0 0 1 0 0,0 0 0 0 0,0 0-1 0 0,-1 0 1 0 0,1 1 0 0 0,0-1-1 0 0,-1 0 1 0 0,1 0 0 0 0,-1 0 0 0 0,1 1-1 0 0,-1-1 1 0 0,1 2 0 0 0,1 6 12 0 0,-1-1 1 0 0,0 1-1 0 0,-1 0 1 0 0,0 15 0 0 0,0-11-4 0 0,0 11 52 0 0,1-1 0 0 0,6 29-1 0 0,-7-50-35 0 0,14-21 27 0 0,-9 9-24 0 0,1 0 1 0 0,0 0 0 0 0,1 1-1 0 0,0 0 1 0 0,0 0 0 0 0,1 0-1 0 0,15-13 1 0 0,-22 22-26 0 0,0 0 1 0 0,-1-1-1 0 0,1 1 1 0 0,-1-1-1 0 0,1 1 1 0 0,0 0-1 0 0,-1-1 0 0 0,1 1 1 0 0,0 0-1 0 0,-1 0 1 0 0,1 0-1 0 0,0-1 0 0 0,0 1 1 0 0,-1 0-1 0 0,1 0 1 0 0,0 0-1 0 0,0 0 0 0 0,-1 0 1 0 0,1 0-1 0 0,0 1 1 0 0,-1-1-1 0 0,1 0 0 0 0,0 0 1 0 0,0 0-1 0 0,-1 1 1 0 0,1-1-1 0 0,0 0 1 0 0,-1 1-1 0 0,1-1 0 0 0,-1 0 1 0 0,1 1-1 0 0,0-1 1 0 0,-1 1-1 0 0,1-1 0 0 0,-1 1 1 0 0,1 0-1 0 0,-1-1 1 0 0,1 1-1 0 0,-1-1 0 0 0,0 1 1 0 0,1 0-1 0 0,-1 0 1 0 0,13 30 117 0 0,4 81 93 0 0,-17-111-215 0 0,0-1-1 0 0,0 0 0 0 0,0 0 0 0 0,0 0 0 0 0,0 0 0 0 0,0 1 0 0 0,0-1 0 0 0,0 0 1 0 0,0 0-1 0 0,0 0 0 0 0,0 0 0 0 0,0 1 0 0 0,0-1 0 0 0,0 0 0 0 0,0 0 0 0 0,0 0 1 0 0,0 0-1 0 0,0 1 0 0 0,0-1 0 0 0,0 0 0 0 0,1 0 0 0 0,-1 0 0 0 0,0 0 1 0 0,0 0-1 0 0,0 1 0 0 0,0-1 0 0 0,0 0 0 0 0,0 0 0 0 0,1 0 0 0 0,-1 0 0 0 0,0 0 1 0 0,0 0-1 0 0,0 0 0 0 0,0 0 0 0 0,1 0 0 0 0,-1 0 0 0 0,0 1 0 0 0,0-1 0 0 0,0 0 1 0 0,0 0-1 0 0,1 0 0 0 0,-1 0 0 0 0,0 0 0 0 0,0 0 0 0 0,0 0 0 0 0,0 0 1 0 0,1 0-1 0 0,-1-1 0 0 0,0 1 0 0 0,0 0 0 0 0,1 0 0 0 0,9-11 21 0 0,16-30-25 0 0,-14 23 12 0 0,-3 5-8 0 0,0 0 1 0 0,1 1-1 0 0,17-16 1 0 0,-24 25-2 0 0,1 0 0 0 0,-1 0 0 0 0,1 0 1 0 0,0 0-1 0 0,0 1 0 0 0,0 0 0 0 0,0-1 0 0 0,1 2 1 0 0,-1-1-1 0 0,0 0 0 0 0,1 1 0 0 0,-1 0 1 0 0,1 0-1 0 0,0 0 0 0 0,-1 1 0 0 0,7-1 0 0 0,-8 1 1 0 0,0 1-1 0 0,-1 0 1 0 0,1 0-1 0 0,-1-1 1 0 0,1 1-1 0 0,-1 1 0 0 0,1-1 1 0 0,-1 0-1 0 0,0 1 1 0 0,1-1-1 0 0,-1 1 1 0 0,0-1-1 0 0,0 1 0 0 0,0 0 1 0 0,0 0-1 0 0,-1 0 1 0 0,1 0-1 0 0,0 0 1 0 0,-1 1-1 0 0,1-1 0 0 0,-1 0 1 0 0,1 4-1 0 0,3 5 3 0 0,0 0 1 0 0,-1 1-1 0 0,3 16 0 0 0,-6-25-3 0 0,3 12 4 0 0,-1 1-1 0 0,-1 0 1 0 0,0 0-1 0 0,0 18 1 0 0,-3-26-3 0 0,1 0 1 0 0,-1-1-1 0 0,0 1 0 0 0,-1-1 1 0 0,1 0-1 0 0,-1 1 1 0 0,-1-1-1 0 0,0 0 1 0 0,0 0-1 0 0,-8 13 0 0 0,9-17 0 0 0,1-1 0 0 0,0 0 0 0 0,-1 0 0 0 0,0 0 0 0 0,1 0-1 0 0,-1 0 1 0 0,0 0 0 0 0,0-1 0 0 0,0 1 0 0 0,0-1 0 0 0,0 1 0 0 0,0-1 0 0 0,-1 0 0 0 0,1 0 0 0 0,0 0 0 0 0,-1 0-1 0 0,-3 1 1 0 0,-3 0-1 0 0,1-1 0 0 0,0-3 0 0 0,8-6 0 0 0,28-23-6 0 0,22-25-7 0 0,-2-2 0 0 0,-3-2 0 0 0,-3-1-1 0 0,47-91 1 0 0,-79 120 13 0 0,-7 20 0 0 0,-3 3 0 0 0,-7 7 0 0 0,7 2 0 0 0,-1 1 0 0 0,0-1 0 0 0,0 0 0 0 0,1 0 0 0 0,-1 1 0 0 0,0-1 0 0 0,1 0 0 0 0,-1 1 0 0 0,0-1 0 0 0,1 1 0 0 0,-1-1 0 0 0,0 1 0 0 0,1-1 0 0 0,-1 1 0 0 0,1-1 0 0 0,-1 1 0 0 0,1-1 0 0 0,-1 1 0 0 0,0 0 0 0 0,1 4 2 0 0,-1-2 0 0 0,1 0 1 0 0,-1 0 0 0 0,1 0 0 0 0,0 0 0 0 0,0 0-1 0 0,0 0 1 0 0,1 0 0 0 0,-1 0 0 0 0,1 0-1 0 0,-1 0 1 0 0,1-1 0 0 0,0 1 0 0 0,0 0-1 0 0,0 0 1 0 0,2 2 0 0 0,1 5 15 0 0,-2-4-9 0 0,1-1-1 0 0,-1 1 0 0 0,1-1 1 0 0,1 1-1 0 0,-1-1 0 0 0,1 0 1 0 0,0 0-1 0 0,0-1 0 0 0,0 1 1 0 0,1-1-1 0 0,5 5 0 0 0,-5-5-2 0 0,-4-3-1 0 0,1 1-1 0 0,0-1 1 0 0,0 0 0 0 0,0 0 0 0 0,0 0 0 0 0,1 0 0 0 0,-1 0 0 0 0,0 0-1 0 0,0 0 1 0 0,0-1 0 0 0,1 1 0 0 0,2-1 0 0 0,11 4 66 0 0,-14-3-47 0 0,23-28 216 0 0,-19 8-94 0 0,9-24 222 0 0,-13 19-80 0 0,-3 16-179 0 0,1 12 52 0 0,0-3-122 0 0,10 29 52 0 0,1 1-53 0 0,-9-23-21 0 0,0-1 0 0 0,1 1 0 0 0,0-1 0 0 0,0 1 0 0 0,1-1 0 0 0,0 0 0 0 0,0 0 0 0 0,1-1 0 0 0,8 11 0 0 0,-12-16-10 0 0,0-1-1 0 0,-1 1 1 0 0,1-1 0 0 0,0 1 0 0 0,-1-1 0 0 0,1 0 0 0 0,0 1 0 0 0,0-1 0 0 0,0 0 0 0 0,-1 1 0 0 0,1-1 0 0 0,0 0 0 0 0,0 0-1 0 0,0 0 1 0 0,0 0 0 0 0,0 0 0 0 0,-1 0 0 0 0,1 0 0 0 0,0 0 0 0 0,0 0 0 0 0,0 0 0 0 0,0 0 0 0 0,0 0 0 0 0,-1-1 0 0 0,1 1-1 0 0,0 0 1 0 0,0-1 0 0 0,0 1 0 0 0,-1-1 0 0 0,1 1 0 0 0,0-1 0 0 0,-1 1 0 0 0,1-1 0 0 0,0 1 0 0 0,-1-1 0 0 0,1 1 0 0 0,-1-1-1 0 0,1 0 1 0 0,0-1 0 0 0,23-41 224 0 0,-8 14-45 0 0,-11 24-135 0 0,0 0 0 0 0,0 0 0 0 0,0 0 0 0 0,1 1 1 0 0,-1 0-1 0 0,1 1 0 0 0,0-1 0 0 0,0 1 0 0 0,1 0 0 0 0,-1 0 0 0 0,0 1 0 0 0,1 0 0 0 0,0 0 1 0 0,0 1-1 0 0,-1-1 0 0 0,1 1 0 0 0,7 1 0 0 0,-12 0-11 0 0,7 8 97 0 0,-6-1-116 0 0,-1-1-1 0 0,-1 1 1 0 0,1-1-1 0 0,-1 1 1 0 0,0 0-1 0 0,-1 0 1 0 0,1 0-1 0 0,-1 0 1 0 0,-2 12-1 0 0,-14 66 101 0 0,10-62-79 0 0,6-21-12 0 0,4-38 31 0 0,13 4-12 0 0,-15 28-36 0 0,1 1 0 0 0,-1-1-1 0 0,0 1 1 0 0,0-1-1 0 0,0 0 1 0 0,-1 0-1 0 0,1 0 1 0 0,1-7 0 0 0,-3 10-11 0 0,0 0 1 0 0,0 0 0 0 0,1 1 0 0 0,-1-1 0 0 0,1 0 0 0 0,-1 0 0 0 0,1 1-1 0 0,-1-1 1 0 0,1 0 0 0 0,-1 1 0 0 0,1-1 0 0 0,-1 0 0 0 0,1 1 0 0 0,0-1-1 0 0,-1 1 1 0 0,1-1 0 0 0,0 1 0 0 0,0 0 0 0 0,-1-1 0 0 0,1 1 0 0 0,0 0 0 0 0,0-1-1 0 0,0 1 1 0 0,0 0 0 0 0,-1 0 0 0 0,1 0 0 0 0,0-1 0 0 0,1 1 0 0 0,22 0 84 0 0,-15 5-59 0 0,-7-4-21 0 0,1-1-1 0 0,-1 1 1 0 0,0 0 0 0 0,0 0-1 0 0,0 0 1 0 0,0 0 0 0 0,0 0-1 0 0,-1 1 1 0 0,1-1-1 0 0,0 1 1 0 0,-1-1 0 0 0,1 1-1 0 0,0 0 1 0 0,-1-1 0 0 0,0 1-1 0 0,1 0 1 0 0,-1 0-1 0 0,0 0 1 0 0,0 0 0 0 0,0 0-1 0 0,0 0 1 0 0,-1 0 0 0 0,1 0-1 0 0,-1 0 1 0 0,1 1-1 0 0,-1-1 1 0 0,1 0 0 0 0,-1 4-1 0 0,1 5 17 0 0,-1 0 1 0 0,0 0-1 0 0,-1 0 0 0 0,0 0 0 0 0,0 0 1 0 0,-1-1-1 0 0,-1 1 0 0 0,0 0 0 0 0,0-1 1 0 0,-1 0-1 0 0,0 0 0 0 0,-1 0 0 0 0,0 0 1 0 0,0-1-1 0 0,-14 18 0 0 0,17-26 16 0 0,2-2-36 0 0,-1-1-1 0 0,0 1 1 0 0,1-1 0 0 0,-1 1 0 0 0,1-1-1 0 0,-1 0 1 0 0,1 1 0 0 0,0-1 0 0 0,0 0-1 0 0,0 1 1 0 0,0-1 0 0 0,0 0 0 0 0,0 1-1 0 0,0-1 1 0 0,0 0 0 0 0,1-1 0 0 0,3-15 23 0 0,1 1 1 0 0,0 0-1 0 0,1 0 0 0 0,1 1 1 0 0,0 0-1 0 0,11-16 1 0 0,-10 22 8 0 0,0 0 1 0 0,1 1-1 0 0,0 0 1 0 0,20-15-1 0 0,-28 23-20 0 0,11 1 40 0 0,-7 4-51 0 0,-2 0-3 0 0,0 0 0 0 0,-1 0 1 0 0,0 0-1 0 0,0 1 1 0 0,0-1-1 0 0,0 1 1 0 0,-1-1-1 0 0,0 1 0 0 0,0-1 1 0 0,0 1-1 0 0,0 7 1 0 0,1-2 2 0 0,2 6-4 0 0,-3 8 15 0 0,-1 38-13 0 0,0-55-4 0 0,0-4-9 0 0,0 4 7 0 0,0-4-1 0 0,3 2 2 0 0,-2-4 2 0 0,0-1 1 0 0,-1 1-1 0 0,1-1 0 0 0,0 1 1 0 0,0-1-1 0 0,0 0 0 0 0,0 0 0 0 0,0 1 1 0 0,0-1-1 0 0,0 0 0 0 0,0 0 1 0 0,-1 0-1 0 0,1 0 0 0 0,0 0 1 0 0,0 0-1 0 0,0 0 0 0 0,0 0 1 0 0,0-1-1 0 0,0 1 0 0 0,0 0 1 0 0,0 0-1 0 0,0-1 0 0 0,-1 1 1 0 0,1-1-1 0 0,1 0 0 0 0,22-10-5 0 0,-20 9 1 0 0,1-1 2 0 0,-2 1-2 0 0,4-5 2 0 0,8-2-3 0 0,-14 8 5 0 0,21-25-15 0 0,-15 13 16 0 0,1 0 0 0 0,-2 0 0 0 0,0 0 0 0 0,0 0 0 0 0,-1-1 0 0 0,5-28 0 0 0,-7 34 0 0 0,-1-2 0 0 0,-1 4 0 0 0,-2-12 0 0 0,0 8 0 0 0,-3 1 0 0 0,0 0 0 0 0,-2 2 3 0 0,3 5 8 0 0,-2-2-7 0 0,4 4-3 0 0,0 0 0 0 0,1 0 0 0 0,-1 0 0 0 0,0 0 0 0 0,1 0 0 0 0,-1 0 0 0 0,1 0 0 0 0,-1 0 1 0 0,0 1-1 0 0,1-1 0 0 0,-1 0 0 0 0,0 0 0 0 0,1 0 0 0 0,-1 1 0 0 0,1-1 0 0 0,-1 0 0 0 0,1 1 1 0 0,-1-1-1 0 0,1 0 0 0 0,-1 1 0 0 0,1-1 0 0 0,-1 1 0 0 0,1-1 0 0 0,-1 1 0 0 0,1-1 0 0 0,-1 1 0 0 0,1-1 1 0 0,0 1-1 0 0,0-1 0 0 0,-1 1 0 0 0,1 0 0 0 0,0-1 0 0 0,0 1 0 0 0,-1-1 0 0 0,1 2 0 0 0,-10 25 29 0 0,10-25-22 0 0,-4 29 17 0 0,4-30-22 0 0,0 0-1 0 0,0 0 0 0 0,0 0 0 0 0,0 0 0 0 0,0 0 0 0 0,1 0 0 0 0,-1 0 0 0 0,0 0 0 0 0,1 0 1 0 0,-1-1-1 0 0,1 1 0 0 0,-1 0 0 0 0,1 0 0 0 0,-1 0 0 0 0,1 0 0 0 0,-1 0 0 0 0,1-1 1 0 0,0 1-1 0 0,-1 0 0 0 0,1 0 0 0 0,0-1 0 0 0,0 1 0 0 0,0-1 0 0 0,-1 1 0 0 0,1-1 0 0 0,2 2 1 0 0,-1-2 3 0 0,-1 0 2 0 0,12-2 7 0 0,-11-1-11 0 0,23-2 32 0 0,-23 4-35 0 0,-1 1 0 0 0,1 0 0 0 0,0-1 0 0 0,0 1 0 0 0,0 0 0 0 0,0 0 0 0 0,-1 0 0 0 0,1 0 0 0 0,0 0 0 0 0,0 0 0 0 0,0 1 0 0 0,0-1 0 0 0,-1 0 0 0 0,1 1 0 0 0,0 0 0 0 0,-1-1 0 0 0,1 1 0 0 0,0 0 0 0 0,-1 0 0 0 0,1 0 0 0 0,-1 0 0 0 0,1 0 0 0 0,-1 0 0 0 0,1 0 0 0 0,0 2 1 0 0,6 17-2 0 0,-2 1 1 0 0,-1 0 0 0 0,0 0-1 0 0,-2 0 1 0 0,0 0 0 0 0,-1 1 0 0 0,-1-1-1 0 0,-3 24 1 0 0,1-27-1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7:05.7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 14064 0 0,'17'-1'220'0'0,"-4"1"82"0"0,7 0 267 0 0,-17 0-485 0 0,0 0 0 0 0,0 0 0 0 0,0 0-1 0 0,0 1 1 0 0,0-1 0 0 0,0 1-1 0 0,0 0 1 0 0,-1 0 0 0 0,1 0-1 0 0,0 0 1 0 0,0 0 0 0 0,3 3 0 0 0,-4-3 766 0 0,-2-1-804 0 0,0 1 0 0 0,1-1 0 0 0,-1 0-1 0 0,1 1 1 0 0,-1-1 0 0 0,0 1 0 0 0,1-1 0 0 0,-1 0-1 0 0,1 1 1 0 0,-1-1 0 0 0,0 1 0 0 0,0-1 0 0 0,1 1-1 0 0,-1-1 1 0 0,0 1 0 0 0,0-1 0 0 0,0 1 0 0 0,0-1-1 0 0,1 1 1 0 0,-1-1 0 0 0,0 1 0 0 0,0-1 0 0 0,0 1 0 0 0,0 0-1 0 0,0-1 1 0 0,0 1 0 0 0,-1 19 256 0 0,-3-3-372 0 0,-1 0 0 0 0,-1-1 0 0 0,-1 0-1 0 0,0-1 1 0 0,-14 23 0 0 0,15-27-36 0 0,-2 3-25 0 0,2 1 0 0 0,0 1-1 0 0,0-1 1 0 0,2 1 0 0 0,0 0 0 0 0,0 0 0 0 0,2 0-1 0 0,0 1 1 0 0,0 23 0 0 0,4 13 94 0 0,13 80 1 0 0,-7-74-32 0 0,8 54 46 0 0,-5-51 16 0 0,-6-43 4 0 0,-3-12 3 0 0,1 1 0 0 0,0-1-1 0 0,0 0 1 0 0,1 0-1 0 0,0 0 1 0 0,0 0-1 0 0,10 11 1 0 0,1 2 1 0 0,-15-19-1 0 0,15 21 20 0 0,-1 0 0 0 0,18 38 0 0 0,-24-53 3 0 0,-6-6-15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7:06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11352 0 0,'7'-6'92'0'0,"13"-4"281"0"0,-19 9 76 0 0,8 20 301 0 0,-7 21-103 0 0,2 0 0 0 0,15 61 1 0 0,2 24-196 0 0,-7-15-282 0 0,-5-49-64 0 0,-2-1 0 0 0,-3 115 0 0 0,-8-140-3 0 0,3-33-24 0 0,0-15 50 0 0,0 0-100 0 0,0 0 1 0 0,-2 0-1 0 0,1 1 1 0 0,-7-18-1 0 0,-1-6 30 0 0,-31-104 212 0 0,35 111-200 0 0,-1-6 50 0 0,-4-38 0 0 0,7 37-31 0 0,2 25-42 0 0,1 0-1 0 0,0 0 1 0 0,1 0 0 0 0,0 0-1 0 0,0 0 1 0 0,1 0-1 0 0,5-20 1 0 0,-3 20-8 0 0,2 1-1 0 0,-1-1 0 0 0,1 1 1 0 0,1 0-1 0 0,-1 1 1 0 0,2-1-1 0 0,-1 1 1 0 0,1 0-1 0 0,1 1 1 0 0,0 0-1 0 0,13-12 0 0 0,-16 16-16 0 0,0 0 0 0 0,0 1-1 0 0,0-1 1 0 0,1 1 0 0 0,-1 0-1 0 0,1 0 1 0 0,0 0 0 0 0,-1 1-1 0 0,1 0 1 0 0,0 0 0 0 0,0 1-1 0 0,1 0 1 0 0,-1 0 0 0 0,0 0-1 0 0,0 1 1 0 0,1-1 0 0 0,-1 1-1 0 0,0 1 1 0 0,0 0 0 0 0,1-1-1 0 0,-1 2 1 0 0,8 2 0 0 0,-11-3-5 0 0,0 0 1 0 0,-1 0 0 0 0,1 0-1 0 0,0 0 1 0 0,-1 1 0 0 0,1-1-1 0 0,-1 1 1 0 0,0 0-1 0 0,1 0 1 0 0,-1 0 0 0 0,0 0-1 0 0,0 0 1 0 0,0 0 0 0 0,-1 0-1 0 0,1 1 1 0 0,0-1 0 0 0,-1 1-1 0 0,0-1 1 0 0,1 1-1 0 0,-1 0 1 0 0,0-1 0 0 0,0 1-1 0 0,-1 0 1 0 0,1 0 0 0 0,-1 0-1 0 0,1 4 1 0 0,-1-3 9 0 0,-1 0-1 0 0,1-1 1 0 0,-1 1 0 0 0,0-1-1 0 0,0 1 1 0 0,-1-1 0 0 0,1 1-1 0 0,-1-1 1 0 0,0 0 0 0 0,1 1-1 0 0,-1-1 1 0 0,-1 0 0 0 0,1 0 0 0 0,0-1-1 0 0,-1 1 1 0 0,1 0 0 0 0,-1-1-1 0 0,0 0 1 0 0,0 1 0 0 0,0-1-1 0 0,0 0 1 0 0,-4 2 0 0 0,-18 9 163 0 0,1 1 0 0 0,0 1 0 0 0,1 1 0 0 0,1 2 0 0 0,-35 34 0 0 0,57-51-175 0 0,-1 0 0 0 0,0 0-1 0 0,1 0 1 0 0,-1 0 0 0 0,1 0-1 0 0,-1 0 1 0 0,1 0 0 0 0,-1 0-1 0 0,1 0 1 0 0,0 0 0 0 0,-1 0-1 0 0,1 0 1 0 0,0 1 0 0 0,0-1-1 0 0,0 0 1 0 0,0 0 0 0 0,0 0-1 0 0,0 0 1 0 0,0 0-1 0 0,0 0 1 0 0,0 1 0 0 0,1-1-1 0 0,-1 0 1 0 0,0 0 0 0 0,1 0-1 0 0,-1 0 1 0 0,1 0 0 0 0,-1 0-1 0 0,1 0 1 0 0,0 0 0 0 0,-1 0-1 0 0,1 0 1 0 0,0-1 0 0 0,-1 1-1 0 0,1 0 1 0 0,0 0 0 0 0,0 0-1 0 0,0-1 1 0 0,0 1 0 0 0,0-1-1 0 0,0 1 1 0 0,2 0 0 0 0,7 5 60 0 0,0-1 0 0 0,0 0 0 0 0,17 4 1 0 0,-14-4-26 0 0,41 14 257 0 0,-35-14-170 0 0,1 2 0 0 0,34 17 0 0 0,-49-22-109 0 0,0 1 0 0 0,0 1 0 0 0,0-1 0 0 0,0 1 0 0 0,-1 0 0 0 0,0 0-1 0 0,0 0 1 0 0,0 0 0 0 0,0 1 0 0 0,0-1 0 0 0,-1 1 0 0 0,0 0 0 0 0,0 0 0 0 0,4 10 0 0 0,-4-5 1 0 0,-1 0 0 0 0,0 0 0 0 0,0 0 0 0 0,-1 1-1 0 0,0-1 1 0 0,0 0 0 0 0,-1 0 0 0 0,-1 1 0 0 0,0-1 0 0 0,0 0 0 0 0,-1 0 0 0 0,0 0 0 0 0,-1 0 0 0 0,0 0 0 0 0,-1 0 0 0 0,0-1 0 0 0,0 1 0 0 0,-7 8 0 0 0,-9 19 96 0 0,-28 37 0 0 0,41-64-96 0 0,0 0 0 0 0,-1-1 0 0 0,0 0-1 0 0,0-1 1 0 0,-1 0 0 0 0,-1 0 0 0 0,1-1 0 0 0,-1 0 0 0 0,-14 7 0 0 0,21-13-20 0 0,0 1 0 0 0,0-1-1 0 0,0-1 1 0 0,0 1 0 0 0,0 0 0 0 0,0-1 0 0 0,-1 1 0 0 0,1-1 0 0 0,0 0 0 0 0,0 0 0 0 0,-1-1 0 0 0,1 1 0 0 0,0 0 0 0 0,0-1 0 0 0,0 0 0 0 0,0 0 0 0 0,0 0 0 0 0,0 0 0 0 0,0 0 0 0 0,0-1 0 0 0,0 1 0 0 0,0-1 0 0 0,1 0 0 0 0,-1 0 0 0 0,0 0 0 0 0,1 0-1 0 0,0 0 1 0 0,0-1 0 0 0,-1 1 0 0 0,1-1 0 0 0,-3-5 0 0 0,-9-14 62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7:07.1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14464 0 0,'14'7'325'0'0,"3"7"98"0"0,-13-9-270 0 0,-1-1-1 0 0,1 1 0 0 0,-1 0 0 0 0,0 0 0 0 0,0 0 1 0 0,-1 0-1 0 0,4 11 0 0 0,8 50 1028 0 0,-7-27-1110 0 0,-1 0 0 0 0,-2 0-1 0 0,-1 0 1 0 0,-5 59 0 0 0,2-71-62 0 0,0 180-150 0 0,-7-159-37 0 0,6-46 124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7:07.4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 10848 0 0,'0'0'433'0'0,"-3"2"-294"0"0,0-1-67 0 0,0 1 1 0 0,0 0-1 0 0,0 1 1 0 0,0-1-1 0 0,1 0 1 0 0,-1 1-1 0 0,1 0 1 0 0,-1-1-1 0 0,1 1 1 0 0,0 0-1 0 0,-3 7 1 0 0,4-9-42 0 0,0 0 0 0 0,1 1 1 0 0,-1-1-1 0 0,1 1 0 0 0,0-1 0 0 0,0 1 0 0 0,-1-1 1 0 0,1 1-1 0 0,0-1 0 0 0,0 1 0 0 0,0-1 1 0 0,0 1-1 0 0,1-1 0 0 0,-1 1 0 0 0,0-1 0 0 0,1 1 1 0 0,-1-1-1 0 0,1 1 0 0 0,-1-1 0 0 0,1 1 1 0 0,0-1-1 0 0,-1 0 0 0 0,1 1 0 0 0,0-1 0 0 0,0 0 1 0 0,0 0-1 0 0,0 0 0 0 0,0 0 0 0 0,0 0 0 0 0,0 0 1 0 0,3 2-1 0 0,0 0 19 0 0,1 0 1 0 0,0 0-1 0 0,1-1 0 0 0,-1 1 0 0 0,0-1 1 0 0,1 0-1 0 0,-1-1 0 0 0,1 1 1 0 0,0-1-1 0 0,7 0 0 0 0,61 0 142 0 0,-43-2-109 0 0,75-7 104 0 0,3 0-1 0 0,-82 8-84 0 0,-25 0-86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7:08.2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321 30 9536 0 0,'0'0'112'0'0,"3"-3"1"0"0,15-14 115 0 0,-18 17-224 0 0,0 0 0 0 0,0 0 0 0 0,0 0 0 0 0,0 0 0 0 0,1 0 0 0 0,-1 0 0 0 0,0 0 0 0 0,0 0 0 0 0,0 0 0 0 0,0-1 0 0 0,0 1 0 0 0,0 0 0 0 0,0 0 0 0 0,0 0 0 0 0,0 0-1 0 0,0 0 1 0 0,0 0 0 0 0,0-1 0 0 0,0 1 0 0 0,0 0 0 0 0,0 0 0 0 0,0 0 0 0 0,0 0 0 0 0,0 0 0 0 0,0 0 0 0 0,0-1 0 0 0,0 1 0 0 0,0 0 0 0 0,0 0 0 0 0,0 0 0 0 0,0 0 0 0 0,0 0 0 0 0,0 0 0 0 0,0 0 0 0 0,0-1 0 0 0,0 1 0 0 0,0 0 0 0 0,-1 0 0 0 0,1 0 0 0 0,0 0 0 0 0,0 0 0 0 0,0 0 0 0 0,0 0-1 0 0,0 0 1 0 0,0 0 0 0 0,0 0 0 0 0,0-1 0 0 0,-1 1 0 0 0,1 0 0 0 0,0 0 0 0 0,-10-3 532 0 0,-9 2 105 0 0,10 1-608 0 0,1 0 0 0 0,-1 1 0 0 0,0 1 0 0 0,1 0 0 0 0,-1 0 0 0 0,1 0 0 0 0,-1 1 0 0 0,1 0 0 0 0,0 1 0 0 0,0 0 0 0 0,-8 5 0 0 0,1 2 36 0 0,1 0 1 0 0,-1 1-1 0 0,2 0 1 0 0,-17 19 0 0 0,17-13-66 0 0,0-1 1 0 0,1 2-1 0 0,0-1 1 0 0,2 2-1 0 0,0-1 1 0 0,1 1-1 0 0,1 1 1 0 0,2 0-1 0 0,-1 0 1 0 0,2 0-1 0 0,1 0 1 0 0,1 1-1 0 0,0 0 1 0 0,2 0-1 0 0,3 43 1 0 0,-2-58-1 0 0,1 1 1 0 0,1-1 0 0 0,-1 0 0 0 0,1 0-1 0 0,1 1 1 0 0,-1-1 0 0 0,1 0 0 0 0,0-1-1 0 0,1 1 1 0 0,0-1 0 0 0,0 1 0 0 0,0-1-1 0 0,1 0 1 0 0,-1 0 0 0 0,2-1 0 0 0,-1 0-1 0 0,0 0 1 0 0,10 6 0 0 0,-5-4 16 0 0,0-1 1 0 0,1-1-1 0 0,-1 0 1 0 0,1 0-1 0 0,1-1 1 0 0,-1 0-1 0 0,1-1 1 0 0,-1 0-1 0 0,1-1 1 0 0,21 1-1 0 0,-17-3 66 0 0,1-1 0 0 0,-1 0-1 0 0,0-1 1 0 0,0 0 0 0 0,0-2-1 0 0,0 0 1 0 0,16-7 0 0 0,-10 2 45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7:08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10344 0 0,'0'0'4020'0'0,"5"9"-3900"0"0,17 32-87 0 0,-1 0-1 0 0,-3 2 1 0 0,-1 0 0 0 0,20 88 0 0 0,-23-61-6 0 0,-2 2-1 0 0,3 117 1 0 0,-15-154-26 0 0,0 1 0 0 0,-3 0 0 0 0,-1 0 0 0 0,-1-1 0 0 0,-3 0 0 0 0,0 0 0 0 0,-18 45 0 0 0,-7-8-1 0 0,15-41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42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98 16479 0 0,'4'2'1'0'0,"13"7"720"0"0,-9-9 101 0 0,-6-7-183 0 0,-2 6 348 0 0,-1 2-839 0 0,0 0 1 0 0,0 0 0 0 0,0 0-1 0 0,0 0 1 0 0,0 1-1 0 0,0-1 1 0 0,0 1 0 0 0,0-1-1 0 0,0 0 1 0 0,0 1 0 0 0,1 0-1 0 0,-1-1 1 0 0,1 1-1 0 0,-1-1 1 0 0,1 1 0 0 0,0 0-1 0 0,0-1 1 0 0,-1 3-1 0 0,-5 38-255 0 0,5-11 2 0 0,2 0 1 0 0,1 0-1 0 0,1 0 1 0 0,2-1-1 0 0,11 42 1 0 0,15-7-1016 0 0,-31-64 1070 0 0,1 0 0 0 0,0 0 0 0 0,-1 1 0 0 0,1-1 0 0 0,-1 0 0 0 0,1 0 0 0 0,0 0-1 0 0,0 0 1 0 0,0 0 0 0 0,0 0 0 0 0,0 0 0 0 0,0 0 0 0 0,0 0 0 0 0,0-1 0 0 0,0 1 0 0 0,0 0 0 0 0,0-1 0 0 0,0 1 0 0 0,1-1 0 0 0,-1 1-1 0 0,0-1 1 0 0,0 1 0 0 0,1-1 0 0 0,-1 0 0 0 0,0 0 0 0 0,1 1 0 0 0,-1-1 0 0 0,0 0 0 0 0,1 0 0 0 0,-1-1 0 0 0,0 1 0 0 0,1 0 0 0 0,-1 0-1 0 0,0-1 1 0 0,0 1 0 0 0,1 0 0 0 0,-1-1 0 0 0,0 1 0 0 0,0-1 0 0 0,0 0 0 0 0,1 1 0 0 0,0-2 0 0 0,-1 1-168 0 0,9-23-428 0 0,-6 16 474 0 0,0 0 0 0 0,-1 1 0 0 0,0-1 0 0 0,0 0 0 0 0,0 0 0 0 0,2-17 0 0 0,9-28-216 0 0,6-8 92 0 0,5-1 94 0 0,6-13 25 0 0,27-38-159 0 0,-43 97 210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42.4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0 123 9440 0 0,'14'79'660'0'0,"22"38"351"0"0,-23-78-698 0 0,-13-36-283 0 0,1-1-1 0 0,-1 0 1 0 0,1 1 0 0 0,0-1 0 0 0,0 0 0 0 0,0 0 0 0 0,0 0 0 0 0,0 0 0 0 0,0 0 0 0 0,1 0-1 0 0,-1 0 1 0 0,0 0 0 0 0,1 0 0 0 0,0 0 0 0 0,-1-1 0 0 0,1 1 0 0 0,0-1 0 0 0,4 3 0 0 0,-5-4 76 0 0,10-2 16 0 0,2-63 23 0 0,-11 50-130 0 0,0 1-1 0 0,1-1 1 0 0,8-20 0 0 0,-6 19-3 0 0,0 1 1 0 0,3-21-1 0 0,-5 20 0 0 0,1 0-1 0 0,7-19 1 0 0,2-5 11 0 0,-11 31-18 0 0,0-1 1 0 0,1 1 0 0 0,0 0 0 0 0,1 0-1 0 0,7-11 1 0 0,-4 9 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42.8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8640 0 0,'0'0'0'0'0,"22"6"208"0"0,-12-7-112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45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1 296 11712 0 0,'8'1'0'0'0,"2"3"0"0"0,1 4 0 0 0,-2-6 0 0 0,-1 1 0 0 0,0 0 0 0 0,-7-2 0 0 0,-1-1 0 0 0,1 0 0 0 0,-1 0 0 0 0,1 0 0 0 0,0 0 0 0 0,-1 0 0 0 0,1 0 0 0 0,0 0 0 0 0,-1 0 0 0 0,1 0 0 0 0,-1 0 0 0 0,1 0 0 0 0,0 0 0 0 0,-1 0 0 0 0,1-1 0 0 0,-1 1 0 0 0,1 0 0 0 0,0 0 0 0 0,-1-1 0 0 0,1 1 0 0 0,-1 0 0 0 0,1-1 0 0 0,-1 1 0 0 0,1-1 0 0 0,-1 1 0 0 0,1-1 0 0 0,0 0 0 0 0,4-1 0 0 0,0 0 0 0 0,0 0 0 0 0,0-1 0 0 0,0 1 0 0 0,0-1 0 0 0,-1 0 0 0 0,0 0 0 0 0,1-1 0 0 0,3-4 0 0 0,2-3 0 0 0,0-1 0 0 0,14-24 0 0 0,-7-1 0 0 0,-15 27 0 0 0,6-6 0 0 0,-7 12 0 0 0,2-14 0 0 0,-2 10-2 0 0,0 1 1 0 0,-1-1 0 0 0,1 1-1 0 0,-1-1 1 0 0,-1 1 0 0 0,0-1-1 0 0,0 1 1 0 0,0 0 0 0 0,-1-1 0 0 0,0 1-1 0 0,-5-13 1 0 0,2 7 1 0 0,0 4 0 0 0,-7 3 0 0 0,10 5 1 0 0,0 0 0 0 0,0 0 0 0 0,0 1 0 0 0,0-1 0 0 0,0 1 0 0 0,0-1 0 0 0,0 1 0 0 0,0 0 0 0 0,0 0 0 0 0,-1 0 0 0 0,1 0 0 0 0,0 0 0 0 0,0 0 0 0 0,0 0 0 0 0,0 1 0 0 0,0-1 0 0 0,0 1 0 0 0,0 0 0 0 0,0-1 0 0 0,0 1 0 0 0,0 0 0 0 0,0 0 0 0 0,1 0 0 0 0,-1 1 0 0 0,0-1 0 0 0,1 0 0 0 0,-1 1 0 0 0,0-1 0 0 0,1 1 0 0 0,0-1 0 0 0,-1 1 0 0 0,1 0 0 0 0,-1 2 0 0 0,-3 3 6 0 0,1 0-1 0 0,1 0 0 0 0,-1 1 1 0 0,1 0-1 0 0,-3 11 1 0 0,6-18-7 0 0,-15 54 72 0 0,-16 105 0 0 0,31-158-59 0 0,-9 17 166 0 0,11-19-167 0 0,0-1 0 0 0,-1 0 0 0 0,0 0 0 0 0,1 0 0 0 0,-1 0 0 0 0,1 0 0 0 0,-1-1 0 0 0,0 1 0 0 0,0 0 0 0 0,0-1 0 0 0,0 1 0 0 0,0 0 0 0 0,0-1 0 0 0,0 1-1 0 0,0-1 1 0 0,0 0 0 0 0,-1 1 0 0 0,2-3 0 0 0,7-12 32 0 0,6-3 9 0 0,-6 7 18 0 0,1-1 1 0 0,-2 1-1 0 0,11-20 0 0 0,-12 24 34 0 0,0 1 0 0 0,0 1 0 0 0,17-12 0 0 0,-16 12-118 0 0,8-5 401 0 0,-15 11-379 0 0,-1 0 0 0 0,1 0 0 0 0,-1 1 0 0 0,0-1-1 0 0,1 0 1 0 0,-1 0 0 0 0,1 0 0 0 0,-1 0 0 0 0,0 0 0 0 0,1 1 0 0 0,-1-1 0 0 0,1 0 0 0 0,-1 0 0 0 0,0 1 0 0 0,1-1 0 0 0,-1 0 0 0 0,0 1-1 0 0,1-1 1 0 0,-1 0 0 0 0,0 1 0 0 0,0-1 0 0 0,0 1 0 0 0,1-1 0 0 0,-1 0 0 0 0,0 1 0 0 0,0-1 0 0 0,0 1 0 0 0,0-1 0 0 0,1 0 0 0 0,-1 1-1 0 0,0-1 1 0 0,0 1 0 0 0,0-1 0 0 0,0 1 0 0 0,0-1 0 0 0,0 1 0 0 0,0-1 0 0 0,-1 1 0 0 0,-9 36 294 0 0,-16 73 111 0 0,21-95-282 0 0,1 12 178 0 0,4-26-149 0 0,19-21 38 0 0,62-55 58 0 0,-63 60-169 0 0,-13 12-61 0 0,0-1 1 0 0,0 0-1 0 0,-1 0 1 0 0,0 0 0 0 0,0 0-1 0 0,0-1 1 0 0,0 0-1 0 0,4-8 1 0 0,-5 11 2 0 0,-1-1 0 0 0,0 1 1 0 0,1 0-1 0 0,-1 0 0 0 0,1 0 0 0 0,0 0 1 0 0,4-2-1 0 0,10-9 85 0 0,-16 11-105 0 0,0 1-1 0 0,1 0 1 0 0,-1-1 0 0 0,0 1-1 0 0,1 0 1 0 0,-1 0 0 0 0,1 0-1 0 0,-1 0 1 0 0,1 0 0 0 0,0 0-1 0 0,2 0 1 0 0,3 0 91 0 0,-13 8 130 0 0,-4 3-207 0 0,1 0-1 0 0,0 0 0 0 0,0 1 1 0 0,1 0-1 0 0,0 1 1 0 0,1 0-1 0 0,-10 24 0 0 0,11-23-2 0 0,-2 2 11 0 0,3-7-12 0 0,1-1 1 0 0,0 1-1 0 0,1 0 1 0 0,0 0-1 0 0,0 1 1 0 0,0-1-1 0 0,1 0 1 0 0,-1 18-1 0 0,3-24-11 0 0,5 9 23 0 0,-5-9-28 0 0,0 0 0 0 0,1 0-1 0 0,0 0 1 0 0,-1 0 0 0 0,1 0-1 0 0,0 0 1 0 0,0 0 0 0 0,0-1-1 0 0,0 1 1 0 0,2 3-1 0 0,-2-5-1 0 0,17 10 18 0 0,-18-10-19 0 0,1 0 0 0 0,-1 0-1 0 0,1 1 1 0 0,0-1 0 0 0,-1 0-1 0 0,1 0 1 0 0,-1 0 0 0 0,1 0-1 0 0,-1 1 1 0 0,1-1 0 0 0,-1 0-1 0 0,1 0 1 0 0,0 0 0 0 0,-1 0-1 0 0,1 0 1 0 0,-1-1 0 0 0,1 1-1 0 0,-1 0 1 0 0,1 0 0 0 0,-1 0-1 0 0,1 0 1 0 0,-1-1 0 0 0,1 1-1 0 0,-1 0 1 0 0,1 0 0 0 0,-1-1-1 0 0,1 1 1 0 0,-1 0 0 0 0,1-1-1 0 0,-1 1 1 0 0,1-1 0 0 0,-1 1-1 0 0,0 0 1 0 0,1-1 0 0 0,-1 1-1 0 0,1-2 1 0 0,4-8 11 0 0,0 0-1 0 0,1 0 1 0 0,0 0-1 0 0,14-15 1 0 0,-14 18 0 0 0,0 0 0 0 0,0-1 0 0 0,-1 1 0 0 0,0-1 0 0 0,-1 0 0 0 0,1-1 1 0 0,-2 1-1 0 0,6-17 0 0 0,-3 3 126 0 0,-13 43-72 0 0,5-14-63 0 0,0 1 1 0 0,1 0 0 0 0,0 0 0 0 0,0 0-1 0 0,1 0 1 0 0,0 0 0 0 0,1 0-1 0 0,0-1 1 0 0,0 1 0 0 0,0 0-1 0 0,1 0 1 0 0,0-1 0 0 0,1 1-1 0 0,0-1 1 0 0,0 1 0 0 0,7 11-1 0 0,-7-16 7 0 0,-3-2-9 0 0,0-1 0 0 0,0 1-1 0 0,1-1 1 0 0,-1 1 0 0 0,0-1 0 0 0,0 1-1 0 0,1-1 1 0 0,-1 0 0 0 0,0 1 0 0 0,1-1-1 0 0,-1 1 1 0 0,0-1 0 0 0,1 0 0 0 0,-1 1-1 0 0,1-1 1 0 0,-1 0 0 0 0,0 1 0 0 0,1-1-1 0 0,-1 0 1 0 0,1 0 0 0 0,-1 1 0 0 0,1-1-1 0 0,-1 0 1 0 0,1 0 0 0 0,0 0 0 0 0,-1 0-1 0 0,1 0 1 0 0,-1 0 0 0 0,1 0 0 0 0,-1 0-1 0 0,1 0 1 0 0,-1 0 0 0 0,1 0 0 0 0,-1 0-1 0 0,1 0 1 0 0,-1 0 0 0 0,1 0 0 0 0,-1 0-1 0 0,1-1 1 0 0,-1 1 0 0 0,1 0 0 0 0,-1 0-1 0 0,1-1 1 0 0,-1 1 0 0 0,1 0 0 0 0,-1-1-1 0 0,1 1 1 0 0,-1 0 0 0 0,0-1 0 0 0,1 0-1 0 0,4-2 3 0 0,-1-1-1 0 0,1 0 0 0 0,-1 0 0 0 0,0 0 0 0 0,0 0 0 0 0,-1-1 0 0 0,1 0 1 0 0,-1 1-1 0 0,0-1 0 0 0,0 0 0 0 0,-1-1 0 0 0,1 1 0 0 0,-1 0 0 0 0,1-7 1 0 0,11-21 14 0 0,-7 22-15 0 0,-1-2 1 0 0,0 1 0 0 0,-1-1-1 0 0,-1 0 1 0 0,0 0 0 0 0,0 0-1 0 0,-2-1 1 0 0,3-26 0 0 0,-5 37 2 0 0,-3-9-2 0 0,4 15 0 0 0,-25-51 0 0 0,22 45-3 0 0,1 3 0 0 0,1-1 0 0 0,-1 1 0 0 0,1-1 0 0 0,0 0 0 0 0,-1 0 0 0 0,1 1 0 0 0,-1-1 0 0 0,1 0 0 0 0,0 0 0 0 0,0 1 0 0 0,-1-1 0 0 0,1 0 0 0 0,0 0 0 0 0,0 0 0 0 0,0 1 0 0 0,0-1 0 0 0,0 0 0 0 0,0 0 0 0 0,0 0 0 0 0,0 1 0 0 0,0-1 0 0 0,1 0 0 0 0,-1 0 0 0 0,0 0 0 0 0,3-9 0 0 0,4 9 0 0 0,-1 10 0 0 0,2 11 2 0 0,0 1-1 0 0,-2 0 0 0 0,-1 0 0 0 0,0 0 0 0 0,1 22 0 0 0,2 4 2 0 0,-3-26 14 0 0,-1 6 67 0 0,14-44-35 0 0,-10 14-37 0 0,1 1 0 0 0,0-1 0 0 0,0 1 0 0 0,0 0 0 0 0,0 1 0 0 0,1 0 0 0 0,-1 1 0 0 0,0 0-1 0 0,0 0 1 0 0,0 1 0 0 0,18 4 0 0 0,-26-5-10 0 0,0 0 0 0 0,0 1 0 0 0,1-1 0 0 0,-1 1 1 0 0,0-1-1 0 0,0 1 0 0 0,0-1 0 0 0,0 1 0 0 0,0 0 0 0 0,0-1 0 0 0,0 1 0 0 0,0 0 0 0 0,-1 0 0 0 0,1 0 0 0 0,0 0 0 0 0,0 0 1 0 0,-1 0-1 0 0,1 0 0 0 0,0 0 0 0 0,-1 0 0 0 0,1 0 0 0 0,-1 0 0 0 0,0 0 0 0 0,1 2 0 0 0,-1-1 0 0 0,0 0-1 0 0,0 0 1 0 0,0 1 0 0 0,0-1-1 0 0,-1 0 1 0 0,1 0 0 0 0,-1 0-1 0 0,1 0 1 0 0,-1 0-1 0 0,0 0 1 0 0,0 0 0 0 0,-1 3-1 0 0,-4 4 9 0 0,0 1-1 0 0,-1-1 0 0 0,-13 15 1 0 0,19-24-9 0 0,-2 4 4 0 0,0-1 0 0 0,0 1 0 0 0,-1-1 0 0 0,1 0 1 0 0,-1 0-1 0 0,0-1 0 0 0,0 1 0 0 0,0-1 0 0 0,0 0 0 0 0,0 0 0 0 0,0 0 0 0 0,-1 0 0 0 0,1-1 0 0 0,0 0 0 0 0,-9 2 0 0 0,12-3-4 0 0,1 0 0 0 0,0 0-1 0 0,-1 0 1 0 0,1 0 0 0 0,-1-1 0 0 0,1 1-1 0 0,-1 0 1 0 0,1 0 0 0 0,0 0-1 0 0,-1 0 1 0 0,1-1 0 0 0,-1 1-1 0 0,1 0 1 0 0,0 0 0 0 0,-1-1-1 0 0,1 1 1 0 0,0 0 0 0 0,-1 0-1 0 0,1-1 1 0 0,0 1 0 0 0,0 0-1 0 0,-1-1 1 0 0,1 1 0 0 0,0-1-1 0 0,0 1 1 0 0,-1 0 0 0 0,1-1-1 0 0,0 1 1 0 0,0-1 0 0 0,0 1-1 0 0,0 0 1 0 0,0-1 0 0 0,0 1-1 0 0,0-1 1 0 0,0 1 0 0 0,0-1 0 0 0,0 1-1 0 0,0-1 1 0 0,0 0 0 0 0,3-16 11 0 0,-2 16-10 0 0,2-9 8 0 0,1 1 0 0 0,0 0 0 0 0,1 0 0 0 0,0 0 0 0 0,1 0 0 0 0,0 1 0 0 0,0 0 0 0 0,0 0 0 0 0,1 1 0 0 0,13-12 0 0 0,-18 17-4 0 0,1 1-1 0 0,-1-1 0 0 0,0 0 0 0 0,1 1 0 0 0,-1 0 0 0 0,1-1 1 0 0,0 1-1 0 0,-1 0 0 0 0,1 1 0 0 0,0-1 0 0 0,0 0 0 0 0,4 0 1 0 0,1 0 6 0 0,-8 1-11 0 0,1-1-1 0 0,-1 1 0 0 0,0 0 1 0 0,0 0-1 0 0,0 0 1 0 0,1 0-1 0 0,-1 0 0 0 0,0 0 1 0 0,0 0-1 0 0,1 0 0 0 0,-1 0 1 0 0,0 0-1 0 0,0 0 0 0 0,1 0 1 0 0,-1 0-1 0 0,0 0 0 0 0,0 0 1 0 0,0 0-1 0 0,1 0 0 0 0,-1 0 1 0 0,0 0-1 0 0,0 0 0 0 0,1 0 1 0 0,-1 0-1 0 0,0 0 1 0 0,0 0-1 0 0,0 1 0 0 0,1-1 1 0 0,-1 0-1 0 0,0 0 0 0 0,0 0 1 0 0,0 0-1 0 0,1 1 0 0 0,-1-1 1 0 0,0 0-1 0 0,0 0 0 0 0,0 0 1 0 0,0 0-1 0 0,0 1 0 0 0,0-1 1 0 0,1 1-1 0 0,4 5 12 0 0,18-3 19 0 0,-16-5-26 0 0,0-1-2 0 0,-4 1 2 0 0,3-3-4 0 0,2 0-1 0 0,-4-1-1 0 0,-2 4-6 0 0,5-6-1 0 0,-4 1 0 0 0,3 0-17 0 0,5-13-70 0 0,-10 17 87 0 0,4-3 0 0 0,-1 3 2 0 0,4-3 4 0 0,1 1 2 0 0,3 0 0 0 0,0 1 0 0 0,-1 0 0 0 0,-1-1 0 0 0,-1-2 0 0 0,-3 1 2 0 0,-5 4 4 0 0,-24 28 25 0 0,-56 68 10 0 0,75-90-34 0 0,0 1 0 0 0,1-1 0 0 0,-1 1 0 0 0,1 0 0 0 0,-4 10 0 0 0,-7 13 23 0 0,13-26-22 0 0,1-2-7 0 0,0 0 1 0 0,0 0-1 0 0,0 0 0 0 0,1 0 0 0 0,-1 0 0 0 0,0 0 0 0 0,0 0 0 0 0,1 0 0 0 0,-1 0 0 0 0,0 0 0 0 0,0 0 0 0 0,0 0 0 0 0,1 0 0 0 0,-1 0 0 0 0,0 0 0 0 0,0 0 1 0 0,0 0-1 0 0,1 0 0 0 0,-1 0 0 0 0,0 0 0 0 0,0 1 0 0 0,0-1 0 0 0,1 0 0 0 0,-1 0 0 0 0,0 0 0 0 0,0 0 0 0 0,0 0 0 0 0,0 0 0 0 0,0 1 0 0 0,1-1 0 0 0,-1 0 1 0 0,0 0-1 0 0,0 0 0 0 0,0 1 0 0 0,0-1 0 0 0,0 0 0 0 0,0 0 0 0 0,0 0 0 0 0,0 1 0 0 0,0-1 0 0 0,1 0 0 0 0,-1 0 0 0 0,0 0 0 0 0,0 1 0 0 0,0-1 0 0 0,0 0 1 0 0,0 0-1 0 0,0 0 0 0 0,-1 1 0 0 0,1-1 0 0 0,0 0 0 0 0,0 0 0 0 0,0 1 0 0 0,0-1 0 0 0,0 0 0 0 0,0 0 0 0 0,0 0 0 0 0,0 0 0 0 0,-1 1 0 0 0,22-11 17 0 0,2-1 29 0 0,35-23 0 0 0,-56 33-37 0 0,14-18 54 0 0,-11 13-51 0 0,-1 2-1 0 0,-1 1 1 0 0,1-1 0 0 0,-1 0 0 0 0,0 0-1 0 0,0 0 1 0 0,-1 0 0 0 0,1-1-1 0 0,-1 1 1 0 0,0-1 0 0 0,0 1-1 0 0,0-1 1 0 0,-1 0 0 0 0,2-7-1 0 0,-3 11 4 0 0,0 0 0 0 0,0 0-1 0 0,0 0 1 0 0,0 0-1 0 0,0 1 1 0 0,0-1-1 0 0,-1 0 1 0 0,1 0 0 0 0,0 0-1 0 0,0 0 1 0 0,-1 0-1 0 0,1 0 1 0 0,-1 0-1 0 0,1 0 1 0 0,-1 0-1 0 0,1 1 1 0 0,-1-1 0 0 0,0 0-1 0 0,1 0 1 0 0,-1 1-1 0 0,0-1 1 0 0,1 0-1 0 0,-1 1 1 0 0,0-1 0 0 0,0 1-1 0 0,0-1 1 0 0,0 1-1 0 0,1-1 1 0 0,-1 1-1 0 0,0 0 1 0 0,0-1 0 0 0,0 1-1 0 0,0 0 1 0 0,0 0-1 0 0,0 0 1 0 0,-1 0-1 0 0,1 0-6 0 0,1 1-1 0 0,-1 0 1 0 0,1-1-1 0 0,0 1 1 0 0,-1 0 0 0 0,1 0-1 0 0,0-1 1 0 0,0 1-1 0 0,-1 0 1 0 0,1 0-1 0 0,0-1 1 0 0,0 1-1 0 0,0 0 1 0 0,0 0-1 0 0,0 0 1 0 0,0-1-1 0 0,0 1 1 0 0,0 0-1 0 0,0 0 1 0 0,1 0-1 0 0,-1-1 1 0 0,0 1-1 0 0,1 1 1 0 0,5 21 132 0 0,-6-22-140 0 0,1 2 15 0 0,0 1 0 0 0,0 0 0 0 0,0 0-1 0 0,0 0 1 0 0,1-1 0 0 0,-1 1 0 0 0,1 0 0 0 0,0-1 0 0 0,0 0 0 0 0,0 1-1 0 0,1-1 1 0 0,-1 0 0 0 0,1 0 0 0 0,0 0 0 0 0,0-1 0 0 0,0 1 0 0 0,4 2-1 0 0,-6-4-12 0 0,0-1 0 0 0,0 0 0 0 0,0 0 0 0 0,-1 1 0 0 0,1-1 0 0 0,0 0 0 0 0,0 0 0 0 0,0 0 0 0 0,0 0 0 0 0,0 0 0 0 0,-1 0 0 0 0,1 0-1 0 0,0-1 1 0 0,0 1 0 0 0,0 0 0 0 0,0 0 0 0 0,-1-1 0 0 0,1 1 0 0 0,0 0 0 0 0,0-1 0 0 0,-1 1 0 0 0,1-1 0 0 0,0 1 0 0 0,-1-1 0 0 0,1 1 0 0 0,0-1 0 0 0,-1 0-1 0 0,1 1 1 0 0,-1-1 0 0 0,1 0 0 0 0,-1 1 0 0 0,1-1 0 0 0,-1 0 0 0 0,1 0 0 0 0,-1 0 0 0 0,13-30 19 0 0,-12 28-20 0 0,1-4 0 0 0,1-2 2 0 0,1 1 1 0 0,0-1-1 0 0,0 1 1 0 0,1-1 0 0 0,0 1-1 0 0,0 1 1 0 0,12-13-1 0 0,-9 13-4 0 0,-2 9 0 0 0,-4 7 0 0 0,-5 31 0 0 0,-2 0 0 0 0,-1 0 0 0 0,-16 55 0 0 0,-1 4 0 0 0,3-30 0 0 0,16-58 0 0 0,-2-3 0 0 0,6-17 0 0 0,1-1 0 0 0,0 1 0 0 0,3-15 0 0 0,5-15 0 0 0,-6 23 0 0 0,1 0 0 0 0,0 0 0 0 0,1 0 0 0 0,1 1 0 0 0,9-18 0 0 0,-14 30 0 0 0,14-25 0 0 0,-7 18 0 0 0,1 4 0 0 0,-9 6 1 0 0,1 0-1 0 0,0 0 0 0 0,-1 0 0 0 0,1 0 0 0 0,0 0 1 0 0,-1 0-1 0 0,1 0 0 0 0,0 0 0 0 0,-1 0 0 0 0,1 0 1 0 0,0 0-1 0 0,-1 0 0 0 0,1 0 0 0 0,0 1 0 0 0,-1-1 1 0 0,1 0-1 0 0,0 1 0 0 0,-1-1 0 0 0,1 0 0 0 0,-1 1 0 0 0,1-1 1 0 0,-1 0-1 0 0,1 1 0 0 0,-1-1 0 0 0,1 1 0 0 0,-1-1 1 0 0,1 1-1 0 0,-1 0 0 0 0,1-1 0 0 0,-1 1 0 0 0,0-1 1 0 0,1 1-1 0 0,-1 0 0 0 0,0-1 0 0 0,0 1 0 0 0,0 0 1 0 0,1-1-1 0 0,-1 1 0 0 0,0 0 0 0 0,0 1 0 0 0,4 18 8 0 0,-2-2-8 0 0,-1 1 0 0 0,-1-1 0 0 0,0 1 0 0 0,-2-1 0 0 0,-6 34 0 0 0,7-42 0 0 0,1 0 0 0 0,1-4 0 0 0,4-15 0 0 0,10-17 0 0 0,1 1 0 0 0,1 0 0 0 0,0 2 0 0 0,32-33 0 0 0,-37 43 0 0 0,1 1 0 0 0,0 0 0 0 0,0 1 0 0 0,1 0 0 0 0,0 1 0 0 0,1 0 0 0 0,18-8 0 0 0,-12 14 0 0 0,-14 6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46.0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 1 13056 0 0,'-3'3'209'0'0,"-2"1"-28"0"0,0-1-1 0 0,0 1 1 0 0,0-1 0 0 0,0 0-1 0 0,-11 4 1 0 0,15-7 38 0 0,-16-18 1109 0 0,17 16-976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46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0 10752 0 0,'0'0'0'0'0,"0"30"72"0"0,-1-21 88 0 0,-8-1-32 0 0,2 1-24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47.8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28 8640 0 0,'0'0'928'0'0,"1"4"-866"0"0,0 0-34 0 0,-1 1 0 0 0,0-1-1 0 0,0 1 1 0 0,0-1 0 0 0,0 0-1 0 0,-1 1 1 0 0,0-1 0 0 0,-2 9-1 0 0,-3 13 68 0 0,-3 88 91 0 0,-7 0-146 0 0,15-76-40 0 0,1-27 0 0 0,1 1 0 0 0,5 26 16 0 0,-1-21-16 0 0,-4-16 1 0 0,0 1 87 0 0,-1-13-47 0 0,-1-8 25 0 0,-1 0 0 0 0,-5-26 0 0 0,4 29-40 0 0,-2-8 51 0 0,1 0 0 0 0,1-1 0 0 0,2 0 0 0 0,0 0 1 0 0,2 0-1 0 0,0 1 0 0 0,2-1 0 0 0,9-39 0 0 0,-8 48-6 0 0,-2 6-13 0 0,1 0 1 0 0,0 1-1 0 0,6-15 1 0 0,-8 22-7 0 0,17-8 336 0 0,-10 14-351 0 0,0 0-1 0 0,1 0 1 0 0,-1 0 0 0 0,1-1-1 0 0,0-1 1 0 0,0 1-1 0 0,0-2 1 0 0,10 2 0 0 0,-8-1-4 0 0,-1-1 1 0 0,1 2 0 0 0,-1-1-1 0 0,0 2 1 0 0,0-1 0 0 0,13 8-1 0 0,-16-8 31 0 0,1 0 0 0 0,-1 0 0 0 0,1 0 0 0 0,0-1-1 0 0,0 0 1 0 0,11 1 0 0 0,20 6 155 0 0,-37-8-139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48.2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54 10952 0 0,'3'-2'185'0'0,"9"-5"59"0"0,-1 1 0 0 0,1 1 0 0 0,0 0 0 0 0,0 1 1 0 0,0 0-1 0 0,1 0 0 0 0,-1 2 0 0 0,1-1 0 0 0,16 0 0 0 0,-6-5 215 0 0,-15 8-296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51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0 504 9144 0 0,'0'0'888'0'0,"4"-1"-798"0"0,13-3 219 0 0,0-1-1 0 0,-1-1 0 0 0,0-1 0 0 0,0 0 0 0 0,26-16 0 0 0,-19 10-142 0 0,46-19 1 0 0,-34 18-161 0 0,-27 9-14 0 0,0 2-1 0 0,1-1 0 0 0,0 1 1 0 0,-1 0-1 0 0,1 1 0 0 0,0 0 1 0 0,11-1-1 0 0,-4 3 0 0 0,-5 0-334 0 0,-28 4 212 0 0,-32 14 94 0 0,37-12 36 0 0,0 4 1 0 0,1-2 0 0 0,3-3 26 0 0,1 0 1 0 0,0 1-1 0 0,0 0 1 0 0,-11 12 0 0 0,16-16-17 0 0,1 1 1 0 0,0-1 0 0 0,0 0 0 0 0,-1 1 0 0 0,1-1-1 0 0,0 1 1 0 0,1-1 0 0 0,-1 1 0 0 0,0 0-1 0 0,1-1 1 0 0,0 1 0 0 0,-1 0 0 0 0,1 4 0 0 0,0-5 47 0 0,16 8 222 0 0,-6-15-229 0 0,1 0-1 0 0,0 1 1 0 0,17-4-1 0 0,12-5 95 0 0,-39 12-137 0 0,0 0 1 0 0,0 0-1 0 0,0 0 0 0 0,0 0 1 0 0,0 0-1 0 0,0 0 0 0 0,0 0 1 0 0,0 0-1 0 0,0 0 0 0 0,0 0 1 0 0,0-1-1 0 0,-1 1 0 0 0,1 0 1 0 0,0 0-1 0 0,-1-1 0 0 0,1 1 1 0 0,-1-1-1 0 0,0 1 0 0 0,1-2 1 0 0,1-24 71 0 0,-2-5 273 0 0,0 31 126 0 0,0 19-239 0 0,0 8-63 0 0,-1-19-107 0 0,0 1 0 0 0,1-1 1 0 0,0 1-1 0 0,1-1 0 0 0,0 1 0 0 0,0-1 0 0 0,4 14 0 0 0,-4-19 48 0 0,19-1 307 0 0,-11-10-335 0 0,-1-1-1 0 0,0 1 1 0 0,11-19 0 0 0,16-19 156 0 0,-10 16-12 0 0,-21 24-181 0 0,1 1 1 0 0,-1 0 0 0 0,1 1 0 0 0,0-1 0 0 0,0 1 0 0 0,1 0-1 0 0,8-6 1 0 0,20-9 338 0 0,-32 20-335 0 0,1 3 73 0 0,-1-1 10 0 0,-7 5-111 0 0,-11 9 31 0 0,0 1 0 0 0,-25 37 0 0 0,24-31-20 0 0,13-19-30 0 0,1-1-1 0 0,-1 1 0 0 0,1 0 0 0 0,0 1 1 0 0,1-1-1 0 0,-1 0 0 0 0,1 1 0 0 0,0 0 0 0 0,0-1 1 0 0,0 1-1 0 0,1 0 0 0 0,-2 7 0 0 0,-9 23 90 0 0,12-31-92 0 0,-1 0-1 0 0,1 0 1 0 0,0 0 0 0 0,1 0 0 0 0,-1 0 0 0 0,0 0 0 0 0,1 0 0 0 0,0 0-1 0 0,0 0 1 0 0,0 0 0 0 0,1 0 0 0 0,-1-1 0 0 0,1 1 0 0 0,2 3-1 0 0,-2-4-1 0 0,0-1 0 0 0,-1 0 0 0 0,1 0 0 0 0,0 0-1 0 0,1 0 1 0 0,-1 0 0 0 0,0 0 0 0 0,1 0 0 0 0,-1-1-1 0 0,0 1 1 0 0,1-1 0 0 0,0 0 0 0 0,-1 0-1 0 0,1 0 1 0 0,0 0 0 0 0,0 0 0 0 0,-1 0 0 0 0,1-1-1 0 0,0 0 1 0 0,0 1 0 0 0,4-1 0 0 0,1 0 7 0 0,-5 0-7 0 0,1 0 0 0 0,-1 0 0 0 0,0 0 1 0 0,1 0-1 0 0,-1-1 0 0 0,0 1 0 0 0,1-1 0 0 0,-1 0 0 0 0,0 0 1 0 0,0 0-1 0 0,0 0 0 0 0,0-1 0 0 0,0 1 0 0 0,0-1 0 0 0,0 0 1 0 0,3-2-1 0 0,2 0-2 0 0,-5 2-2 0 0,0 0 0 0 0,1 0-1 0 0,-1-1 1 0 0,0 1 0 0 0,0-1-1 0 0,-1 1 1 0 0,1-1-1 0 0,0 0 1 0 0,-1 0 0 0 0,4-6-1 0 0,21-40 23 0 0,-14 24-19 0 0,-9 19-4 0 0,0 0 1 0 0,0-1 0 0 0,-1 1 0 0 0,0-1-1 0 0,-1 0 1 0 0,0 0 0 0 0,3-11-1 0 0,-5 11 2 0 0,0 0 4 0 0,0 4 1 0 0,0-3-4 0 0,0 4 11 0 0,-2 2-11 0 0,0 0 0 0 0,0 0-1 0 0,-1 1 1 0 0,1-1-1 0 0,0 1 1 0 0,0-1-1 0 0,0 1 1 0 0,0 0-1 0 0,0 0 1 0 0,0 0 0 0 0,0 0-1 0 0,0 0 1 0 0,0 0-1 0 0,1 1 1 0 0,-1-1-1 0 0,0 1 1 0 0,1-1-1 0 0,-3 3 1 0 0,-21 37 30 0 0,17-25-3 0 0,7-10-19 0 0,0 0 0 0 0,0 0-1 0 0,0 0 1 0 0,1 0-1 0 0,0 0 1 0 0,0 0-1 0 0,1 7 1 0 0,0-4-1 0 0,-1-9-10 0 0,0 2 4 0 0,0 1-1 0 0,0-1 1 0 0,0 0-1 0 0,0 0 1 0 0,0 0-1 0 0,0 0 1 0 0,1 0-1 0 0,-1 0 1 0 0,1 0-1 0 0,-1 0 1 0 0,1 0-1 0 0,0 0 1 0 0,0 0-1 0 0,0 0 0 0 0,0 0 1 0 0,0-1-1 0 0,0 1 1 0 0,0 0-1 0 0,1-1 1 0 0,2 4-1 0 0,-3-5 7 0 0,1 1-3 0 0,0 0 0 0 0,1-1 0 0 0,-1 0 0 0 0,0 1 1 0 0,0-1-1 0 0,1 0 0 0 0,-1 0 0 0 0,0 0 0 0 0,0 0 0 0 0,4-1 0 0 0,5-5 5 0 0,-1-1-1 0 0,-1 1 1 0 0,1-2-1 0 0,-1 1 1 0 0,0-1-1 0 0,15-18 1 0 0,44-66 29 0 0,-34 44-27 0 0,-19 26-5 0 0,-1 0 0 0 0,-1 0 0 0 0,-2-2 0 0 0,0 1 0 0 0,-1-1 0 0 0,-1-1 0 0 0,-2 0 0 0 0,7-32-1 0 0,-13 46-3 0 0,0 1 0 0 0,0 0 0 0 0,-1-1 0 0 0,0 1 0 0 0,-1 0 0 0 0,0-1 0 0 0,-1 1 0 0 0,0 0 0 0 0,-4-11 0 0 0,6 20-4 0 0,0 0 0 0 0,-1 1 0 0 0,1-1 0 0 0,0 0 0 0 0,-1 0 0 0 0,1 1 0 0 0,0-1 0 0 0,-1 0 0 0 0,1 1 0 0 0,-1-1 0 0 0,1 0 0 0 0,-1 1 0 0 0,0-1 0 0 0,1 1 0 0 0,-1-1 0 0 0,1 1 0 0 0,-1-1 0 0 0,0 1 0 0 0,0-1 0 0 0,1 1 0 0 0,-1 0 0 0 0,0-1 0 0 0,0 1 0 0 0,1 0 0 0 0,-1 0 0 0 0,0 0 0 0 0,0-1 0 0 0,0 1 0 0 0,1 0 0 0 0,-1 0 0 0 0,0 0 0 0 0,0 0 0 0 0,0 0 0 0 0,1 0 0 0 0,-1 1 0 0 0,0-1 0 0 0,0 0 0 0 0,0 0 0 0 0,1 1 0 0 0,-1-1 0 0 0,0 0 0 0 0,0 1 0 0 0,1-1 0 0 0,-1 1 0 0 0,0-1 0 0 0,1 1 0 0 0,-1-1 0 0 0,0 1 0 0 0,1-1 0 0 0,-1 1 0 0 0,0 1 0 0 0,-4 3 3 0 0,0 0-1 0 0,0 1 0 0 0,0 0 1 0 0,-4 8-1 0 0,-1 4 1 0 0,1 0 0 0 0,0 1 0 0 0,1 0 0 0 0,-6 26 0 0 0,-15 82 16 0 0,25-100-10 0 0,1 1 1 0 0,2 0-1 0 0,0-1 0 0 0,2 1 1 0 0,1 0-1 0 0,1-1 0 0 0,2 0 1 0 0,0 1-1 0 0,2-1 0 0 0,11 28 0 0 0,-18-54-8 0 0,0-1-1 0 0,0 1 0 0 0,0-1 0 0 0,0 1 1 0 0,0-1-1 0 0,0 1 0 0 0,1-1 0 0 0,-1 1 1 0 0,0-1-1 0 0,0 1 0 0 0,1-1 1 0 0,-1 1-1 0 0,0-1 0 0 0,1 1 0 0 0,-1-1 1 0 0,0 0-1 0 0,1 1 0 0 0,-1-1 0 0 0,1 1 1 0 0,-1-1-1 0 0,0 0 0 0 0,1 1 0 0 0,-1-1 1 0 0,1 0-1 0 0,-1 0 0 0 0,1 0 0 0 0,-1 1 1 0 0,1-1-1 0 0,0 0 0 0 0,-1 0 0 0 0,1 0 1 0 0,-1 0-1 0 0,1 0 0 0 0,-1 0 1 0 0,1 0-1 0 0,-1 0 0 0 0,1 0 0 0 0,-1 0 1 0 0,1 0-1 0 0,0 0 0 0 0,-1 0 0 0 0,1 0 1 0 0,-1-1-1 0 0,1 1 0 0 0,-1 0 0 0 0,1 0 1 0 0,-1-1-1 0 0,1 1 0 0 0,-1 0 0 0 0,0-1 1 0 0,1 1-1 0 0,-1 0 0 0 0,1-1 0 0 0,-1 1 1 0 0,0 0-1 0 0,1-1 0 0 0,-1 1 0 0 0,0-1 1 0 0,1 1-1 0 0,-1-1 0 0 0,0 0 1 0 0,17-29 38 0 0,21-96 32 0 0,-36 121-68 0 0,-1 0 0 0 0,1 1 1 0 0,-1-1-1 0 0,0 0 0 0 0,-1 0 0 0 0,1 0 0 0 0,-1-7 0 0 0,0 10-1 0 0,0 1 0 0 0,0-1-1 0 0,-1 0 1 0 0,1 1 0 0 0,0-1-1 0 0,-1 1 1 0 0,1-1-1 0 0,-1 1 1 0 0,1-1 0 0 0,-1 1-1 0 0,0-1 1 0 0,0 1 0 0 0,0 0-1 0 0,-1-3 1 0 0,1 4-2 0 0,1 0 0 0 0,0-1 1 0 0,-1 1-1 0 0,1 0 0 0 0,-1 0 1 0 0,1 0-1 0 0,0-1 0 0 0,-1 1 1 0 0,1 0-1 0 0,-1 0 0 0 0,1 0 0 0 0,-1 0 1 0 0,1 0-1 0 0,-1 0 0 0 0,1 0 1 0 0,-1 0-1 0 0,1 0 0 0 0,0 0 1 0 0,-1 0-1 0 0,1 0 0 0 0,-1 0 1 0 0,1 0-1 0 0,-1 0 0 0 0,0 1 0 0 0,0-1 7 0 0,2 13 18 0 0,5 2-8 0 0,-5-10-13 0 0,1-1 1 0 0,-1 0-1 0 0,1 0 1 0 0,0 0-1 0 0,1 0 0 0 0,-1 0 1 0 0,1-1-1 0 0,0 1 0 0 0,3 4 1 0 0,-4-8-4 0 0,-1 1-1 0 0,1 0 1 0 0,-1 0 0 0 0,1-1 0 0 0,-1 1 0 0 0,1 0-1 0 0,-1-1 1 0 0,1 0 0 0 0,-1 1 0 0 0,1-1 0 0 0,0 0-1 0 0,-1 0 1 0 0,1 0 0 0 0,0 0 0 0 0,-1 0-1 0 0,1 0 1 0 0,-1 0 0 0 0,1 0 0 0 0,0-1 0 0 0,-1 1-1 0 0,1-1 1 0 0,-1 1 0 0 0,2-2 0 0 0,32-16 27 0 0,-34 17-28 0 0,97-60 124 0 0,-77 46-81 0 0,-16 11-20 0 0,0-1-1 0 0,1 2 0 0 0,-1-1 1 0 0,1 1-1 0 0,0 0 1 0 0,10-4-1 0 0,-15 7 7 0 0,0-1-1 0 0,0 1 0 0 0,0-1 0 0 0,1 1 1 0 0,-1-1-1 0 0,0 0 0 0 0,0 1 0 0 0,0-1 0 0 0,0 0 1 0 0,0 0-1 0 0,-1 1 0 0 0,1-1 0 0 0,1-2 1 0 0,-2 3-25 0 0,1 0 1 0 0,-1-1-1 0 0,0 1 0 0 0,0 0 1 0 0,0 0-1 0 0,0 0 1 0 0,1-1-1 0 0,-1 1 1 0 0,0 0-1 0 0,0 0 1 0 0,1 0-1 0 0,-1-1 1 0 0,0 1-1 0 0,0 0 1 0 0,1 0-1 0 0,-1 0 1 0 0,0 0-1 0 0,1 0 1 0 0,-1 0-1 0 0,0-1 0 0 0,0 1 1 0 0,1 0-1 0 0,-1 0 1 0 0,0 0-1 0 0,1 0 1 0 0,-1 0-1 0 0,0 0 1 0 0,0 0-1 0 0,1 0 1 0 0,-1 1-1 0 0,0-1 1 0 0,1 0-1 0 0,-1 0 1 0 0,0 0-1 0 0,1 0 1 0 0,-1 0-1 0 0,0 0 0 0 0,0 0 1 0 0,1 1-1 0 0,-1-1 1 0 0,0 0-1 0 0,0 0 1 0 0,0 0-1 0 0,1 1 1 0 0,-1-1-1 0 0,0 0 1 0 0,0 0-1 0 0,0 1 1 0 0,1-1-1 0 0,-1 0 1 0 0,0 0-1 0 0,0 1 1 0 0,0-1-1 0 0,0 0 0 0 0,0 1 1 0 0,0-1-1 0 0,0 0 1 0 0,0 1-1 0 0,2 0 367 0 0,-7 1-339 0 0,1 0-1 0 0,-1 0 0 0 0,1 0 0 0 0,0 1 0 0 0,0-1 1 0 0,0 1-1 0 0,0 0 0 0 0,1 0 0 0 0,-1 1 0 0 0,-4 5 1 0 0,-7 4 4 0 0,8-8-26 0 0,0-1 0 0 0,1 1 0 0 0,0 0 1 0 0,0 1-1 0 0,0-1 0 0 0,1 1 0 0 0,0 0 0 0 0,0 1 0 0 0,0-1 0 0 0,1 1 0 0 0,0 0 0 0 0,0 0 0 0 0,1 0 0 0 0,-1 1 0 0 0,2-1 0 0 0,-1 1 0 0 0,-1 9 0 0 0,3-13-11 0 0,0 0 1 0 0,1 0-1 0 0,-1 0 1 0 0,1 0-1 0 0,0 1 1 0 0,0-1-1 0 0,0 0 0 0 0,0 0 1 0 0,1 0-1 0 0,0 0 1 0 0,0 0-1 0 0,0 0 0 0 0,0 0 1 0 0,1 0-1 0 0,-1-1 1 0 0,1 1-1 0 0,0 0 1 0 0,4 4-1 0 0,-5-6-3 0 0,0-1 2 0 0,-1 0 1 0 0,1 0 0 0 0,0-1 0 0 0,0 1 0 0 0,-1 0-1 0 0,1-1 1 0 0,0 1 0 0 0,0 0 0 0 0,0-1 0 0 0,0 1-1 0 0,0-1 1 0 0,-1 1 0 0 0,1-1 0 0 0,0 0 0 0 0,0 1-1 0 0,0-1 1 0 0,0 0 0 0 0,0 0 0 0 0,0 0 0 0 0,1 0-1 0 0,-1 0 1 0 0,1 0 0 0 0,7-2-5 0 0,5-3 1 0 0,1-1 1 0 0,-1 0 0 0 0,0-1 0 0 0,21-14 0 0 0,-30 16 0 0 0,0 1 0 0 0,0-1 1 0 0,-1 0-1 0 0,0 0 0 0 0,0 0 1 0 0,0-1-1 0 0,0 1 0 0 0,-1-1 1 0 0,0 0-1 0 0,0 0 0 0 0,-1 0 1 0 0,3-7-1 0 0,2-10 2 0 0,-3 13 0 0 0,0 0 1 0 0,-1 0-1 0 0,0-1 0 0 0,0 1 1 0 0,-1-1-1 0 0,-1 0 1 0 0,0 1-1 0 0,-1-1 1 0 0,0-15-1 0 0,-3 16 1 0 0,0-2 0 0 0,-2 3 0 0 0,-4 2 0 0 0,8 7 0 0 0,0 0 0 0 0,0-1 0 0 0,0 1 0 0 0,0 0 0 0 0,0 0-1 0 0,0 0 1 0 0,0 0 0 0 0,0 1 0 0 0,-1-1 0 0 0,1 0 0 0 0,0 0 0 0 0,0 1-1 0 0,0-1 1 0 0,0 0 0 0 0,0 1 0 0 0,0-1 0 0 0,0 1 0 0 0,0-1 0 0 0,0 1-1 0 0,0 0 1 0 0,1-1 0 0 0,-1 1 0 0 0,0 0 0 0 0,-1 1 0 0 0,-8 11-6 0 0,7-10 5 0 0,0 1 0 0 0,1 0 0 0 0,0 0 0 0 0,-1 0 0 0 0,1 0 0 0 0,1 1 0 0 0,-1-1 0 0 0,1 0 0 0 0,-1 1 0 0 0,1-1 0 0 0,1 1 0 0 0,-1 0 0 0 0,1-1 0 0 0,-1 1 0 0 0,1 0 0 0 0,1-1 0 0 0,-1 1 0 0 0,1-1 0 0 0,-1 1 0 0 0,4 8 0 0 0,0-3-2 0 0,3-2-5 0 0,0-5-5 0 0,-4-2 3 0 0,58-1-52 0 0,-53 0 61 0 0,0 0-1 0 0,1-1 1 0 0,-1 1 0 0 0,0-2 0 0 0,0 1 0 0 0,0-1 0 0 0,-1 0-1 0 0,1-1 1 0 0,0 0 0 0 0,-1 0 0 0 0,0-1 0 0 0,1 1 0 0 0,-1-2-1 0 0,9-6 1 0 0,0-3 1 0 0,-12 11 0 0 0,0 0 0 0 0,0-1 0 0 0,0 0 0 0 0,0 0 0 0 0,-1 0 0 0 0,4-7 0 0 0,15-18 0 0 0,-13 15 0 0 0,-2 2 0 0 0,0 3 0 0 0,1 2 0 0 0,-75 78-32 0 0,62-66 26 0 0,-3 5-3 0 0,-2 10-16 0 0,1-5 6 0 0,6-11 9 0 0,0 0 1 0 0,1 1-1 0 0,-1-1 1 0 0,1 1-1 0 0,0-1 0 0 0,-2 11 1 0 0,1-6-6 0 0,0 0 1 0 0,1 1 0 0 0,0-1 0 0 0,1 1 0 0 0,0-1 0 0 0,1 1-1 0 0,0 0 1 0 0,1-1 0 0 0,0 1 0 0 0,0 0 0 0 0,1-1-1 0 0,0 1 1 0 0,0-1 0 0 0,1 0 0 0 0,1 0 0 0 0,7 16-1 0 0,-9-23 10 0 0,0-1-1 0 0,1 1 0 0 0,-1-1 0 0 0,0 1 1 0 0,1-1-1 0 0,-1 0 0 0 0,1 0 0 0 0,0 0 1 0 0,-1 0-1 0 0,1 0 0 0 0,0-1 0 0 0,2 1 1 0 0,10 1-19 0 0,-9-1 11 0 0,0 0 0 0 0,0 0 1 0 0,0-1-1 0 0,0 0 0 0 0,0 0 1 0 0,8-2-1 0 0,-10 2 9 0 0,-1-1-1 0 0,-1-1 0 0 0,1 1 1 0 0,0 0-1 0 0,0-1 1 0 0,0 0-1 0 0,-1 1 1 0 0,1-1-1 0 0,-1 0 1 0 0,1 0-1 0 0,-1-1 1 0 0,0 1-1 0 0,0 0 1 0 0,0-1-1 0 0,0 1 1 0 0,2-4-1 0 0,2-7-2 0 0,0 0 0 0 0,-1 0-1 0 0,0 0 1 0 0,-1-1 0 0 0,0 0-1 0 0,-1 0 1 0 0,-1 0 0 0 0,0 0-1 0 0,-1 0 1 0 0,0 0 0 0 0,-3-25-1 0 0,1 30 9 0 0,0 1 0 0 0,-1 0-1 0 0,0-1 1 0 0,-1 1-1 0 0,0 0 1 0 0,0 0 0 0 0,-1 0-1 0 0,0 1 1 0 0,0-1 0 0 0,0 1-1 0 0,-1 0 1 0 0,-8-9-1 0 0,11 13 3 0 0,0 1-1 0 0,0-1 0 0 0,0 1 0 0 0,0-1 0 0 0,-1 1 0 0 0,1 0 0 0 0,-1 0 1 0 0,0 0-1 0 0,-3-2 0 0 0,5 3 0 0 0,0 1 0 0 0,0 0 0 0 0,0 0 0 0 0,0 0 0 0 0,0-1 0 0 0,0 1 0 0 0,0 0 0 0 0,0 0 0 0 0,0 1 0 0 0,0-1 0 0 0,0 0 1 0 0,0 0-1 0 0,0 0 0 0 0,0 1 0 0 0,0-1 0 0 0,1 0 0 0 0,-1 1 0 0 0,0-1 0 0 0,-1 1 0 0 0,-2 2 9 0 0,0-1 0 0 0,1 1 0 0 0,-1 0 1 0 0,1 0-1 0 0,0 1 0 0 0,0-1 0 0 0,0 1 0 0 0,0-1 0 0 0,1 1 1 0 0,-1 0-1 0 0,1 0 0 0 0,0 0 0 0 0,0 0 0 0 0,0 1 0 0 0,1-1 0 0 0,0 0 1 0 0,0 1-1 0 0,0-1 0 0 0,0 1 0 0 0,0-1 0 0 0,1 1 0 0 0,0 0 0 0 0,0-1 1 0 0,0 1-1 0 0,2 6 0 0 0,-2-5-2 0 0,1 0 0 0 0,0 1 1 0 0,0-1-1 0 0,1 0 0 0 0,-1 0 0 0 0,1-1 1 0 0,1 1-1 0 0,-1 0 0 0 0,1 0 0 0 0,0-1 1 0 0,0 0-1 0 0,1 0 0 0 0,-1 0 0 0 0,1 0 0 0 0,0 0 1 0 0,1-1-1 0 0,-1 1 0 0 0,10 6 0 0 0,-6-9 5 0 0,0 0-1 0 0,0 0 0 0 0,0-1 0 0 0,10 0 0 0 0,-13 0-7 0 0,-1-1-3 0 0,0 1-1 0 0,0-1 0 0 0,0 0 1 0 0,1 0-1 0 0,-1-1 0 0 0,0 1 1 0 0,0-1-1 0 0,0 0 0 0 0,0 0 1 0 0,0 0-1 0 0,0 0 0 0 0,0-1 1 0 0,0 0-1 0 0,0 0 0 0 0,-1 0 0 0 0,1 0 1 0 0,5-5-1 0 0,-4 2 0 0 0,0-1 0 0 0,0 1 0 0 0,0-2 0 0 0,-1 1 0 0 0,0 0 0 0 0,0-1-1 0 0,-1 0 1 0 0,1 0 0 0 0,-2 0 0 0 0,4-9 0 0 0,11-45 27 0 0,14-92 1 0 0,-21 95-25 0 0,-4 7 9 0 0,-6 32-6 0 0,-2 19-6 0 0,-1 8-1 0 0,-4 16-1 0 0,4-9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52.0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2 258 13464 0 0,'0'0'240'0'0,"-1"-4"1"0"0,1 0-174 0 0,-1 0 0 0 0,1 0 0 0 0,0 0 0 0 0,0 0 0 0 0,1 0 0 0 0,-1 0 0 0 0,1 0 0 0 0,0 0 0 0 0,0 0 0 0 0,0 0 0 0 0,0 0 0 0 0,1 1 0 0 0,-1-1 0 0 0,1 0 0 0 0,0 1 0 0 0,0 0 0 0 0,1-1 0 0 0,-1 1 0 0 0,1 0 0 0 0,-1 0 0 0 0,1 0 0 0 0,6-5 0 0 0,7-5 268 0 0,1-1-1 0 0,0 2 1 0 0,21-11 0 0 0,-8 4-32 0 0,-8 5-104 0 0,1 0 0 0 0,0 2 0 0 0,1 0-1 0 0,43-14 1 0 0,-63 25-163 0 0,4-3-3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52.3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12256 0 0,'0'0'0'0'0,"26"27"0"0"0,-8-7 192 0 0,-2-3 0 0 0,-2-3-8 0 0,-2-1 8 0 0,1 1-104 0 0,-2-3 8 0 0,0-2 8 0 0,-3 0-8 0 0,0-3 400 0 0,2 1-248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9:52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1 10040 0 0,'0'0'1176'0'0,"-3"3"-1112"0"0,-4 4-36 0 0,1 0 0 0 0,1 1 0 0 0,0-1 0 0 0,0 1 0 0 0,0 0 0 0 0,1 0 1 0 0,0 1-1 0 0,0 0 0 0 0,-3 14 0 0 0,-25 57 100 0 0,25-69-123 0 0,1 0-3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31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5016 0 0,'4'0'27'0'0,"12"-2"18"0"0,8 0-3 0 0,0-1 229 0 0,11-6 2702 0 0,-30-2-2058 0 0,-5 10-885 0 0,0-1 1 0 0,1 1-1 0 0,-1 0 0 0 0,1-1 1 0 0,-1 1-1 0 0,1-1 0 0 0,-1 1 1 0 0,1 0-1 0 0,0 0 1 0 0,0-1-1 0 0,0 1 0 0 0,1-2 1 0 0,27-20 63 0 0,-25 19-92 0 0,0 1 1 0 0,0-1-1 0 0,0 1 1 0 0,1 0-1 0 0,-1 0 1 0 0,1 0-1 0 0,0 0 1 0 0,0 1-1 0 0,0 0 1 0 0,0 0-1 0 0,7-1 1 0 0,-6 2-4 0 0,1 1 0 0 0,-1 0 0 0 0,0 0 0 0 0,1 0 1 0 0,-1 1-1 0 0,0 0 0 0 0,1 0 0 0 0,10 5 0 0 0,-13-5 1 0 0,-1 0 0 0 0,0 0-1 0 0,0 0 1 0 0,0 1 0 0 0,0 0-1 0 0,0-1 1 0 0,0 1 0 0 0,-1 0-1 0 0,1 0 1 0 0,-1 1-1 0 0,1-1 1 0 0,-1 1 0 0 0,0-1-1 0 0,0 1 1 0 0,0 0 0 0 0,0-1-1 0 0,0 1 1 0 0,0 0 0 0 0,-1 0-1 0 0,2 4 1 0 0,6 22-1 0 0,-7-22 24 0 0,1-1-1 0 0,-1 1 1 0 0,-1-1-1 0 0,1 1 1 0 0,-1-1-1 0 0,0 1 1 0 0,-1 0-1 0 0,0-1 1 0 0,0 1-1 0 0,0 0 1 0 0,0 0 0 0 0,-3 9-1 0 0,0-6 28 0 0,0 0-1 0 0,-1 0 1 0 0,0 0-1 0 0,-1 0 1 0 0,0 0-1 0 0,-10 14 1 0 0,12-20-15 0 0,0 0 0 0 0,0 0 1 0 0,-1 0-1 0 0,1-1 0 0 0,-1 1 0 0 0,0-1 1 0 0,1 0-1 0 0,-2 0 0 0 0,1 0 1 0 0,0 0-1 0 0,-1-1 0 0 0,1 0 0 0 0,-1 0 1 0 0,0 0-1 0 0,1 0 0 0 0,-8 1 1 0 0,-15 3 200 0 0,23-5-181 0 0,0 0 0 0 0,0 0 1 0 0,0 0-1 0 0,-1-1 1 0 0,1 1-1 0 0,0-1 0 0 0,0 0 1 0 0,-8-1-1 0 0,-12-7 462 0 0,23 7-500 0 0,0 1 0 0 0,1-1-1 0 0,-1 0 1 0 0,1 0 0 0 0,-1 0 0 0 0,1 1 0 0 0,-1-1 0 0 0,1 0 0 0 0,-1 0 0 0 0,1 0 0 0 0,-1 0 0 0 0,1 0 0 0 0,0 0 0 0 0,0 0 0 0 0,0 1-1 0 0,-1-1 1 0 0,1 0 0 0 0,0 0 0 0 0,0 0 0 0 0,0 0 0 0 0,0 0 0 0 0,1 0 0 0 0,-1 0 0 0 0,0 0 0 0 0,0 0 0 0 0,1 0 0 0 0,-1 0-1 0 0,0 0 1 0 0,1-1 0 0 0,0 1-3 0 0,0-1 0 0 0,0 1 0 0 0,0-1 0 0 0,1 1-1 0 0,-1-1 1 0 0,0 1 0 0 0,1 0 0 0 0,-1-1 0 0 0,1 1 0 0 0,-1 0-1 0 0,1 0 1 0 0,-1 0 0 0 0,1 0 0 0 0,0 0 0 0 0,0 1 0 0 0,-1-1-1 0 0,3 0 1 0 0,42-12 170 0 0,-18 6-57 0 0,18-8 33 0 0,65-30-1 0 0,-108 44-157 0 0,6-3 9 0 0,0-1-1 0 0,-1 1 1 0 0,0-2 0 0 0,1 1-1 0 0,-1-1 1 0 0,-1 0-1 0 0,14-14 1 0 0,-7 6 6 0 0,-10 10-9 0 0,1-1-1 0 0,0 0 1 0 0,-1 0-1 0 0,0 0 1 0 0,0 0-1 0 0,0-1 1 0 0,-1 1-1 0 0,4-8 1 0 0,6-10 20 0 0,-11 21-25 0 0,-1 0 0 0 0,1 0 0 0 0,0-1 0 0 0,-1 1 0 0 0,0 0 0 0 0,0-1 0 0 0,1 1 0 0 0,-1-1 0 0 0,-1 1 0 0 0,1-1 0 0 0,0 0 0 0 0,-1 1 0 0 0,1-1 0 0 0,-1 0 0 0 0,0 0 0 0 0,0-3 0 0 0,-1-25 21 0 0,0 29-8 0 0,-3-16 169 0 0,2 18-166 0 0,0 1 0 0 0,0-1 0 0 0,0 1 0 0 0,0-1 1 0 0,0 1-1 0 0,0 0 0 0 0,0-1 0 0 0,0 1 0 0 0,0 0 0 0 0,0 1 0 0 0,0-1 0 0 0,0 0 1 0 0,1 0-1 0 0,-1 1 0 0 0,0-1 0 0 0,1 1 0 0 0,0-1 0 0 0,-1 1 0 0 0,1 0 1 0 0,0 0-1 0 0,-1-1 0 0 0,0 4 0 0 0,-3 3 32 0 0,0 0 1 0 0,0 1-1 0 0,1-1 1 0 0,-5 14-1 0 0,5-9-24 0 0,2-10 15 0 0,0 1 0 0 0,1 0-1 0 0,0 0 1 0 0,0-1 0 0 0,0 1-1 0 0,0 0 1 0 0,0 0 0 0 0,1 0-1 0 0,0 0 1 0 0,-1 0 0 0 0,2 0-1 0 0,-1 0 1 0 0,0 0 0 0 0,2 6-1 0 0,-1-8 29 0 0,-1-2-61 0 0,0 1 1 0 0,1 0-1 0 0,-1-1 1 0 0,0 1-1 0 0,0-1 1 0 0,1 1-1 0 0,-1 0 1 0 0,0-1 0 0 0,1 1-1 0 0,-1-1 1 0 0,1 1-1 0 0,-1-1 1 0 0,1 0-1 0 0,-1 1 1 0 0,1-1-1 0 0,-1 1 1 0 0,1-1 0 0 0,-1 0-1 0 0,1 1 1 0 0,-1-1-1 0 0,1 0 1 0 0,0 0-1 0 0,-1 1 1 0 0,1-1-1 0 0,-1 0 1 0 0,1 0 0 0 0,0 0-1 0 0,-1 0 1 0 0,1 0-1 0 0,0 0 1 0 0,-1 0-1 0 0,1 0 1 0 0,0 0-1 0 0,-1 0 1 0 0,1 0 0 0 0,0-1-1 0 0,24-4 300 0 0,24-39 108 0 0,-10 8-259 0 0,-21 19-23 0 0,-15 14-113 0 0,0 0 0 0 0,0 0 1 0 0,0 0-1 0 0,0 0 0 0 0,1 1 0 0 0,-1 0 0 0 0,1 0 0 0 0,6-3 0 0 0,-1 1-9 0 0,-4 2 30 0 0,0 0 0 0 0,0 0 0 0 0,0 0 0 0 0,0 1 0 0 0,0 0 0 0 0,8-1 0 0 0,-11 2-32 0 0,-1 0 0 0 0,0 1 0 0 0,0-1 0 0 0,1 0-1 0 0,-1 0 1 0 0,0 1 0 0 0,0-1 0 0 0,0 1 0 0 0,1-1 0 0 0,-1 1 0 0 0,0-1 0 0 0,0 1 0 0 0,0 0 0 0 0,0-1 0 0 0,0 1 0 0 0,0 0 0 0 0,0 0 0 0 0,0 0 0 0 0,0 0 0 0 0,-1 0 0 0 0,1 0-1 0 0,0 0 1 0 0,0 0 0 0 0,-1 0 0 0 0,1 0 0 0 0,-1 0 0 0 0,1 0 0 0 0,-1 1 0 0 0,1-1 0 0 0,-1 0 0 0 0,0 0 0 0 0,0 1 0 0 0,1 1 0 0 0,1 16 132 0 0,0-1 1 0 0,-1 28 0 0 0,0 6 15 0 0,-1-16 42 0 0,-1-30-146 0 0,1 1 0 0 0,0 0 1 0 0,0 0-1 0 0,1 0 0 0 0,0-1 0 0 0,2 10 0 0 0,-2-14 4 0 0,-1 0-5 0 0,1 0 0 0 0,-1 1-1 0 0,1-1 1 0 0,0 0 0 0 0,0 0 0 0 0,0 0 0 0 0,0 1 0 0 0,0-1 0 0 0,0 0 0 0 0,0 0 0 0 0,2 1-1 0 0,31 20 282 0 0,-31-24-317 0 0,1 0 0 0 0,0 0 1 0 0,0 0-1 0 0,-1-1 0 0 0,1 1 0 0 0,-1-1 1 0 0,1 0-1 0 0,-1 0 0 0 0,0 0 0 0 0,0 0 0 0 0,6-5 1 0 0,22-33 86 0 0,-16 18-62 0 0,4-3-1 0 0,-10 13 13 0 0,1 0 0 0 0,21-20 1 0 0,-29 31 66 0 0,3 48-6 0 0,-5-23 2 0 0,1 1 0 0 0,2-1 0 0 0,9 43 0 0 0,-11-65-76 0 0,-1-1-40 0 0,0-1 1 0 0,0 0 0 0 0,0 1-1 0 0,0-1 1 0 0,0 0 0 0 0,0 0-1 0 0,0 1 1 0 0,1-1 0 0 0,-1 0-1 0 0,0 0 1 0 0,0 1 0 0 0,0-1-1 0 0,0 0 1 0 0,0 0 0 0 0,1 1-1 0 0,-1-1 1 0 0,0 0 0 0 0,0 0-1 0 0,1 1 1 0 0,-1-1 0 0 0,0 0-1 0 0,0 0 1 0 0,1 0 0 0 0,-1 0-1 0 0,0 0 1 0 0,0 1 0 0 0,1-1-1 0 0,-1 0 1 0 0,0 0 0 0 0,1 0-1 0 0,-1 0 1 0 0,0 0 0 0 0,0 0-1 0 0,1 0 1 0 0,-1 0 0 0 0,0 0-1 0 0,1 0 1 0 0,-1 0 0 0 0,0 0-1 0 0,1 0 1 0 0,-1 0-1 0 0,0 0 1 0 0,0-1 0 0 0,1 1-1 0 0,-1 0 1 0 0,0 0 0 0 0,0 0-1 0 0,1 0 1 0 0,-1 0 0 0 0,0-1-1 0 0,0 1 1 0 0,1 0 0 0 0,-1 0-1 0 0,0-1 1 0 0,0 1 0 0 0,0 0-1 0 0,1 0 1 0 0,-1-1 0 0 0,0 1-1 0 0,0 0 1 0 0,0-1 0 0 0,15-11 88 0 0,66-106 129 0 0,-81 118-219 0 0,1 0 0 0 0,-1-1 1 0 0,0 1-1 0 0,1 0 0 0 0,-1 0 0 0 0,0 0 1 0 0,1-1-1 0 0,-1 1 0 0 0,1 0 1 0 0,-1 0-1 0 0,0 0 0 0 0,1 0 0 0 0,-1 0 1 0 0,1 0-1 0 0,-1 0 0 0 0,0 0 1 0 0,1 0-1 0 0,-1 0 0 0 0,1 0 0 0 0,-1 0 1 0 0,1 0-1 0 0,-1 0 0 0 0,0 0 1 0 0,1 0-1 0 0,-1 0 0 0 0,1 0 0 0 0,-1 1 1 0 0,0-1-1 0 0,1 0 0 0 0,-1 0 1 0 0,0 0-1 0 0,1 1 0 0 0,-1-1 0 0 0,0 0 1 0 0,1 1-1 0 0,-1-1 0 0 0,0 0 0 0 0,0 1 1 0 0,1-1-1 0 0,-1 0 0 0 0,0 1 1 0 0,0-1-1 0 0,0 0 0 0 0,1 1 0 0 0,-1-1 1 0 0,0 1-1 0 0,0-1 0 0 0,0 0 1 0 0,0 1-1 0 0,0-1 0 0 0,0 1 0 0 0,0-1 1 0 0,0 0-1 0 0,0 2 0 0 0,4 89 81 0 0,-4-90-82 0 0,0 0 0 0 0,0 0 1 0 0,0-1-1 0 0,0 1 0 0 0,1 0 1 0 0,-1 0-1 0 0,0 0 0 0 0,0-1 0 0 0,0 1 1 0 0,1 0-1 0 0,-1 0 0 0 0,0-1 1 0 0,1 1-1 0 0,-1 0 0 0 0,1-1 1 0 0,-1 1-1 0 0,1 0 0 0 0,-1-1 1 0 0,1 1-1 0 0,-1-1 0 0 0,2 1 1 0 0,0 1 0 0 0,7 7 4 0 0,2-7-4 0 0,-6-2-1 0 0,-1 0 0 0 0,0-1 0 0 0,1 0 0 0 0,-1 0 0 0 0,0 0 0 0 0,0 0 0 0 0,0-1 0 0 0,1 1 0 0 0,-2-1 0 0 0,1 0 0 0 0,0 0 0 0 0,0-1 0 0 0,-1 1 0 0 0,1-1 0 0 0,5-5 0 0 0,6-7 0 0 0,-1-1 1 0 0,14-18-1 0 0,-8 8 1 0 0,-9 12 8 0 0,0-1 0 0 0,-1-1 1 0 0,-1 0-1 0 0,12-26 0 0 0,-20 38-1 0 0,-1 2-5 0 0,1 1-1 0 0,0-1 0 0 0,-1 1 1 0 0,0-1-1 0 0,1 1 1 0 0,-1-1-1 0 0,0 1 0 0 0,0-1 1 0 0,0 1-1 0 0,0-1 1 0 0,0 1-1 0 0,0-1 0 0 0,0 1 1 0 0,-1-4-1 0 0,-10 11 27 0 0,9-4-28 0 0,-7 7 10 0 0,0-1 0 0 0,1 2 0 0 0,-1-1 0 0 0,2 1 0 0 0,-1 0 0 0 0,2 1 0 0 0,-1 0 1 0 0,2 0-1 0 0,-1 0 0 0 0,1 1 0 0 0,-6 21 0 0 0,11-32-8 0 0,0 0 0 0 0,-1 0 0 0 0,1 0 0 0 0,0 0 0 0 0,0 0 0 0 0,0 0 0 0 0,0 0 1 0 0,0 0-1 0 0,0 1 0 0 0,0-1 0 0 0,0 0 0 0 0,0 0 0 0 0,0 0 0 0 0,1 0 0 0 0,-1 0 0 0 0,0-1 0 0 0,1 1 0 0 0,-1 0 0 0 0,1 0 0 0 0,0 2 0 0 0,0-3-1 0 0,-1 0 1 0 0,1 1-1 0 0,0-1 0 0 0,0 0 0 0 0,-1 1 0 0 0,1-1 0 0 0,0 0 0 0 0,0 0 0 0 0,-1 0 0 0 0,1 0 0 0 0,0 0 0 0 0,0 0 0 0 0,-1 0 0 0 0,1 0 0 0 0,0 0 0 0 0,0 0 1 0 0,-1-1-1 0 0,1 1 0 0 0,0 0 0 0 0,-1 0 0 0 0,2-1 0 0 0,6-3 14 0 0,1 0 0 0 0,-1-1-1 0 0,11-9 1 0 0,-9 7 7 0 0,15-9 35 0 0,-11 7-23 0 0,0 1 0 0 0,0 0 0 0 0,24-9 1 0 0,-37 17-32 0 0,0-1 1 0 0,0 1-1 0 0,0 0 0 0 0,0-1 1 0 0,0 1-1 0 0,0 0 1 0 0,0 0-1 0 0,0 0 1 0 0,0 0-1 0 0,0 0 0 0 0,0 0 1 0 0,0 0-1 0 0,0 0 1 0 0,0 0-1 0 0,0 0 1 0 0,0 1-1 0 0,0-1 1 0 0,0 0-1 0 0,0 1 0 0 0,0-1 1 0 0,0 1-1 0 0,0-1 1 0 0,-1 1-1 0 0,1-1 1 0 0,0 1-1 0 0,0 0 0 0 0,0-1 1 0 0,-1 1-1 0 0,1 0 1 0 0,0-1-1 0 0,-1 1 1 0 0,1 0-1 0 0,-1 0 1 0 0,1 0-1 0 0,-1 0 0 0 0,1 0 1 0 0,-1 0-1 0 0,1 0 1 0 0,-1 0-1 0 0,0-1 1 0 0,0 1-1 0 0,1 0 0 0 0,-1 0 1 0 0,0 0-1 0 0,0 2 1 0 0,1 5 13 0 0,-1 0 0 0 0,1 0 0 0 0,-1 0 0 0 0,-2 11 0 0 0,2-17-15 0 0,-4 32 55 0 0,-1-1 0 0 0,-2 0-1 0 0,-1 0 1 0 0,-2-1 0 0 0,-1 0 0 0 0,-1-1 0 0 0,-23 42 0 0 0,23-52-4 0 0,2-7 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3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6632 0 0,'22'3'147'0'0,"-2"0"148"0"0,6 6 271 0 0,-24-8-540 0 0,-1 0 1 0 0,1 0-1 0 0,-1 0 0 0 0,1 0 0 0 0,-1 1 0 0 0,0-1 0 0 0,0 0 1 0 0,1 1-1 0 0,-1-1 0 0 0,0 1 0 0 0,0-1 0 0 0,0 1 0 0 0,-1-1 1 0 0,1 1-1 0 0,0 0 0 0 0,0 0 0 0 0,-1-1 0 0 0,1 1 0 0 0,-1 0 1 0 0,0 0-1 0 0,0 0 0 0 0,1-1 0 0 0,-1 1 0 0 0,-1 3 0 0 0,2 13 51 0 0,-1-4 192 0 0,0 0-1 0 0,0 0 0 0 0,-1 0 0 0 0,-1 0 0 0 0,0 0 0 0 0,-1 0 1 0 0,-1 0-1 0 0,-6 17 0 0 0,4-18-184 0 0,-1 2 5 0 0,1 0 0 0 0,0 0 0 0 0,-7 31 0 0 0,-41 235 127 0 0,47-257-211 0 0,5-19-2 0 0,1 0 0 0 0,-1 0 0 0 0,1 0 0 0 0,0 0 0 0 0,0 0 0 0 0,0 1 0 0 0,1-1 0 0 0,0 0 0 0 0,0 0-1 0 0,1 8 1 0 0,-1-13-3 0 0,0 1 0 0 0,0-1 0 0 0,0 0 0 0 0,0 0 0 0 0,0 1 0 0 0,0-1 0 0 0,1 0 0 0 0,-1 1 1 0 0,0-1-1 0 0,0 0 0 0 0,0 0 0 0 0,0 1 0 0 0,0-1 0 0 0,0 0 0 0 0,1 0 0 0 0,-1 1 0 0 0,0-1 0 0 0,0 0 0 0 0,0 0 0 0 0,1 0 0 0 0,-1 1 0 0 0,0-1 0 0 0,0 0 0 0 0,0 0 0 0 0,1 0 0 0 0,-1 0 0 0 0,0 0 0 0 0,0 1 0 0 0,1-1 0 0 0,-1 0 0 0 0,0 0 0 0 0,1 0 0 0 0,-1 0 0 0 0,0 0 0 0 0,0 0 0 0 0,1 0 0 0 0,-1 0 0 0 0,0 0 0 0 0,1 0 0 0 0,-1 0 0 0 0,0 0 0 0 0,0 0 0 0 0,1 0 0 0 0,-1 0 0 0 0,0-1 0 0 0,0 1 0 0 0,1 0 0 0 0,-1 0 0 0 0,0 0 0 0 0,0 0 0 0 0,1 0 0 0 0,-1-1 0 0 0,0 1 0 0 0,0 0 0 0 0,1 0 0 0 0,-1 0 0 0 0,0-1 1 0 0,0 1-1 0 0,0 0 0 0 0,0 0 0 0 0,1 0 0 0 0,-1-1 0 0 0,0 1 0 0 0,0-1 0 0 0,3-1-1 0 0,-1-1 0 0 0,0 0 0 0 0,1 0 0 0 0,-1 0 1 0 0,0 0-1 0 0,0 0 0 0 0,-1-1 0 0 0,1 1 0 0 0,1-5 1 0 0,-1-4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38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7528 0 0,'0'0'0'0'0,"29"2"0"0"0,2 1 80 0 0,-4-2 0 0 0,-2 2 0 0 0,-2-1 0 0 0,3-2-24 0 0,21-6 56 0 0,-24-4-64 0 0,-2 4 120 0 0,0 0 0 0 0,-5-6-8 0 0,1-4 8 0 0,2 1-72 0 0,11-14 80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3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7232 0 0,'0'0'0'0'0,"-12"30"0"0"0,4-11 32 0 0,2 7 16 0 0,0 10 0 0 0,-1 4-8 0 0,4 2-8 0 0,-3 36 32 0 0,2-37-32 0 0,1-4 56 0 0,3-4 0 0 0,3-2 8 0 0,-2-2-8 0 0,4-2-32 0 0,0 13 56 0 0</inkml:trace>
  <inkml:trace contextRef="#ctx0" brushRef="#br0" timeOffset="1">298 305 6328 0 0,'-7'28'0'0'0,"16"0"0"0"0,4 3 40 0 0,-6 0 16 0 0,-10-1-8 0 0,0-2 0 0 0,2-3-8 0 0,-19 8 32 0 0,11-22-40 0 0,3-2 64 0 0,-1-5-8 0 0,-8-4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3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6632 0 0,'7'4'29'0'0,"0"0"-14"0"0,8 4 12 0 0,0 0 0 0 0,0-1 0 0 0,1 0 0 0 0,0-1 0 0 0,0-1 0 0 0,0 0 0 0 0,29 3 0 0 0,-20-7 43 0 0,0-2 0 0 0,1 0-1 0 0,-1-2 1 0 0,25-5 0 0 0,-11-2 39 0 0,-21 4-59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39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6224 0 0,'0'0'114'0'0,"-3"3"-64"0"0,0-1-41 0 0,1 0 0 0 0,0 0 0 0 0,-1 0 0 0 0,1 0 0 0 0,0 1 0 0 0,1-1 1 0 0,-1 1-1 0 0,0-1 0 0 0,1 1 0 0 0,-1 0 0 0 0,1 0 0 0 0,0 0 0 0 0,0 0 0 0 0,0-1 0 0 0,0 1 1 0 0,1 0-1 0 0,-1 1 0 0 0,1-1 0 0 0,0 0 0 0 0,0 0 0 0 0,0 0 0 0 0,0 0 0 0 0,1 3 0 0 0,8 115 426 0 0,-10-88-280 0 0,0-29-137 0 0,1 1 0 0 0,-1-1 0 0 0,1 1 0 0 0,0-1 0 0 0,0 1 0 0 0,2 7 0 0 0,3 21 84 0 0,2 66 0 0 0,-6-63-67 0 0,1-2 3 0 0,-2 0 1 0 0,-1 0-1 0 0,-2 0 0 0 0,-1-1 0 0 0,-14 54 0 0 0,15-34 21 0 0,-2-41-36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3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6224 0 0,'26'18'48'0'0,"-23"-15"-29"0"0,0 0-1 0 0,-1 0 1 0 0,1 0 0 0 0,-1 0 0 0 0,1 0-1 0 0,-1 0 1 0 0,0 1 0 0 0,2 4 0 0 0,-2-2 21 0 0,-1 0 1 0 0,1 0 0 0 0,-1 0 0 0 0,0 0-1 0 0,0 0 1 0 0,-1 0 0 0 0,0 0 0 0 0,0 1 0 0 0,-1-1-1 0 0,0 7 1 0 0,-1 14 39 0 0,2-1-1 0 0,2 1 1 0 0,8 48 0 0 0,-2-8 64 0 0,-5-38-68 0 0,1 6 53 0 0,-1 0 1 0 0,-4 58-1 0 0,6-39 24 0 0,-10-39-90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4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6224 0 0,'0'0'137'0'0,"3"4"-78"0"0,1-1-19 0 0,-1-1 0 0 0,1 1 1 0 0,0 0-1 0 0,0-1 0 0 0,0 0 0 0 0,0 0 1 0 0,0 0-1 0 0,1-1 0 0 0,-1 1 0 0 0,0-1 1 0 0,1 0-1 0 0,-1 0 0 0 0,1-1 0 0 0,-1 1 1 0 0,6-1-1 0 0,19 1 128 0 0,0-2 0 0 0,1-1 0 0 0,55-12 0 0 0,-64 11-70 0 0,0 1 1 0 0,0 1 0 0 0,35 2-1 0 0,-12 0 53 0 0,-32-1-104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40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79 391 6424 0 0,'-4'61'59'0'0,"3"-18"-5"0"0,1-29-43 0 0,0 214 395 0 0,0-219-367 0 0,0-1 0 0 0,-1 0 0 0 0,-1 0 0 0 0,1 0-1 0 0,-1 0 1 0 0,0 0 0 0 0,-1-1 0 0 0,0 1 0 0 0,0 0-1 0 0,-8 11 1 0 0,3-13 166 0 0,6-15-165 0 0,4-14-34 0 0,27-176 88 0 0,-24 151-77 0 0,-2-87 0 0 0,-4 31 23 0 0,1 91-36 0 0,0 1-1 0 0,1 0 1 0 0,1-1 0 0 0,-1 1-1 0 0,2 0 1 0 0,4-14 0 0 0,28-70 40 0 0,-3 27 3 0 0,-29 64-37 0 0,0 0-1 0 0,0-1 1 0 0,1 1 0 0 0,0 1 0 0 0,0-1-1 0 0,0 0 1 0 0,0 1 0 0 0,1 0 0 0 0,9-7-1 0 0,-11 10-3 0 0,-1 0 0 0 0,0 1 0 0 0,0-1-1 0 0,1 0 1 0 0,-1 1 0 0 0,0 0 0 0 0,1-1 0 0 0,-1 1-1 0 0,1 0 1 0 0,-1 0 0 0 0,0 0 0 0 0,1 1-1 0 0,-1-1 1 0 0,1 0 0 0 0,-1 1 0 0 0,0 0-1 0 0,1-1 1 0 0,-1 1 0 0 0,0 0 0 0 0,0 0 0 0 0,0 0-1 0 0,0 1 1 0 0,0-1 0 0 0,0 0 0 0 0,0 1-1 0 0,0 0 1 0 0,0-1 0 0 0,-1 1 0 0 0,4 3-1 0 0,0 2 17 0 0,1-1-1 0 0,-1 1 1 0 0,-1 0-1 0 0,1 0 0 0 0,-1 1 1 0 0,0-1-1 0 0,3 11 0 0 0,0 1 43 0 0,-1 0-1 0 0,0 0 0 0 0,-2 1 1 0 0,0 0-1 0 0,-2 0 0 0 0,0 0 1 0 0,-1 21-1 0 0,-2-35-30 0 0,0 1-1 0 0,-1-1 1 0 0,1 0 0 0 0,-2 0-1 0 0,1 0 1 0 0,-1 0 0 0 0,1 0-1 0 0,-2 0 1 0 0,1-1 0 0 0,-1 1-1 0 0,1-1 1 0 0,-1 0-1 0 0,-1 0 1 0 0,-6 6 0 0 0,-4 2 87 0 0,1-1 1 0 0,-2 0-1 0 0,-22 12 1 0 0,25-18-12 0 0,0-1-1 0 0,0-1 1 0 0,0 0-1 0 0,0 0 1 0 0,0-2-1 0 0,-27 3 1 0 0,10-1 42 0 0,-19-1 237 0 0,34-3-244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45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1 693 8136 0 0,'0'0'2946'0'0,"6"-5"-2839"0"0,18-14-57 0 0,32-33 0 0 0,-33 29-17 0 0,0 1 0 0 0,1 2 0 0 0,46-30 0 0 0,-62 46-29 0 0,-5 4 1 0 0,-2 2-5 0 0,0 0 0 0 0,-1-1 0 0 0,1 1 1 0 0,0 0-1 0 0,0 0 0 0 0,-1-1 0 0 0,1 1 0 0 0,-1 0 0 0 0,0 0 0 0 0,1 0 0 0 0,-1 0 0 0 0,0 0 0 0 0,0 0 0 0 0,0-1 0 0 0,0 1 0 0 0,0 0 0 0 0,-1 0 0 0 0,1 0 0 0 0,-1 0 0 0 0,1 0 1 0 0,-1-1-1 0 0,-1 4 0 0 0,1-4 0 0 0,-11 41-8 0 0,-14 76 1 0 0,14-35-9 0 0,-2 16 15 0 0,12-43 1 0 0,-1-36 0 0 0,-4 50 0 0 0,3-51 0 0 0,3-17 0 0 0,0 0 0 0 0,1 1 0 0 0,-1-1 0 0 0,1 0 0 0 0,0 1 0 0 0,-1-1 0 0 0,1 0 0 0 0,0 0 1 0 0,0 1-1 0 0,0-1 0 0 0,1 0 0 0 0,0 5 0 0 0,-1-6 15 0 0,-2-14-1 0 0,1-26 43 0 0,2 0 0 0 0,2 1 0 0 0,14-75 0 0 0,-9 72 40 0 0,-7 35-77 0 0,0-1 0 0 0,0 0 0 0 0,1 1 1 0 0,0-1-1 0 0,0 1 0 0 0,0 0 0 0 0,1 0 0 0 0,0 0 1 0 0,0 0-1 0 0,8-11 0 0 0,-1-1 138 0 0,-9 16-130 0 0,-1 0 0 0 0,1 0 0 0 0,0 0-1 0 0,0 0 1 0 0,0 1 0 0 0,0-1 0 0 0,1 0-1 0 0,-1 0 1 0 0,0 1 0 0 0,1-1 0 0 0,-1 1-1 0 0,1 0 1 0 0,0-1 0 0 0,2-1 0 0 0,-3 3 46 0 0,17 12 293 0 0,-4 10-76 0 0,-13-19-256 0 0,0 0 0 0 0,1 0 0 0 0,0-1 0 0 0,-1 1 0 0 0,1-1 0 0 0,0 1 0 0 0,0-1 0 0 0,1 0 0 0 0,-1 1 0 0 0,0-1 0 0 0,5 3 0 0 0,-5-4 63 0 0,22 0 265 0 0,-20-2-331 0 0,1-1 0 0 0,-1 0 0 0 0,0 0 0 0 0,0-1-1 0 0,0 1 1 0 0,0-1 0 0 0,0 0 0 0 0,0 0 0 0 0,-1 0 0 0 0,5-6 0 0 0,30-43 130 0 0,-12 14-44 0 0,24-38 246 0 0,-23 32-22 0 0,-25 42-164 0 0,-1 5-148 0 0,0 0 1 0 0,0 0-1 0 0,0 0 1 0 0,0 0-1 0 0,-1 0 1 0 0,1 0-1 0 0,-1 0 1 0 0,0 0-1 0 0,0 0 1 0 0,0 0 0 0 0,0 5-1 0 0,0-3 6 0 0,0 16 85 0 0,0-6-20 0 0,1-1-1 0 0,0 1 1 0 0,1 0 0 0 0,1 0 0 0 0,5 19-1 0 0,-8-34-95 0 0,1 1 0 0 0,-1-1 0 0 0,0 0-1 0 0,0 0 1 0 0,0 1 0 0 0,0-1 0 0 0,1 0-1 0 0,-1 0 1 0 0,0 1 0 0 0,0-1 0 0 0,1 0-1 0 0,-1 0 1 0 0,0 0 0 0 0,0 0 0 0 0,1 1-1 0 0,-1-1 1 0 0,0 0 0 0 0,1 0-1 0 0,-1 0 1 0 0,0 0 0 0 0,1 0 0 0 0,-1 0-1 0 0,0 0 1 0 0,0 0 0 0 0,1 0 0 0 0,-1 0-1 0 0,0 0 1 0 0,1 0 0 0 0,-1 0 0 0 0,0 0-1 0 0,1 0 1 0 0,-1 0 0 0 0,0 0 0 0 0,1 0-1 0 0,-1 0 1 0 0,0 0 0 0 0,0-1-1 0 0,1 1 1 0 0,-1 0 0 0 0,0 0 0 0 0,0 0-1 0 0,1 0 1 0 0,-1-1 0 0 0,0 1 0 0 0,13-10 75 0 0,-12 9-83 0 0,10-8 51 0 0,-1-1 0 0 0,1 0 0 0 0,-2-1 0 0 0,0 0 0 0 0,0-1 0 0 0,-1 0 0 0 0,0 0 0 0 0,9-21 0 0 0,-10 20 1 0 0,-4 9-28 0 0,-1 0 0 0 0,1 1 0 0 0,-1-2 0 0 0,0 1 0 0 0,0 0 0 0 0,0 0 0 0 0,-1-1 1 0 0,0 1-1 0 0,0-1 0 0 0,0 1 0 0 0,0-1 0 0 0,0 1 0 0 0,-1-1 0 0 0,0-8 0 0 0,-1 11 106 0 0,-10 7-22 0 0,-15 34-13 0 0,2 2 0 0 0,-32 72-1 0 0,51-102-71 0 0,1 1 1 0 0,0 0-1 0 0,0-1 0 0 0,1 2 0 0 0,0-1 0 0 0,1 0 1 0 0,1 0-1 0 0,0 1 0 0 0,1-1 0 0 0,0 1 1 0 0,2 12-1 0 0,-2-22-11 0 0,1-1 1 0 0,0 1 0 0 0,0-1-1 0 0,-1 0 1 0 0,1 1 0 0 0,1-1-1 0 0,-1 0 1 0 0,0 0 0 0 0,0 1-1 0 0,1-1 1 0 0,-1 0-1 0 0,1 0 1 0 0,0-1 0 0 0,0 1-1 0 0,0 0 1 0 0,0 0 0 0 0,0-1-1 0 0,0 0 1 0 0,0 1 0 0 0,0-1-1 0 0,0 0 1 0 0,1 0 0 0 0,-1 0-1 0 0,0 0 1 0 0,1 0 0 0 0,-1-1-1 0 0,1 1 1 0 0,-1-1-1 0 0,1 1 1 0 0,-1-1 0 0 0,1 0-1 0 0,-1 0 1 0 0,1 0 0 0 0,0 0-1 0 0,3-1 1 0 0,2 0 18 0 0,-1-1 0 0 0,1 1 0 0 0,0-1 0 0 0,0-1 0 0 0,-1 1 0 0 0,1-1 0 0 0,-1 0 0 0 0,0-1-1 0 0,12-8 1 0 0,2-3 52 0 0,-2-1-1 0 0,0-2 0 0 0,0 0 0 0 0,-2 0 0 0 0,26-36 0 0 0,-38 46-54 0 0,0 0-1 0 0,0 0 1 0 0,-1-1-1 0 0,0 1 1 0 0,0-1-1 0 0,-1 0 1 0 0,-1 0-1 0 0,1 0 1 0 0,-1 0-1 0 0,-1 0 1 0 0,0-1-1 0 0,0 1 1 0 0,-1-1 0 0 0,0 1-1 0 0,0 0 1 0 0,-1-1-1 0 0,0 1 1 0 0,-1 0-1 0 0,-4-14 1 0 0,4 18-14 0 0,0 0 0 0 0,0 0 0 0 0,-1 0 0 0 0,1 0 0 0 0,-1 1 0 0 0,0-1 0 0 0,-7-7 0 0 0,8 10-8 0 0,1 1 0 0 0,0 0-1 0 0,0 0 1 0 0,-1 0-1 0 0,1-1 1 0 0,-1 1 0 0 0,1 1-1 0 0,-1-1 1 0 0,1 0 0 0 0,-1 0-1 0 0,0 1 1 0 0,1-1 0 0 0,-1 0-1 0 0,0 1 1 0 0,0 0 0 0 0,1-1-1 0 0,-1 1 1 0 0,0 0 0 0 0,0 0-1 0 0,0 0 1 0 0,1 0 0 0 0,-1 0-1 0 0,0 1 1 0 0,0-1-1 0 0,1 0 1 0 0,-1 1 0 0 0,0 0-1 0 0,0-1 1 0 0,1 1 0 0 0,-3 1-1 0 0,2-1 0 0 0,1-1 0 0 0,-1 1 0 0 0,1 0-1 0 0,-1 0 1 0 0,0 0 0 0 0,1 0 0 0 0,0 0 0 0 0,-1 1-1 0 0,1-1 1 0 0,0 0 0 0 0,0 1 0 0 0,-1-1-1 0 0,1 1 1 0 0,0-1 0 0 0,0 1 0 0 0,1-1 0 0 0,-1 1-1 0 0,-1 2 1 0 0,0 1 4 0 0,0 1-4 0 0,0 0 0 0 0,0 0 0 0 0,1 0 0 0 0,0 0-1 0 0,0 0 1 0 0,1 0 0 0 0,-1 0 0 0 0,1 1 0 0 0,1 9-1 0 0,1-4 2 0 0,-1 0 0 0 0,1 0 0 0 0,1-1 0 0 0,4 12-1 0 0,-5-19-2 0 0,0 0 0 0 0,-1 0 0 0 0,2 0 0 0 0,-1 0 0 0 0,0-1 0 0 0,1 1 0 0 0,-1-1 0 0 0,1 0 0 0 0,0 0 0 0 0,0 0 0 0 0,1 0 0 0 0,-1 0 0 0 0,0-1 0 0 0,1 1 0 0 0,0-1 0 0 0,-1 0 0 0 0,1 0 0 0 0,8 2 0 0 0,-9-3 0 0 0,0 0 0 0 0,1-1 0 0 0,-1 1 0 0 0,1-1 0 0 0,-1 0 0 0 0,0 0 0 0 0,1 0 0 0 0,-1 0 0 0 0,1 0 0 0 0,-1-1 0 0 0,1 0 0 0 0,-1 0 0 0 0,0 0 0 0 0,1 0 0 0 0,-1 0 0 0 0,0 0 0 0 0,0-1 0 0 0,0 0 0 0 0,0 0 0 0 0,0 0 0 0 0,0 0 0 0 0,-1 0 0 0 0,1 0 0 0 0,2-3 0 0 0,4-5 0 0 0,-1-1 0 0 0,-1 1 0 0 0,1-1 0 0 0,-2-1 0 0 0,1 1 0 0 0,-2-1 0 0 0,1 0 0 0 0,-2 0 0 0 0,6-20 0 0 0,-1-8 0 0 0,5-66 0 0 0,-12 90 0 0 0,2-20-1 0 0,-1 21 0 0 0,-2-1-1 0 0,0 1 0 0 0,0-1 1 0 0,-4-24-1 0 0,1 22-3 0 0,0 5 2 0 0,0 1 0 0 0,-1 0-1 0 0,0 0 1 0 0,-8-18 0 0 0,11 30 3 0 0,-4-9-2 0 0,4 9 2 0 0,0-1 0 0 0,-1 1 0 0 0,1 0 0 0 0,0-1 0 0 0,0 1 0 0 0,-1 0 0 0 0,1 0 0 0 0,0-1 0 0 0,-1 1 0 0 0,1 0 0 0 0,0 0 0 0 0,-1 0 0 0 0,1 0 0 0 0,0-1 0 0 0,-1 1 0 0 0,1 0 0 0 0,0 0 0 0 0,-1 0 0 0 0,1 0 0 0 0,0 0 0 0 0,-1 0 0 0 0,1 0 0 0 0,-1 0 0 0 0,1 0 0 0 0,0 0 0 0 0,-1 0 0 0 0,1 0 0 0 0,0 0 0 0 0,-1 0 0 0 0,1 0 0 0 0,-1 1 0 0 0,1-1 0 0 0,0 0 0 0 0,-1 0 0 0 0,1 0 0 0 0,0 1 0 0 0,0-1 0 0 0,-1 0 0 0 0,1 0 0 0 0,0 0 0 0 0,-1 1 0 0 0,1-1 0 0 0,0 0 0 0 0,0 1 0 0 0,0-1 0 0 0,-1 0 0 0 0,1 1 0 0 0,0-1 0 0 0,0 0 0 0 0,0 1 0 0 0,0-1 0 0 0,-1 0 0 0 0,1 1 0 0 0,0-1 0 0 0,0 1 0 0 0,-3 7 0 0 0,1 0 0 0 0,-1 0 0 0 0,2 0 0 0 0,-1 0 0 0 0,1 0 0 0 0,0 0 0 0 0,0 15 0 0 0,6 59 0 0 0,-3-66 0 0 0,0 10 13 0 0,1 0 0 0 0,2 0 0 0 0,7 27 0 0 0,-9-45-8 0 0,-1 0-1 0 0,1-1 0 0 0,0 1 1 0 0,1-1-1 0 0,0 0 0 0 0,0 0 0 0 0,0 0 1 0 0,1 0-1 0 0,0-1 0 0 0,0 0 1 0 0,1 0-1 0 0,0 0 0 0 0,11 8 0 0 0,-14-12 3 0 0,0 0 0 0 0,1 0-1 0 0,-1-1 1 0 0,1 1-1 0 0,-1-1 1 0 0,1 0 0 0 0,-1 0-1 0 0,1 0 1 0 0,0-1-1 0 0,0 1 1 0 0,-1-1-1 0 0,1 0 1 0 0,0 0 0 0 0,0 0-1 0 0,-1 0 1 0 0,1-1-1 0 0,0 0 1 0 0,0 1 0 0 0,6-4-1 0 0,4-2 38 0 0,-1 0 1 0 0,0-1-1 0 0,23-17 0 0 0,6-3 49 0 0,-25 17-6 0 0,-1-1 0 0 0,29-25 0 0 0,-13 9 52 0 0,-26 22-97 0 0,0 1 0 0 0,-1-2 0 0 0,0 1 1 0 0,0 0-1 0 0,6-10 0 0 0,-10 13 98 0 0,-3 3-127 0 0,0 0 1 0 0,0 0-1 0 0,0 0 1 0 0,0 0-1 0 0,1 0 1 0 0,-1 0-1 0 0,0 0 0 0 0,0 1 1 0 0,1-1-1 0 0,-1 1 1 0 0,1-1-1 0 0,-1 1 1 0 0,1 0-1 0 0,-2 2 0 0 0,1-2-2 0 0,-6 10 24 0 0,0-1 1 0 0,0 2-1 0 0,2-1 0 0 0,-1 1 1 0 0,1 0-1 0 0,1 0 0 0 0,-4 17 1 0 0,2-1 39 0 0,1 0 0 0 0,-4 45 0 0 0,10-67-58 0 0,1 1 0 0 0,-1 0 0 0 0,1-1 0 0 0,0 1 0 0 0,1-1 0 0 0,0 1 0 0 0,0-1 0 0 0,0 1 0 0 0,1-1 0 0 0,0 0 0 0 0,6 8 0 0 0,-8-13-10 0 0,0 0 0 0 0,0 0 0 0 0,0 0 0 0 0,0 0 0 0 0,1-1 0 0 0,-1 1 0 0 0,1 0 0 0 0,-1-1 0 0 0,1 1 0 0 0,0-1 0 0 0,0 1 0 0 0,-1-1 0 0 0,1 0-1 0 0,0 0 1 0 0,0 0 0 0 0,0 0 0 0 0,1 0 0 0 0,-1 0 0 0 0,0 0 0 0 0,0-1 0 0 0,0 1 0 0 0,1-1 0 0 0,-1 0 0 0 0,0 0 0 0 0,0 1 0 0 0,1-1 0 0 0,-1-1 0 0 0,0 1 0 0 0,0 0 0 0 0,1-1 0 0 0,-1 1 0 0 0,0-1-1 0 0,0 1 1 0 0,0-1 0 0 0,0 0 0 0 0,0 0 0 0 0,0 0 0 0 0,0 0 0 0 0,0 0 0 0 0,0-1 0 0 0,3-2 0 0 0,4-2 9 0 0,-1 0 0 0 0,0-1 0 0 0,0 0 0 0 0,-1 0-1 0 0,1-1 1 0 0,-2 0 0 0 0,1 0 0 0 0,-1 0 0 0 0,0-1 0 0 0,-1 0 0 0 0,0-1 0 0 0,-1 1 0 0 0,7-18 0 0 0,-9 20-11 0 0,5-12 5 0 0,-2 0 0 0 0,0 0-1 0 0,3-32 1 0 0,-7 46-9 0 0,-1 0 1 0 0,1 0-1 0 0,-2-1 0 0 0,1 1 0 0 0,-1 0 1 0 0,1 0-1 0 0,-1-1 0 0 0,-1 1 0 0 0,1 0 1 0 0,-1 0-1 0 0,0 0 0 0 0,0 0 0 0 0,0 1 1 0 0,-1-1-1 0 0,1 1 0 0 0,-1-1 0 0 0,0 1 0 0 0,-1 0 1 0 0,-4-5-1 0 0,7 7-1 0 0,-1 1 1 0 0,0-1-1 0 0,0 1 1 0 0,0 0-1 0 0,0-1 1 0 0,0 1-1 0 0,0 0 0 0 0,0 0 1 0 0,0 0-1 0 0,0 1 1 0 0,-1-1-1 0 0,1 0 1 0 0,0 1-1 0 0,0 0 0 0 0,-1-1 1 0 0,1 1-1 0 0,0 0 1 0 0,-1 0-1 0 0,1 0 1 0 0,0 0-1 0 0,-3 1 0 0 0,0 1 0 0 0,1-1 0 0 0,0 1 0 0 0,0-1 0 0 0,0 1 0 0 0,0 1 0 0 0,1-1 0 0 0,-1 0 0 0 0,0 1 0 0 0,1 0 0 0 0,-6 5 0 0 0,4-3 1 0 0,0 1 0 0 0,1-1-1 0 0,-1 1 1 0 0,1 0 0 0 0,0 0 0 0 0,1 0 0 0 0,-1 1-1 0 0,1-1 1 0 0,1 1 0 0 0,-1 0 0 0 0,1-1-1 0 0,0 1 1 0 0,-1 10 0 0 0,3-14-1 0 0,0 1 1 0 0,0 0-1 0 0,0 0 0 0 0,1 0 1 0 0,0-1-1 0 0,-1 1 0 0 0,1 0 1 0 0,1-1-1 0 0,-1 1 0 0 0,0-1 1 0 0,1 1-1 0 0,0-1 0 0 0,0 1 1 0 0,0-1-1 0 0,0 0 0 0 0,1 0 0 0 0,-1 0 1 0 0,1 0-1 0 0,-1-1 0 0 0,1 1 1 0 0,0-1-1 0 0,0 1 0 0 0,0-1 1 0 0,1 0-1 0 0,-1 0 0 0 0,0-1 1 0 0,1 1-1 0 0,-1-1 0 0 0,1 1 1 0 0,-1-1-1 0 0,1 0 0 0 0,0-1 1 0 0,0 1-1 0 0,-1 0 0 0 0,1-1 1 0 0,0 0-1 0 0,0 0 0 0 0,0 0 1 0 0,-1-1-1 0 0,8 0 0 0 0,1-3 0 0 0,10-2-4 0 0,-1 0 0 0 0,1-1 0 0 0,-1-2 0 0 0,-1 0 0 0 0,33-20 0 0 0,-31 13 11 0 0,-1 0-1 0 0,-1-2 0 0 0,0 0 1 0 0,22-28-1 0 0,-39 42 2 0 0,2-7-3 0 0,3-7 34 0 0,-14 10-11 0 0,-11 26 4 0 0,9-5-17 0 0,2 1 0 0 0,-1-1 0 0 0,2 1 0 0 0,-1 0 0 0 0,2 1 0 0 0,0-1 0 0 0,-2 21 0 0 0,6 11 14 0 0,0-43-27 0 0,1 1 0 0 0,-1-1-1 0 0,1 0 1 0 0,-1 1 0 0 0,1-1 0 0 0,0 0-1 0 0,1 0 1 0 0,-1 1 0 0 0,1-1 0 0 0,-1 0-1 0 0,1 0 1 0 0,0 0 0 0 0,2 2 0 0 0,-2-3-2 0 0,0-1 0 0 0,0 1 0 0 0,1-1 0 0 0,-1 1 0 0 0,0-1 1 0 0,1 0-1 0 0,-1 0 0 0 0,1 0 0 0 0,-1-1 0 0 0,1 1 0 0 0,-1-1 0 0 0,1 1 1 0 0,0-1-1 0 0,-1 0 0 0 0,1 0 0 0 0,0 0 0 0 0,-1 0 0 0 0,6-1 1 0 0,2 0-2 0 0,3-1 6 0 0,1-1-1 0 0,-1 0 0 0 0,0-1 0 0 0,0 0 0 0 0,-1-1 1 0 0,22-12-1 0 0,-22 12-2 0 0,10-8 20 0 0,0-1 1 0 0,0-1-1 0 0,-2 0 0 0 0,30-30 0 0 0,-5 6 49 0 0,-41 35-58 0 0,-1 0-1 0 0,1 0 1 0 0,-1 0 0 0 0,0 0 0 0 0,0-1 0 0 0,3-6 0 0 0,5-7 70 0 0,-10 16-12 0 0,-1 2-71 0 0,0 0 1 0 0,0 0 0 0 0,0 0 0 0 0,0 0-1 0 0,0-1 1 0 0,0 1 0 0 0,0 0-1 0 0,0 0 1 0 0,0 0 0 0 0,0 0 0 0 0,0 0-1 0 0,-1 0 1 0 0,1 0 0 0 0,0 0 0 0 0,0-1-1 0 0,0 1 1 0 0,0 0 0 0 0,0 0 0 0 0,0 0-1 0 0,0 0 1 0 0,0 0 0 0 0,0 0 0 0 0,-1 0-1 0 0,1 0 1 0 0,0 0 0 0 0,0 0-1 0 0,0 0 1 0 0,0 0 0 0 0,0 0 0 0 0,0 0-1 0 0,-1 0 1 0 0,1 0 0 0 0,0 0 0 0 0,0 0-1 0 0,0 0 1 0 0,0 0 0 0 0,0 0 0 0 0,0 0-1 0 0,-1 0 1 0 0,1 0 0 0 0,0 0 0 0 0,0 0-1 0 0,0 0 1 0 0,0 0 0 0 0,0 0-1 0 0,0 0 1 0 0,0 0 0 0 0,0 0 0 0 0,-1 0-1 0 0,1 0 1 0 0,0 0 0 0 0,0 0 0 0 0,0 1-1 0 0,0-1 1 0 0,0 0 0 0 0,0 0 0 0 0,0 0-1 0 0,0 0 1 0 0,0 0 0 0 0,0 0 0 0 0,0 0-1 0 0,0 1 1 0 0,-1-1 0 0 0,1 0-1 0 0,0 0 1 0 0,-6 8 16 0 0,-21 38 53 0 0,-38 96 0 0 0,62-135-65 0 0,1 1 0 0 0,0 0 0 0 0,0 1 0 0 0,1-1 0 0 0,0 0 0 0 0,0 1 0 0 0,1 11 0 0 0,0-16-2 0 0,0 1 1 0 0,1 0 0 0 0,0 0-1 0 0,0-1 1 0 0,0 1 0 0 0,1 0-1 0 0,-1-1 1 0 0,1 1-1 0 0,0-1 1 0 0,0 1 0 0 0,1-1-1 0 0,-1 0 1 0 0,6 6 0 0 0,-6-8-4 0 0,0 0 1 0 0,0-1 0 0 0,0 1 0 0 0,0-1 0 0 0,0 1 0 0 0,0-1 0 0 0,0 0 0 0 0,1 0-1 0 0,-1 0 1 0 0,0 0 0 0 0,1 0 0 0 0,-1 0 0 0 0,1-1 0 0 0,-1 1 0 0 0,1-1 0 0 0,-1 0 0 0 0,1 0-1 0 0,0 0 1 0 0,-1 0 0 0 0,1 0 0 0 0,-1 0 0 0 0,1-1 0 0 0,-1 1 0 0 0,1-1 0 0 0,-1 0-1 0 0,1 0 1 0 0,1-1 0 0 0,4-1 2 0 0,0-1-1 0 0,0 0 0 0 0,-1-1 1 0 0,1 0-1 0 0,12-11 0 0 0,-12 8 1 0 0,0 0 0 0 0,-1-1 0 0 0,0-1 0 0 0,-1 1 0 0 0,0-1 0 0 0,-1 0 0 0 0,1 0 0 0 0,-2 0 0 0 0,0-1 0 0 0,0 0 0 0 0,-1 0 0 0 0,3-14 0 0 0,-1 0 2 0 0,-2 0 1 0 0,-1 0-1 0 0,0 0 0 0 0,-4-37 1 0 0,2 61-6 0 0,0 1 1 0 0,1-1-1 0 0,-1 0 1 0 0,0 0-1 0 0,0 0 1 0 0,0 0-1 0 0,-1 0 1 0 0,1 0-1 0 0,0 0 1 0 0,0 0-1 0 0,0 0 1 0 0,-1 0-1 0 0,1 1 1 0 0,0-1-1 0 0,-1 0 1 0 0,1 0-1 0 0,-1 0 1 0 0,1 0-1 0 0,-1 1 1 0 0,1-1-1 0 0,-1 0 1 0 0,0 1-1 0 0,1-1 1 0 0,-1 0-1 0 0,0 1 1 0 0,1-1-1 0 0,-1 1 1 0 0,0-1-1 0 0,0 1 1 0 0,0-1-1 0 0,0 1 1 0 0,1 0-1 0 0,-1-1 1 0 0,0 1-1 0 0,0 0 1 0 0,0 0-1 0 0,0-1 1 0 0,0 1-1 0 0,0 0 1 0 0,0 0-1 0 0,0 0 0 0 0,0 0 1 0 0,1 0-1 0 0,-1 1 1 0 0,0-1-1 0 0,0 0 1 0 0,0 0-1 0 0,0 1 1 0 0,0-1-1 0 0,0 0 1 0 0,0 1-1 0 0,1-1 1 0 0,-1 1-1 0 0,0-1 1 0 0,0 1-1 0 0,1-1 1 0 0,-1 1-1 0 0,-1 1 1 0 0,-2 3 0 0 0,0 1 0 0 0,0-1 1 0 0,0 1-1 0 0,1 0 0 0 0,0 0 1 0 0,0 1-1 0 0,1-1 0 0 0,-3 10 0 0 0,4-12 0 0 0,1 0 0 0 0,-1 0 0 0 0,1 0 0 0 0,0-1 0 0 0,0 1 0 0 0,0 0 0 0 0,1 0 0 0 0,-1 0 0 0 0,1 0 0 0 0,0 0 0 0 0,0 0 0 0 0,1-1 0 0 0,1 6 0 0 0,4 5-1 0 0,1-2 0 0 0,8-1 2 0 0,-14-9-2 0 0,0-1 1 0 0,0 1-1 0 0,1-1 1 0 0,-1 0-1 0 0,0 1 1 0 0,1-1 0 0 0,-1 0-1 0 0,1-1 1 0 0,-1 1-1 0 0,1 0 1 0 0,-1-1-1 0 0,1 1 1 0 0,-1-1 0 0 0,1 0-1 0 0,-1 0 1 0 0,6 0-1 0 0,-2-1 3 0 0,-1 0-1 0 0,0-1 0 0 0,1 1 1 0 0,-1-1-1 0 0,0 0 0 0 0,0-1 1 0 0,8-4-1 0 0,0-1 2 0 0,-1-1 1 0 0,0-1-1 0 0,-1 0 0 0 0,0 0 1 0 0,10-13-1 0 0,1-6-4 0 0,-1-2 0 0 0,-2 0 0 0 0,28-65 0 0 0,-26 54 0 0 0,-13 26 1 0 0,-1 0 0 0 0,0 0-1 0 0,-1-1 1 0 0,-1 1 0 0 0,0-1 0 0 0,-1 0-1 0 0,-1-1 1 0 0,1-26 0 0 0,-4 41 0 0 0,0 0 0 0 0,-1 0 0 0 0,1 0 0 0 0,0 0-1 0 0,-1 0 1 0 0,0 0 0 0 0,0 0 0 0 0,0 0 0 0 0,-2-5 0 0 0,2 6 1 0 0,-1 0 4 0 0,-6-4 2 0 0,-3 5 2 0 0,6 3-6 0 0,-1 0 0 0 0,1 0 0 0 0,0 1 0 0 0,0-1 0 0 0,0 1 0 0 0,0 0 0 0 0,0 0 0 0 0,0 1 0 0 0,1 0 0 0 0,0 0 0 0 0,0 0 0 0 0,0 0 0 0 0,0 0 0 0 0,-4 7 0 0 0,-2 3 6 0 0,1 0 1 0 0,1 1 0 0 0,-12 27-1 0 0,8-11 11 0 0,1 2-1 0 0,1 0 1 0 0,2 0 0 0 0,-7 55-1 0 0,13-65-6 0 0,1 0 0 0 0,1 0 0 0 0,1 0-1 0 0,1 0 1 0 0,1 0 0 0 0,1 0 0 0 0,11 39 0 0 0,-3-33-1 0 0,9 9 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4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15176 0 0,'7'0'103'0'0,"16"4"403"0"0,-21-3 244 0 0,-2 0-633 0 0,1 0 0 0 0,-1 1-1 0 0,1-1 1 0 0,-1 0-1 0 0,1 1 1 0 0,0-1 0 0 0,0 0-1 0 0,0 1 1 0 0,0-1-1 0 0,0 0 1 0 0,0 0 0 0 0,0 0-1 0 0,0 0 1 0 0,0 0-1 0 0,0 0 1 0 0,0 0 0 0 0,1-1-1 0 0,1 2 1 0 0,25 13-72 0 0,-24-14 105 0 0,28 14-25 0 0,1-2-1 0 0,1-2 0 0 0,0-1 1 0 0,0-2-1 0 0,60 8 1 0 0,-29-9-115 0 0,-40 0-10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3:5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9536 0 0,'0'0'496'0'0,"-2"5"-439"0"0,0 6 6 0 0,-1 0 1 0 0,1 0-1 0 0,1 1 0 0 0,-1 19 0 0 0,-2 28 30 0 0,-4-8-75 0 0,-5 28 45 0 0,3 1-1 0 0,2 126 1 0 0,9-142-71 0 0,-1-34-2 0 0,1 0 0 0 0,1 0 0 0 0,8 35 0 0 0,-6-42-178 0 0,-4-23 173 0 0,0 1 0 0 0,0-1 0 0 0,0 1-1 0 0,0-1 1 0 0,0 1 0 0 0,0-1 0 0 0,0 1 0 0 0,0-1 0 0 0,-1 1 0 0 0,1-1-1 0 0,0 1 1 0 0,0-1 0 0 0,0 0 0 0 0,0 1 0 0 0,-1-1 0 0 0,1 1 0 0 0,0-1 0 0 0,0 0-1 0 0,-1 1 1 0 0,1-1 0 0 0,0 1 0 0 0,-1-1 0 0 0,1 0 0 0 0,0 0 0 0 0,-1 1-1 0 0,1-1 1 0 0,-1 0 0 0 0,1 0 0 0 0,0 1 0 0 0,-1-1 0 0 0,0 0 0 0 0,-1 1-25 0 0,-12-55-239 0 0,11 34 221 0 0,0-1-1 0 0,1 1 1 0 0,1 0 0 0 0,1 0-1 0 0,1-1 1 0 0,1 1 0 0 0,4-22-1 0 0,3-29-87 0 0,-6 35 75 0 0,-1 2-8 0 0,-1 0 0 0 0,-6-47 0 0 0,1-12-43 0 0,3 71 87 0 0,0 19 33 0 0,0 0 0 0 0,1 0 0 0 0,0 0 0 0 0,-1-1 1 0 0,1 1-1 0 0,0 0 0 0 0,1 0 0 0 0,-1 0 0 0 0,1 0 1 0 0,-1 0-1 0 0,1 0 0 0 0,0 0 0 0 0,0 0 0 0 0,0 1 0 0 0,0-1 1 0 0,1 0-1 0 0,-1 0 0 0 0,1 1 0 0 0,3-5 0 0 0,-2 4 2 0 0,0-1 0 0 0,0 0-1 0 0,1 1 1 0 0,-1-1-1 0 0,1 1 1 0 0,0 0-1 0 0,0 1 1 0 0,0-1-1 0 0,1 1 1 0 0,-1-1 0 0 0,0 1-1 0 0,1 0 1 0 0,0 1-1 0 0,7-3 1 0 0,-10 4 0 0 0,10-3 1 0 0,-1 0 0 0 0,0 1 0 0 0,1 1 0 0 0,0 0 0 0 0,-1 0 1 0 0,17 2-1 0 0,-27-1 1 0 0,1 0-1 0 0,0 0 1 0 0,-1 0 0 0 0,1 1 0 0 0,-1-1 0 0 0,1 0 0 0 0,-1 1 0 0 0,1-1-1 0 0,-1 1 1 0 0,1-1 0 0 0,-1 1 0 0 0,1 0 0 0 0,-1-1 0 0 0,0 1 0 0 0,1 0-1 0 0,-1 0 1 0 0,0 0 0 0 0,2 2 0 0 0,-2-2-1 0 0,-1-1 1 0 0,0 1-1 0 0,1-1 0 0 0,-1 0 0 0 0,0 1 1 0 0,1-1-1 0 0,-1 1 0 0 0,1-1 0 0 0,-1 0 1 0 0,1 0-1 0 0,-1 1 0 0 0,1-1 0 0 0,-1 0 1 0 0,1 0-1 0 0,-1 1 0 0 0,1-1 0 0 0,-1 0 0 0 0,1 0 1 0 0,0 0-1 0 0,-1 0 0 0 0,1 0 0 0 0,0 0 1 0 0,6 36 84 0 0,-9-23-54 0 0,0-1 0 0 0,-1 0-1 0 0,0 0 1 0 0,-1 0-1 0 0,-1 0 1 0 0,0 0 0 0 0,0-1-1 0 0,-1 0 1 0 0,-10 14-1 0 0,11-19 14 0 0,0-1 1 0 0,-1 1-1 0 0,1-1 0 0 0,-1 0 0 0 0,-1-1 0 0 0,1 1 0 0 0,-1-1 0 0 0,1-1 0 0 0,-1 1 0 0 0,0-1 0 0 0,0 0 1 0 0,-1 0-1 0 0,1-1 0 0 0,-1 0 0 0 0,1-1 0 0 0,-10 1 0 0 0,0-6 975 0 0,23 7-974 0 0,0 0 0 0 0,-1 0 0 0 0,1 0 0 0 0,-1 1-1 0 0,0 0 1 0 0,8 7 0 0 0,9 7 29 0 0,-9-8 19 0 0,2-1 1 0 0,-1-1-1 0 0,1 0 1 0 0,0-1-1 0 0,22 6 1 0 0,-26-10-114 0 0,4 4 714 0 0,-15-6-678 0 0,0-1-1 0 0,0 1 1 0 0,0 0-1 0 0,0-1 1 0 0,0 1-1 0 0,0 0 1 0 0,-1-1-1 0 0,1 1 1 0 0,0 0-1 0 0,0-1 1 0 0,0 1-1 0 0,-1 0 1 0 0,1-1-1 0 0,0 1 1 0 0,-1-1-1 0 0,1 1 1 0 0,0-1-1 0 0,-1 1 1 0 0,1-1-1 0 0,-1 1 1 0 0,1-1-1 0 0,-1 1 1 0 0,1-1-1 0 0,-1 0 1 0 0,1 1-1 0 0,-1-1 1 0 0,0 1-1 0 0,-20 16 86 0 0,0-1 0 0 0,-1-1 0 0 0,0 0 0 0 0,-1-2 0 0 0,-26 11 0 0 0,48-23-90 0 0,1-1 0 0 0,-1 1 0 0 0,0-1 0 0 0,0 0 0 0 0,0 1 0 0 0,1-1 0 0 0,-1 0 0 0 0,0 0 0 0 0,0 0 0 0 0,0 1 0 0 0,1-1 0 0 0,-1 0 0 0 0,0 0 0 0 0,0 0 0 0 0,0 0 0 0 0,0 0 0 0 0,1-1-1 0 0,-1 1 1 0 0,0 0 0 0 0,0 0 0 0 0,0 0 0 0 0,0-1 0 0 0,1 1 0 0 0,-1 0 0 0 0,0-1 0 0 0,0 1 0 0 0,1-1 0 0 0,-2 0 0 0 0,2 0-4 0 0,-1 0-1 0 0,1 1 1 0 0,0-1 0 0 0,0 0 0 0 0,-1 0-1 0 0,1 0 1 0 0,0 1 0 0 0,0-1-1 0 0,0 0 1 0 0,0 0 0 0 0,0 0 0 0 0,0 1-1 0 0,0-1 1 0 0,0 0 0 0 0,1 0-1 0 0,-1 0 1 0 0,0 1 0 0 0,0-1 0 0 0,1 0-1 0 0,-1 0 1 0 0,0 1 0 0 0,1-1-1 0 0,-1 0 1 0 0,1 0 0 0 0,-1 1-1 0 0,1-1 1 0 0,0 0 0 0 0,6-8 39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3:5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9344 0 0,'0'0'432'0'0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3:58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0 208 8136 0 0,'4'0'136'0'0,"-2"0"-93"0"0,1 0 0 0 0,-1 0 0 0 0,0 0 1 0 0,0 0-1 0 0,0-1 0 0 0,0 1 0 0 0,1-1 0 0 0,-1 1 1 0 0,0-1-1 0 0,0 0 0 0 0,0 0 0 0 0,0 0 0 0 0,0 0 1 0 0,2-2-1 0 0,50-43 885 0 0,-21 10-712 0 0,-26 26-174 0 0,1 1 0 0 0,1 0 0 0 0,-1 1 0 0 0,2 0 0 0 0,-1 0 0 0 0,1 1 0 0 0,12-7 0 0 0,-7 1 14 0 0,-14 12-51 0 0,0 0 0 0 0,0-1 0 0 0,0 1 0 0 0,0 0 0 0 0,0 0 0 0 0,0 0 0 0 0,0 0 0 0 0,0 0 0 0 0,1 1 0 0 0,-1-1 0 0 0,0 0 0 0 0,1 1-1 0 0,-1-1 1 0 0,1 0 0 0 0,-1 1 0 0 0,0 0 0 0 0,1-1 0 0 0,1 1 0 0 0,-1 2 5 0 0,-1 1-9 0 0,1 0 0 0 0,-1 0 0 0 0,0 0 1 0 0,0 0-1 0 0,0 1 0 0 0,0-1 0 0 0,0 0 1 0 0,-1 1-1 0 0,1-1 0 0 0,-1 0 0 0 0,0 1 0 0 0,0-1 1 0 0,0 1-1 0 0,0-1 0 0 0,-1 0 0 0 0,-1 5 1 0 0,0 8 1 0 0,-14 140 11 0 0,16-155-14 0 0,0 12 2 0 0,0-2-2 0 0,3-3 0 0 0,7-8 0 0 0,43-36 0 0 0,-47 33 0 0 0,0-1 0 0 0,-1 0 0 0 0,1-1 0 0 0,-1 1 0 0 0,0-1 0 0 0,-1 0 0 0 0,1 0 0 0 0,-1 0 0 0 0,0-1 0 0 0,5-7 0 0 0,-4 5 0 0 0,1 0 0 0 0,0 0 0 0 0,0 1 0 0 0,8-7 0 0 0,-7 7 1 0 0,0 0 0 0 0,0-1 0 0 0,-1 1 0 0 0,7-12 1 0 0,-7 11-1 0 0,0-1 0 0 0,0 1 1 0 0,1 0-1 0 0,0 1 1 0 0,0-1-1 0 0,1 2 1 0 0,10-9-1 0 0,-8 7 4 0 0,-5-1-2 0 0,-2 3 44 0 0,-5 5-14 0 0,-9 10 4 0 0,-16 19-2 0 0,15-11-9 0 0,1 0 0 0 0,1 1 0 0 0,0 0 0 0 0,2 1 0 0 0,-10 28 0 0 0,15-37-3 0 0,0 0 0 0 0,1 1 0 0 0,0-1 1 0 0,1 1-1 0 0,0 0 0 0 0,0-1 0 0 0,2 1 0 0 0,-1 0 1 0 0,1 0-1 0 0,0-1 0 0 0,1 1 0 0 0,4 10 0 0 0,-3-20-7 0 0,1-1 0 0 0,-1 0 0 0 0,1 0 0 0 0,-1-1 0 0 0,1 1 0 0 0,-1-1 0 0 0,0 0 0 0 0,6-1 0 0 0,3-6 6 0 0,-1 1-1 0 0,0-2 0 0 0,0 0 0 0 0,0 0 0 0 0,-1-1 1 0 0,-1 0-1 0 0,0-1 0 0 0,0 0 0 0 0,-1 0 1 0 0,0-1-1 0 0,7-17 0 0 0,-2 13 4 0 0,-11 15-21 0 0,-1 0 0 0 0,1 0-1 0 0,-1-1 1 0 0,1 1-1 0 0,-1-1 1 0 0,0 1-1 0 0,0-1 1 0 0,0 0-1 0 0,0 1 1 0 0,0-1-1 0 0,0 0 1 0 0,-1 0 0 0 0,1 0-1 0 0,0-3 1 0 0,0-9 29 0 0,0 4-8 0 0,0 0 0 0 0,-1 0 0 0 0,0 0-1 0 0,-3-13 1 0 0,3 20-20 0 0,-1 0-1 0 0,0-1 0 0 0,0 1 1 0 0,0 0-1 0 0,-1 0 1 0 0,1 0-1 0 0,-1 0 1 0 0,0 0-1 0 0,0 0 1 0 0,0 1-1 0 0,0-1 1 0 0,0 0-1 0 0,-1 1 1 0 0,1 0-1 0 0,-1-1 1 0 0,-5-2-1 0 0,7 4-1 0 0,0 0 0 0 0,0 0 0 0 0,0 1 0 0 0,-1-1 0 0 0,1 1-1 0 0,0-1 1 0 0,0 1 0 0 0,-1-1 0 0 0,1 1 0 0 0,0 0 0 0 0,-1-1 0 0 0,1 1 0 0 0,-1 0 0 0 0,1 0 0 0 0,0 0 0 0 0,-1 0 0 0 0,1 0-1 0 0,0 1 1 0 0,-1-1 0 0 0,1 0 0 0 0,0 1 0 0 0,-3 0 0 0 0,2 0 1 0 0,-1 1 0 0 0,1-1 0 0 0,0 1-1 0 0,-1 0 1 0 0,1 0 0 0 0,0 0 0 0 0,0 0 0 0 0,0 0-1 0 0,1 0 1 0 0,-3 4 0 0 0,-1 2 2 0 0,1 0 0 0 0,0 0 0 0 0,1 0 0 0 0,0 0 0 0 0,0 0 0 0 0,-2 12 0 0 0,0 3 0 0 0,-3 40 18 0 0,8-58-22 0 0,0 0 0 0 0,0-1 0 0 0,0 1 1 0 0,1-1-1 0 0,0 1 0 0 0,0-1 0 0 0,0 1 0 0 0,1-1 0 0 0,-1 0 0 0 0,1 1 0 0 0,4 5 1 0 0,-6-9-3 0 0,1 0 1 0 0,0 1-1 0 0,0-1 1 0 0,0 0 0 0 0,0 0-1 0 0,0 0 1 0 0,1 0-1 0 0,-1 0 1 0 0,0 0-1 0 0,0 0 1 0 0,1 0 0 0 0,-1 0-1 0 0,1-1 1 0 0,-1 1-1 0 0,1 0 1 0 0,-1-1 0 0 0,1 1-1 0 0,-1-1 1 0 0,1 0-1 0 0,2 1 1 0 0,-1-1 1 0 0,1 0 0 0 0,-1-1 0 0 0,0 1 1 0 0,0-1-1 0 0,1 1 0 0 0,-1-1 0 0 0,0 0 0 0 0,0 0 0 0 0,5-3 1 0 0,0 0 2 0 0,1-1 0 0 0,-1-1 0 0 0,0 1 0 0 0,0-1 0 0 0,11-12 0 0 0,4-8-1 0 0,-3 0 0 0 0,0-1 0 0 0,22-41 0 0 0,-40 63-4 0 0,15-9 0 0 0,-11 8 0 0 0,-12 10 0 0 0,5-1 0 0 0,0 0 0 0 0,-1-1 0 0 0,1 1 0 0 0,0 0 0 0 0,0 0 0 0 0,1 0 0 0 0,-1 0 0 0 0,1 0 0 0 0,-1 0 0 0 0,1 0 0 0 0,0 0 0 0 0,0 0 0 0 0,0 0 0 0 0,2 6 0 0 0,-2 7 0 0 0,-8 101 0 0 0,3-68 0 0 0,1 62 0 0 0,6-101 0 0 0,2-4 0 0 0,4-10 0 0 0,-4 1 0 0 0,-1-1 0 0 0,1 0 0 0 0,0 0 0 0 0,-1 0 0 0 0,0 0 0 0 0,0 0 0 0 0,0-1 0 0 0,-1 1 0 0 0,1-1 0 0 0,2-9 0 0 0,2-2 0 0 0,113-237 8 0 0,-95 205 9 0 0,-24 47 6 0 0,-3 13-9 0 0,0-10-13 0 0,0 1 1 0 0,0 0-1 0 0,0 0 0 0 0,0-1 0 0 0,1 1 0 0 0,-1 0 0 0 0,1 0 1 0 0,0 1-1 0 0,0-1 0 0 0,0 0 0 0 0,-1 4 0 0 0,-6 44 7 0 0,6-33-6 0 0,-3 5 7 0 0,2 1-1 0 0,0 1 0 0 0,2-1 1 0 0,0 0-1 0 0,2 0 1 0 0,7 44-1 0 0,-8-67-6 0 0,0 0-1 0 0,0 1 1 0 0,1-1-1 0 0,-1 0 1 0 0,1 0 0 0 0,-1 0-1 0 0,1 0 1 0 0,-1 0-1 0 0,1 1 1 0 0,-1-1 0 0 0,1 0-1 0 0,0 0 1 0 0,0 0-1 0 0,0-1 1 0 0,-1 1 0 0 0,1 0-1 0 0,0 0 1 0 0,0 0-1 0 0,0-1 1 0 0,0 1-1 0 0,0 0 1 0 0,0-1 0 0 0,1 1-1 0 0,-1-1 1 0 0,0 1-1 0 0,0-1 1 0 0,2 1 0 0 0,0-1 2 0 0,-1 0 1 0 0,1 0 0 0 0,0 0 0 0 0,0-1-1 0 0,-1 1 1 0 0,1-1 0 0 0,0 0 0 0 0,-1 0-1 0 0,1 0 1 0 0,0 0 0 0 0,-1 0 0 0 0,3-2-1 0 0,2-1 8 0 0,0 0-1 0 0,-1 0 0 0 0,1-1 0 0 0,-1 0 0 0 0,0-1 0 0 0,-1 1 0 0 0,1-1 0 0 0,6-10 1 0 0,-4 1 10 0 0,-1 0 0 0 0,-1 0 0 0 0,5-18 1 0 0,4-11 64 0 0,-11 33-63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3:59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9144 0 0,'19'0'30'0'0,"9"-1"95"0"0,-14-1-19 0 0,0 0 0 0 0,24-7 0 0 0,-36 9 491 0 0,24 14 254 0 0,-25-14-837 0 0,0 0 0 0 0,1 1 0 0 0,-1-1 0 0 0,0 0 0 0 0,1 0 1 0 0,-1 0-1 0 0,0 0 0 0 0,0 0 0 0 0,1-1 0 0 0,-1 1 0 0 0,0 0 0 0 0,0-1 0 0 0,1 1 0 0 0,-1 0 0 0 0,0-1 1 0 0,0 0-1 0 0,0 1 0 0 0,0-1 0 0 0,1 0 0 0 0,0-1 0 0 0,0 1 34 0 0,-3-29 39 0 0,2 28-85 0 0,0 1 1 0 0,-8-27-2 0 0,7 27-9 0 0,24 17-240 0 0,-16-16 229 0 0,0-1 0 0 0,0 1-1 0 0,1-1 1 0 0,-1-1-1 0 0,15-4 1 0 0,5 0-47 0 0,-21 4 40 0 0,0 0 1 0 0,0 0-1 0 0,0 0 1 0 0,8-5-1 0 0,-10 4 17 0 0,-1 1-1 0 0,1 0 1 0 0,0 0-1 0 0,-1 1 0 0 0,1-1 1 0 0,0 1-1 0 0,0 0 0 0 0,0 0 1 0 0,0 1-1 0 0,7-1 0 0 0,4 2-23 0 0,0 0-13 0 0,-1 0 0 0 0,26 6 0 0 0,-34-5 29 0 0,-1 0 0 0 0,0 0 0 0 0,-1 1 0 0 0,1 0 0 0 0,0 0 0 0 0,-1 0 0 0 0,1 1 0 0 0,-1 0 0 0 0,8 7 0 0 0,-10-8 12 0 0,0 0 0 0 0,0 0 0 0 0,-1 1 0 0 0,1-1 0 0 0,-1 1 0 0 0,1 0 1 0 0,-1 0-1 0 0,0 0 0 0 0,-1 0 0 0 0,1 0 0 0 0,-1 0 0 0 0,1 0 0 0 0,-1 0 0 0 0,-1 1 0 0 0,1-1 0 0 0,-1 0 0 0 0,1 1 0 0 0,-1-1 0 0 0,0 0 0 0 0,-1 1 1 0 0,1-1-1 0 0,-1 1 0 0 0,0-1 0 0 0,0 0 0 0 0,0 0 0 0 0,0 0 0 0 0,-1 0 0 0 0,0 0 0 0 0,0 0 0 0 0,0 0 0 0 0,0 0 0 0 0,-1 0 0 0 0,1-1 1 0 0,-1 1-1 0 0,-6 4 0 0 0,6-5 2 0 0,-1 0 1 0 0,1 0 0 0 0,-1-1 0 0 0,0 1 0 0 0,0-1-1 0 0,0 0 1 0 0,-1 0 0 0 0,1-1 0 0 0,0 1-1 0 0,-1-1 1 0 0,1 0 0 0 0,-1 0 0 0 0,1-1 0 0 0,-1 1-1 0 0,0-1 1 0 0,1 0 0 0 0,-8-1 0 0 0,11 1 2 0 0,0 0 0 0 0,-1 0 0 0 0,1 0 0 0 0,0 0 0 0 0,0 0 0 0 0,0 0 0 0 0,0 0 0 0 0,0-1 0 0 0,0 1 0 0 0,0 0 0 0 0,-1-1 0 0 0,1 1 0 0 0,0-1 0 0 0,0 1 0 0 0,1-1 0 0 0,-1 0 0 0 0,0 1 0 0 0,-2-3 0 0 0,-1 0 0 0 0,1 0 0 0 0,-2 1 0 0 0,1-1 0 0 0,0 1 0 0 0,-1-1 0 0 0,1 1 0 0 0,-1 0 0 0 0,-5-1 0 0 0,7 2 0 0 0,3 1 1 0 0,-1-1-1 0 0,0 1 0 0 0,1-1 0 0 0,-1 1 1 0 0,0 0-1 0 0,1-1 0 0 0,-1 1 1 0 0,0 0-1 0 0,0-1 0 0 0,1 1 0 0 0,-1 0 1 0 0,0 0-1 0 0,0 0 0 0 0,0 0 1 0 0,1 0-1 0 0,-1 0 0 0 0,0 0 0 0 0,0 0 1 0 0,0 0-1 0 0,1 0 0 0 0,-1 0 1 0 0,0 0-1 0 0,0 1 0 0 0,0-1 0 0 0,1 0 1 0 0,-1 1-1 0 0,0-1 0 0 0,1 0 1 0 0,-1 1-1 0 0,0-1 0 0 0,1 1 0 0 0,-1-1 1 0 0,-1 2-1 0 0,0 0 7 0 0,1-1-5 0 0,1 0 0 0 0,-1 0 0 0 0,1 0-1 0 0,-1 1 1 0 0,1-1 0 0 0,0 0 0 0 0,0 0 0 0 0,0 0 0 0 0,0 1 0 0 0,0-1 0 0 0,0 0-1 0 0,0 0 1 0 0,0 0 0 0 0,0 1 0 0 0,0-1 0 0 0,0 0 0 0 0,1 0 0 0 0,-1 0-1 0 0,1 0 1 0 0,-1 1 0 0 0,1-1 0 0 0,-1 0 0 0 0,1 0 0 0 0,1 1 0 0 0,18 27 31 0 0,-18-27-29 0 0,0 0-1 0 0,1-1 1 0 0,-1 1-1 0 0,0 0 0 0 0,1-1 1 0 0,-1 0-1 0 0,1 0 1 0 0,0 0-1 0 0,-1 0 1 0 0,1 0-1 0 0,0 0 1 0 0,-1-1-1 0 0,1 1 1 0 0,0-1-1 0 0,0 0 1 0 0,0 0-1 0 0,-1 0 1 0 0,1 0-1 0 0,0-1 1 0 0,0 1-1 0 0,0 0 1 0 0,-1-1-1 0 0,1 0 1 0 0,0 0-1 0 0,-1 0 1 0 0,4-2-1 0 0,5-3 14 0 0,-1-1 1 0 0,0 0-1 0 0,0-1 0 0 0,16-16 0 0 0,10-8 40 0 0,-18 17-37 0 0,0-2 0 0 0,-1 0 0 0 0,-1-1-1 0 0,17-24 1 0 0,-16 15 5 0 0,-1 0 1 0 0,-1 0-1 0 0,-1-2 0 0 0,-1 1 1 0 0,12-45-1 0 0,-20 43 8 0 0,-5 27-28 0 0,0-1 0 0 0,0 1 0 0 0,1 0 1 0 0,-1-1-1 0 0,1 1 0 0 0,0 0 0 0 0,0-1 1 0 0,2-3-1 0 0,-2 6 34 0 0,-11 6 15 0 0,-1 17-33 0 0,1 0-1 0 0,2 2 1 0 0,0-1-1 0 0,1 1 1 0 0,-4 26-1 0 0,7-35-6 0 0,0-1-1 0 0,-12 25 1 0 0,9-22 3 0 0,0 0-1 0 0,-6 26 1 0 0,12-39-12 0 0,0 1 1 0 0,1-1-1 0 0,-1 1 1 0 0,1-1-1 0 0,0 1 1 0 0,0-1-1 0 0,0 1 1 0 0,1-1-1 0 0,0 1 1 0 0,0-1-1 0 0,0 1 1 0 0,0-1-1 0 0,0 1 1 0 0,4 5-1 0 0,-3-8-2 0 0,-1-1 0 0 0,1 1 0 0 0,-1-1 0 0 0,1 0-1 0 0,0 0 1 0 0,-1 0 0 0 0,1 0 0 0 0,0 0 0 0 0,0 0-1 0 0,0 0 1 0 0,0 0 0 0 0,0-1 0 0 0,0 1 0 0 0,0-1-1 0 0,0 0 1 0 0,0 1 0 0 0,0-1 0 0 0,3 0-1 0 0,53 0 48 0 0,-26 0-18 0 0,-29 0-29 0 0,1 0 1 0 0,-1 1-1 0 0,1-1 1 0 0,0 1-1 0 0,-1 0 0 0 0,0 0 1 0 0,1 0-1 0 0,-1 0 1 0 0,5 3-1 0 0,-6-3-1 0 0,-1 0 0 0 0,0 0-1 0 0,0 0 1 0 0,0 0 0 0 0,1 1 0 0 0,-1-1 0 0 0,-1 1-1 0 0,1-1 1 0 0,0 0 0 0 0,0 1 0 0 0,0 0 0 0 0,-1-1-1 0 0,1 1 1 0 0,-1-1 0 0 0,1 1 0 0 0,-1 0-1 0 0,0-1 1 0 0,1 1 0 0 0,-1 0 0 0 0,0 0 0 0 0,-1 3-1 0 0,2 20 11 0 0,-1-8-9 0 0,0-1 1 0 0,0 0-1 0 0,-6 26 1 0 0,-5-8 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3:5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3312 0 0,'18'-16'2'0'0,"-6"11"4"0"0,9 1 18 0 0,-19 3 340 0 0,-2 33-143 0 0,-1 0-1 0 0,-2 0 1 0 0,-2 0 0 0 0,0-1-1 0 0,-12 34 1 0 0,12-45-127 0 0,1 2 1 0 0,0-1 0 0 0,2 0-1 0 0,0 33 1 0 0,10 88 216 0 0,-3-103-119 0 0,22 74 0 0 0,-14-89-80 0 0,-11-23-93 0 0,-1 1 0 0 0,1-1-1 0 0,-1 1 1 0 0,0 0 0 0 0,1-1 0 0 0,-1 1 0 0 0,0 0 0 0 0,0 0 0 0 0,0 0 0 0 0,-1 0 0 0 0,1 0 0 0 0,0 0 0 0 0,-1 0 0 0 0,1 0 0 0 0,-1 0 0 0 0,0 0-1 0 0,1 0 1 0 0,-1 0 0 0 0,0 0 0 0 0,0 1 0 0 0,-1-1 0 0 0,1 0 0 0 0,0 0 0 0 0,-1 0 0 0 0,0 3 0 0 0,-35 32 499 0 0,35-35-346 0 0,1-2-162 0 0,-1 0-1 0 0,1 0 0 0 0,0 1 0 0 0,0-1 0 0 0,0 0 0 0 0,-1 0 0 0 0,1 1 0 0 0,0-1 0 0 0,0 0 0 0 0,-1 0 1 0 0,1 0-1 0 0,0 0 0 0 0,0 1 0 0 0,-1-1 0 0 0,1 0 0 0 0,0 0 0 0 0,0 0 0 0 0,-1 0 0 0 0,1 0 0 0 0,0 0 1 0 0,-1 0-1 0 0,1 0 0 0 0,0 0 0 0 0,-1 0 0 0 0,1 0 0 0 0,0 0 0 0 0,-1 0 0 0 0,1 0 0 0 0,0 0 1 0 0,0 0-1 0 0,-1 0 0 0 0,1 0 0 0 0,0 0 0 0 0,-1 0 0 0 0,1 0 0 0 0,0-1 0 0 0,0 1 0 0 0,-1 0 0 0 0,1 0 1 0 0,0 0-1 0 0,0-1 0 0 0,-1 1 0 0 0,1 0 0 0 0,0 0 0 0 0,0 0 0 0 0,0-1 0 0 0,-1 1 0 0 0,1 0 0 0 0,0-1 1 0 0,0 1-1 0 0,0 0 0 0 0,-1-2 583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3:54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7328 0 0,'17'-5'39'0'0,"10"2"128"0"0,-23 3-135 0 0,0 0-1 0 0,0 1 1 0 0,0-1 0 0 0,0 1-1 0 0,0 0 1 0 0,0 0 0 0 0,0 1-1 0 0,0-1 1 0 0,0 1 0 0 0,0 0-1 0 0,0 0 1 0 0,-1 0-1 0 0,7 5 1 0 0,-9-6 301 0 0,26-1 398 0 0,13-25-340 0 0,-35 21-350 0 0,0 0 1 0 0,0 1 0 0 0,0 0-1 0 0,1 0 1 0 0,-1 0-1 0 0,1 0 1 0 0,0 1 0 0 0,0 0-1 0 0,11-3 1 0 0,131-6 320 0 0,42-7-235 0 0,-164 13-92 0 0,-4 1 1 0 0,1 0 0 0 0,0 1 0 0 0,-1 2 0 0 0,31 1 0 0 0,-37 2 29 0 0,-12-1-45 0 0,-1 0 1 0 0,1 0-1 0 0,0-1 1 0 0,-1 0-1 0 0,1 1 1 0 0,0-1-1 0 0,-1-1 1 0 0,1 1-1 0 0,0 0 1 0 0,6-3-1 0 0,-8 3 14 0 0,0 0-21 0 0,0 1 0 0 0,0-1-1 0 0,0 1 1 0 0,0 0 0 0 0,-1 0 0 0 0,1 0 0 0 0,0 0 0 0 0,0 0 0 0 0,0 0 0 0 0,-1 0 0 0 0,1 1 0 0 0,-1-1 0 0 0,1 1 0 0 0,-1-1 0 0 0,1 1 0 0 0,-1-1 0 0 0,0 1 0 0 0,0 0 0 0 0,0 0-1 0 0,0-1 1 0 0,0 1 0 0 0,0 0 0 0 0,0 0 0 0 0,-1 0 0 0 0,1 0 0 0 0,-1 0 0 0 0,1 0 0 0 0,-1 0 0 0 0,0 0 0 0 0,0 4 0 0 0,1 7-1 0 0,-1 1 1 0 0,0 0-1 0 0,-4 20 1 0 0,3-26 5 0 0,-3 31 6 0 0,-4 19 12 0 0,2 0 0 0 0,3 0 1 0 0,6 69-1 0 0,10-13 208 0 0,-1 105 215 0 0,-10-196-388 0 0,2 0 1 0 0,0 0-1 0 0,8 27 0 0 0,-11-48 41 0 0,-27 5 522 0 0,-51-4-268 0 0,-88 16 0 0 0,105-10-273 0 0,20-7-42 0 0,-1 0-1 0 0,1-3 1 0 0,-49-6-1 0 0,-47-2 80 0 0,76 13-78 0 0,34-2-21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0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0 4416 0 0,'0'0'40'0'0,"-3"4"-32"0"0,-18 17 57 0 0,19-20-34 0 0,0 1-2 0 0,-41 30 97 0 0,34-27-107 0 0,2 1-1 0 0,-1-1 0 0 0,0 1 0 0 0,1 1 1 0 0,0-1-1 0 0,1 1 0 0 0,-1 0 1 0 0,-10 16-1 0 0,-4 12 59 0 0,-3-2 1 0 0,0 0-1 0 0,-41 40 0 0 0,32-32-43 0 0,24-28-21 0 0,-1-2 0 0 0,-18 20 1 0 0,25-29-13 0 0,-9 8 17 0 0,0 1 0 0 0,1 0-1 0 0,0 0 1 0 0,-15 23 0 0 0,19-25 12 0 0,-1-4-5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0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0 4720 0 0,'0'0'97'0'0,"-3"5"-61"0"0,-61 92 181 0 0,7-14 16 0 0,48-70-197 0 0,-1-1 1 0 0,-1 0 0 0 0,1 0 0 0 0,-22 17 0 0 0,17-17 3 0 0,2 1 1 0 0,-25 29-1 0 0,16-15-14 0 0,-1-1 1 0 0,-33 27 0 0 0,-1 2-6 0 0,-1 3-9 0 0,32-37 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0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5016 0 0,'28'-11'69'0'0,"11"-9"-16"0"0,-30 14-36 0 0,1 0 0 0 0,0 1 0 0 0,1 0 0 0 0,-1 1 0 0 0,1 1 0 0 0,11-4 0 0 0,19 0 86 0 0,-17 1-39 0 0,0 2 0 0 0,1 0 0 0 0,0 2 0 0 0,-1 1 0 0 0,49 3 0 0 0,-30 4 20 0 0,69 12 89 0 0,-68-8-101 0 0,0-3 0 0 0,1-2 0 0 0,72 0 0 0 0,-87-5-33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0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5120 0 0,'0'0'0'0'0,"-24"13"0"0"0,-2-5 0 0 0,4 4 40 0 0,3 4-8 0 0,-1-1 8 0 0,2 1 0 0 0,4-2-8 0 0,0-6-8 0 0,2 1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03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5224 0 0,'0'0'0'0'0,"1"37"32"0"0,-5-21 16 0 0,-2-5-16 0 0,0 5 16 0 0,2 1-24 0 0,-2 6 16 0 0,-6 1-16 0 0,4-6 16 0 0,2-2 32 0 0,-1 4 8 0 0,-8 2 0 0 0,-1-2 0 0 0,2 2-40 0 0,2 0 16 0 0,-2-4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03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5520 0 0,'0'0'0'0'0,"13"31"24"0"0,-10-17 16 0 0,-4-6-16 0 0,-5 12 8 0 0,-3 2-8 0 0,-1 6 0 0 0,-3 3 0 0 0,3-7 8 0 0,4 2 40 0 0,-3 2 0 0 0,-7-5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05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63 4312 0 0,'0'0'220'0'0,"-4"1"-177"0"0,-8 1 96 0 0,18-7 267 0 0,28-9-87 0 0,5 10-231 0 0,0 1 0 0 0,0 3 0 0 0,74 7 0 0 0,-19-1-39 0 0,419-16 104 0 0,-435 5-82 0 0,121 9-1 0 0,76 25 130 0 0,-250-26-179 0 0,51 8 59 0 0,105-1 0 0 0,-160-10-48 0 0,1-1-1 0 0,-1-1 0 0 0,0-1 0 0 0,0-1 0 0 0,-1 0 0 0 0,1-2 0 0 0,-1 0 0 0 0,0-1 0 0 0,35-19 0 0 0,-30 8 15 0 0,-6 0 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06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1 221 6128 0 0,'23'-15'9'0'0,"-7"7"8"0"0,11-2 29 0 0,-25 9-35 0 0,0 0-1 0 0,0 0 1 0 0,0 1 0 0 0,0-1-1 0 0,0 0 1 0 0,0-1 0 0 0,0 1-1 0 0,0 0 1 0 0,0 0 0 0 0,-1-1-1 0 0,1 1 1 0 0,0-1 0 0 0,-1 0 0 0 0,1 1-1 0 0,0-3 1 0 0,-1 3-4 0 0,-1 0 0 0 0,1-1 1 0 0,-1 1-1 0 0,1 0 0 0 0,-1 0 0 0 0,1 0 1 0 0,-1-1-1 0 0,0 1 0 0 0,0 0 0 0 0,0 0 1 0 0,0-1-1 0 0,0 1 0 0 0,0 0 0 0 0,0 0 0 0 0,0-1 1 0 0,0 1-1 0 0,0 0 0 0 0,-1 0 0 0 0,1 0 1 0 0,0-1-1 0 0,-1 1 0 0 0,1 0 0 0 0,-1 0 1 0 0,-1-2-1 0 0,-12-38 298 0 0,-4 4-56 0 0,17 34-222 0 0,1 1-1 0 0,0-1 0 0 0,0 0 0 0 0,-1 1 0 0 0,2-1 0 0 0,-1 1 0 0 0,0-1 0 0 0,0 0 0 0 0,1 1 0 0 0,-1-1 0 0 0,2-2 1 0 0,1-11 107 0 0,-3 15-131 0 0,0 1 0 0 0,-1 0 0 0 0,1 0 0 0 0,0-1 0 0 0,0 1 0 0 0,0 0 0 0 0,-1-1 0 0 0,1 1 0 0 0,0 0 0 0 0,0 0 0 0 0,0-1 0 0 0,-1 1 0 0 0,1 0 0 0 0,0 0 0 0 0,-1 0 0 0 0,1 0 0 0 0,0-1 0 0 0,-1 1 0 0 0,1 0 0 0 0,0 0 0 0 0,-1 0 0 0 0,1 0 0 0 0,0 0 0 0 0,-1 0 0 0 0,1 0 0 0 0,0 0 0 0 0,-1 0 0 0 0,1 0 0 0 0,-1 0 0 0 0,0 0-3 0 0,1 0 0 0 0,-1 1 0 0 0,0-1 0 0 0,1 0 0 0 0,-1 1 1 0 0,1-1-1 0 0,-1 0 0 0 0,1 1 0 0 0,-1-1 0 0 0,1 1 0 0 0,-1-1 0 0 0,1 1 1 0 0,-1-1-1 0 0,1 1 0 0 0,-1-1 0 0 0,1 1 0 0 0,0 0 0 0 0,-1-1 0 0 0,1 1 0 0 0,0 0 1 0 0,0-1-1 0 0,-1 1 0 0 0,1 0 0 0 0,0-1 0 0 0,0 1 0 0 0,0 0 0 0 0,0-1 1 0 0,0 1-1 0 0,0 0 0 0 0,0 1 0 0 0,0-1 0 0 0,-2 11 0 0 0,1 0 0 0 0,0 0 0 0 0,0 1 0 0 0,1-1 0 0 0,2 16 0 0 0,0 31 0 0 0,-6-1 0 0 0,7 113 0 0 0,-1-155 0 0 0,0 1 0 0 0,-2 0 0 0 0,-1 21 0 0 0,3 13 0 0 0,-1-41 0 0 0,0-1 0 0 0,0 1 0 0 0,-2 14 0 0 0,-1-7 0 0 0,0 0 0 0 0,2-1 0 0 0,0 1 0 0 0,2 17 0 0 0,-2 10 3 0 0,-1-38-3 0 0,0 0 1 0 0,1-1 0 0 0,0 1-1 0 0,0 0 1 0 0,1 0 0 0 0,-1-1-1 0 0,4 11 1 0 0,-2-5 3 0 0,-2-10-3 0 0,-1-1-1 0 0,1 1 1 0 0,0 0-1 0 0,0-1 0 0 0,0 1 1 0 0,0-1-1 0 0,0 1 1 0 0,0-1-1 0 0,0 1 1 0 0,1-1-1 0 0,-1 1 1 0 0,0-1-1 0 0,0 1 1 0 0,0 0-1 0 0,0-1 1 0 0,1 1-1 0 0,-1-1 1 0 0,0 0-1 0 0,1 1 1 0 0,-1-1-1 0 0,0 1 1 0 0,1-1-1 0 0,-1 1 1 0 0,0-1-1 0 0,1 0 1 0 0,-1 1-1 0 0,1-1 1 0 0,-1 0-1 0 0,1 1 0 0 0,-1-1 1 0 0,1 0-1 0 0,-1 0 1 0 0,1 1-1 0 0,-1-1 1 0 0,1 0-1 0 0,-1 0 1 0 0,1 0-1 0 0,-1 0 1 0 0,1 0-1 0 0,0 0 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06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6632 0 0,'29'2'104'0'0,"12"8"13"0"0,-17-1 44 0 0,47 24 0 0 0,-46-20-10 0 0,35 9 171 0 0,-47-19-250 0 0,0 1 0 0 0,-1 1 1 0 0,20 10-1 0 0,-27-13-34 0 0,-1 0-1 0 0,1 0 1 0 0,0 0 0 0 0,0-1-1 0 0,0 0 1 0 0,0 0-1 0 0,0 0 1 0 0,0 0 0 0 0,0-1-1 0 0,0 0 1 0 0,0 0 0 0 0,1 0-1 0 0,5-2 1 0 0,-10 2-21 0 0,0 0 1 0 0,0 0-1 0 0,1-1 1 0 0,-1 1-1 0 0,-1 0 1 0 0,1 0-1 0 0,0-1 1 0 0,0 1-1 0 0,0-1 1 0 0,0 1-1 0 0,0-1 1 0 0,0 1-1 0 0,0-1 1 0 0,0 0-1 0 0,-1 1 1 0 0,1-1-1 0 0,0 0 1 0 0,-1 0-1 0 0,1 1 1 0 0,0-1-1 0 0,-1 0 1 0 0,2-2-1 0 0,-2 2 69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10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6224 0 0,'14'4'107'0'0,"-2"-2"-423"0"0,-4 0 670 0 0,6-1 2539 0 0,-15 0-2855 0 0,-1 0 0 0 0,0 0-1 0 0,1 0 1 0 0,-1 0 0 0 0,1 0-1 0 0,-1 0 1 0 0,1 0 0 0 0,0 0-1 0 0,-1 1 1 0 0,1-1-1 0 0,0 1 1 0 0,0-1 0 0 0,0 1-1 0 0,0-1 1 0 0,0 1 0 0 0,0-1-1 0 0,0 1 1 0 0,0 2 0 0 0,-8 12 198 0 0,-11 11 208 0 0,19-25-286 0 0,-6 12 595 0 0,16-11-655 0 0,0 0 0 0 0,1-1-1 0 0,-1 0 1 0 0,1 0 0 0 0,-1-1 0 0 0,1-1-1 0 0,0 1 1 0 0,17-3 0 0 0,82-15 387 0 0,-65 8-303 0 0,-29 7-143 0 0,6-2 139 0 0,0 0-1 0 0,38-12 1 0 0,-56 15-105 0 0,5 1 374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1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1 515 10544 0 0,'5'0'-176'0'0,"2"3"635"0"0,-6-3-389 0 0,-1 0 0 0 0,1 1 1 0 0,0-1-1 0 0,0 0 0 0 0,-1 0 1 0 0,1 0-1 0 0,0 1 0 0 0,0-1 1 0 0,0 0-1 0 0,-1 0 0 0 0,1 0 1 0 0,0 0-1 0 0,0 0 0 0 0,0 0 1 0 0,-1-1-1 0 0,1 1 0 0 0,0 0 1 0 0,0 0-1 0 0,-1 0 0 0 0,1-1 1 0 0,0 1-1 0 0,-1 0 1 0 0,1-1-1 0 0,0 1 0 0 0,-1-1 1 0 0,1 1-1 0 0,0-1 0 0 0,-1 1 1 0 0,1-1-1 0 0,-1 1 0 0 0,1-1 1 0 0,-1 0-1 0 0,1 1 0 0 0,-1-1 1 0 0,1 0-1 0 0,-1 1 0 0 0,1-2 1 0 0,10-13 125 0 0,0 1 0 0 0,2 0 1 0 0,-1 1-1 0 0,2 0 1 0 0,17-12-1 0 0,8 9 188 0 0,-37 15-333 0 0,-2 1-47 0 0,0 0 1 0 0,1 0-1 0 0,-1 0 1 0 0,0 0-1 0 0,1 0 1 0 0,-1 0 0 0 0,0 0-1 0 0,1 0 1 0 0,-1 0-1 0 0,0 0 1 0 0,1 0-1 0 0,-1 0 1 0 0,0 0-1 0 0,1 0 1 0 0,-1 0-1 0 0,0 0 1 0 0,1 0-1 0 0,-1 0 1 0 0,0 0-1 0 0,1 1 1 0 0,-1-1-1 0 0,0 0 1 0 0,0 0-1 0 0,1 0 1 0 0,-1 1-1 0 0,0-1 1 0 0,1 0 0 0 0,1 6 4 0 0,0-1 1 0 0,1 1 0 0 0,-2-1-1 0 0,1 1 1 0 0,-1 0 0 0 0,0 0-1 0 0,0 0 1 0 0,0 0 0 0 0,-1-1-1 0 0,-1 9 1 0 0,-5 62 37 0 0,5-68-26 0 0,1-5-11 0 0,0 0 0 0 0,0-1 0 0 0,0 1 0 0 0,-1 0 0 0 0,1-1 0 0 0,-1 1 0 0 0,1 0 0 0 0,-1-1 0 0 0,0 1 0 0 0,0-1 0 0 0,0 1 0 0 0,-1-1 0 0 0,1 0 0 0 0,0 1 0 0 0,-3 2 0 0 0,4-7-3 0 0,0-1 0 0 0,1 1 0 0 0,-1 0-1 0 0,0 0 1 0 0,1 0 0 0 0,0 0 0 0 0,-1 0 0 0 0,1 0 0 0 0,0 0-1 0 0,1-2 1 0 0,0 0 14 0 0,3-9 18 0 0,0 1 0 0 0,2 0 0 0 0,-1 0-1 0 0,2 0 1 0 0,-1 1 0 0 0,2 0 0 0 0,-1 0 0 0 0,2 1-1 0 0,16-16 1 0 0,-26 26-34 0 0,1 0 1 0 0,-1 0-1 0 0,0-1 0 0 0,1 1 0 0 0,-1 0 1 0 0,1 0-1 0 0,-1 0 0 0 0,0 0 1 0 0,1-1-1 0 0,-1 1 0 0 0,1 0 0 0 0,-1 0 1 0 0,0 0-1 0 0,1 0 0 0 0,-1 0 0 0 0,1 0 1 0 0,-1 0-1 0 0,0 0 0 0 0,1 0 0 0 0,-1 0 1 0 0,1 0-1 0 0,-1 1 0 0 0,0-1 1 0 0,1 0-1 0 0,-1 0 0 0 0,1 0 0 0 0,-1 0 1 0 0,0 1-1 0 0,1-1 0 0 0,-1 0 0 0 0,0 0 1 0 0,1 1-1 0 0,-1-1 0 0 0,0 0 0 0 0,1 0 1 0 0,-1 1-1 0 0,0-1 0 0 0,0 0 0 0 0,0 1 1 0 0,1-1-1 0 0,-1 1 0 0 0,0-1 1 0 0,0 0-1 0 0,0 1 0 0 0,0-1 0 0 0,1 0 1 0 0,-1 1-1 0 0,0 0 0 0 0,6 17 58 0 0,-6-18-62 0 0,7 51 85 0 0,-6-39-47 0 0,0 0-1 0 0,0 0 0 0 0,2 0 0 0 0,-1-1 0 0 0,2 1 0 0 0,-1-1 0 0 0,2 1 0 0 0,9 17 0 0 0,-14-27-21 0 0,1-1 0 0 0,0 1 0 0 0,0-1 0 0 0,0 0 0 0 0,0 1 0 0 0,0-1 0 0 0,1 0 0 0 0,-1 0 0 0 0,0 0 0 0 0,1 0 0 0 0,-1 0 0 0 0,0 0 0 0 0,1 0 0 0 0,-1 0 0 0 0,1 0 0 0 0,-1-1 0 0 0,1 1 0 0 0,0-1 0 0 0,-1 1 0 0 0,1-1 0 0 0,0 0 0 0 0,-1 1 0 0 0,3-1 0 0 0,-2-1-3 0 0,0 1-1 0 0,0-1 0 0 0,0 0 1 0 0,0 0-1 0 0,0 0 0 0 0,0 0 0 0 0,0 0 1 0 0,-1 0-1 0 0,1-1 0 0 0,0 1 1 0 0,-1 0-1 0 0,1-1 0 0 0,-1 1 1 0 0,0-1-1 0 0,3-3 0 0 0,3-7 24 0 0,0 0 0 0 0,0-1-1 0 0,-1 1 1 0 0,4-16 0 0 0,-9 26-33 0 0,19-54 119 0 0,-1-1-1 0 0,-4-2 0 0 0,-2 1 1 0 0,8-82-1 0 0,-21 136-117 0 0,3-81 147 0 0,-3 76-124 0 0,-1 0 1 0 0,0 1-1 0 0,0-1 0 0 0,-1 0 1 0 0,0 1-1 0 0,-1-1 1 0 0,-5-11-1 0 0,8 19-19 0 0,0 0-1 0 0,-1 1 0 0 0,1-1 1 0 0,0 0-1 0 0,-1 0 1 0 0,1 1-1 0 0,-1-1 1 0 0,1 0-1 0 0,-1 1 0 0 0,1-1 1 0 0,-1 1-1 0 0,1-1 1 0 0,-1 1-1 0 0,0-1 1 0 0,1 1-1 0 0,-1-1 0 0 0,0 1 1 0 0,1-1-1 0 0,-1 1 1 0 0,0 0-1 0 0,1-1 1 0 0,-1 1-1 0 0,0 0 0 0 0,0 0 1 0 0,0 0-1 0 0,1 0 1 0 0,-1-1-1 0 0,-1 1 1 0 0,1 1-1 0 0,-1-1 0 0 0,1 1 0 0 0,-1-1 0 0 0,1 1 0 0 0,0 0 0 0 0,-1 0 1 0 0,1-1-1 0 0,0 1 0 0 0,0 0 0 0 0,0 0 0 0 0,0 0 0 0 0,0 0 0 0 0,-2 2 1 0 0,-1 2 13 0 0,0 0 1 0 0,1 0 0 0 0,0 1-1 0 0,0-1 1 0 0,-3 8 0 0 0,2 1 18 0 0,1 1 0 0 0,0-1 0 0 0,1 1 0 0 0,1-1 0 0 0,0 1 0 0 0,1 0 0 0 0,1 0 0 0 0,0-1 0 0 0,5 22 0 0 0,0-10 48 0 0,1 0 1 0 0,2-1-1 0 0,1 0 0 0 0,13 25 0 0 0,-7-14 73 0 0,-12-25-106 0 0,1-1-1 0 0,-1 0 0 0 0,1 0 1 0 0,1 0-1 0 0,0-1 1 0 0,0 0-1 0 0,1 0 1 0 0,11 11-1 0 0,-16-19-40 0 0,-1 0-1 0 0,1 0 0 0 0,0 0 1 0 0,0 0-1 0 0,0 0 1 0 0,0-1-1 0 0,-1 1 1 0 0,1-1-1 0 0,0 1 1 0 0,0-1-1 0 0,0 0 1 0 0,0 0-1 0 0,0 0 1 0 0,0 0-1 0 0,0 0 1 0 0,0 0-1 0 0,0 0 1 0 0,0-1-1 0 0,0 1 1 0 0,0-1-1 0 0,0 1 1 0 0,0-1-1 0 0,0 0 1 0 0,-1 0-1 0 0,1 0 1 0 0,0 0-1 0 0,0 0 0 0 0,-1 0 1 0 0,1 0-1 0 0,-1-1 1 0 0,1 1-1 0 0,-1 0 1 0 0,0-1-1 0 0,1 0 1 0 0,-1 1-1 0 0,1-3 1 0 0,6-6 23 0 0,-2 0 1 0 0,1-1-1 0 0,-1 1 1 0 0,6-19-1 0 0,-3 4 15 0 0,-1-1 0 0 0,-2-1-1 0 0,0 1 1 0 0,1-30 0 0 0,-7 53-45 0 0,1 0 0 0 0,-1 1 0 0 0,0-1-1 0 0,0 0 1 0 0,-1 0 0 0 0,1 1 0 0 0,0-1 0 0 0,-1 0-1 0 0,0 1 1 0 0,1-1 0 0 0,-1 1 0 0 0,0-1 0 0 0,0 1 0 0 0,-1-1-1 0 0,1 1 1 0 0,0-1 0 0 0,-3-1 0 0 0,3 3-4 0 0,0 0 0 0 0,0 0 1 0 0,0 0-1 0 0,0 1 0 0 0,0-1 0 0 0,0 0 0 0 0,-1 1 1 0 0,1-1-1 0 0,0 1 0 0 0,0-1 0 0 0,0 1 0 0 0,-1 0 1 0 0,1-1-1 0 0,0 1 0 0 0,-1 0 0 0 0,1 0 0 0 0,0 0 1 0 0,-1 0-1 0 0,1 0 0 0 0,0 0 0 0 0,0 0 1 0 0,-1 1-1 0 0,1-1 0 0 0,0 0 0 0 0,-1 1 0 0 0,1-1 1 0 0,0 1-1 0 0,0-1 0 0 0,0 1 0 0 0,0 0 0 0 0,0 0 1 0 0,-1-1-1 0 0,0 2 0 0 0,-7 6 9 0 0,0 1 0 0 0,0 0 1 0 0,0 1-1 0 0,1 0 0 0 0,1 0 0 0 0,0 1 0 0 0,0-1 1 0 0,1 2-1 0 0,0-1 0 0 0,-5 16 0 0 0,10-25-11 0 0,-5 10 13 0 0,1 0-1 0 0,0 0 1 0 0,1 0-1 0 0,1 1 0 0 0,0 0 1 0 0,-2 20-1 0 0,4-32-13 0 0,1-1 1 0 0,0 1-1 0 0,0-1 0 0 0,0 1 1 0 0,0-1-1 0 0,0 1 0 0 0,0-1 1 0 0,0 1-1 0 0,0-1 0 0 0,0 1 1 0 0,0-1-1 0 0,1 1 0 0 0,-1-1 1 0 0,0 1-1 0 0,0-1 0 0 0,0 0 1 0 0,1 1-1 0 0,-1-1 0 0 0,0 1 1 0 0,0-1-1 0 0,1 0 0 0 0,-1 1 1 0 0,0-1-1 0 0,1 1 0 0 0,-1-1 1 0 0,0 0-1 0 0,1 0 0 0 0,-1 1 1 0 0,1-1-1 0 0,-1 0 0 0 0,0 0 1 0 0,1 1-1 0 0,-1-1 0 0 0,1 0 1 0 0,-1 0-1 0 0,1 0 0 0 0,-1 0 1 0 0,1 0-1 0 0,-1 1 0 0 0,1-1 1 0 0,-1 0-1 0 0,1 0 0 0 0,-1 0 1 0 0,1-1-1 0 0,-1 1 0 0 0,1 0 1 0 0,-1 0-1 0 0,0 0 0 0 0,1 0 1 0 0,-1 0-1 0 0,1-1 0 0 0,26-13 75 0 0,-20 10-61 0 0,76-51 78 0 0,-62 40-40 0 0,0 1 1 0 0,0 0-1 0 0,42-18 1 0 0,-61 31-46 0 0,-1 1 1 0 0,1-1 0 0 0,-1 0 0 0 0,1 1 0 0 0,0-1 0 0 0,-1 1-1 0 0,1 0 1 0 0,-1-1 0 0 0,1 1 0 0 0,0 0 0 0 0,-1 0-1 0 0,1 0 1 0 0,0 0 0 0 0,-1 0 0 0 0,1 1 0 0 0,0-1-1 0 0,-1 0 1 0 0,4 2 0 0 0,-5-2-2 0 0,1 1-1 0 0,0 0 1 0 0,0 0 0 0 0,-1-1 0 0 0,1 1-1 0 0,-1 0 1 0 0,1 0 0 0 0,-1 0-1 0 0,1 0 1 0 0,-1 0 0 0 0,1 0 0 0 0,-1 0-1 0 0,0 0 1 0 0,1 0 0 0 0,-1 0-1 0 0,0 0 1 0 0,0 0 0 0 0,0 0 0 0 0,0 0-1 0 0,0 0 1 0 0,0 2 0 0 0,-1 7 37 0 0,-1 1 0 0 0,0-1 0 0 0,-1 0 0 0 0,-6 16 0 0 0,5-15-9 0 0,-12 32 203 0 0,-42 82-1 0 0,66-136-162 0 0,1 1 0 0 0,0-1 0 0 0,1 2 1 0 0,0-1-1 0 0,1 1 0 0 0,-1 1 0 0 0,17-10 0 0 0,-25 17-41 0 0,8 19 14 0 0,-14 82 102 0 0,2-56 10 0 0,3-44-155 0 0,1-1 0 0 0,0 1 0 0 0,0-1-1 0 0,-1 0 1 0 0,1 0 0 0 0,0 1 0 0 0,-1-1-1 0 0,1 0 1 0 0,-1 0 0 0 0,1-1 0 0 0,1 0 0 0 0,121-133 217 0 0,-122 133-213 0 0,1-1-1 0 0,0 0 1 0 0,0 1 0 0 0,0 0-1 0 0,0 0 1 0 0,0-1-1 0 0,1 2 1 0 0,-1-1-1 0 0,0 0 1 0 0,1 1 0 0 0,0 0-1 0 0,-1-1 1 0 0,1 1-1 0 0,0 1 1 0 0,4-1 0 0 0,-7 1 12 0 0,11 39 60 0 0,0 29 21 0 0,-12-68-101 0 0,1 1 0 0 0,-1-1 0 0 0,0 1 0 0 0,0-1 0 0 0,0 1 0 0 0,1-1 1 0 0,-1 1-1 0 0,0-1 0 0 0,1 1 0 0 0,-1-1 0 0 0,0 0 0 0 0,1 1 1 0 0,-1-1-1 0 0,0 0 0 0 0,1 1 0 0 0,-1-1 0 0 0,1 0 0 0 0,-1 1 1 0 0,1-1-1 0 0,-1 0 0 0 0,1 0 0 0 0,-1 1 0 0 0,1-1 0 0 0,-1 0 0 0 0,1 0 1 0 0,-1 0-1 0 0,1 0 0 0 0,-1 0 0 0 0,1 0 0 0 0,-1 0 0 0 0,1 0 1 0 0,-1 0-1 0 0,1 0 0 0 0,-1 0 0 0 0,1 0 0 0 0,-1 0 0 0 0,1 0 0 0 0,-1-1 1 0 0,1 1-1 0 0,-1 0 0 0 0,1 0 0 0 0,-1 0 0 0 0,1-1 0 0 0,-1 1 1 0 0,1 0-1 0 0,0-1 0 0 0,19-14 26 0 0,4-11 0 0 0,0-1 0 0 0,-2-2 0 0 0,0 0 0 0 0,16-32 0 0 0,-30 48-17 0 0,-8 13-9 0 0,5-8 8 0 0,0 1 1 0 0,0-1 0 0 0,-1 0 0 0 0,0 0 0 0 0,-1 0 0 0 0,0-1 0 0 0,3-11 0 0 0,-7 20-8 0 0,0 1-1 0 0,-1-1 0 0 0,1 0 1 0 0,0 0-1 0 0,0 1 0 0 0,0-1 1 0 0,-1 0-1 0 0,1 1 0 0 0,0-1 1 0 0,0 1-1 0 0,0 0 0 0 0,0-1 1 0 0,0 1-1 0 0,0 0 0 0 0,0 0 1 0 0,-1 1-1 0 0,-6 9 5 0 0,1 0-1 0 0,0 1 1 0 0,1 0-1 0 0,0 0 1 0 0,1 1 0 0 0,0-1-1 0 0,1 1 1 0 0,1 0 0 0 0,0 0-1 0 0,0 1 1 0 0,2-1 0 0 0,-1 17-1 0 0,2-29-3 0 0,0 1-1 0 0,0 0 0 0 0,1 0 1 0 0,-1-1-1 0 0,0 1 1 0 0,1 0-1 0 0,-1-1 0 0 0,1 1 1 0 0,0 0-1 0 0,0-1 0 0 0,-1 1 1 0 0,1-1-1 0 0,0 1 1 0 0,0-1-1 0 0,1 0 0 0 0,-1 1 1 0 0,0-1-1 0 0,0 0 0 0 0,1 0 1 0 0,-1 0-1 0 0,0 0 1 0 0,1 0-1 0 0,-1 0 0 0 0,1 0 1 0 0,0 0-1 0 0,-1 0 1 0 0,3 0-1 0 0,2-2 4 0 0,0 0 0 0 0,0 0 0 0 0,0-1 0 0 0,0 0 0 0 0,-1 0 0 0 0,1 0 0 0 0,-1-1 0 0 0,1 0 0 0 0,-1 0 0 0 0,0 0 0 0 0,0-1 0 0 0,0 0-1 0 0,6-5 1 0 0,10-11 31 0 0,25-30-1 0 0,-45 48-32 0 0,24-27 26 0 0,-1-2 1 0 0,-2-1 0 0 0,-1 0 0 0 0,-2-2-1 0 0,-1 0 1 0 0,-2-1 0 0 0,-1-1 0 0 0,18-69 0 0 0,-30 93-8 0 0,-1 1 0 0 0,-1-1 0 0 0,0-13 0 0 0,-1 24-22 0 0,0 1 1 0 0,0 0 0 0 0,0 0 0 0 0,0-1 0 0 0,0 1 0 0 0,0 0 0 0 0,0 0 0 0 0,0 0 0 0 0,0-1 0 0 0,-1 1 0 0 0,1 0 0 0 0,0 0-1 0 0,0-1 1 0 0,0 1 0 0 0,0 0 0 0 0,0 0 0 0 0,0 0 0 0 0,-1 0 0 0 0,1-1 0 0 0,0 1 0 0 0,0 0 0 0 0,0 0 0 0 0,-1 0-1 0 0,1 0 1 0 0,0 0 0 0 0,0-1 0 0 0,0 1 0 0 0,-1 0 0 0 0,1 0 0 0 0,0 0 0 0 0,0 0 0 0 0,-1 0 0 0 0,1 0 0 0 0,0 0 0 0 0,0 0-1 0 0,-1 0 1 0 0,1 0 0 0 0,0 0 0 0 0,0 0 0 0 0,-1 0 0 0 0,1 0 0 0 0,0 0 0 0 0,0 0 0 0 0,0 0 0 0 0,-1 0 0 0 0,1 1-1 0 0,0-1 1 0 0,0 0 0 0 0,0 0 0 0 0,-1 0 0 0 0,1 0 0 0 0,0 1 0 0 0,-11 5 16 0 0,2 3-1 0 0,1 1 0 0 0,0-1-1 0 0,0 2 1 0 0,1-1 0 0 0,0 1 0 0 0,1 0 0 0 0,0 0 0 0 0,-5 18-1 0 0,0 2 21 0 0,1 0 1 0 0,-5 35-1 0 0,12-56-19 0 0,1 1 1 0 0,1-1-1 0 0,0 0 1 0 0,0 0-1 0 0,1 0 1 0 0,0 1 0 0 0,1-1-1 0 0,0 0 1 0 0,1 0-1 0 0,5 18 1 0 0,-7-26-13 0 0,1-1 0 0 0,0 0 0 0 0,0 0 0 0 0,-1 0 0 0 0,1 0 0 0 0,0 0 0 0 0,0 0 0 0 0,0 0 0 0 0,0 0 0 0 0,0 0 0 0 0,0 0 0 0 0,1 0 0 0 0,-1-1 0 0 0,0 1 0 0 0,0-1 0 0 0,1 1 0 0 0,-1 0 0 0 0,0-1 0 0 0,1 0 0 0 0,-1 1 0 0 0,0-1 0 0 0,1 0 1 0 0,-1 0-1 0 0,0 0 0 0 0,1 0 0 0 0,-1 0 0 0 0,1 0 0 0 0,-1 0 0 0 0,0 0 0 0 0,1-1 0 0 0,-1 1 0 0 0,0 0 0 0 0,1-1 0 0 0,0 0 0 0 0,6-4 28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13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16783 0 0,'16'8'123'0'0,"12"7"572"0"0,-12-5-93 0 0,8 8 386 0 0,-20-15-832 0 0,1 0-1 0 0,-1 0 1 0 0,1 0-1 0 0,0-1 0 0 0,0 0 1 0 0,0 0-1 0 0,0 0 0 0 0,0-1 1 0 0,0 1-1 0 0,0-1 0 0 0,1 0 1 0 0,-1-1-1 0 0,0 1 1 0 0,1-1-1 0 0,-1 0 0 0 0,6-1 1 0 0,12 1 92 0 0,-12 1-108 0 0,1-1-1 0 0,-1 0 0 0 0,1-1 1 0 0,11-3-1 0 0,7-3 50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13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13360 0 0,'16'4'39'0'0,"6"2"93"0"0,1-1 70 0 0,10 1 192 0 0,85 8 939 0 0,-87-12-1184 0 0,4 0 129 0 0,46 9 0 0 0,-62-7-163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1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776 183 5720 0 0,'1'-10'26'0'0,"0"-6"310"0"0,-2 15-288 0 0,1-1-1 0 0,-1 0 0 0 0,0 1 1 0 0,1-1-1 0 0,-1 1 1 0 0,0-1-1 0 0,0 1 0 0 0,0 0 1 0 0,0-1-1 0 0,0 1 1 0 0,-1 0-1 0 0,1 0 0 0 0,0 0 1 0 0,-3-2-1 0 0,-3-2 60 0 0,-1 0 0 0 0,1 0-1 0 0,-1 1 1 0 0,0 0 0 0 0,0 0 0 0 0,0 1-1 0 0,-1 0 1 0 0,1 1 0 0 0,-1 0 0 0 0,-11-2-1 0 0,13 3-83 0 0,1 1 0 0 0,-1-1 0 0 0,1 1 0 0 0,-1 0 0 0 0,0 1 0 0 0,1-1 0 0 0,-1 1 0 0 0,0 1 0 0 0,1-1 0 0 0,-1 1 0 0 0,1 0 0 0 0,0 1 0 0 0,0-1 0 0 0,-9 6 0 0 0,-18 14 61 0 0,-1 1-25 0 0,1 1-1 0 0,0 1 1 0 0,-32 35-1 0 0,63-58-57 0 0,-38 39 29 0 0,2 3 0 0 0,-38 55 0 0 0,3-6 26 0 0,56-73-11 0 0,0 1-1 0 0,1 0 0 0 0,-26 47 0 0 0,30-46 85 0 0,9-18-79 0 0,0 0-1 0 0,1 1 1 0 0,0-1 0 0 0,0 0-1 0 0,0 1 1 0 0,-1 4-1 0 0,3-7 18 0 0,2-1-10 0 0,-1-1 0 0 0,1 1-1 0 0,0-1 1 0 0,-1 0 0 0 0,1 0 0 0 0,0 0-1 0 0,-1 1 1 0 0,1-2 0 0 0,0 1 0 0 0,0 0 0 0 0,1-1-1 0 0,59-33 292 0 0,-51 26-286 0 0,1 1 0 0 0,0 1 0 0 0,1 0 0 0 0,-1 0 0 0 0,15-4 0 0 0,0 3 58 0 0,-18 3-37 0 0,1 1 0 0 0,1 1 0 0 0,-1 0 0 0 0,15-1 0 0 0,-24 3-38 0 0,0 1-25 0 0,-1 0 0 0 0,1 0 0 0 0,-1 0 0 0 0,1 0 0 0 0,-1 1 0 0 0,0-1-1 0 0,1 0 1 0 0,-1 1 0 0 0,0-1 0 0 0,0 0 0 0 0,0 0 0 0 0,0 1 0 0 0,0-1 0 0 0,0 0-1 0 0,0 1 1 0 0,-1-1 0 0 0,1 0 0 0 0,0 0 0 0 0,-1 1 0 0 0,1-1 0 0 0,-2 2 0 0 0,-12 25 176 0 0,-4 4-86 0 0,1 1 0 0 0,1 0 0 0 0,-18 62 0 0 0,-22 113 233 0 0,54-197-317 0 0,-22 96 270 0 0,-13 153 0 0 0,32-184-108 0 0,3 1 1 0 0,15 140-1 0 0,-12-206-153 0 0,1 1-1 0 0,1-1 1 0 0,0 1-1 0 0,0-1 1 0 0,1 0 0 0 0,1 0-1 0 0,-1 0 1 0 0,2-1-1 0 0,0 0 1 0 0,13 19-1 0 0,-13-23-2 0 0,0 1 0 0 0,0-2-1 0 0,0 1 1 0 0,1-1 0 0 0,0 1-1 0 0,0-2 1 0 0,0 1 0 0 0,0-1-1 0 0,1 0 1 0 0,0-1 0 0 0,0 0-1 0 0,0 0 1 0 0,0-1 0 0 0,0 0-1 0 0,15 2 1 0 0,-1-3 60 0 0,0-1 0 0 0,0-2 0 0 0,0 0 0 0 0,0-1 0 0 0,-1-1-1 0 0,29-9 1 0 0,8-1 105 0 0,-28 7-49 0 0,-25 5-124 0 0,0 0-1 0 0,0 1 0 0 0,0 0 1 0 0,0 0-1 0 0,0 0 0 0 0,0 0 1 0 0,1 1-1 0 0,-1 0 0 0 0,0 0 1 0 0,0 1-1 0 0,0-1 0 0 0,1 1 1 0 0,-1 0-1 0 0,0 1 0 0 0,0-1 1 0 0,9 5-1 0 0,-5-1 9 0 0,0 0-1 0 0,0 1 1 0 0,0 1-1 0 0,-1-1 1 0 0,0 1-1 0 0,0 1 1 0 0,-1-1-1 0 0,0 1 1 0 0,0 1-1 0 0,-1-1 1 0 0,0 1-1 0 0,9 19 0 0 0,98 137 331 0 0,-93-142-271 0 0,1 0 0 0 0,2-1 1 0 0,35 26-1 0 0,-52-44-78 0 0,-1 0 1 0 0,1-1-1 0 0,1 0 0 0 0,-1 0 0 0 0,0 0 1 0 0,1-1-1 0 0,-1 0 0 0 0,1 0 0 0 0,0-1 1 0 0,-1 0-1 0 0,13 1 0 0 0,0-2 42 0 0,1 0 1 0 0,34-5-1 0 0,4-2 40 0 0,-1-4-1 0 0,0-1 0 0 0,68-25 1 0 0,143-85 112 0 0,-92 38-36 0 0,-169 80-159 0 0,1 0 0 0 0,0 1-1 0 0,-1 0 1 0 0,1 0-1 0 0,0 1 1 0 0,1 0 0 0 0,-1 1-1 0 0,0 0 1 0 0,1 0-1 0 0,-1 0 1 0 0,0 1 0 0 0,1 0-1 0 0,-1 1 1 0 0,1 0 0 0 0,-1 0-1 0 0,14 5 1 0 0,-10-2-4 0 0,-4-2 5 0 0,1 1 0 0 0,-1 0 0 0 0,0 0 0 0 0,0 1 0 0 0,-1 0 0 0 0,11 7-1 0 0,-3 0 6 0 0,1 0 0 0 0,0 0 0 0 0,1-2 0 0 0,0 0 0 0 0,1-1 0 0 0,-1-1 0 0 0,1 0 0 0 0,1-2-1 0 0,-1 0 1 0 0,1-1 0 0 0,27 3 0 0 0,-41-7-15 0 0,0 0-1 0 0,0 0 1 0 0,-1-1-1 0 0,1 0 1 0 0,0 0 0 0 0,0 0-1 0 0,0 0 1 0 0,-1-1-1 0 0,1 1 1 0 0,-1-1 0 0 0,1-1-1 0 0,-1 1 1 0 0,0 0-1 0 0,0-1 1 0 0,0 0 0 0 0,0 0-1 0 0,5-5 1 0 0,3-5 4 0 0,1-1 1 0 0,-2-1-1 0 0,13-20 1 0 0,-1 1 10 0 0,-6 12-11 0 0,1 0 3 0 0,25-44 1 0 0,8-22 13 0 0,-27 49 0 0 0,-2 0 0 0 0,35-84 0 0 0,6-74 64 0 0,-57 155-45 0 0,-6 40-38 0 0,0 0 0 0 0,0 0 0 0 0,0 1 1 0 0,0-1-1 0 0,0 0 0 0 0,0 0 0 0 0,0 1 0 0 0,0-1 1 0 0,-1 0-1 0 0,1 0 0 0 0,-1 1 0 0 0,0-1 0 0 0,1 0 1 0 0,-1 1-1 0 0,0-1 0 0 0,0 1 0 0 0,0-1 0 0 0,0 1 1 0 0,0-1-1 0 0,0 1 0 0 0,-2-2 0 0 0,0 1 6 0 0,1 0-1 0 0,-1 0 0 0 0,1 0 1 0 0,-1 0-1 0 0,1-1 1 0 0,0 1-1 0 0,0-1 1 0 0,0 1-1 0 0,0-1 1 0 0,1 0-1 0 0,-1 0 1 0 0,1 0-1 0 0,-1 0 0 0 0,1 0 1 0 0,0 0-1 0 0,0-1 1 0 0,1 1-1 0 0,-1 0 1 0 0,1 0-1 0 0,-1-1 1 0 0,1-5-1 0 0,0-10 10 0 0,0 1 0 0 0,5-30 1 0 0,-4 41-9 0 0,4-29 17 0 0,-3-1 0 0 0,-1 1 1 0 0,-5-55-1 0 0,2 68-17 0 0,-2 0 1 0 0,-1 0-1 0 0,-1 1 1 0 0,-1-1-1 0 0,-1 1 0 0 0,-17-34 1 0 0,15 36-4 0 0,-1 1 0 0 0,0 0 1 0 0,-2 1-1 0 0,-26-29 0 0 0,-18-16 21 0 0,-45-42 14 0 0,41 43-17 0 0,-85-111 0 0 0,107 126 7 0 0,-2 2 0 0 0,-2 3-1 0 0,-71-55 1 0 0,90 80-10 0 0,-1 2 1 0 0,0 1-1 0 0,-42-17 0 0 0,29 14 31 0 0,16 7-31 0 0,-1 2-1 0 0,-1 1 1 0 0,1 0 0 0 0,-1 2-1 0 0,0 1 1 0 0,-1 1 0 0 0,1 1-1 0 0,-39 1 1 0 0,-16 6 79 0 0,-102 21-1 0 0,117-16-53 0 0,-11 5 16 0 0,0 2 0 0 0,-140 55 1 0 0,-69 27 96 0 0,1-1-75 0 0,251-85-84 0 0,-15 4 16 0 0,1 1-1 0 0,-78 46 1 0 0,80-38-5 0 0,-5 1 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4:5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5416 0 0,'5'1'23'0'0,"14"1"-6"0"0,-14-1 99 0 0,-4 12 1104 0 0,2-30-1023 0 0,5-17 0 0 0,17-3 20 0 0,-22 33-171 0 0,0 0-1 0 0,1 0 1 0 0,-2 0-1 0 0,1 0 0 0 0,0 0 1 0 0,-1 0-1 0 0,1-1 0 0 0,-1 1 1 0 0,-1-1-1 0 0,1 0 0 0 0,-1 0 1 0 0,2-8-1 0 0,-2 13-19 0 0,-1-1 1 0 0,0 1-1 0 0,0-1 0 0 0,1 1 1 0 0,-1-1-1 0 0,1 1 0 0 0,-1-1 1 0 0,0 1-1 0 0,1-1 0 0 0,-1 1 1 0 0,1 0-1 0 0,-1-1 0 0 0,1 1 1 0 0,-1 0-1 0 0,1-1 0 0 0,-1 1 1 0 0,1 0-1 0 0,-1 0 0 0 0,1-1 1 0 0,0 1-1 0 0,-1 0 0 0 0,1 0 0 0 0,-1 0 1 0 0,1 0-1 0 0,0 0 0 0 0,-1 0 1 0 0,1 0-1 0 0,-1 0 0 0 0,1 0 1 0 0,-1 0-1 0 0,2 0 0 0 0,29 3 151 0 0,-18-2-69 0 0,10-1 34 0 0,-13-1-69 0 0,0 1-1 0 0,0 0 0 0 0,0 0 0 0 0,0 1 1 0 0,1 0-1 0 0,-1 1 0 0 0,0 0 0 0 0,-1 0 1 0 0,1 1-1 0 0,18 8 0 0 0,-25-9-51 0 0,0-1 1 0 0,1 1-1 0 0,0-1 1 0 0,-1 0-1 0 0,1 0 1 0 0,0-1-1 0 0,0 1 0 0 0,0-1 1 0 0,-1 0-1 0 0,1 1 1 0 0,0-2-1 0 0,4 0 0 0 0,55-9 216 0 0,-20 2-115 0 0,-22 5-63 0 0,25-2 211 0 0,0 2-1 0 0,58 3 1 0 0,-31-3 270 0 0,-52 1-433 0 0,127-15 437 0 0,-47 7-211 0 0,-33 15 285 0 0,-65-4-520 0 0,-2-1-89 0 0,-1 0 1 0 0,1 0-1 0 0,-1 1 0 0 0,0-1 1 0 0,1 0-1 0 0,-1 0 0 0 0,1 1 1 0 0,-1-1-1 0 0,1 0 0 0 0,-1 0 0 0 0,1 0 1 0 0,-1 0-1 0 0,1 0 0 0 0,-1 0 1 0 0,1 0-1 0 0,-1 0 0 0 0,1 0 1 0 0,-1 0-1 0 0,1 0 0 0 0,-1 0 1 0 0,1 0-1 0 0,-1 0 0 0 0,0 0 0 0 0,1-1 1 0 0,-1 1-1 0 0,1 0 0 0 0,-1 0 1 0 0,1 0-1 0 0,-1-1 0 0 0,0 1 1 0 0,1 0-1 0 0,-1-1 0 0 0,1 1 0 0 0,-1 0 1 0 0,0-1-1 0 0,1 1 0 0 0,-1 0 1 0 0,0-1-1 0 0,0 1 0 0 0,1-1 1 0 0,-1 1-1 0 0,0-1 0 0 0,1 0 1 0 0,17 1 402 0 0,-3-5-328 0 0,-8 3 105 0 0,0 0 0 0 0,0 0 1 0 0,0 1-1 0 0,14-2 0 0 0,-19 3-91 0 0,25 16 487 0 0,12-4-219 0 0,-37-11-302 0 0,15 6 139 0 0,-8-3-57 0 0,-12-6 113 0 0,8 4-115 0 0,1-1-1 0 0,0 0 0 0 0,0 0 0 0 0,-1-1 0 0 0,1 1 1 0 0,0-1-1 0 0,6-1 0 0 0,2 0-74 0 0,-6 1-28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16 12056 0 0,'0'0'584'0'0,"-3"-1"-288"0"0,0 0-161 0 0,3 1-90 0 0,-1 0-1 0 0,1 0 0 0 0,-1 0 1 0 0,1 0-1 0 0,-1 0 0 0 0,1 0 1 0 0,-1-1-1 0 0,1 1 0 0 0,0 0 1 0 0,-1 0-1 0 0,1-1 0 0 0,-1 1 1 0 0,1 0-1 0 0,0 0 0 0 0,-1-1 1 0 0,1 1-1 0 0,0 0 0 0 0,-1-1 1 0 0,1 1-1 0 0,0 0 0 0 0,-1-1 1 0 0,1 1-1 0 0,0-1 0 0 0,0 1 1 0 0,0-1-1 0 0,-1 1 0 0 0,1 0 1 0 0,0-1-1 0 0,0 1 0 0 0,0-1 1 0 0,0 1-1 0 0,0-1 0 0 0,0 1 1 0 0,0-1-1 0 0,0 1 0 0 0,0-1 1 0 0,0 1-1 0 0,0-1 0 0 0,0 1 1 0 0,0-1-1 0 0,5 36 969 0 0,1 159-812 0 0,-1-79-231 0 0,2-24-186 0 0,-4-63-61 0 0,0 51 1 0 0,-4-60 66 0 0,2-14 128 0 0,-1 1 0 0 0,-1-1 1 0 0,1 0-1 0 0,-1 1 0 0 0,0-1 0 0 0,-2 6 0 0 0,3-8-31 0 0,7 6-877 0 0,112-4 445 0 0,25-1 197 0 0,-141-5 339 0 0,1 1 0 0 0,-1 0 0 0 0,1-1 0 0 0,-1 0 0 0 0,1 0 0 0 0,-1 0 0 0 0,0 0 0 0 0,1-1 1 0 0,-1 1-1 0 0,4-4 0 0 0,4-1-18 0 0,5-1-13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1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4 214 7024 0 0,'0'0'65'0'0,"-2"-4"-28"0"0,2 1-18 0 0,-1 0-1 0 0,1-1 0 0 0,-1 1 0 0 0,1 0 0 0 0,0-1 0 0 0,0 1 0 0 0,1 0 0 0 0,-1 0 0 0 0,1-1 0 0 0,-1 1 0 0 0,1 0 1 0 0,0 0-1 0 0,0 0 0 0 0,1 0 0 0 0,-1 0 0 0 0,1 0 0 0 0,-1 0 0 0 0,1 0 0 0 0,0 1 0 0 0,4-6 0 0 0,2-3 7 0 0,1 0-1 0 0,1 0 0 0 0,0 1 1 0 0,0 1-1 0 0,1-1 0 0 0,0 2 0 0 0,1-1 1 0 0,0 2-1 0 0,0-1 0 0 0,0 2 0 0 0,1 0 1 0 0,0 0-1 0 0,0 1 0 0 0,1 1 0 0 0,-1 0 1 0 0,1 1-1 0 0,0 0 0 0 0,0 1 0 0 0,15 0 1 0 0,12-1-7 0 0,1 1 0 0 0,0 2 1 0 0,-1 3-1 0 0,1 1 0 0 0,-1 1 0 0 0,58 17 1 0 0,-16 6 78 0 0,-82-27-68 0 0,19 5 221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6928 0 0,'0'0'89'0'0,"-2"4"7"0"0,-34 104 1088 0 0,32-89-1038 0 0,2 1 0 0 0,0 0-1 0 0,2 1 1 0 0,0-1 0 0 0,4 32-1 0 0,-1-16-79 0 0,13 317 417 0 0,-16-316-421 0 0,-1 1 0 0 0,-2-1 1 0 0,-9 40-1 0 0,9-59-31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3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1 558 6728 0 0,'9'-15'124'0'0,"0"1"-1"0"0,1 0 1 0 0,1 0 0 0 0,1 1 0 0 0,0 1-1 0 0,23-19 1 0 0,90-56 692 0 0,-18 15-416 0 0,-23 12-114 0 0,-54 41-213 0 0,-1-2 0 0 0,0-1 1 0 0,40-42-1 0 0,8-4-16 0 0,-64 55-55 0 0,3-5-2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6328 0 0,'0'0'0'0'0,"35"-27"0"0"0,-13 14 32 0 0,-2 0 8 0 0,-4-3-8 0 0,0-2 8 0 0,3 2-16 0 0,-3 3 0 0 0,-4 3 8 0 0,-2-4-8 0 0,1-2 40 0 0,2 3 0 0 0,-3 4 0 0 0,-2 3 8 0 0,2-2-32 0 0,8-4 48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4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5320 0 0,'0'0'127'0'0,"4"3"-88"0"0,4 6-2 0 0,1-1 0 0 0,-1-1 0 0 0,2 1 0 0 0,-1-2-1 0 0,1 1 1 0 0,0-1 0 0 0,1-1 0 0 0,-1 0-1 0 0,1 0 1 0 0,0-1 0 0 0,0 0 0 0 0,1-1-1 0 0,20 3 1 0 0,248 17 542 0 0,-156-17-414 0 0,-79-1-113 0 0,-16-2-9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5416 0 0,'-2'48'53'0'0,"3"30"8"0"0,0 1-23 0 0,-19 479 467 0 0,14-408-378 0 0,0-82-63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1 490 5016 0 0,'0'0'0'0'0,"12"-25"0"0"0,9-3 0 0 0,8-3 24 0 0,41-45 32 0 0,-25 37-32 0 0,1 3 0 0 0,2 0-8 0 0,0 0 0 0 0,1 1 8 0 0,77-48 160 0 0,-79 63-120 0 0,-3 3-32 0 0,-7 1 16 0 0,-11 5-8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1 665 5120 0 0,'46'-29'43'0'0,"-36"21"-27"0"0,-1 0-1 0 0,0-1 1 0 0,-1 0-1 0 0,9-12 0 0 0,-3 1 42 0 0,-1-2 0 0 0,-1 1 0 0 0,13-35 0 0 0,78-172 315 0 0,-45 118-170 0 0,-9 27 109 0 0,-47 79-289 0 0,1 1 0 0 0,-1-1 0 0 0,1 1 0 0 0,0 0 0 0 0,0 0 0 0 0,0 0 0 0 0,6-4 0 0 0,-7 6 0 0 0,-1 0-1 0 0,1 0 1 0 0,0 0 0 0 0,0 0 0 0 0,-1 0 0 0 0,1 0-1 0 0,0 0 1 0 0,0 0 0 0 0,0 1 0 0 0,0-1 0 0 0,0 1-1 0 0,0 0 1 0 0,0-1 0 0 0,0 1 0 0 0,0 0 0 0 0,0 0-1 0 0,2 0 1 0 0,-2 2-5 0 0,0 1 0 0 0,1-1 0 0 0,-2 0 0 0 0,1 0 0 0 0,0 1-1 0 0,0-1 1 0 0,-1 1 0 0 0,0 0 0 0 0,1-1 0 0 0,-1 1 0 0 0,0 0 0 0 0,1 5 0 0 0,-1-6 3 0 0,16 57 213 0 0,9 65 0 0 0,-17-82-172 0 0,0 4 25 0 0,0 3 48 0 0,2 0 1 0 0,2-1 0 0 0,20 48 0 0 0,-30-90-84 0 0,-1 1-1 0 0,0-1 1 0 0,0 1 0 0 0,1 13-1 0 0,-2-9 32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6928 0 0,'0'0'168'0'0,"4"-1"-79"0"0,51-4 63 0 0,208-31 1252 0 0,-245 31-1297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7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6824 0 0,'1'-15'69'0'0,"1"1"-1"0"0,1-1 1 0 0,0 1 0 0 0,7-17 0 0 0,-10 29 11 0 0,1 1-44 0 0,1 0 0 0 0,-1-1 0 0 0,0 1 0 0 0,0 0 0 0 0,0-1 0 0 0,1 1 0 0 0,-1 0 0 0 0,1 0 0 0 0,-1 0 0 0 0,1 0 0 0 0,-1 1 0 0 0,1-1 0 0 0,0 0 0 0 0,-1 1 0 0 0,4-2 0 0 0,0 9-9 0 0,0 0 0 0 0,0 0-1 0 0,-1 1 1 0 0,0-1 0 0 0,0 1 0 0 0,-1 0 0 0 0,0 0 0 0 0,0 0 0 0 0,-1 0 0 0 0,0 1 0 0 0,0-1 0 0 0,0 10 0 0 0,1 19 21 0 0,0 46 1 0 0,-3-74-35 0 0,-2 33 25 0 0,-1 0 0 0 0,-17 73 0 0 0,2-12 37 0 0,17-88 26 0 0,6-36-63 0 0,7-40 12 0 0,12-111 71 0 0,2 17 15 0 0,-17 115 99 0 0,-4 52-168 0 0,-4-1-42 0 0,1 1 0 0 0,-2-1 1 0 0,0 16-1 0 0,0 12 18 0 0,1-30-27 0 0,-1-6-6 0 0,-1 1 0 0 0,1-1 0 0 0,1 0 0 0 0,-1 1 0 0 0,0-1 0 0 0,1 0 0 0 0,0 0 0 0 0,-1 0-1 0 0,1 0 1 0 0,1 1 0 0 0,-1-1 0 0 0,0 0 0 0 0,1-1 0 0 0,-1 1 0 0 0,1 0 0 0 0,0 0 0 0 0,0-1-1 0 0,3 4 1 0 0,-4-5 33 0 0,13-8 51 0 0,91-166 182 0 0,-25 50 10 0 0,-65 106-218 0 0,-15 16-57 0 0,1 1 0 0 0,-1 0-1 0 0,1-1 1 0 0,-1 1 0 0 0,1 0-1 0 0,-1 0 1 0 0,1-1 0 0 0,0 1 0 0 0,-1 0-1 0 0,1 0 1 0 0,-1 0 0 0 0,1-1-1 0 0,0 1 1 0 0,-1 0 0 0 0,1 0 0 0 0,0 0-1 0 0,-1 0 1 0 0,1 0 0 0 0,-1 0 0 0 0,1 1-1 0 0,0-1 1 0 0,-1 0 0 0 0,1 0-1 0 0,-1 0 1 0 0,1 1 0 0 0,0-1 0 0 0,0 0-1 0 0,0 2-3 0 0,-1 0 1 0 0,1 0-1 0 0,-1-1 0 0 0,1 1 0 0 0,-1 0 0 0 0,1 0 0 0 0,-1-1 0 0 0,0 1 0 0 0,0 0 0 0 0,0 0 0 0 0,0 0 1 0 0,0-1-1 0 0,-1 3 0 0 0,1 3 13 0 0,0 44 86 0 0,-3 0 1 0 0,-9 56-1 0 0,4-49-45 0 0,0 18 43 0 0,-26 157 187 0 0,29-204-235 0 0,-5 17 60 0 0,9-43-72 0 0,16-154 464 0 0,-10 128-467 0 0,0-1 0 0 0,1 1 0 0 0,2 0 0 0 0,16-36 0 0 0,-6 18 44 0 0,-15 33-65 0 0,1 0 0 0 0,0 0 1 0 0,1 0-1 0 0,0 1 0 0 0,7-10 0 0 0,-11 16-14 0 0,0-1-1 0 0,0 1 1 0 0,0 0 0 0 0,1-1 0 0 0,-1 1-1 0 0,0 0 1 0 0,1 0 0 0 0,-1 0 0 0 0,0 0-1 0 0,1 0 1 0 0,-1 0 0 0 0,1 0 0 0 0,0 0-1 0 0,-1 0 1 0 0,1 1 0 0 0,0-1 0 0 0,-1 1-1 0 0,1-1 1 0 0,0 1 0 0 0,0 0 0 0 0,-1 0-1 0 0,1-1 1 0 0,0 1 0 0 0,0 0 0 0 0,0 1-1 0 0,-1-1 1 0 0,1 0 0 0 0,0 1 0 0 0,0-1-1 0 0,-1 0 1 0 0,4 2 0 0 0,0 3 8 0 0,1-1-1 0 0,-1 0 1 0 0,0 1 0 0 0,-1 0-1 0 0,1 0 1 0 0,-1 1 0 0 0,0-1-1 0 0,0 1 1 0 0,-1 0 0 0 0,0 0-1 0 0,0 0 1 0 0,3 9 0 0 0,-4-9-4 0 0,0 0 1 0 0,1-1 0 0 0,0 1-1 0 0,0 0 1 0 0,0-1-1 0 0,0 1 1 0 0,1-1 0 0 0,0 0-1 0 0,1-1 1 0 0,-1 1 0 0 0,1 0-1 0 0,-1-1 1 0 0,1 0 0 0 0,10 5-1 0 0,-1-2 37 0 0,-5-8-18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 8432 0 0,'-8'0'73'0'0,"-1"1"1"0"0,1 0 0 0 0,0 0 0 0 0,0 1-1 0 0,-1 0 1 0 0,1 1 0 0 0,1-1-1 0 0,-1 2 1 0 0,-13 6 0 0 0,-1 4 147 0 0,-36 29 0 0 0,39-29-24 0 0,-45 49 253 0 0,34-27-145 0 0,28-34-271 0 0,1 1 0 0 0,-1-1-1 0 0,1 1 1 0 0,0-1 0 0 0,-1 1-1 0 0,1 0 1 0 0,1-1 0 0 0,-1 1-1 0 0,0 0 1 0 0,1 0 0 0 0,-1 0-1 0 0,1 5 1 0 0,0-6-24 0 0,1-1 1 0 0,0 1-1 0 0,0-1 1 0 0,0 1-1 0 0,0 0 1 0 0,0-1-1 0 0,0 0 1 0 0,0 1-1 0 0,0-1 1 0 0,1 0-1 0 0,-1 1 0 0 0,0-1 1 0 0,1 0-1 0 0,-1 0 1 0 0,1 0-1 0 0,2 1 1 0 0,-1 0-9 0 0,19 10 22 0 0,0-1-1 0 0,1 0 1 0 0,36 10 0 0 0,-42-16-26 0 0,0 1 1 0 0,0 0-1 0 0,0 2 1 0 0,-1-1-1 0 0,0 2 1 0 0,-1 0-1 0 0,0 1 1 0 0,23 20-1 0 0,-35-27 2 0 0,0 0-1 0 0,0 1 0 0 0,0-1 0 0 0,-1 1 0 0 0,1 0 0 0 0,-1 0 1 0 0,0 0-1 0 0,0 0 0 0 0,0 0 0 0 0,-1 1 0 0 0,1-1 1 0 0,-1 0-1 0 0,1 7 0 0 0,-2-3 0 0 0,1-1 0 0 0,-1 1 1 0 0,-1-1-1 0 0,0 1 0 0 0,0-1 0 0 0,0 0 1 0 0,-4 12-1 0 0,-1-5-1 0 0,0-1 0 0 0,0 0 0 0 0,-1 0 0 0 0,-1-1 1 0 0,0 0-1 0 0,-1 0 0 0 0,0-1 0 0 0,-1 0 0 0 0,0-1 0 0 0,-1 0 0 0 0,-23 17 0 0 0,26-22 1 0 0,0 0 1 0 0,-1 0-1 0 0,0-1 0 0 0,1 0 0 0 0,-1-1 0 0 0,0 0 0 0 0,-1-1 0 0 0,1 1 0 0 0,0-2 1 0 0,-1 1-1 0 0,0-1 0 0 0,1-1 0 0 0,-16-1 0 0 0,18 1 1 0 0,1-1-1 0 0,-1 0 1 0 0,1-1-1 0 0,-1 1 1 0 0,1-1-1 0 0,0-1 1 0 0,0 1-1 0 0,0-1 1 0 0,0 0-1 0 0,0 0 1 0 0,0-1-1 0 0,1 0 1 0 0,0 0-1 0 0,0 0 1 0 0,0 0-1 0 0,0-1 1 0 0,1 0-1 0 0,-1 0 1 0 0,1 0-1 0 0,-6-11 1 0 0,6 9 0 0 0,1 1 0 0 0,0-1 0 0 0,1 0 0 0 0,-1 0 0 0 0,1-1 0 0 0,0 1 0 0 0,1 0 0 0 0,0-1 0 0 0,-1-11 0 0 0,2 4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0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0 364 7232 0 0,'0'0'160'0'0,"4"4"-78"0"0,-4-3-77 0 0,22 16 143 0 0,-21-17-133 0 0,0 1 0 0 0,0-1 0 0 0,0 0 0 0 0,0 1 0 0 0,0-1 0 0 0,1 0 0 0 0,-1 0 0 0 0,0 0 0 0 0,0 0 0 0 0,0 0 0 0 0,0 0 0 0 0,0 0 0 0 0,0 0 0 0 0,0 0 0 0 0,0-1 0 0 0,0 1 0 0 0,0 0 0 0 0,0-1 0 0 0,0 1 0 0 0,0-1 0 0 0,0 1 0 0 0,0-1 0 0 0,0 1 0 0 0,0-1 0 0 0,-1 0 0 0 0,2 0 0 0 0,21-17 275 0 0,6-7-111 0 0,-21 13-118 0 0,0-1-1 0 0,0 0 1 0 0,-2-1-1 0 0,0 1 1 0 0,0-1 0 0 0,-1 0-1 0 0,-1-1 1 0 0,6-28-1 0 0,-4 10 19 0 0,-4 27-69 0 0,-1 0 0 0 0,0 0 1 0 0,0 0-1 0 0,0 0 1 0 0,0 0-1 0 0,-1 0 0 0 0,0 0 1 0 0,-1 0-1 0 0,1 1 1 0 0,-1-1-1 0 0,0 0 0 0 0,-3-9 1 0 0,0 2 3 0 0,3 11-12 0 0,1 0 0 0 0,-1-1-1 0 0,0 1 1 0 0,0 0 0 0 0,0 0-1 0 0,0 0 1 0 0,-1 0-1 0 0,1 0 1 0 0,-1 0 0 0 0,1 0-1 0 0,-1 0 1 0 0,0 1-1 0 0,1-1 1 0 0,-1 0 0 0 0,0 1-1 0 0,0-1 1 0 0,0 1-1 0 0,-4-2 1 0 0,2 0 2 0 0,3 2-2 0 0,0 0-1 0 0,0 0 1 0 0,0 0-1 0 0,0 1 1 0 0,0-1-1 0 0,0 0 1 0 0,-1 0-1 0 0,1 1 1 0 0,0-1-1 0 0,-1 1 1 0 0,1-1-1 0 0,0 1 1 0 0,-1 0-1 0 0,1-1 1 0 0,-2 1-1 0 0,2 0-1 0 0,0 0 0 0 0,0 0 0 0 0,0 0 1 0 0,0 0-1 0 0,0 0 0 0 0,1 0 0 0 0,-1 0 0 0 0,0 1 0 0 0,0-1 0 0 0,0 0 0 0 0,0 1 0 0 0,1-1 1 0 0,-1 0-1 0 0,0 1 0 0 0,0-1 0 0 0,1 1 0 0 0,-1-1 0 0 0,0 1 0 0 0,1-1 0 0 0,-1 1 1 0 0,0 0-1 0 0,1-1 0 0 0,-1 1 0 0 0,1 0 0 0 0,-1-1 0 0 0,0 2 0 0 0,0-1 1 0 0,-3 4 0 0 0,-1 0 0 0 0,1 0 0 0 0,0 0 0 0 0,1 1 1 0 0,-1-1-1 0 0,1 1 0 0 0,0 0 0 0 0,0 0 0 0 0,1 0 0 0 0,-1 0 0 0 0,2 1 0 0 0,-3 8 0 0 0,0 11 7 0 0,-3 49-1 0 0,6-52-4 0 0,0-2 5 0 0,1 0 0 0 0,4 31 0 0 0,-3-43-4 0 0,0-1 0 0 0,1 0 0 0 0,0 0 1 0 0,0 0-1 0 0,1 0 0 0 0,0-1 0 0 0,1 1 0 0 0,-1-1 0 0 0,1 1 0 0 0,5 6 0 0 0,-8-13-2 0 0,1 0 0 0 0,-1 0-1 0 0,0 0 1 0 0,0 0-1 0 0,1 0 1 0 0,-1 0-1 0 0,1 0 1 0 0,-1-1 0 0 0,1 1-1 0 0,-1-1 1 0 0,1 1-1 0 0,-1-1 1 0 0,1 1-1 0 0,-1-1 1 0 0,1 0 0 0 0,0 1-1 0 0,-1-1 1 0 0,1 0-1 0 0,0 0 1 0 0,-1 0-1 0 0,1-1 1 0 0,-1 1 0 0 0,1 0-1 0 0,0-1 1 0 0,-1 1-1 0 0,1-1 1 0 0,-1 1-1 0 0,1-1 1 0 0,-1 0 0 0 0,1 1-1 0 0,-1-1 1 0 0,0 0-1 0 0,1 0 1 0 0,1-1-1 0 0,5-4 6 0 0,-1 0 0 0 0,1-1 0 0 0,-1 1 0 0 0,7-10 0 0 0,78-104 63 0 0,1-1 4 0 0,-76 101-55 0 0,-10 12-7 0 0,0-1-1 0 0,1 1 1 0 0,0 0 0 0 0,0 1 0 0 0,11-8 0 0 0,-18 14-9 0 0,-1 1 0 0 0,1-1 0 0 0,-1 1 0 0 0,1-1 0 0 0,0 1 0 0 0,-1-1 0 0 0,1 1-1 0 0,-1-1 1 0 0,1 1 0 0 0,0 0 0 0 0,-1-1 0 0 0,1 1 0 0 0,0 0 0 0 0,0 0 0 0 0,-1 0 0 0 0,1-1 0 0 0,0 1-1 0 0,-1 0 1 0 0,1 0 0 0 0,0 0 0 0 0,0 0 0 0 0,-1 0 0 0 0,1 0 0 0 0,0 1 0 0 0,0-1 0 0 0,-1 0-1 0 0,1 0 1 0 0,0 0 0 0 0,-1 1 0 0 0,1-1 0 0 0,0 0 0 0 0,-1 1 0 0 0,1-1 0 0 0,0 0 0 0 0,-1 1-1 0 0,1-1 1 0 0,-1 1 0 0 0,1-1 0 0 0,-1 1 0 0 0,1-1 0 0 0,-1 1 0 0 0,1 0 0 0 0,-1-1 0 0 0,1 1-1 0 0,-1 0 1 0 0,0-1 0 0 0,1 1 0 0 0,-1 0 0 0 0,0-1 0 0 0,0 1 0 0 0,0 0 0 0 0,1-1 0 0 0,-1 1-1 0 0,0 0 1 0 0,0 0 0 0 0,0-1 0 0 0,0 3 0 0 0,0 5 15 0 0,0 1 0 0 0,0-1 0 0 0,-3 16-1 0 0,2-17-5 0 0,-6 60 36 0 0,-19 123 225 0 0,22-163-89 0 0,5-26-59 0 0,2-5 8 0 0,14-43 280 0 0,-10 27-442 0 0,8-13 189 0 0,29-50 0 0 0,-37 72-90 0 0,1 0 1 0 0,0 0-1 0 0,1 1 0 0 0,1 0 0 0 0,-1 0 1 0 0,2 1-1 0 0,14-11 0 0 0,-24 19-56 0 0,0 1-1 0 0,0-1 0 0 0,0 1 0 0 0,0-1 1 0 0,0 1-1 0 0,1 0 0 0 0,-1-1 0 0 0,0 1 1 0 0,0 0-1 0 0,0 0 0 0 0,1 0 0 0 0,-1-1 1 0 0,0 2-1 0 0,0-1 0 0 0,1 0 0 0 0,-1 0 1 0 0,0 0-1 0 0,0 0 0 0 0,0 1 1 0 0,1-1-1 0 0,-1 0 0 0 0,0 1 0 0 0,0 0 1 0 0,0-1-1 0 0,0 1 0 0 0,0-1 0 0 0,0 1 1 0 0,0 0-1 0 0,0 0 0 0 0,0-1 0 0 0,0 1 1 0 0,0 0-1 0 0,-1 0 0 0 0,1 0 0 0 0,0 0 1 0 0,-1 0-1 0 0,1 0 0 0 0,0 0 0 0 0,-1 1 1 0 0,1-1-1 0 0,-1 0 0 0 0,1 1 0 0 0,2 4 20 0 0,-1 0 0 0 0,0 1 0 0 0,1-1-1 0 0,-2 0 1 0 0,1 1 0 0 0,-1-1 0 0 0,1 10-1 0 0,-1 212 575 0 0,5-198-498 0 0,-4-23-67 0 0,-2-5 6 0 0,7 2 33 0 0,-7-4-80 0 0,0 1 0 0 0,0-1 1 0 0,0 0-1 0 0,0 0 1 0 0,1 1-1 0 0,-1-1 0 0 0,0 0 1 0 0,0 0-1 0 0,0 0 1 0 0,0 1-1 0 0,1-1 0 0 0,-1 0 1 0 0,0 0-1 0 0,0 0 1 0 0,1 0-1 0 0,-1 1 0 0 0,0-1 1 0 0,0 0-1 0 0,1 0 1 0 0,-1 0-1 0 0,0 0 0 0 0,1 0 1 0 0,-1 0-1 0 0,0 0 1 0 0,0 0-1 0 0,1 0 0 0 0,-1 0 1 0 0,0 0-1 0 0,1 0 1 0 0,-1 0-1 0 0,0 0 0 0 0,0 0 1 0 0,1 0-1 0 0,-1 0 1 0 0,0 0-1 0 0,0 0 0 0 0,1 0 1 0 0,-1-1-1 0 0,0 1 1 0 0,0 0-1 0 0,1 0 0 0 0,-1 0 1 0 0,0 0-1 0 0,0-1 1 0 0,1 1-1 0 0,6-7 18 0 0,0 0 0 0 0,0-1 0 0 0,-1 1-1 0 0,1-1 1 0 0,-2-1 0 0 0,1 1 0 0 0,-1-1 0 0 0,-1 0 0 0 0,5-12 0 0 0,8-12 9 0 0,11-21 18 0 0,3 1-1 0 0,3 2 0 0 0,41-48 1 0 0,-75 98-45 0 0,0 1 0 0 0,0-1 1 0 0,1 0-1 0 0,-1 1 1 0 0,1-1-1 0 0,-1 1 1 0 0,0-1-1 0 0,1 1 0 0 0,-1-1 1 0 0,1 1-1 0 0,-1-1 1 0 0,1 1-1 0 0,-1 0 1 0 0,1-1-1 0 0,-1 1 1 0 0,1 0-1 0 0,0-1 0 0 0,-1 1 1 0 0,1 0-1 0 0,-1 0 1 0 0,1 0-1 0 0,0-1 1 0 0,-1 1-1 0 0,1 0 0 0 0,0 0 1 0 0,-1 0-1 0 0,1 0 1 0 0,0 0-1 0 0,-1 0 1 0 0,1 0-1 0 0,0 0 0 0 0,-1 0 1 0 0,1 1-1 0 0,0-1 1 0 0,-1 0-1 0 0,1 0 1 0 0,0 1-1 0 0,-1-1 1 0 0,1 0-1 0 0,-1 1 0 0 0,1-1 1 0 0,-1 0-1 0 0,1 1 1 0 0,-1-1-1 0 0,1 1 1 0 0,-1-1-1 0 0,1 1 0 0 0,-1-1 1 0 0,0 1-1 0 0,1-1 1 0 0,-1 1-1 0 0,0-1 1 0 0,1 1-1 0 0,-1 0 0 0 0,0-1 1 0 0,0 1-1 0 0,1 0 1 0 0,-1-1-1 0 0,0 2 1 0 0,10 47 31 0 0,-8-38-23 0 0,8 61 48 0 0,9 42 25 0 0,-16-99-60 0 0,1 0 0 0 0,1 0-1 0 0,1-1 1 0 0,0 1 0 0 0,11 17-1 0 0,-17-31-18 0 0,1 0-1 0 0,-1 0 1 0 0,1 0-1 0 0,0 0 0 0 0,-1 0 1 0 0,1 0-1 0 0,0 0 1 0 0,0 0-1 0 0,0 0 1 0 0,0 0-1 0 0,0 0 1 0 0,0-1-1 0 0,0 1 1 0 0,0 0-1 0 0,0-1 0 0 0,0 1 1 0 0,0-1-1 0 0,0 1 1 0 0,1-1-1 0 0,-1 0 1 0 0,0 1-1 0 0,0-1 1 0 0,0 0-1 0 0,1 0 1 0 0,-1 0-1 0 0,0 0 0 0 0,0 0 1 0 0,1 0-1 0 0,-1 0 1 0 0,0 0-1 0 0,0-1 1 0 0,0 1-1 0 0,1 0 1 0 0,-1-1-1 0 0,0 1 1 0 0,0-1-1 0 0,0 1 0 0 0,0-1 1 0 0,0 1-1 0 0,0-1 1 0 0,0 0-1 0 0,0 0 1 0 0,0 0-1 0 0,0 1 1 0 0,0-1-1 0 0,0 0 1 0 0,0 0-1 0 0,0-2 0 0 0,4-2 10 0 0,-1 0-1 0 0,0 0 0 0 0,-1 0 0 0 0,1-1 0 0 0,-1 0 0 0 0,0 0 1 0 0,0 0-1 0 0,3-11 0 0 0,2-14 24 0 0,-1 0-1 0 0,-1-1 1 0 0,-2 0 0 0 0,-1 0-1 0 0,-1 0 1 0 0,-2 0 0 0 0,-1 0-1 0 0,-11-61 1 0 0,11 90-28 0 0,1 0 0 0 0,-1 0 0 0 0,0 1 0 0 0,-1-1 0 0 0,1 0-1 0 0,0 0 1 0 0,-1 0 0 0 0,1 1 0 0 0,-1-1 0 0 0,0 1 0 0 0,0-1 0 0 0,0 1-1 0 0,0 0 1 0 0,-1 0 0 0 0,1 0 0 0 0,-4-2 0 0 0,5 3-5 0 0,1 1 1 0 0,-1 0 0 0 0,0-1-1 0 0,0 1 1 0 0,0 0-1 0 0,0-1 1 0 0,0 1-1 0 0,0 0 1 0 0,0 0-1 0 0,0 0 1 0 0,0 0-1 0 0,0 0 1 0 0,0 0 0 0 0,0 0-1 0 0,0 0 1 0 0,0 0-1 0 0,0 1 1 0 0,0-1-1 0 0,1 0 1 0 0,-3 1-1 0 0,2 0 3 0 0,-1 0-1 0 0,1 0 0 0 0,0 1 0 0 0,-1-1 1 0 0,1 0-1 0 0,0 1 0 0 0,-1-1 0 0 0,1 0 0 0 0,0 1 1 0 0,0 0-1 0 0,0-1 0 0 0,0 1 0 0 0,1 0 1 0 0,-2 1-1 0 0,-8 26 32 0 0,1-1 0 0 0,1 2 0 0 0,1-1 0 0 0,2 1 1 0 0,1-1-1 0 0,-1 47 0 0 0,5-66-21 0 0,0-1 0 0 0,0 0-1 0 0,1 1 1 0 0,0-1 0 0 0,0 1 0 0 0,1-1 0 0 0,0 0 0 0 0,5 11 0 0 0,-7-19-13 0 0,1 0 0 0 0,-1 0 0 0 0,1 0 0 0 0,-1 0 0 0 0,1-1 0 0 0,-1 1 0 0 0,1 0 1 0 0,0 0-1 0 0,-1-1 0 0 0,1 1 0 0 0,0 0 0 0 0,-1-1 0 0 0,1 1 0 0 0,0-1 1 0 0,0 1-1 0 0,0-1 0 0 0,-1 1 0 0 0,1-1 0 0 0,0 1 0 0 0,0-1 0 0 0,0 0 0 0 0,0 0 1 0 0,0 1-1 0 0,1-1 0 0 0,0 0 2 0 0,1 0-1 0 0,-1-1 1 0 0,0 1 0 0 0,0 0-1 0 0,0-1 1 0 0,1 1 0 0 0,-1-1-1 0 0,0 0 1 0 0,0 0 0 0 0,3-1-1 0 0,5-5 11 0 0,1 0-1 0 0,-1 0 1 0 0,10-10-1 0 0,-12 10-1 0 0,10-8 4 0 0,-11 9-9 0 0,0 0 1 0 0,0 0-1 0 0,1 1 1 0 0,-1 0-1 0 0,14-6 1 0 0,-15 8-2 0 0,1 1 0 0 0,0-1 0 0 0,0 1 0 0 0,1 1 0 0 0,-1-1 0 0 0,0 1 0 0 0,11 0 0 0 0,-15 1-5 0 0,-1 0-1 0 0,0 0 0 0 0,0 0 0 0 0,0 1 1 0 0,0-1-1 0 0,0 0 0 0 0,0 1 1 0 0,0 0-1 0 0,0-1 0 0 0,0 1 0 0 0,0 0 1 0 0,0 0-1 0 0,0 0 0 0 0,0 0 0 0 0,0 0 1 0 0,-1 1-1 0 0,1-1 0 0 0,-1 0 0 0 0,1 1 1 0 0,-1-1-1 0 0,1 1 0 0 0,-1 0 1 0 0,0-1-1 0 0,0 1 0 0 0,1 0 0 0 0,-1 0 1 0 0,-1 0-1 0 0,1 0 0 0 0,0 0 0 0 0,0 0 1 0 0,-1 0-1 0 0,1 4 0 0 0,2 9 5 0 0,0 1-1 0 0,-2-1 0 0 0,0 1 1 0 0,-2 28-1 0 0,-5 1 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11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87 7736 0 0,'18'0'100'0'0,"-5"0"49"0"0,-12 0-21 0 0,0-19 480 0 0,-2 18-248 0 0,-16-21 459 0 0,11 22-796 0 0,1 0 1 0 0,-1 1-1 0 0,1-1 1 0 0,0 1-1 0 0,-1 0 1 0 0,1 1 0 0 0,0-1-1 0 0,0 1 1 0 0,0 0-1 0 0,0 1 1 0 0,-5 2-1 0 0,6-3-11 0 0,-6 1 7 0 0,0 3-8 0 0,8-5-10 0 0,0 1 0 0 0,1-1 0 0 0,-1 1 1 0 0,1-1-1 0 0,0 1 0 0 0,-1 0 1 0 0,1 0-1 0 0,0-1 0 0 0,0 1 0 0 0,0 0 1 0 0,0 0-1 0 0,1 0 0 0 0,-1 0 0 0 0,0 0 1 0 0,1 0-1 0 0,0 1 0 0 0,-1-1 1 0 0,1 0-1 0 0,0 4 0 0 0,-1 4 4 0 0,-1 5 0 0 0,0 0 0 0 0,1-1-1 0 0,0 1 1 0 0,2 0 0 0 0,-1-1-1 0 0,2 1 1 0 0,0-1 0 0 0,1 1-1 0 0,0-1 1 0 0,1 0 0 0 0,6 16-1 0 0,19 17 25 0 0,-26-44-24 0 0,-1 1 1 0 0,1-1 0 0 0,0 0-1 0 0,0 0 1 0 0,0 0 0 0 0,0-1-1 0 0,0 1 1 0 0,0-1 0 0 0,1 1-1 0 0,5 1 1 0 0,-2-3 15 0 0,0 0-1 0 0,1-1 1 0 0,-1 0-1 0 0,0 0 1 0 0,1-1-1 0 0,-1 0 1 0 0,10-3-1 0 0,-4-2 38 0 0,0-1 0 0 0,-1 0 1 0 0,0 0-1 0 0,0-1 0 0 0,13-12 0 0 0,-10 8-18 0 0,-6 5 2 0 0,-2 1 0 0 0,1-1-1 0 0,-1-1 1 0 0,0 1-1 0 0,0-1 1 0 0,-1 0 0 0 0,0-1-1 0 0,0 1 1 0 0,-1-1 0 0 0,4-10-1 0 0,-6 12-9 0 0,-1 1 1 0 0,0-1-1 0 0,0 0 0 0 0,0 0 0 0 0,-1 0 1 0 0,0 0-1 0 0,-1 0 0 0 0,0 0 0 0 0,0 0 1 0 0,0-1-1 0 0,-1 1 0 0 0,1 0 0 0 0,-2 0 0 0 0,-2-10 1 0 0,2 11 2 0 0,-1 1 0 0 0,1-1 0 0 0,-1 0 0 0 0,0 1 0 0 0,-1-1 1 0 0,1 1-1 0 0,-1 0 0 0 0,0 0 0 0 0,0 0 0 0 0,-1 1 0 0 0,1 0 1 0 0,-1-1-1 0 0,0 2 0 0 0,0-1 0 0 0,0 0 0 0 0,-1 1 0 0 0,0 0 1 0 0,-9-4-1 0 0,1 3 23 0 0,-1-1-1 0 0,1 2 1 0 0,-1 0 0 0 0,0 0 0 0 0,0 1 0 0 0,-26 1 0 0 0,29 1-10 0 0,-1 0 1 0 0,1 1-1 0 0,0 1 1 0 0,-1 0-1 0 0,1 0 1 0 0,0 1-1 0 0,0 1 0 0 0,0 0 1 0 0,1 0-1 0 0,0 1 1 0 0,-20 12-1 0 0,13-4 10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12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8432 0 0,'0'0'721'0'0,"-3"4"-610"0"0,-1 1-47 0 0,1 0 1 0 0,-1 1 0 0 0,1-1 0 0 0,0 1-1 0 0,1 0 1 0 0,-1 0 0 0 0,1 0 0 0 0,1 0-1 0 0,-3 11 1 0 0,-6 68 316 0 0,7-51-311 0 0,-9 65 108 0 0,-11 165 35 0 0,23-253-217 0 0,0 1 0 0 0,-1-1 0 0 0,-1 0 0 0 0,0 0 0 0 0,0 1 0 0 0,-7 18 0 0 0,9-29-9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13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93 6424 0 0,'0'0'26'0'0,"10"11"98"0"0,0 4 54 0 0,1-1 0 0 0,22 23-1 0 0,-28-31-141 0 0,1-1-1 0 0,0 0 1 0 0,0 0-1 0 0,1-1 1 0 0,-1 0-1 0 0,1 0 1 0 0,0-1-1 0 0,0 1 1 0 0,10 2-1 0 0,27 10 66 0 0,-33-11-66 0 0,0-1 0 0 0,0 0 1 0 0,20 4-1 0 0,-26-8-22 0 0,0 0 0 0 0,0 0 0 0 0,-1-1 0 0 0,1 0 1 0 0,0 0-1 0 0,-1 0 0 0 0,1 0 0 0 0,-1 0 0 0 0,1-1 0 0 0,-1 0 0 0 0,5-3 1 0 0,0 1 20 0 0,-1-2 1 0 0,1 1-1 0 0,12-11 1 0 0,-19 14-22 0 0,0-1 0 0 0,1 1 0 0 0,-1 0 0 0 0,0-1 0 0 0,0 1 0 0 0,0-1 0 0 0,0 0 0 0 0,-1 1 0 0 0,1-1 0 0 0,-1 0 0 0 0,0 0 0 0 0,0 0 0 0 0,0 0 0 0 0,0 0 0 0 0,0 0 0 0 0,-1 0 0 0 0,1-1 0 0 0,-1 1 0 0 0,0 0 0 0 0,0 0 0 0 0,0 0 0 0 0,-1-5 0 0 0,-1-1 38 0 0,-1-1 0 0 0,0 1-1 0 0,0 0 1 0 0,-1 0 0 0 0,-9-15 0 0 0,11 19-17 0 0,-1 0 1 0 0,0 0-1 0 0,-1 0 1 0 0,1 0-1 0 0,-7-7 1 0 0,8 11-22 0 0,0-1-1 0 0,0 0 1 0 0,-1 1 0 0 0,1-1 0 0 0,0 1 0 0 0,-1 0 0 0 0,1 0 0 0 0,-1 0-1 0 0,1 0 1 0 0,-1 0 0 0 0,1 1 0 0 0,-1-1 0 0 0,0 1 0 0 0,-4-1 0 0 0,-77-5 263 0 0,-36-1 40 0 0,112 7-293 0 0,1 0 0 0 0,-1 1 0 0 0,1 0 0 0 0,-1 1 1 0 0,1 0-1 0 0,-1 0 0 0 0,1 1 0 0 0,-10 4 0 0 0,-2 3 47 0 0,2 1-1 0 0,-18 13 1 0 0,4-3-3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1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7328 0 0,'3'0'54'0'0,"-2"0"-49"0"0,-1 0 0 0 0,1 0-1 0 0,0 0 1 0 0,-1 0-1 0 0,1 0 1 0 0,-1 0-1 0 0,1 0 1 0 0,-1 0-1 0 0,1 0 1 0 0,-1 0 0 0 0,1 0-1 0 0,-1 0 1 0 0,1 1-1 0 0,-1-1 1 0 0,1 0-1 0 0,-1 0 1 0 0,1 1-1 0 0,-1-1 1 0 0,0 0-1 0 0,1 1 1 0 0,-1-1 0 0 0,1 0-1 0 0,-1 1 1 0 0,0-1-1 0 0,1 1 1 0 0,-1-1-1 0 0,0 1 1 0 0,0-1-1 0 0,1 0 1 0 0,-1 2 0 0 0,0 19 201 0 0,-1-3-86 0 0,1 49 145 0 0,1 81-6 0 0,0-30-157 0 0,3 40-37 0 0,-3-75-45 0 0,-1-65-9 0 0,-1-1-1 0 0,-5 31 1 0 0,-4 27 14 0 0,8-52-19 0 0,-7 135 50 0 0,8-151-54 0 0,1 1 1 0 0,-1-1-1 0 0,-1 1 1 0 0,-2 10-1 0 0,-5 28 20 0 0,-2 50 40 0 0,9-84-54 0 0,-5-1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1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61 120 6128 0 0,'0'0'1029'0'0,"-1"4"-925"0"0,0-1-76 0 0,0 1 0 0 0,0-1 0 0 0,0 1 0 0 0,-1-1 0 0 0,1 0 0 0 0,-1 0-1 0 0,0 1 1 0 0,0-1 0 0 0,-4 4 0 0 0,3-3-2 0 0,0 1 0 0 0,-1 0 0 0 0,1 0 1 0 0,1 0-1 0 0,-1 0 0 0 0,1 0 0 0 0,-2 6 0 0 0,-1 10 12 0 0,1 0 1 0 0,1 1-1 0 0,-1 31 0 0 0,5-47-30 0 0,3 5-6 0 0,2 0-2 0 0,1-2 0 0 0,9 1-2 0 0,-6-4-4 0 0,-9-6 5 0 0,1 1 0 0 0,-1 0 0 0 0,0 0 0 0 0,1 0 0 0 0,-1-1 0 0 0,1 1 1 0 0,-1-1-1 0 0,1 1 0 0 0,0-1 0 0 0,-1 0 0 0 0,1 0 0 0 0,-1 1 0 0 0,1-1 0 0 0,0 0 0 0 0,-1-1 0 0 0,1 1 1 0 0,-1 0-1 0 0,1 0 0 0 0,0-1 0 0 0,-1 1 0 0 0,1 0 0 0 0,-1-1 0 0 0,2-1 0 0 0,11-1-3 0 0,-7 2-2 0 0,0 1-1 0 0,0-1 0 0 0,1-1 0 0 0,8-3 0 0 0,-11 4 2 0 0,0-1 1 0 0,0 1-1 0 0,1 0 1 0 0,-1 0-1 0 0,0 0 1 0 0,1 1-1 0 0,-1-1 1 0 0,0 1-1 0 0,11 2 0 0 0,-5 4-9 0 0,-10-6 14 0 0,-1 1-1 0 0,0-1 1 0 0,1 0-1 0 0,-1 0 0 0 0,1 1 1 0 0,-1-1-1 0 0,1 0 1 0 0,-1 0-1 0 0,1 1 1 0 0,-1-1-1 0 0,1 0 1 0 0,0 0-1 0 0,-1 0 0 0 0,1 0 1 0 0,-1 0-1 0 0,1 0 1 0 0,-1 0-1 0 0,1 0 1 0 0,-1 0-1 0 0,1 0 0 0 0,0 0 1 0 0,-1 0-1 0 0,1 0 1 0 0,-1-1-1 0 0,1 1 1 0 0,0 0-1 0 0,7-3 0 0 0,1 2 1 0 0,-7 0 2 0 0,0 0-1 0 0,-1 0 1 0 0,1 0 0 0 0,0 0 0 0 0,0-1 0 0 0,0 1 0 0 0,-1-1-1 0 0,1 1 1 0 0,-1-1 0 0 0,1 1 0 0 0,-1-1 0 0 0,1 0 0 0 0,-1 0-1 0 0,0 1 1 0 0,0-1 0 0 0,0 0 0 0 0,0 0 0 0 0,0 0 0 0 0,-1 0-1 0 0,2-3 1 0 0,-1 1 2 0 0,4-4 2 0 0,-3 3 11 0 0,1 0 1 0 0,-1 0-1 0 0,0 0 1 0 0,0 0-1 0 0,0 0 1 0 0,0 0-1 0 0,0-8 1 0 0,2-7 71 0 0,-4 18-79 0 0,1 0 0 0 0,-1 0 0 0 0,1 0 0 0 0,-1 0 0 0 0,0 0 0 0 0,0 0 0 0 0,1 0 0 0 0,-1-1 0 0 0,-1 1 1 0 0,1 0-1 0 0,0 0 0 0 0,-2-4 0 0 0,-46-150 388 0 0,47 152-383 0 0,0 1-1 0 0,0 0 0 0 0,-1 0 0 0 0,1 0 0 0 0,-1 0 0 0 0,1 0 0 0 0,-1 0 1 0 0,0 0-1 0 0,0 0 0 0 0,0 1 0 0 0,-1-1 0 0 0,1 1 0 0 0,0 0 0 0 0,-1-1 1 0 0,0 1-1 0 0,1 0 0 0 0,-1 0 0 0 0,0 1 0 0 0,0-1 0 0 0,0 1 0 0 0,0-1 0 0 0,-1 1 1 0 0,1 0-1 0 0,0 0 0 0 0,0 1 0 0 0,-1-1 0 0 0,1 0 0 0 0,-1 1 0 0 0,1 0 1 0 0,0 0-1 0 0,-1 0 0 0 0,1 0 0 0 0,-1 1 0 0 0,1-1 0 0 0,0 1 0 0 0,-1 0 1 0 0,-2 1-1 0 0,-7 3 38 0 0,1 0 0 0 0,0 0 0 0 0,0 1 0 0 0,-16 11 0 0 0,25-14-33 0 0,0-2 0 0 0,0 1 0 0 0,-1 0 0 0 0,0-1 0 0 0,1 1 0 0 0,-8 1 0 0 0,6-2 5 0 0,-5 2 31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16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6824 0 0,'0'0'630'0'0,"3"3"-531"0"0,0 4-38 0 0,0 0 0 0 0,0 0 0 0 0,0 0 0 0 0,-1 0 0 0 0,0 0 0 0 0,0 1 0 0 0,-1-1 0 0 0,1 15 0 0 0,-4 71 146 0 0,0-39-111 0 0,-14 126-13 0 0,0 22-19 0 0,13-127-64 0 0,0-42-16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1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45 227 5016 0 0,'17'2'-1'0'0,"8"1"29"0"0,21 2 77 0 0,-40-6-70 0 0,-1 0-1 0 0,1 0 1 0 0,0 0 0 0 0,-1-1 0 0 0,1 0-1 0 0,-1 0 1 0 0,10-6 0 0 0,-11 6-20 0 0,3-1 24 0 0,12-6 65 0 0,-2 0 1 0 0,18-12-1 0 0,16-31-11 0 0,-48 46-91 0 0,-9 9-1 0 0,-1-2 6 0 0,1-1 1 0 0,4 0 0 0 0,-4 0 0 0 0,5 0-2 0 0,0-1 0 0 0,0 0-1 0 0,0 1 1 0 0,0-1 0 0 0,0 0 0 0 0,0 1 0 0 0,0-1 0 0 0,1 0 0 0 0,-1 0 0 0 0,0 0 0 0 0,0 1-1 0 0,1-1 1 0 0,-1 0 0 0 0,1 0 0 0 0,-1 0 0 0 0,1 0 0 0 0,-1 0 0 0 0,1-1 0 0 0,-1 1 0 0 0,1 0 0 0 0,0 0-1 0 0,0 0 1 0 0,0 0 0 0 0,-1 0 0 0 0,1 0 0 0 0,0-1 0 0 0,1 0 0 0 0,-8-19 43 0 0,-4 4-26 0 0,8 13-8 0 0,0-1 0 0 0,0 1 1 0 0,0-1-1 0 0,0 1 0 0 0,-1 0 0 0 0,0 0 1 0 0,0 0-1 0 0,-8-5 0 0 0,11 8 27 0 0,-21-11 26 0 0,14 13-43 0 0,1 0 1 0 0,0 1 0 0 0,0 0 0 0 0,0 0-1 0 0,0 0 1 0 0,1 1 0 0 0,-1 0-1 0 0,1 0 1 0 0,-11 7 0 0 0,2-2 34 0 0,9-4-37 0 0,0 0 0 0 0,0 0 0 0 0,0 1 0 0 0,1 0 0 0 0,-1 0-1 0 0,1 1 1 0 0,0 0 0 0 0,1-1 0 0 0,-7 12 0 0 0,4-7 13 0 0,2 0-1 0 0,-1 1 1 0 0,1 0 0 0 0,1 0-1 0 0,-4 13 1 0 0,4 17 86 0 0,-3-30-80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18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6632 0 0,'0'0'93'0'0,"2"4"40"0"0,2 4-51 0 0,-1 1 0 0 0,-1-1 0 0 0,1 1 0 0 0,-1 0 0 0 0,-1-1 0 0 0,2 19 0 0 0,5 28 310 0 0,-4-32-293 0 0,-2 1 0 0 0,0 0 0 0 0,-3 30 0 0 0,1-29-22 0 0,0 53 73 0 0,-5 143 117 0 0,3-120-172 0 0,-1-76-64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2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20 609 6328 0 0,'0'0'158'0'0,"-3"-4"-90"0"0,-11-10-28 0 0,11 11 40 0 0,4-28 559 0 0,13-191 21 0 0,-3 90-585 0 0,5 8-26 0 0,-5 48-12 0 0,-11 74 67 0 0,18 116 68 0 0,-17-108-163 0 0,27 136 229 0 0,-26-137-206 0 0,-1 0 1 0 0,1 1-1 0 0,0-1 0 0 0,1 0 0 0 0,-1 0 1 0 0,1-1-1 0 0,0 1 0 0 0,0 0 0 0 0,7 6 0 0 0,-9-10-21 0 0,-1 0 0 0 0,1 0 0 0 0,0-1 0 0 0,0 1 0 0 0,0-1 0 0 0,0 1 0 0 0,0 0 0 0 0,0-1 0 0 0,0 0 0 0 0,0 1 0 0 0,0-1 0 0 0,0 0 0 0 0,0 1 0 0 0,0-1 0 0 0,0 0 0 0 0,0 0 0 0 0,1 0 0 0 0,-1 0 0 0 0,0 0 0 0 0,1 0 0 0 0,0-1 1 0 0,-1 1-1 0 0,1-1 1 0 0,-1 0 0 0 0,1 0-1 0 0,-1 0 1 0 0,1 0 0 0 0,-1 0-1 0 0,1 0 1 0 0,-1 0-1 0 0,0 0 1 0 0,0-1 0 0 0,0 1-1 0 0,1 0 1 0 0,-1-1-1 0 0,-1 1 1 0 0,3-4 0 0 0,-1 1 17 0 0,-1 0 0 0 0,1 0 0 0 0,-1 0 0 0 0,0-1 0 0 0,0 1 0 0 0,0 0 1 0 0,0-6-1 0 0,3-13 32 0 0,21-39 142 0 0,-17 45-43 0 0,10-34 0 0 0,-17 49-139 0 0,-1 0 0 0 0,1 1 1 0 0,-1-1-1 0 0,0 0 0 0 0,1 1 0 0 0,-1-1 1 0 0,0 0-1 0 0,0 0 0 0 0,-1 1 0 0 0,1-1 0 0 0,0 0 1 0 0,0 0-1 0 0,-1 1 0 0 0,1-1 0 0 0,-1 0 1 0 0,0 1-1 0 0,1-1 0 0 0,-1 1 0 0 0,0-1 0 0 0,0 1 1 0 0,0-1-1 0 0,0 1 0 0 0,-2-3 0 0 0,1 3 115 0 0,-4 5 50 0 0,5-4-176 0 0,1 0 0 0 0,-1 0 1 0 0,0 0-1 0 0,1 0 0 0 0,-1 0 0 0 0,1 1 0 0 0,-1-1 0 0 0,0 0 1 0 0,1 0-1 0 0,-1 1 0 0 0,1-1 0 0 0,-1 1 0 0 0,1-1 0 0 0,-1 0 1 0 0,1 1-1 0 0,0-1 0 0 0,-1 1 0 0 0,1-1 0 0 0,-1 1 0 0 0,1-1 1 0 0,0 1-1 0 0,-1-1 0 0 0,1 1 0 0 0,0 0 0 0 0,-8 21 106 0 0,2 0 0 0 0,1 1 0 0 0,1-1 0 0 0,0 1 0 0 0,0 33 0 0 0,1-10 76 0 0,2-32-109 0 0,1 0 1 0 0,1 0-1 0 0,0 0 0 0 0,7 27 0 0 0,-8-41-80 0 0,0 2 14 0 0,0-1 0 0 0,1 1-1 0 0,-1-1 1 0 0,0 1 0 0 0,1-1 0 0 0,-1 1-1 0 0,0-1 1 0 0,1 0 0 0 0,0 1 0 0 0,-1-1 0 0 0,1 1-1 0 0,0-1 1 0 0,0 0 0 0 0,0 0 0 0 0,0 0-1 0 0,0 1 1 0 0,0-1 0 0 0,0 0 0 0 0,0 0 0 0 0,0 0-1 0 0,1-1 1 0 0,-1 1 0 0 0,0 0 0 0 0,1 0-1 0 0,-1-1 1 0 0,3 2 0 0 0,-1-2 3 0 0,-1 0-1 0 0,1 0 1 0 0,-1 0-1 0 0,1-1 1 0 0,0 1-1 0 0,-1-1 1 0 0,1 1-1 0 0,-1-1 1 0 0,1 0-1 0 0,-1 0 1 0 0,1 0-1 0 0,-1 0 1 0 0,4-3-1 0 0,5-3 52 0 0,-1-1 0 0 0,0 0 0 0 0,0-1 0 0 0,12-14 0 0 0,4-11 82 0 0,-2-1 0 0 0,-1-1 0 0 0,-2-1 0 0 0,26-61 1 0 0,-41 73 64 0 0,-8 20-5 0 0,-5 17-76 0 0,-68 146 215 0 0,14-24-88 0 0,61-131-257 0 0,-1-1 0 0 0,0 0 1 0 0,0 0-1 0 0,1 1 1 0 0,-1-1-1 0 0,1 0 1 0 0,0 1-1 0 0,-1-1 0 0 0,1 1 1 0 0,0-1-1 0 0,1 0 1 0 0,-1 1-1 0 0,1 2 1 0 0,0 8 81 0 0,-1-13-87 0 0,0 0 0 0 0,0 0 0 0 0,0 1 0 0 0,0-1 0 0 0,1 0 0 0 0,-1 0 0 0 0,0 0 0 0 0,0 1 0 0 0,0-1 0 0 0,0 0 1 0 0,0 0-1 0 0,0 0 0 0 0,1 0 0 0 0,-1 0 0 0 0,0 0 0 0 0,0 1 0 0 0,0-1 0 0 0,1 0 0 0 0,-1 0 0 0 0,0 0 0 0 0,0 0 0 0 0,0 0 0 0 0,1 0 0 0 0,-1 0 0 0 0,0 0 0 0 0,0 0 0 0 0,0 0 1 0 0,1 0-1 0 0,-1 0 0 0 0,0 0 0 0 0,0 0 0 0 0,0 0 0 0 0,1 0 0 0 0,-1 0 0 0 0,0 0 0 0 0,0 0 0 0 0,0 0 0 0 0,1 0 0 0 0,-1 0 0 0 0,0 0 0 0 0,0-1 0 0 0,0 1 0 0 0,0 0 0 0 0,1 0 1 0 0,-1 0-1 0 0,0 0 0 0 0,0 0 0 0 0,0 0 0 0 0,0-1 0 0 0,1 1 0 0 0,-1 0 0 0 0,0 0 0 0 0,0 0 0 0 0,0-1 0 0 0,0 1 0 0 0,0 0 0 0 0,11-9 22 0 0,28-35 48 0 0,57-59 142 0 0,-85 93-192 0 0,-6 4 2 0 0,1 1 1 0 0,0-1-1 0 0,0 1 1 0 0,0 0-1 0 0,0 0 0 0 0,1 1 1 0 0,0 0-1 0 0,0 0 1 0 0,10-3-1 0 0,-16 7-17 0 0,0 0-1 0 0,0 0 0 0 0,0 0 1 0 0,0 0-1 0 0,0 1 1 0 0,0-1-1 0 0,0 0 0 0 0,-1 1 1 0 0,1-1-1 0 0,0 0 1 0 0,0 1-1 0 0,0-1 0 0 0,0 1 1 0 0,-1 0-1 0 0,1-1 1 0 0,0 1-1 0 0,0 0 0 0 0,-1-1 1 0 0,1 1-1 0 0,-1 0 1 0 0,1 0-1 0 0,0-1 1 0 0,-1 1-1 0 0,0 0 0 0 0,1 0 1 0 0,-1 0-1 0 0,1 0 1 0 0,-1 0-1 0 0,0 0 0 0 0,0 0 1 0 0,1 0-1 0 0,-1 0 1 0 0,0 0-1 0 0,0-1 0 0 0,0 3 1 0 0,1 31 94 0 0,-10 28-13 0 0,-2-2 0 0 0,-3 0-1 0 0,-3 0 1 0 0,-2-2 0 0 0,-51 106 0 0 0,50-128-43 0 0,-1-1 0 0 0,-2-1 0 0 0,-34 39 0 0 0,52-67-38 0 0,0 0 1 0 0,0 0-1 0 0,0-1 1 0 0,-1 0 0 0 0,0 0-1 0 0,0 0 1 0 0,0-1-1 0 0,0 0 1 0 0,-1 0-1 0 0,0-1 1 0 0,1 0-1 0 0,-2 0 1 0 0,1 0 0 0 0,0-1-1 0 0,0 0 1 0 0,-1 0-1 0 0,-11 0 1 0 0,18-2-7 0 0,1 0 1 0 0,-1 0-1 0 0,0 0 1 0 0,0 0-1 0 0,1 0 1 0 0,-1 0-1 0 0,0 0 1 0 0,1-1-1 0 0,-1 1 1 0 0,0 0-1 0 0,1 0 1 0 0,-1-1-1 0 0,0 1 1 0 0,1 0-1 0 0,-1-1 1 0 0,1 1-1 0 0,-1-1 1 0 0,1 1-1 0 0,-1-1 1 0 0,1 1-1 0 0,-1-1 1 0 0,1 1-1 0 0,-1-1 1 0 0,1 0-1 0 0,0 1 1 0 0,-1-2 0 0 0,-2-21 21 0 0,13-25 7 0 0,-10 46-27 0 0,12-38 16 0 0,1 2-1 0 0,22-46 0 0 0,-26 66-14 0 0,0 2-1 0 0,1-1 1 0 0,1 1-1 0 0,0 1 1 0 0,1 0 0 0 0,27-25-1 0 0,-4 10 2 0 0,63-41-1 0 0,8-3-10 0 0,-102 71 5 0 0,1 0 0 0 0,-1 0 1 0 0,0 0-1 0 0,0-1 0 0 0,0 1 1 0 0,0-1-1 0 0,-1 0 0 0 0,0-1 0 0 0,1 1 1 0 0,-1 0-1 0 0,-1-1 0 0 0,1 0 1 0 0,-1 0-1 0 0,4-9 0 0 0,-6 13-2 0 0,1-1 0 0 0,-1 1-1 0 0,0-1 1 0 0,1 1 0 0 0,-1-1 0 0 0,0 1 0 0 0,0-1-1 0 0,0 1 1 0 0,0-1 0 0 0,0 0 0 0 0,0 1 0 0 0,-1-1-1 0 0,1 1 1 0 0,-1-1 0 0 0,1 1 0 0 0,-2-3-1 0 0,2 2-4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2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3 9648 0 0,'-4'-1'105'0'0,"0"0"-62"0"0,0 1 0 0 0,1 0 1 0 0,-1 0-1 0 0,0 0 0 0 0,0 0 0 0 0,0 0 0 0 0,0 1 1 0 0,0 0-1 0 0,0 0 0 0 0,1 0 0 0 0,-1 0 0 0 0,0 0 1 0 0,1 1-1 0 0,-1 0 0 0 0,1 0 0 0 0,-1 0 0 0 0,1 0 1 0 0,0 0-1 0 0,0 1 0 0 0,0-1 0 0 0,-5 6 0 0 0,-8 9 126 0 0,0 0 0 0 0,-19 28-1 0 0,29-37-177 0 0,-9 12 102 0 0,2 1 1 0 0,0 1 0 0 0,1 0 0 0 0,1 0-1 0 0,2 1 1 0 0,-14 47 0 0 0,22-67-87 0 0,0 1 0 0 0,0 0 0 0 0,1 0 0 0 0,0 0 0 0 0,0-1 0 0 0,0 1 1 0 0,0 0-1 0 0,0 0 0 0 0,1 0 0 0 0,-1 0 0 0 0,1-1 0 0 0,0 1 0 0 0,1 0 0 0 0,-1-1 1 0 0,0 1-1 0 0,1-1 0 0 0,0 1 0 0 0,0-1 0 0 0,0 0 0 0 0,0 0 0 0 0,1 1 0 0 0,-1-2 1 0 0,1 1-1 0 0,-1 0 0 0 0,7 4 0 0 0,2-2 0 0 0,0 0 0 0 0,0-1 0 0 0,0 0 0 0 0,1-1 0 0 0,19 4 0 0 0,-19-5-8 0 0,0 0 0 0 0,-1 1 1 0 0,1 0-1 0 0,-1 1 0 0 0,15 8 0 0 0,-10-4-5 0 0,-8-4 5 0 0,0 0 0 0 0,0 0 0 0 0,-1 1 0 0 0,0 0 0 0 0,8 7 0 0 0,-14-11 0 0 0,1 1 0 0 0,-1-1 0 0 0,0 0 0 0 0,0 1-1 0 0,0-1 1 0 0,0 1 0 0 0,0-1 0 0 0,0 1 0 0 0,-1 0 0 0 0,1-1-1 0 0,0 1 1 0 0,-1 0 0 0 0,1-1 0 0 0,-1 1 0 0 0,0 0 0 0 0,1 0 0 0 0,-1 0-1 0 0,0-1 1 0 0,0 1 0 0 0,0 0 0 0 0,0 0 0 0 0,-1 0 0 0 0,1-1-1 0 0,0 1 1 0 0,-1 0 0 0 0,1 0 0 0 0,-1-1 0 0 0,0 1 0 0 0,1 0-1 0 0,-3 2 1 0 0,-4 8-2 0 0,-1-1 0 0 0,-1 0-1 0 0,1-1 1 0 0,-1 0 0 0 0,-1 0-1 0 0,0-1 1 0 0,-1 0 0 0 0,1 0 0 0 0,-2-2-1 0 0,-23 14 1 0 0,20-13-1 0 0,-1-1-1 0 0,-1-1 1 0 0,1 0 0 0 0,-1-1 0 0 0,0 0-1 0 0,-1-2 1 0 0,-32 3 0 0 0,46-6 4 0 0,1 0 0 0 0,0 0 0 0 0,-1-1 0 0 0,1 0 0 0 0,-1 1 0 0 0,1-1 0 0 0,0-1 0 0 0,0 1 0 0 0,-6-3 0 0 0,0 0 0 0 0,-1-3 0 0 0,0-6 0 0 0,5-1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22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7632 0 0,'4'-1'130'0'0,"6"3"104"0"0,-20 6 160 0 0,-14 13 0 0 0,12 0-288 0 0,1 1 1 0 0,1 0 0 0 0,1 1 0 0 0,1 0-1 0 0,-8 39 1 0 0,13-49-62 0 0,-5 23 30 0 0,2 1 0 0 0,2-1 0 0 0,2 1 0 0 0,0 0-1 0 0,7 61 1 0 0,-4-85-56 0 0,1 0 0 0 0,0 0 0 0 0,1-1 0 0 0,0 1 0 0 0,8 19 0 0 0,-10-30-16 0 0,0 0 0 0 0,1 1 0 0 0,-1-1 0 0 0,1 0 0 0 0,-1 0 0 0 0,1 0-1 0 0,0-1 1 0 0,0 1 0 0 0,0 0 0 0 0,0-1 0 0 0,0 1 0 0 0,1-1 0 0 0,-1 1 0 0 0,0-1 0 0 0,4 1 0 0 0,-3 0 2 0 0,0-2-4 0 0,-1 1 0 0 0,1 0 1 0 0,0-1-1 0 0,-1 0 0 0 0,1 0 0 0 0,0 0 1 0 0,-1 0-1 0 0,1 0 0 0 0,-1 0 1 0 0,1-1-1 0 0,0 1 0 0 0,-1-1 1 0 0,1 0-1 0 0,-1 0 0 0 0,1 0 0 0 0,-1 0 1 0 0,1 0-1 0 0,-1 0 0 0 0,0-1 1 0 0,0 1-1 0 0,1-1 0 0 0,2-3 0 0 0,7-2 4 0 0,-1 0-3 0 0,-1 0 0 0 0,0-1 0 0 0,-1 1-1 0 0,0-2 1 0 0,0 1 0 0 0,0-2 0 0 0,-1 1-1 0 0,-1-1 1 0 0,0 0 0 0 0,0 0 0 0 0,-1-1-1 0 0,8-18 1 0 0,-7 12 0 0 0,-1-1 0 0 0,0 0 0 0 0,-1 0-1 0 0,-2-1 1 0 0,1 1 0 0 0,-2-1 0 0 0,-1 0 0 0 0,0 0 0 0 0,-4-34 0 0 0,-25-88 15 0 0,26 135-15 0 0,0 1 0 0 0,-1-1-1 0 0,1 0 1 0 0,-1 1 0 0 0,0-1 0 0 0,-1 1 0 0 0,1 0-1 0 0,-1 0 1 0 0,-8-8 0 0 0,10 11 0 0 0,0 0-1 0 0,-1 0 1 0 0,1 0 0 0 0,0 0-1 0 0,-1 0 1 0 0,0 1 0 0 0,1 0-1 0 0,-1-1 1 0 0,0 1 0 0 0,0 0-1 0 0,1 0 1 0 0,-1 0 0 0 0,0 0-1 0 0,0 1 1 0 0,0 0 0 0 0,0-1-1 0 0,0 1 1 0 0,0 0 0 0 0,0 0-1 0 0,0 0 1 0 0,-4 1 0 0 0,-3 2 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2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7632 0 0,'5'4'1'0'0,"9"10"10"0"0,5 3 29 0 0,16 20 128 0 0,-29-29-136 0 0,-1 1 1 0 0,1 1 0 0 0,-1-1 0 0 0,-1 1-1 0 0,0 0 1 0 0,0 0 0 0 0,-1 0-1 0 0,0 0 1 0 0,-1 1 0 0 0,0-1 0 0 0,0 12-1 0 0,4 10 209 0 0,13 36 249 0 0,-17-63-434 0 0,1 1 0 0 0,-1-1 0 0 0,1 0 0 0 0,0 0 0 0 0,0 0 0 0 0,0 0 0 0 0,0 0 1 0 0,7 6-1 0 0,-9-10-43 0 0,-1-1 0 0 0,1 1 1 0 0,-1-1-1 0 0,1 1 0 0 0,-1-1 1 0 0,1 1-1 0 0,0-1 0 0 0,-1 0 1 0 0,1 1-1 0 0,-1-1 0 0 0,1 0 1 0 0,0 1-1 0 0,-1-1 0 0 0,1 0 1 0 0,0 0-1 0 0,0 0 0 0 0,-1 1 1 0 0,1-1-1 0 0,0 0 0 0 0,-1 0 1 0 0,1 0-1 0 0,0 0 0 0 0,0 0 1 0 0,-1 0-1 0 0,1-1 0 0 0,0 1 1 0 0,0 0-1 0 0,-1 0 0 0 0,2-1 1 0 0,8-6 66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23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7736 0 0,'0'0'84'0'0,"2"4"37"0"0,3 11-74 0 0,0 0 0 0 0,-1 0 1 0 0,0 1-1 0 0,2 30 0 0 0,-1 74 262 0 0,-3-50-22 0 0,0-22-165 0 0,8 73 220 0 0,-7-95-190 0 0,2 0-1 0 0,1 0 1 0 0,12 31 0 0 0,-18-57-145 0 0,1 1 0 0 0,-1 0 0 0 0,0 0 0 0 0,1-1 0 0 0,-1 1 0 0 0,1 0 0 0 0,-1-1 0 0 0,1 1 0 0 0,-1-1 0 0 0,1 1 0 0 0,0 0 0 0 0,-1-1 0 0 0,1 1 0 0 0,-1-1 0 0 0,1 0 0 0 0,0 1-1 0 0,0-1 1 0 0,-1 0 0 0 0,1 1 0 0 0,0-1 0 0 0,0 0 0 0 0,-1 0 0 0 0,1 1 0 0 0,0-1 0 0 0,0 0 0 0 0,0 0 0 0 0,-1 0 0 0 0,1 0 0 0 0,0 0 0 0 0,0 0 0 0 0,0 0 0 0 0,-1 0 0 0 0,1-1 0 0 0,0 1 0 0 0,0 0 0 0 0,0 0 0 0 0,-1-1 0 0 0,1 1 0 0 0,0 0 0 0 0,-1-1 0 0 0,1 1 0 0 0,0-1 0 0 0,0 0 0 0 0,30-24 102 0 0,-29 23-96 0 0,5-6 26 0 0,0 1-9 0 0,0 0 0 0 0,1 0 0 0 0,-1 1 0 0 0,18-11 0 0 0,26-16 97 0 0,-36 23-55 0 0,0 0 1 0 0,26-12-1 0 0,-12 6 50 0 0,-21 15-42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5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1768 67 7736 0 0,'0'0'289'0'0,"-7"2"-240"0"0,-29 11 19 0 0,-186 70 1276 0 0,85-24-565 0 0,126-54-736 0 0,1 0-1 0 0,0 0 1 0 0,-10 7 0 0 0,-25 13 81 0 0,5-6-14 0 0,0 2 0 0 0,1 1 0 0 0,1 2 0 0 0,-53 44 0 0 0,75-53-77 0 0,0 1 0 0 0,2 0-1 0 0,0 1 1 0 0,0 1 0 0 0,-18 34-1 0 0,-15 40 96 0 0,3-18 39 0 0,-8 17-23 0 0,34-62-59 0 0,-17 42 0 0 0,15-29-20 0 0,6-12 12 0 0,1 2 0 0 0,1-1-1 0 0,2 2 1 0 0,1-1 0 0 0,2 1 0 0 0,-6 59 0 0 0,9 1 226 0 0,5-67-220 0 0,-2-1-1 0 0,-1 1 1 0 0,-7 31 0 0 0,-4 9 3 0 0,-23 87 206 0 0,26-121-217 0 0,-2 0 0 0 0,-24 48 1 0 0,6-18 100 0 0,2 2 1 0 0,4 1 0 0 0,-19 77 0 0 0,33-108-102 0 0,-32 141 204 0 0,19-79-94 0 0,-8 25-45 0 0,-20 4 102 0 0,6-19-25 0 0,-13 42 60 0 0,-21 63 131 0 0,70-179-323 0 0,1 1 0 0 0,1 0-1 0 0,2 1 1 0 0,-1 58 0 0 0,35 313 363 0 0,-9-192-277 0 0,-16 7-6 0 0,-4-170-131 0 0,-1-33-4 0 0,1-1-1 0 0,1 0 1 0 0,0 1 0 0 0,1-1 0 0 0,1 0 0 0 0,0 0 0 0 0,1 0 0 0 0,8 19 0 0 0,-5-20 9 0 0,1-1 0 0 0,0 0 0 0 0,1 0 0 0 0,1 0 0 0 0,18 19 0 0 0,-18-21-15 0 0,-1-1-1 0 0,0 1 1 0 0,6 14-1 0 0,-8-14-2 0 0,1-1-1 0 0,0 1 1 0 0,0-1-1 0 0,12 11 0 0 0,-14-17-11 0 0,0 1-1 0 0,-1 0 0 0 0,0 0 1 0 0,0 0-1 0 0,0 1 0 0 0,-1-1 1 0 0,0 1-1 0 0,5 13 0 0 0,-2-7 10 0 0,1-1 0 0 0,0 0-1 0 0,1 0 1 0 0,12 12 0 0 0,-1 0 25 0 0,-13-15-27 0 0,0-1 0 0 0,1 0 0 0 0,0-1 0 0 0,1 0 0 0 0,0 0 0 0 0,0-1 0 0 0,0 0 0 0 0,1-1 0 0 0,0 0 0 0 0,0 0 0 0 0,0-1 0 0 0,0-1 0 0 0,1 1 0 0 0,16 2 0 0 0,11-1 78 0 0,0-2 1 0 0,74-2-1 0 0,-67-2 8 0 0,56 5 0 0 0,75 6 172 0 0,-138-9-207 0 0,1-1 0 0 0,-1-1 0 0 0,0-3 0 0 0,0-1 0 0 0,0-1 0 0 0,52-17-1 0 0,-28 5 18 0 0,0-2 0 0 0,-2-2-1 0 0,86-46 1 0 0,-109 50-53 0 0,2 2 1 0 0,0 1-1 0 0,1 3 1 0 0,42-9-1 0 0,-37 10-11 0 0,115-30 43 0 0,1-5-15 0 0,32-24-3 0 0,-155 54-38 0 0,-1-2 0 0 0,68-44 1 0 0,-55 22 6 0 0,84-86 0 0 0,-65 59-5 0 0,-49 47-4 0 0,47-42 4 0 0,-3-3 0 0 0,78-101 0 0 0,-131 147-7 0 0,-1 0 0 0 0,0 0 0 0 0,7-22 0 0 0,2-4-1 0 0,-9 22 2 0 0,10-42-1 0 0,-1 3 3 0 0,-11 37 0 0 0,9-47 0 0 0,-2 4-1 0 0,-2 11 0 0 0,5-59 0 0 0,-17 101-2 0 0,0 0-1 0 0,-1 0 1 0 0,-3-19-1 0 0,0-26 7 0 0,4 0-4 0 0,-2 1 0 0 0,-14-84 0 0 0,-20-7 17 0 0,-6-78-2 0 0,28 163-12 0 0,-5-33 3 0 0,15 75-2 0 0,-13-39 1 0 0,1 0-3 0 0,4 17 6 0 0,-25-65 1 0 0,23 74-8 0 0,1 3 3 0 0,-2 1 0 0 0,-1 0 0 0 0,-2 1 0 0 0,0 1 0 0 0,-2 0 0 0 0,-2 2 0 0 0,-28-32 0 0 0,-71-100 48 0 0,104 133-42 0 0,2-1-1 0 0,1 0 1 0 0,-13-41-1 0 0,24 63-11 0 0,-28-104 58 0 0,18 58-22 0 0,0-15 11 0 0,10 48-33 0 0,-1 1 0 0 0,-7-24 0 0 0,0 3 35 0 0,1-1 1 0 0,2 0-1 0 0,-1-43 1 0 0,3 36-14 0 0,2 16-6 0 0,-1 1 0 0 0,-1 0 0 0 0,-2 0 0 0 0,-1 1 0 0 0,-1 0 0 0 0,-17-36 0 0 0,5 17 17 0 0,2-2-1 0 0,2 0 1 0 0,2 0-1 0 0,-9-60 1 0 0,20 86-20 0 0,0 1 1 0 0,-2-1-1 0 0,0 1 1 0 0,-2 0-1 0 0,0 1 0 0 0,-1 0 1 0 0,-2 0-1 0 0,0 1 1 0 0,-17-24-1 0 0,23 40-22 0 0,0 0-1 0 0,0 1 0 0 0,0 0 0 0 0,-1 0 0 0 0,0 0 1 0 0,0 0-1 0 0,0 1 0 0 0,0 0 0 0 0,0 0 1 0 0,0 0-1 0 0,-1 1 0 0 0,1 0 0 0 0,-1 1 1 0 0,0-1-1 0 0,0 1 0 0 0,1 1 0 0 0,-9-1 1 0 0,-7 0 8 0 0,-1 2 1 0 0,0 0 0 0 0,-40 8 0 0 0,20 3 0 0 0,-1 0 0 0 0,-53 26 0 0 0,-14 3 0 0 0,84-33 0 0 0,-49 23-1 0 0,41-16-6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56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708 1 13768 0 0,'-17'24'239'0'0,"11"-15"-35"0"0,-1 1 1 0 0,0-1-1 0 0,0-1 0 0 0,-10 9 1 0 0,0-1 123 0 0,-25 32 1 0 0,4-4 297 0 0,11-12-248 0 0,-14 12-70 0 0,-12 5-84 0 0,-54 63-1 0 0,79-81-197 0 0,-54 76-70 0 0,11-12 0 0 0,69-93 38 0 0,0 1 0 0 0,1 0 0 0 0,-1 0 0 0 0,1 0-1 0 0,-1 0 1 0 0,1 0 0 0 0,-1 6 0 0 0,1-7 1 0 0,1 0-21 0 0,0-1 13 0 0,0 0-1 0 0,1 0 0 0 0,-1 0 0 0 0,0 0 0 0 0,0 0 1 0 0,1-1-1 0 0,-1 1 0 0 0,0 0 0 0 0,0 0 0 0 0,0 0 1 0 0,0 0-1 0 0,-1 0 0 0 0,1 0 0 0 0,0 0 0 0 0,0 0 1 0 0,0 0-1 0 0,-1 0 0 0 0,1 0 0 0 0,-1 1 0 0 0,-1 8-92 0 0,-1 3 33 0 0,-1-1 1 0 0,0 1 0 0 0,-1-1-1 0 0,-10 19 1 0 0,13-27 63 0 0,-5 9-93 0 0,-1 0-1 0 0,-13 16 1 0 0,13-19 22 0 0,1 0-1 0 0,-12 21 1 0 0,18-29 44 0 0,2-1-17 0 0,1 0 38 0 0,-1 1 0 0 0,0-1-1 0 0,1 0 1 0 0,-1 0-1 0 0,1 0 1 0 0,-1 0 0 0 0,1 0-1 0 0,0 0 1 0 0,-1-1-1 0 0,1 1 1 0 0,0-1-1 0 0,0 1 1 0 0,-1-1 0 0 0,4 1-1 0 0,7 2-1 0 0,-5 2 16 0 0,-5 4 1 0 0,-1-1 0 0 0,4 0 1 0 0,-4-7 39 0 0,0 0-23 0 0,-1 0 0 0 0,1 1 0 0 0,-1-1 0 0 0,1 0 0 0 0,-1 0 1 0 0,0 1-1 0 0,1-1 0 0 0,-1 0 0 0 0,0 1 0 0 0,0-1 0 0 0,0 0 0 0 0,0 1 1 0 0,0-1-1 0 0,0 0 0 0 0,0 0 0 0 0,0 1 0 0 0,-1-1 0 0 0,1 0 0 0 0,0 1 0 0 0,-1-1 1 0 0,1 0-1 0 0,-1 0 0 0 0,0 0 0 0 0,1 1 0 0 0,-2 1 0 0 0,2-3-8 0 0,-1 1 1 0 0,1-1-1 0 0,0 1 0 0 0,0-1 1 0 0,0 1-1 0 0,0 0 0 0 0,0-1 1 0 0,1 1-1 0 0,-1-1 0 0 0,0 1 0 0 0,0-1 1 0 0,0 1-1 0 0,0-1 0 0 0,1 1 1 0 0,-1-1-1 0 0,0 1 0 0 0,0-1 1 0 0,1 1-1 0 0,-1-1 0 0 0,0 1 0 0 0,1-1 1 0 0,0 1-1 0 0,-1-1-3 0 0,1 1-1 0 0,-1-1 1 0 0,0 1-1 0 0,1-1 1 0 0,-1 0-1 0 0,0 1 1 0 0,1-1-1 0 0,-1 1 1 0 0,0-1-1 0 0,1 1 1 0 0,-1-1-1 0 0,0 1 1 0 0,0-1 0 0 0,0 1-1 0 0,1-1 1 0 0,-1 1-1 0 0,0-1 1 0 0,0 1-1 0 0,0-1 1 0 0,0 1-1 0 0,0-1 1 0 0,0 1-1 0 0,0-1 1 0 0,0 1-1 0 0,0-1 1 0 0,0 1-1 0 0,0 0 1 0 0,-1-1 0 0 0,1 1-1 0 0,0-1 1 0 0,0 1-1 0 0,0-1 1 0 0,-1 1-1 0 0,1-1 1 0 0,0 0-1 0 0,-1 1 1 0 0,0 0 6 0 0,0 0 0 0 0,0 0-1 0 0,-1 0 1 0 0,1 0 0 0 0,0 0 0 0 0,0 0 0 0 0,0 0 0 0 0,1 0 0 0 0,-1 1-1 0 0,0-1 1 0 0,0 0 0 0 0,1 0 0 0 0,-1 1 0 0 0,0-1 0 0 0,1 0 0 0 0,-1 1-1 0 0,1-1 1 0 0,0 1 0 0 0,0-1 0 0 0,-1 1 0 0 0,1-1 0 0 0,0 3 0 0 0,0-2-5 0 0,0-1 1 0 0,0 1-1 0 0,0-1 1 0 0,0 0-1 0 0,0 1 1 0 0,-1-1-1 0 0,1 1 1 0 0,0-1 0 0 0,-1 0-1 0 0,1 1 1 0 0,-1-1-1 0 0,0 0 1 0 0,1 0-1 0 0,-1 1 1 0 0,0-1-1 0 0,0 0 1 0 0,0 0-1 0 0,0 0 1 0 0,0 0-1 0 0,0 0 1 0 0,-1 1-1 0 0,0 0 11 0 0,0-1-1 0 0,0 1 0 0 0,0 0 0 0 0,0 0 0 0 0,1 0 0 0 0,-1 0 0 0 0,1 0 0 0 0,0 0 0 0 0,-1 0 0 0 0,1 0 0 0 0,0 0 0 0 0,0 1 0 0 0,0-1 0 0 0,1 0 0 0 0,-2 3 0 0 0,-7 44 90 0 0,7-31-47 0 0,-6 30 79 0 0,3 1-1 0 0,1 58 0 0 0,5-99-119 0 0,0 0 0 0 0,0 1-1 0 0,0-1 1 0 0,6 15 0 0 0,4 26 48 0 0,-9-28-44 0 0,1 0 1 0 0,1 0-1 0 0,1-1 0 0 0,1 0 0 0 0,1 0 0 0 0,9 20 0 0 0,-13-32-14 0 0,0-1 0 0 0,-1 1 0 0 0,0-1 0 0 0,-1 1 0 0 0,0 0 0 0 0,1 9 0 0 0,3 18 16 0 0,-3-6 1 0 0,-2-24-23 0 0,0-1 1 0 0,1 0 0 0 0,-1 1 0 0 0,1-1 0 0 0,0 0 0 0 0,1 7 0 0 0,0-7-2 0 0,1 1 4 0 0,-1 1 0 0 0,-1-1 0 0 0,1 0-1 0 0,-1 1 1 0 0,1-1 0 0 0,-2 1-1 0 0,1 7 1 0 0,7 15 20 0 0,-6-24-22 0 0,-1-1 0 0 0,0 0 0 0 0,0 0 0 0 0,0 0 0 0 0,0 1 0 0 0,-1-1 0 0 0,1 5-1 0 0,-1-2 4 0 0,0-1-1 0 0,0 0 0 0 0,1 0 0 0 0,0 0 0 0 0,0 1 0 0 0,0-1 0 0 0,0 0 0 0 0,1 0 0 0 0,0 0 0 0 0,4 7 0 0 0,2 7 14 0 0,91 191 203 0 0,-89-189-199 0 0,-1 2 1 0 0,-1-1-1 0 0,-1 1 1 0 0,-1 1-1 0 0,0-1 1 0 0,-2 1-1 0 0,1 43 1 0 0,-1-28 58 0 0,14 66 0 0 0,-12-82-49 0 0,-5-15-12 0 0,1-1 0 0 0,0 0 0 0 0,0 0-1 0 0,1 0 1 0 0,0 0 0 0 0,7 13 0 0 0,-5-15-5 0 0,0 1 0 0 0,0-1 0 0 0,1 0 1 0 0,-1-1-1 0 0,1 1 0 0 0,0-1 0 0 0,1 0 0 0 0,-1-1 0 0 0,1 1 0 0 0,-1-1 1 0 0,1-1-1 0 0,7 3 0 0 0,-4-1 0 0 0,0 0-1 0 0,0 1 1 0 0,0 0 0 0 0,11 8 0 0 0,-4-1 18 0 0,33 18 0 0 0,-32-21-20 0 0,-1 1 0 0 0,18 14-1 0 0,317 216 68 0 0,-315-214-68 0 0,51 45 0 0 0,-55-43-1 0 0,63 43-1 0 0,-47-39-6 0 0,-1 3 1 0 0,73 68-1 0 0,-95-80-5 0 0,3 3 1 0 0,-1 1 0 0 0,25 33-1 0 0,-10-13-1 0 0,-30-34 0 0 0,0 1 0 0 0,19 29 0 0 0,33 36 0 0 0,11 44 0 0 0,-59-96 0 0 0,50 75 0 0 0,-56-89 0 0 0,-1 0 0 0 0,1-1 0 0 0,1-1 0 0 0,0 0 0 0 0,19 13 0 0 0,-12-12 3 0 0,1-1 1 0 0,0 0-1 0 0,1-2 0 0 0,0-1 0 0 0,0 0 0 0 0,1-1 0 0 0,0-2 0 0 0,0 0 0 0 0,0-1 0 0 0,1-2 0 0 0,-1 0 0 0 0,34-2 1 0 0,18-6 11 0 0,-1-3 1 0 0,106-26 0 0 0,-160 31-16 0 0,426-129 382 0 0,-175 46-204 0 0,-5-11 44 0 0,-77 25-105 0 0,96-36 41 0 0,-150 56-101 0 0,-40 11-5 0 0,114-69 1 0 0,-198 106-49 0 0,34-24 12 0 0,-2-1 1 0 0,-1-2-1 0 0,-1-1 0 0 0,67-77 0 0 0,-74 75-7 0 0,-2-2 0 0 0,-1-1 0 0 0,-3-2 0 0 0,-1-1-1 0 0,-1 0 1 0 0,-3-2 0 0 0,-1-1 0 0 0,-3-1 0 0 0,22-74-1 0 0,-30 76 4 0 0,-1 1-1 0 0,-2-1 1 0 0,-1 0-1 0 0,-3 0 0 0 0,-2-1 1 0 0,-8-84-1 0 0,1 70-1 0 0,-3 1-1 0 0,-3-1 0 0 0,-2 2 1 0 0,-2 0-1 0 0,-31-68 0 0 0,7 40-1 0 0,-5 1 0 0 0,-3 3 0 0 0,-62-81 0 0 0,68 108-2 0 0,-1 3-1 0 0,-3 1 1 0 0,-1 2-1 0 0,-3 2 1 0 0,-73-51 0 0 0,-252-138 23 0 0,14 69 3 0 0,-62 27-13 0 0,321 112-14 0 0,-1 4-1 0 0,-147-13 1 0 0,-344-3 3 0 0,520 31-10 0 0,-120-25-1 0 0,-67-35-5 0 0,102 25 5 0 0,128 34 3 0 0,-1 2 0 0 0,0 1 0 0 0,0 1 0 0 0,0 2 0 0 0,-1 1 0 0 0,1 2 0 0 0,0 1 0 0 0,0 1 0 0 0,-41 11 0 0 0,17-2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5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13056 0 0,'0'0'0'0'0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5:57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255 180 14448 0 0,'0'0'361'0'0,"-4"4"-297"0"0,1-2-52 0 0,0 1 43 0 0,0 1 0 0 0,-1-1 0 0 0,1 0 0 0 0,-1 0 0 0 0,0 0 0 0 0,0 0 0 0 0,0-1 0 0 0,-1 0 0 0 0,1 1 0 0 0,-1-2 0 0 0,1 1 0 0 0,-9 2 0 0 0,11-4 78 0 0,-24 12-657 0 0,-19 11 261 0 0,6 8-178 0 0,26-11 232 0 0,11-19 155 0 0,1 2 21 0 0,-1 0-1 0 0,0 1 1 0 0,0-1-1 0 0,0 0 0 0 0,0 0 1 0 0,0 0-1 0 0,-1 0 1 0 0,1 0-1 0 0,-1-1 0 0 0,-4 3 1 0 0,-9 1-8 0 0,9-5 42 0 0,5-1 4 0 0,-4 0-2 0 0,4 0 4 0 0,33 8 55 0 0,-9-10-28 0 0,-1-1-1 0 0,0-1 1 0 0,0-1 0 0 0,0-1-1 0 0,-1-1 1 0 0,23-11-1 0 0,1 1 12 0 0,123-55 321 0 0,-92 36-261 0 0,-53 27-65 0 0,-12 5 3 0 0,0-1 1 0 0,-1 1-1 0 0,0-1 1 0 0,15-11-1 0 0,-12 8 4 0 0,0 1-1 0 0,1 0 0 0 0,20-7 1 0 0,11-7 83 0 0,2-2 96 0 0,1 2 0 0 0,68-19 0 0 0,-100 35-154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0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98 5320 0 0,'13'-2'3'0'0,"6"-1"-4"0"0,3 0 6 0 0,12 2 60 0 0,-64 32 240 0 0,24-23-213 0 0,0 1 1 0 0,0 0-1 0 0,1 0 0 0 0,0 0 0 0 0,0 1 1 0 0,1 0-1 0 0,1 0 0 0 0,-5 19 0 0 0,-12 95 602 0 0,15-92-627 0 0,3-1 4 0 0,1 39 0 0 0,1-41-8 0 0,0-1-1 0 0,-7 37 0 0 0,-15 88 121 0 0,6-48 7 0 0,-17 94 170 0 0,26-161-57 0 0,1 0-1 0 0,-1 72 0 0 0,7-108-151 0 0,25 2 583 0 0,-17-4-656 0 0,-1 0-1 0 0,1 0 0 0 0,-1 1 1 0 0,1 0-1 0 0,-1 0 0 0 0,1 0 1 0 0,-1 1-1 0 0,1 0 0 0 0,-1 1 1 0 0,0 0-1 0 0,0 0 0 0 0,0 0 1 0 0,11 8-1 0 0,-12-8-34 0 0,-1-2 0 0 0,0 1 0 0 0,1-1 0 0 0,0 1 1 0 0,-1-2-1 0 0,1 1 0 0 0,0-1 0 0 0,-1 1 0 0 0,1-1 0 0 0,0-1 0 0 0,9-1 0 0 0,8 1 84 0 0,50 2 52 0 0,77-3 229 0 0,-134-1-353 0 0,0 0 1 0 0,-1-2-1 0 0,1 1 0 0 0,-1-2 1 0 0,0 0-1 0 0,20-12 1 0 0,-31 16-28 0 0,-3 1 4 0 0,0 0-19 0 0,0 0-1 0 0,-1 1 1 0 0,1-1 0 0 0,0 0 0 0 0,0 0 0 0 0,0 0 0 0 0,0 1 0 0 0,0-1 0 0 0,0 0 0 0 0,0 1 0 0 0,0-1 0 0 0,0 1 0 0 0,0-1 0 0 0,0 1 0 0 0,0 0 0 0 0,1-1-1 0 0,-1 1 1 0 0,2 0 0 0 0,31-2 207 0 0,-29 2-161 0 0,-1 0-1 0 0,1 0 0 0 0,0-1 0 0 0,-1 1 0 0 0,1-1 1 0 0,5-2-1 0 0,37-22 379 0 0,-46 24-345 0 0,28-45 410 0 0,-26 40-471 0 0,0 1 0 0 0,-1 0 0 0 0,0-1 0 0 0,-1 0 0 0 0,1 1 0 0 0,-1-1 0 0 0,0 0 0 0 0,0 0 1 0 0,-1 1-1 0 0,1-1 0 0 0,-1 0 0 0 0,-1 0 0 0 0,1 0 0 0 0,-2-8 0 0 0,0-17 161 0 0,2 26-176 0 0,1 1 0 0 0,-1 0 0 0 0,-1 0 0 0 0,1-1 0 0 0,-1 1-1 0 0,1 0 1 0 0,-1 0 0 0 0,0 0 0 0 0,-1 0 0 0 0,-1-5 0 0 0,1 4 0 0 0,0 1-1 0 0,0-1 1 0 0,0 1 0 0 0,1-1 0 0 0,0 0-1 0 0,0 0 1 0 0,0 1 0 0 0,1-1 0 0 0,-1 0-1 0 0,1 0 1 0 0,1-5 0 0 0,-5-35 131 0 0,-4-25 77 0 0,7 60-193 0 0,0 1 1 0 0,1-1-1 0 0,0-16 1 0 0,0-19 57 0 0,-14-71 73 0 0,12 85-115 0 0,2 24-31 0 0,0 1-1 0 0,-1 0 1 0 0,0 0-1 0 0,0-1 1 0 0,-2-8-1 0 0,0 5 4 0 0,0 1 0 0 0,1-1 0 0 0,0 1 0 0 0,1-1 0 0 0,-1-12 0 0 0,1 6 3 0 0,1 10-10 0 0,-1 0 1 0 0,-1 1-1 0 0,1-1 0 0 0,-5-11 0 0 0,4 12 4 0 0,0 0-1 0 0,1 0 0 0 0,-1 0 1 0 0,1-1-1 0 0,-1-9 0 0 0,2 13-9 0 0,0 0 0 0 0,-1 0-1 0 0,1 0 1 0 0,-1 0-1 0 0,1 0 1 0 0,-1 0-1 0 0,0 0 1 0 0,1 1-1 0 0,-1-1 1 0 0,0 0-1 0 0,-2-2 1 0 0,2 2-1 0 0,-1 1 0 0 0,1-1 0 0 0,0 0 0 0 0,1 1 0 0 0,-1-1 0 0 0,0 0 0 0 0,0 0 0 0 0,1 0 0 0 0,-1 0 0 0 0,1 0 0 0 0,0 1 0 0 0,-1-5 0 0 0,0-4 19 0 0,0-1 0 0 0,-1 0-1 0 0,0 1 1 0 0,-5-14-1 0 0,1 2 25 0 0,-11-10 32 0 0,2 5-26 0 0,-14-45 65 0 0,28 68-109 0 0,0 1 0 0 0,-1-1 0 0 0,0 0 0 0 0,1 1 1 0 0,-1 0-1 0 0,-1-1 0 0 0,1 1 0 0 0,0 0 0 0 0,-1 0 0 0 0,0 0 0 0 0,1 0 0 0 0,-1 1 0 0 0,0-1 0 0 0,0 1 0 0 0,-1 0 1 0 0,1 0-1 0 0,0 0 0 0 0,-1 0 0 0 0,0 0 0 0 0,1 1 0 0 0,-1-1 0 0 0,0 1 0 0 0,1 0 0 0 0,-1 0 0 0 0,0 1 0 0 0,0-1 0 0 0,0 1 1 0 0,0 0-1 0 0,0 0 0 0 0,0 0 0 0 0,0 0 0 0 0,0 1 0 0 0,0 0 0 0 0,1 0 0 0 0,-1 0 0 0 0,0 0 0 0 0,0 0 0 0 0,-4 3 0 0 0,-44 21 103 0 0,-99 32 0 0 0,71-26 37 0 0,60-24-93 0 0,1 0 0 0 0,-22 12 0 0 0,22-2 43 0 0,10-6-51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0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11760 0 0,'11'2'21'0'0,"13"3"135"0"0,9 1 156 0 0,-32-5-196 0 0,0 1 0 0 0,0-1 0 0 0,1 0 0 0 0,-1 0 0 0 0,0 1 0 0 0,0-1 0 0 0,0 1 0 0 0,0-1 0 0 0,0 1 0 0 0,-1-1 0 0 0,1 1 1 0 0,0-1-1 0 0,-1 1 0 0 0,1 0 0 0 0,-1-1 0 0 0,0 1 0 0 0,1 0 0 0 0,-1 0 0 0 0,0-1 0 0 0,0 1 0 0 0,0 0 0 0 0,0 0 0 0 0,0-1 0 0 0,-1 1 0 0 0,1 0 0 0 0,-1 2 0 0 0,-4 3-108 0 0,0 0-1 0 0,1 0 0 0 0,0 0 1 0 0,0 1-1 0 0,1-1 1 0 0,0 1-1 0 0,0 0 0 0 0,1 0 1 0 0,0 0-1 0 0,-1 11 1 0 0,2-14-12 0 0,1 1 0 0 0,-1 0 0 0 0,0 0 0 0 0,0 0 1 0 0,0-1-1 0 0,-1 1 0 0 0,0-1 0 0 0,-3 8 0 0 0,-8 28-32 0 0,10-25 0 0 0,0-1 0 0 0,-1 1 0 0 0,-9 21 0 0 0,13-35 30 0 0,-1 0 0 0 0,1 0 1 0 0,-1 0-1 0 0,1 0 0 0 0,0 0 1 0 0,0 0-1 0 0,0 0 0 0 0,0 0 1 0 0,0 0-1 0 0,0 0 0 0 0,1 4 1 0 0,0-4-6 0 0,-1 0 0 0 0,0 0 0 0 0,1 1 0 0 0,-1-1 0 0 0,0 0 1 0 0,0 0-1 0 0,0 0 0 0 0,-1 1 0 0 0,1-1 0 0 0,0 0 0 0 0,-1 0 0 0 0,-1 3 1 0 0,0 0-35 0 0,0 1 0 0 0,0-1 1 0 0,1 0-1 0 0,-1 1 1 0 0,1-1-1 0 0,0 11 1 0 0,1-15 41 0 0,0-1 1 0 0,0 0-1 0 0,0 0 1 0 0,0 0 0 0 0,1 0-1 0 0,-1 1 1 0 0,0-1 0 0 0,0 0-1 0 0,0 0 1 0 0,0 1 0 0 0,0-1-1 0 0,0 0 1 0 0,0 0 0 0 0,0 0-1 0 0,0 1 1 0 0,0-1-1 0 0,1 0 1 0 0,-1 0 0 0 0,0 1-1 0 0,0-1 1 0 0,-1 0 0 0 0,1 0-1 0 0,0 1 1 0 0,0-1 0 0 0,0 0-1 0 0,0 0 1 0 0,0 0-1 0 0,0 1 1 0 0,0-1 0 0 0,0 0-1 0 0,0 0 1 0 0,0 1 0 0 0,-1-1-1 0 0,1 0 1 0 0,0 0 0 0 0,0 0-1 0 0,0 0 1 0 0,0 1-1 0 0,-1-1 1 0 0,1 0 0 0 0,0 0-1 0 0,0 0 1 0 0,0 0 0 0 0,0 0-1 0 0,-1 0 1 0 0,1 1 0 0 0,0-1-1 0 0,0 0 1 0 0,-1 0 0 0 0,1 0-1 0 0,0 0 1 0 0,0 0-1 0 0,-1 0 1 0 0,1 0 0 0 0,0 0-1 0 0,0 0 1 0 0,0 0 0 0 0,-1 0-1 0 0,1 0 1 0 0,0 0 0 0 0,-3 0-68 0 0,4 2 15 0 0,0 1 0 0 0,0-1 0 0 0,0 0 0 0 0,0 0 0 0 0,0 0 0 0 0,0 0-1 0 0,1 0 1 0 0,2 3 0 0 0,-3-4 47 0 0,1-1-1 0 0,-1 1 1 0 0,1-1-1 0 0,-1 0 1 0 0,1 0-1 0 0,-1 0 1 0 0,1 0-1 0 0,-1 0 1 0 0,1 0-1 0 0,-1 0 1 0 0,1-1-1 0 0,-1 1 0 0 0,1 0 1 0 0,-1-1-1 0 0,1 1 1 0 0,-1-1-1 0 0,0 0 1 0 0,1 1-1 0 0,-1-1 1 0 0,0 0-1 0 0,1 0 1 0 0,0-1-1 0 0,0 1-19 0 0,35-13-70 0 0,-18 9 70 0 0,1-1 1 0 0,-1-1-1 0 0,23-11 1 0 0,0-1-7 0 0,-34 13 22 0 0,6-9 1 0 0,-4 6 8 0 0,-4-3-2 0 0,7-3-5 0 0,2 1 3 0 0,1-8-1 0 0,1 7 8 0 0,-9 4 0 0 0,0-1 0 0 0,7 0-3 0 0,-14 11 0 0 0,3-14 1 0 0,-1 12-1 0 0,-2 3 3 0 0,-1-1 0 0 0,1 1 0 0 0,-1-1-1 0 0,1 1 1 0 0,-1-1 0 0 0,1 1 0 0 0,-1-1 0 0 0,1 0-1 0 0,-1 1 1 0 0,1-1 0 0 0,-1 0 0 0 0,0 1-1 0 0,1-1 1 0 0,-1 0 0 0 0,0 1 0 0 0,1-1-1 0 0,-1 0 1 0 0,0 0 0 0 0,0 1 0 0 0,0-1 0 0 0,0 0-1 0 0,0 0 1 0 0,0 0 0 0 0,0-1 0 0 0,1-11 0 0 0,3-7 0 0 0,-3-10 0 0 0,-1 24 0 0 0,0 4 0 0 0,1 1 0 0 0,-1 0 0 0 0,0-1 0 0 0,0 1 0 0 0,0 0 0 0 0,-1 0 0 0 0,1-1 0 0 0,0 1 0 0 0,0 0 0 0 0,-1 0 0 0 0,1-1 0 0 0,-1 1 0 0 0,1 0 0 0 0,-1 0 0 0 0,1 0 0 0 0,-1 0 0 0 0,-1-2 0 0 0,-5-9 0 0 0,7 11 0 0 0,-1 0 1 0 0,1 1-1 0 0,-1-1 1 0 0,1 0-1 0 0,-1 0 1 0 0,0 1-1 0 0,1-1 1 0 0,-1 0 0 0 0,0 1-1 0 0,1-1 1 0 0,-1 1-1 0 0,0-1 1 0 0,0 1-1 0 0,0-1 1 0 0,0 1-1 0 0,-1-1 1 0 0,1 1 6 0 0,-21 0 41 0 0,15 0-40 0 0,1-1-1 0 0,-1 0 1 0 0,0 0 0 0 0,1 0-1 0 0,-1-1 1 0 0,1 0 0 0 0,-9-4 0 0 0,-21-5 26 0 0,-52-20 55 0 0,70 24-4 0 0,16 6-77 0 0,1 1 0 0 0,-1-1-1 0 0,1 0 1 0 0,-1 0 0 0 0,1 1-1 0 0,-1-1 1 0 0,1 1-1 0 0,-1 0 1 0 0,1-1 0 0 0,-1 1-1 0 0,1 0 1 0 0,-1 0 0 0 0,0 0-1 0 0,-1 0 1 0 0,-5 1 18 0 0,5-1-2 0 0,1 0-1 0 0,0 0 0 0 0,-1 0 1 0 0,1 1-1 0 0,-1-1 0 0 0,1 1 1 0 0,-1 0-1 0 0,1-1 0 0 0,0 1 0 0 0,-1 0 1 0 0,1 0-1 0 0,0 1 0 0 0,0-1 1 0 0,-4 3-1 0 0,-1 4 24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0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70 505 9344 0 0,'11'-4'13'0'0,"4"0"47"0"0,21-3 155 0 0,-33 7 153 0 0,-21-2 1193 0 0,16-1-1532 0 0,0-1-1 0 0,1 0 1 0 0,-1 0 0 0 0,1 0-1 0 0,0 0 1 0 0,0 0 0 0 0,0 0-1 0 0,0 0 1 0 0,1 0 0 0 0,-1 0-1 0 0,2-7 1 0 0,-1 5-25 0 0,-1-1 0 0 0,1 1 0 0 0,-1-1 0 0 0,-1 1 0 0 0,-2-10 0 0 0,1 6-6 0 0,0 0 1 0 0,0 0-1 0 0,1 0 1 0 0,0 0-1 0 0,0 0 1 0 0,1-21-1 0 0,1 22-2 0 0,0 0-1 0 0,-1 0 0 0 0,0 1 0 0 0,0-1 0 0 0,-5-14 0 0 0,-21-78-32 0 0,14 45 26 0 0,0-5-12 0 0,9 53 21 0 0,4 8 2 0 0,0 0 0 0 0,-1 0 0 0 0,1-1 0 0 0,0 1 0 0 0,0 0 0 0 0,0 0 0 0 0,-1 0 0 0 0,1 0 0 0 0,0 0 0 0 0,0 0 0 0 0,0 0 0 0 0,-1 0 0 0 0,1-1 0 0 0,0 1 0 0 0,0 0 0 0 0,-1 0 0 0 0,1 0 0 0 0,0 0 0 0 0,0 0 0 0 0,-1 0 0 0 0,1 0 0 0 0,0 0 0 0 0,0 0 0 0 0,0 0 0 0 0,-1 1 0 0 0,1-1 0 0 0,0 0 0 0 0,0 0 0 0 0,-1 0 0 0 0,1 0 0 0 0,0 0 0 0 0,0 0 0 0 0,0 0 0 0 0,-1 0 0 0 0,1 1 0 0 0,0-1 0 0 0,0 0 0 0 0,0 0 0 0 0,0 0 0 0 0,-1 1 0 0 0,1-1 0 0 0,0 0 0 0 0,0 0 0 0 0,0 0 0 0 0,0 1 0 0 0,0-1 0 0 0,0 0 0 0 0,0 0 0 0 0,0 0 0 0 0,-1 1 0 0 0,0 5 0 0 0,-2 4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1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0 888 7432 0 0,'12'-20'16'0'0,"13"-5"308"0"0,-23 24-299 0 0,6-8 81 0 0,-1 0 0 0 0,-1 0 0 0 0,0-1 0 0 0,0 0 0 0 0,0 0 0 0 0,-1 0 0 0 0,-1-1 0 0 0,4-11 0 0 0,-6 17-9 0 0,19-46 594 0 0,-13 36-570 0 0,-1 0 0 0 0,-1-1-1 0 0,-1 0 1 0 0,7-32-1 0 0,-7 22 20 0 0,11-34 0 0 0,-3 15 8 0 0,38-91 147 0 0,-43 116-246 0 0,18-33 0 0 0,0-1-2 0 0,24-47 56 0 0,-46 91-99 0 0,0 0 0 0 0,1 1 1 0 0,0 0-1 0 0,1 0 0 0 0,0 0 0 0 0,8-8 0 0 0,-6 11-1 0 0,0 4 2 0 0,0 5-3 0 0,-7-2-2 0 0,0 0 0 0 0,1 0 0 0 0,-1 0 0 0 0,0 0 0 0 0,0 0 0 0 0,0 0 0 0 0,0 0 0 0 0,0 0 0 0 0,0 0 0 0 0,0 1 0 0 0,-1-1 0 0 0,1 0 0 0 0,0 1 0 0 0,-1-1 0 0 0,1 0 0 0 0,-1 1 0 0 0,1-1 0 0 0,-1 1 0 0 0,0-1 0 0 0,1 1 0 0 0,-1-1 0 0 0,0 1 0 0 0,0-1 0 0 0,0 1 0 0 0,-1 2 0 0 0,1 3 2 0 0,13 31 17 0 0,-11-31-17 0 0,1 0-1 0 0,-1-1 1 0 0,0 1 0 0 0,0 0 0 0 0,0 12 0 0 0,10 101 70 0 0,-6-46-33 0 0,3-1 0 0 0,3 0-1 0 0,4 0 1 0 0,24 70 0 0 0,-5-63 33 0 0,-13-33 92 0 0,-21-46-74 0 0,-2 4 80 0 0,2-5-142 0 0,-1 1 0 0 0,0 0-1 0 0,0-1 1 0 0,0 1 0 0 0,0 0 0 0 0,0-1 0 0 0,0 1 0 0 0,0 0 0 0 0,0-1 0 0 0,0 1 0 0 0,0 0 0 0 0,0-1 0 0 0,0 1-1 0 0,0 0 1 0 0,-1-1 0 0 0,1 1 0 0 0,0 0 0 0 0,0-1 0 0 0,-1 1 0 0 0,1-1 0 0 0,-1 1 0 0 0,1 0 0 0 0,0-1 0 0 0,-1 1-1 0 0,1-1 1 0 0,-1 1 0 0 0,1-1 0 0 0,-1 0 0 0 0,1 1 0 0 0,-1-1 0 0 0,0 1 0 0 0,1-1 0 0 0,-1 0 0 0 0,1 0-1 0 0,-1 1 1 0 0,-1-1 0 0 0,-1 0 39 0 0,-1 0 0 0 0,0-1 0 0 0,1 1-1 0 0,-1-1 1 0 0,0 0 0 0 0,1 0 0 0 0,-1 0-1 0 0,1-1 1 0 0,0 1 0 0 0,-1-1 0 0 0,1 0-1 0 0,0 0 1 0 0,0 0 0 0 0,-5-4 0 0 0,-13-9 41 0 0,6 7-17 0 0,-1 0 1 0 0,0 1 0 0 0,0 0 0 0 0,0 2 0 0 0,-1 0 0 0 0,0 0 0 0 0,0 2-1 0 0,-30-3 1 0 0,-10 4 122 0 0,-74 6 0 0 0,87-2-126 0 0,-27 3 442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13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634 581 9944 0 0,'14'1'72'0'0,"5"0"230"0"0,0-1 87 0 0,11 0-6 0 0,-29 0-379 0 0,-1 0 44 0 0,-1 0-1 0 0,0 0 1 0 0,1-1-1 0 0,-1 1 1 0 0,1 0 0 0 0,-1 0-1 0 0,1-1 1 0 0,-1 1-1 0 0,1-1 1 0 0,-1 1-1 0 0,1 0 1 0 0,-1-1-1 0 0,1 1 1 0 0,-1-1-1 0 0,1 1 1 0 0,0-1-1 0 0,-1 1 1 0 0,1-1-1 0 0,0 1 1 0 0,-1-1-1 0 0,1 1 1 0 0,0-1 0 0 0,0 0-1 0 0,0 1 1 0 0,-1-1-1 0 0,1 0 1 0 0,0 1-1 0 0,0-1 1 0 0,0 1-1 0 0,0-1 1 0 0,0 0-1 0 0,0 1 1 0 0,0-1-1 0 0,0 0 1 0 0,1 1-1 0 0,-1-1 1 0 0,0 1-1 0 0,0-1 1 0 0,1 0 0 0 0,7-31-50 0 0,-7 27 101 0 0,2-14-59 0 0,-2 15-32 0 0,-1 1-1 0 0,1-1 1 0 0,0 1-1 0 0,0-1 1 0 0,0 1-1 0 0,0-1 1 0 0,0 1-1 0 0,3-4 1 0 0,-2 1-17 0 0,0 0 0 0 0,-1-1-1 0 0,1 1 1 0 0,-1 0 0 0 0,0-1 0 0 0,-1 1 0 0 0,1-1 0 0 0,-1 1-1 0 0,-1-1 1 0 0,-1-11 0 0 0,0-13-138 0 0,-2-17-6 0 0,2 36 39 0 0,0-1-1 0 0,2-23 1 0 0,0 4-90 0 0,-2-32 1 0 0,0 32-29 0 0,2 30 218 0 0,0 0 0 0 0,0 0-1 0 0,0 0 1 0 0,1 0 0 0 0,-1 0 0 0 0,1 0-1 0 0,-1 0 1 0 0,1 0 0 0 0,0 0 0 0 0,1-2-1 0 0,1-2-24 0 0,-3 5-15 0 0,1-10 292 0 0,2 5-235 0 0,-2 3 2 0 0,0-5-1 0 0,0 0 8 0 0,0-1-2 0 0,-2 2-4 0 0,-6 5-4 0 0,-1 1-2 0 0,-11-6 0 0 0,0 0 0 0 0,-1 1 0 0 0,0 1 0 0 0,0 1 0 0 0,0 1 0 0 0,0 1 0 0 0,-1 1 0 0 0,-33 1 0 0 0,38 0 0 0 0,-59 0 0 0 0,-81 1 0 0 0,143 0 0 0 0,0 2 0 0 0,-23 6 0 0 0,-11 2 0 0 0,39-10 0 0 0,1 1 0 0 0,-1 0 0 0 0,0 0 0 0 0,1 1 0 0 0,-1 0 0 0 0,1 0 0 0 0,0 1 0 0 0,-11 6 0 0 0,13-6 0 0 0,-10 7 3 0 0,11-8-1 0 0,0 0-1 0 0,0 0 1 0 0,-1 0 0 0 0,1-1-1 0 0,-1 1 1 0 0,-7 2-1 0 0,2-2 2 0 0,1 3 36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14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7736 0 0,'18'9'28'0'0,"7"-1"80"0"0,-4-1-22 0 0,-21-6-72 0 0,1 0-1 0 0,-1 0 0 0 0,1 0 0 0 0,-1 0 0 0 0,1 0 0 0 0,-1 0 1 0 0,0 1-1 0 0,1-1 0 0 0,-1 0 0 0 0,0 0 0 0 0,0 0 1 0 0,0 1-1 0 0,0-1 0 0 0,0 0 0 0 0,0 0 0 0 0,-1 2 0 0 0,1 0 1 0 0,0-1 0 0 0,0 0-1 0 0,0 0 1 0 0,-1 0-1 0 0,1 0 1 0 0,-1 1-1 0 0,0-1 1 0 0,1 0-1 0 0,-1 0 1 0 0,0 0 0 0 0,-3 3-1 0 0,3-4 3 0 0,1 1 1 0 0,-1-1-1 0 0,0 1 0 0 0,0-1 0 0 0,1 1 1 0 0,-1-1-1 0 0,0 1 0 0 0,1-1 0 0 0,0 1 1 0 0,-1-1-1 0 0,1 1 0 0 0,0 0 1 0 0,0-1-1 0 0,0 1 0 0 0,0-1 0 0 0,0 1 1 0 0,0 0-1 0 0,0-1 0 0 0,1 2 0 0 0,9 27 384 0 0,-7-26-364 0 0,-1 1 0 0 0,0 0 0 0 0,-1 0 0 0 0,1 0 0 0 0,-1-1-1 0 0,0 2 1 0 0,0-1 0 0 0,-1 0 0 0 0,1 0 0 0 0,-1 8 0 0 0,-5 7 40 0 0,2-10-36 0 0,0 1 1 0 0,1-1 0 0 0,0 1-1 0 0,1 13 1 0 0,-1 4 28 0 0,1-23-50 0 0,0 0-1 0 0,1 1 1 0 0,0-1 0 0 0,0 1-1 0 0,0-1 1 0 0,1 0 0 0 0,2 10-1 0 0,0-8 1 0 0,-3-5-12 0 0,1 0-1 0 0,0 0 0 0 0,0 0 0 0 0,-1-1 1 0 0,1 1-1 0 0,-1 0 0 0 0,0 0 0 0 0,0 0 1 0 0,1 0-1 0 0,-1 0 0 0 0,0 0 1 0 0,-1 0-1 0 0,1 3 0 0 0,-9 10 37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1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7136 0 0,'0'0'0'0'0,"-10"27"0"0"0,7-12 32 0 0,1-2 16 0 0,1-2-16 0 0,1 3 16 0 0,0 1-24 0 0,0 1 16 0 0,0 0-16 0 0,0-1 16 0 0,1-1 16 0 0,-1-3 16 0 0,-1 0 0 0 0,1 6 0 0 0,1 5-24 0 0,1-2 0 0 0,1-1-8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1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6424 0 0,'0'0'0'0'0,"43"-5"0"0"0,1 5 48 0 0,-8-2-8 0 0,-9-2 8 0 0,-10 4-8 0 0,2-2-8 0 0,-2-3 0 0 0,-1 1 8 0 0,1 1-8 0 0,4-2 48 0 0,-4-1 0 0 0,-2 0 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1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5720 0 0,'0'0'65'0'0,"2"-4"-28"0"0,0 1-29 0 0,0 1 18 0 0,-1 0 0 0 0,0 0 1 0 0,1-1-1 0 0,-1 1 0 0 0,1 0 1 0 0,0 0-1 0 0,0 1 0 0 0,0-1 0 0 0,0 0 1 0 0,0 1-1 0 0,0-1 0 0 0,3-1 1 0 0,-3 3 162 0 0,-20 27-54 0 0,15-19-123 0 0,1 0 0 0 0,0 0-1 0 0,0 0 1 0 0,0 0 0 0 0,1 0 0 0 0,0 0 0 0 0,1 12 0 0 0,7 60 11 0 0,-3-44-5 0 0,-3-15-10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1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5224 0 0,'17'-6'0'0'0,"9"-2"0"0"0,0 2 0 0 0,13 0 8 0 0,-34 5-5 0 0,-1 0 0 0 0,1 0 0 0 0,-1-1 0 0 0,0 1-1 0 0,1-1 1 0 0,-1 0 0 0 0,0 0 0 0 0,0 0 0 0 0,-1-1 0 0 0,1 1 0 0 0,0-1 0 0 0,-1 0 0 0 0,1 0 0 0 0,-1 0 0 0 0,5-7 0 0 0,-4 6 22 0 0,0 0 0 0 0,0 0 1 0 0,0 1-1 0 0,1 0 0 0 0,-1 0 1 0 0,1 0-1 0 0,0 1 0 0 0,0-1 1 0 0,0 1-1 0 0,0 0 0 0 0,0 0 1 0 0,8-1-1 0 0,5-3 63 0 0,-7 2-32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1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 5016 0 0,'0'0'432'0'0,"-3"4"-351"0"0,-70 94 295 0 0,13-21-88 0 0,-19 28-40 0 0,36-52-145 0 0,-41 56 63 0 0,68-91-132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3:26:20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2447 7136 0 0,'10'2'22'0'0,"7"2"79"0"0,0-1 46 0 0,3 0 79 0 0,-13-2-113 0 0,-12 68 436 0 0,5 135-1 0 0,10-71-422 0 0,-8-118-100 0 0,1 1 1 0 0,0-1-1 0 0,10 25 1 0 0,3 17 68 0 0,-12-43-67 0 0,1-1 1 0 0,1 0-1 0 0,-1 0 0 0 0,2-1 0 0 0,0 1 1 0 0,0-1-1 0 0,14 15 0 0 0,9 17 97 0 0,-18-26-67 0 0,0-1 1 0 0,2 0 0 0 0,0-1 0 0 0,1-1 0 0 0,0 0-1 0 0,1-1 1 0 0,1 0 0 0 0,0-1 0 0 0,1-2-1 0 0,1 1 1 0 0,0-2 0 0 0,0-1 0 0 0,1 0-1 0 0,0-1 1 0 0,0-1 0 0 0,1-1 0 0 0,-1-1 0 0 0,1-1-1 0 0,1-1 1 0 0,-1 0 0 0 0,1-2 0 0 0,-1 0-1 0 0,1-2 1 0 0,-1 0 0 0 0,33-7 0 0 0,5-8 135 0 0,97-40 0 0 0,-60 20 66 0 0,47-25 242 0 0,-66 26-350 0 0,-24 8 13 0 0,-1-3-1 0 0,-1-2 0 0 0,-1-2 0 0 0,45-40 1 0 0,0 0 7 0 0,-58 45-55 0 0,-1-2 0 0 0,-1-1 1 0 0,-2-2-1 0 0,-1-1 0 0 0,-2-1 1 0 0,49-78-1 0 0,-33 36 109 0 0,-3-1 1 0 0,-4-2-1 0 0,36-108 0 0 0,-37 85-66 0 0,-24 71-115 0 0,-2 0 0 0 0,-1-1 0 0 0,-1 0 1 0 0,7-59-1 0 0,-8 14 42 0 0,4-80 131 0 0,0-147 229 0 0,1 193-270 0 0,37-152 0 0 0,-16 141 31 0 0,-19 73-81 0 0,12-65 1 0 0,-13 25 92 0 0,40-135 0 0 0,-49 208-116 0 0,0 0 0 0 0,2 0 0 0 0,0 0 0 0 0,0 1 0 0 0,2 0 0 0 0,0 1 0 0 0,1 0 0 0 0,15-17 0 0 0,56-36 945 0 0,-68 59-893 0 0,1 1 1 0 0,1 0-1 0 0,0 1 1 0 0,0 1-1 0 0,0 0 0 0 0,23-5 1 0 0,-32 11-75 0 0,-1 0 1 0 0,1 1 0 0 0,0-1-1 0 0,0 1 1 0 0,0 1 0 0 0,0-1-1 0 0,0 1 1 0 0,0 1 0 0 0,-1-1 0 0 0,9 4-1 0 0,-4-2 66 0 0,0-1 0 0 0,1 0 0 0 0,17 1 0 0 0,-28-3-143 0 0,0 0 0 0 0,0 0 0 0 0,-1 0 0 0 0,1 0 0 0 0,0-1 0 0 0,0 1 0 0 0,0 0 0 0 0,-1-1 0 0 0,1 1 0 0 0,0 0 0 0 0,0-1 0 0 0,-1 1 0 0 0,1-1 0 0 0,0 1 0 0 0,-1-1 0 0 0,1 1 0 0 0,0-1 0 0 0,-1 0 0 0 0,1 1 0 0 0,-1-1 0 0 0,1 0 0 0 0,-1 1 0 0 0,1-1 0 0 0,-1 0 0 0 0,0 0 0 0 0,1 0 0 0 0,-1-1 0 0 0,7-10 112 0 0,-6 11-77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27855" y="1661477"/>
            <a:ext cx="6888289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8385" y="814069"/>
            <a:ext cx="348722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7054" y="1792541"/>
            <a:ext cx="8009890" cy="460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9.xml"/><Relationship Id="rId42" Type="http://schemas.openxmlformats.org/officeDocument/2006/relationships/customXml" Target="../ink/ink23.xml"/><Relationship Id="rId47" Type="http://schemas.openxmlformats.org/officeDocument/2006/relationships/image" Target="../media/image25.png"/><Relationship Id="rId7" Type="http://schemas.openxmlformats.org/officeDocument/2006/relationships/image" Target="../media/image5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29" Type="http://schemas.openxmlformats.org/officeDocument/2006/relationships/image" Target="../media/image16.png"/><Relationship Id="rId11" Type="http://schemas.openxmlformats.org/officeDocument/2006/relationships/image" Target="../media/image7.png"/><Relationship Id="rId24" Type="http://schemas.openxmlformats.org/officeDocument/2006/relationships/customXml" Target="../ink/ink14.xml"/><Relationship Id="rId32" Type="http://schemas.openxmlformats.org/officeDocument/2006/relationships/customXml" Target="../ink/ink18.xml"/><Relationship Id="rId37" Type="http://schemas.openxmlformats.org/officeDocument/2006/relationships/image" Target="../media/image20.png"/><Relationship Id="rId40" Type="http://schemas.openxmlformats.org/officeDocument/2006/relationships/customXml" Target="../ink/ink22.xml"/><Relationship Id="rId45" Type="http://schemas.openxmlformats.org/officeDocument/2006/relationships/image" Target="../media/image24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6.xml"/><Relationship Id="rId36" Type="http://schemas.openxmlformats.org/officeDocument/2006/relationships/customXml" Target="../ink/ink20.xml"/><Relationship Id="rId49" Type="http://schemas.openxmlformats.org/officeDocument/2006/relationships/image" Target="../media/image26.png"/><Relationship Id="rId10" Type="http://schemas.openxmlformats.org/officeDocument/2006/relationships/customXml" Target="../ink/ink7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4" Type="http://schemas.openxmlformats.org/officeDocument/2006/relationships/customXml" Target="../ink/ink24.xml"/><Relationship Id="rId4" Type="http://schemas.openxmlformats.org/officeDocument/2006/relationships/customXml" Target="../ink/ink4.xml"/><Relationship Id="rId9" Type="http://schemas.openxmlformats.org/officeDocument/2006/relationships/image" Target="../media/image6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15.png"/><Relationship Id="rId30" Type="http://schemas.openxmlformats.org/officeDocument/2006/relationships/customXml" Target="../ink/ink17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6.xml"/><Relationship Id="rId8" Type="http://schemas.openxmlformats.org/officeDocument/2006/relationships/customXml" Target="../ink/ink6.xml"/><Relationship Id="rId3" Type="http://schemas.openxmlformats.org/officeDocument/2006/relationships/image" Target="../media/image3.png"/><Relationship Id="rId12" Type="http://schemas.openxmlformats.org/officeDocument/2006/relationships/customXml" Target="../ink/ink8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21.xml"/><Relationship Id="rId46" Type="http://schemas.openxmlformats.org/officeDocument/2006/relationships/customXml" Target="../ink/ink25.xml"/><Relationship Id="rId20" Type="http://schemas.openxmlformats.org/officeDocument/2006/relationships/customXml" Target="../ink/ink12.xml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.png"/><Relationship Id="rId21" Type="http://schemas.openxmlformats.org/officeDocument/2006/relationships/image" Target="../media/image36.png"/><Relationship Id="rId42" Type="http://schemas.openxmlformats.org/officeDocument/2006/relationships/customXml" Target="../ink/ink47.xml"/><Relationship Id="rId63" Type="http://schemas.openxmlformats.org/officeDocument/2006/relationships/image" Target="../media/image57.png"/><Relationship Id="rId84" Type="http://schemas.openxmlformats.org/officeDocument/2006/relationships/customXml" Target="../ink/ink68.xml"/><Relationship Id="rId138" Type="http://schemas.openxmlformats.org/officeDocument/2006/relationships/image" Target="../media/image94.png"/><Relationship Id="rId107" Type="http://schemas.openxmlformats.org/officeDocument/2006/relationships/image" Target="../media/image79.png"/><Relationship Id="rId11" Type="http://schemas.openxmlformats.org/officeDocument/2006/relationships/image" Target="../media/image31.png"/><Relationship Id="rId32" Type="http://schemas.openxmlformats.org/officeDocument/2006/relationships/customXml" Target="../ink/ink42.xml"/><Relationship Id="rId53" Type="http://schemas.openxmlformats.org/officeDocument/2006/relationships/image" Target="../media/image52.png"/><Relationship Id="rId74" Type="http://schemas.openxmlformats.org/officeDocument/2006/relationships/customXml" Target="../ink/ink63.xml"/><Relationship Id="rId128" Type="http://schemas.openxmlformats.org/officeDocument/2006/relationships/image" Target="../media/image89.png"/><Relationship Id="rId5" Type="http://schemas.openxmlformats.org/officeDocument/2006/relationships/image" Target="../media/image28.png"/><Relationship Id="rId90" Type="http://schemas.openxmlformats.org/officeDocument/2006/relationships/customXml" Target="../ink/ink71.xml"/><Relationship Id="rId95" Type="http://schemas.openxmlformats.org/officeDocument/2006/relationships/image" Target="../media/image73.png"/><Relationship Id="rId22" Type="http://schemas.openxmlformats.org/officeDocument/2006/relationships/customXml" Target="../ink/ink37.xml"/><Relationship Id="rId27" Type="http://schemas.openxmlformats.org/officeDocument/2006/relationships/image" Target="../media/image39.png"/><Relationship Id="rId43" Type="http://schemas.openxmlformats.org/officeDocument/2006/relationships/image" Target="../media/image47.png"/><Relationship Id="rId48" Type="http://schemas.openxmlformats.org/officeDocument/2006/relationships/customXml" Target="../ink/ink50.xml"/><Relationship Id="rId64" Type="http://schemas.openxmlformats.org/officeDocument/2006/relationships/customXml" Target="../ink/ink58.xml"/><Relationship Id="rId69" Type="http://schemas.openxmlformats.org/officeDocument/2006/relationships/image" Target="../media/image60.png"/><Relationship Id="rId113" Type="http://schemas.openxmlformats.org/officeDocument/2006/relationships/image" Target="../media/image82.png"/><Relationship Id="rId118" Type="http://schemas.openxmlformats.org/officeDocument/2006/relationships/customXml" Target="../ink/ink85.xml"/><Relationship Id="rId134" Type="http://schemas.openxmlformats.org/officeDocument/2006/relationships/image" Target="../media/image92.png"/><Relationship Id="rId139" Type="http://schemas.openxmlformats.org/officeDocument/2006/relationships/customXml" Target="../ink/ink96.xml"/><Relationship Id="rId80" Type="http://schemas.openxmlformats.org/officeDocument/2006/relationships/customXml" Target="../ink/ink66.xml"/><Relationship Id="rId85" Type="http://schemas.openxmlformats.org/officeDocument/2006/relationships/image" Target="../media/image68.png"/><Relationship Id="rId12" Type="http://schemas.openxmlformats.org/officeDocument/2006/relationships/customXml" Target="../ink/ink32.xml"/><Relationship Id="rId17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customXml" Target="../ink/ink45.xml"/><Relationship Id="rId59" Type="http://schemas.openxmlformats.org/officeDocument/2006/relationships/image" Target="../media/image55.png"/><Relationship Id="rId103" Type="http://schemas.openxmlformats.org/officeDocument/2006/relationships/image" Target="../media/image77.png"/><Relationship Id="rId108" Type="http://schemas.openxmlformats.org/officeDocument/2006/relationships/customXml" Target="../ink/ink80.xml"/><Relationship Id="rId124" Type="http://schemas.openxmlformats.org/officeDocument/2006/relationships/image" Target="../media/image87.png"/><Relationship Id="rId129" Type="http://schemas.openxmlformats.org/officeDocument/2006/relationships/customXml" Target="../ink/ink91.xml"/><Relationship Id="rId54" Type="http://schemas.openxmlformats.org/officeDocument/2006/relationships/customXml" Target="../ink/ink53.xml"/><Relationship Id="rId70" Type="http://schemas.openxmlformats.org/officeDocument/2006/relationships/customXml" Target="../ink/ink61.xml"/><Relationship Id="rId75" Type="http://schemas.openxmlformats.org/officeDocument/2006/relationships/image" Target="../media/image63.png"/><Relationship Id="rId91" Type="http://schemas.openxmlformats.org/officeDocument/2006/relationships/image" Target="../media/image71.png"/><Relationship Id="rId96" Type="http://schemas.openxmlformats.org/officeDocument/2006/relationships/customXml" Target="../ink/ink74.xml"/><Relationship Id="rId140" Type="http://schemas.openxmlformats.org/officeDocument/2006/relationships/image" Target="../media/image95.png"/><Relationship Id="rId145" Type="http://schemas.openxmlformats.org/officeDocument/2006/relationships/customXml" Target="../ink/ink99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9.xml"/><Relationship Id="rId23" Type="http://schemas.openxmlformats.org/officeDocument/2006/relationships/image" Target="../media/image37.png"/><Relationship Id="rId28" Type="http://schemas.openxmlformats.org/officeDocument/2006/relationships/customXml" Target="../ink/ink40.xml"/><Relationship Id="rId49" Type="http://schemas.openxmlformats.org/officeDocument/2006/relationships/image" Target="../media/image50.png"/><Relationship Id="rId114" Type="http://schemas.openxmlformats.org/officeDocument/2006/relationships/customXml" Target="../ink/ink83.xml"/><Relationship Id="rId119" Type="http://schemas.openxmlformats.org/officeDocument/2006/relationships/image" Target="../media/image85.png"/><Relationship Id="rId44" Type="http://schemas.openxmlformats.org/officeDocument/2006/relationships/customXml" Target="../ink/ink48.xml"/><Relationship Id="rId60" Type="http://schemas.openxmlformats.org/officeDocument/2006/relationships/customXml" Target="../ink/ink56.xml"/><Relationship Id="rId65" Type="http://schemas.openxmlformats.org/officeDocument/2006/relationships/image" Target="../media/image58.png"/><Relationship Id="rId81" Type="http://schemas.openxmlformats.org/officeDocument/2006/relationships/image" Target="../media/image66.png"/><Relationship Id="rId86" Type="http://schemas.openxmlformats.org/officeDocument/2006/relationships/customXml" Target="../ink/ink69.xml"/><Relationship Id="rId130" Type="http://schemas.openxmlformats.org/officeDocument/2006/relationships/image" Target="../media/image90.png"/><Relationship Id="rId135" Type="http://schemas.openxmlformats.org/officeDocument/2006/relationships/customXml" Target="../ink/ink94.xml"/><Relationship Id="rId13" Type="http://schemas.openxmlformats.org/officeDocument/2006/relationships/image" Target="../media/image32.png"/><Relationship Id="rId18" Type="http://schemas.openxmlformats.org/officeDocument/2006/relationships/customXml" Target="../ink/ink35.xml"/><Relationship Id="rId39" Type="http://schemas.openxmlformats.org/officeDocument/2006/relationships/image" Target="../media/image45.png"/><Relationship Id="rId109" Type="http://schemas.openxmlformats.org/officeDocument/2006/relationships/image" Target="../media/image80.png"/><Relationship Id="rId34" Type="http://schemas.openxmlformats.org/officeDocument/2006/relationships/customXml" Target="../ink/ink43.xml"/><Relationship Id="rId50" Type="http://schemas.openxmlformats.org/officeDocument/2006/relationships/customXml" Target="../ink/ink51.xml"/><Relationship Id="rId55" Type="http://schemas.openxmlformats.org/officeDocument/2006/relationships/image" Target="../media/image53.png"/><Relationship Id="rId76" Type="http://schemas.openxmlformats.org/officeDocument/2006/relationships/customXml" Target="../ink/ink64.xml"/><Relationship Id="rId97" Type="http://schemas.openxmlformats.org/officeDocument/2006/relationships/image" Target="../media/image74.png"/><Relationship Id="rId104" Type="http://schemas.openxmlformats.org/officeDocument/2006/relationships/customXml" Target="../ink/ink78.xml"/><Relationship Id="rId120" Type="http://schemas.openxmlformats.org/officeDocument/2006/relationships/customXml" Target="../ink/ink86.xml"/><Relationship Id="rId125" Type="http://schemas.openxmlformats.org/officeDocument/2006/relationships/customXml" Target="../ink/ink89.xml"/><Relationship Id="rId141" Type="http://schemas.openxmlformats.org/officeDocument/2006/relationships/customXml" Target="../ink/ink97.xml"/><Relationship Id="rId146" Type="http://schemas.openxmlformats.org/officeDocument/2006/relationships/image" Target="../media/image98.png"/><Relationship Id="rId7" Type="http://schemas.openxmlformats.org/officeDocument/2006/relationships/image" Target="../media/image29.png"/><Relationship Id="rId71" Type="http://schemas.openxmlformats.org/officeDocument/2006/relationships/image" Target="../media/image61.png"/><Relationship Id="rId92" Type="http://schemas.openxmlformats.org/officeDocument/2006/relationships/customXml" Target="../ink/ink72.xml"/><Relationship Id="rId2" Type="http://schemas.openxmlformats.org/officeDocument/2006/relationships/customXml" Target="../ink/ink27.xml"/><Relationship Id="rId29" Type="http://schemas.openxmlformats.org/officeDocument/2006/relationships/image" Target="../media/image40.png"/><Relationship Id="rId24" Type="http://schemas.openxmlformats.org/officeDocument/2006/relationships/customXml" Target="../ink/ink38.xml"/><Relationship Id="rId40" Type="http://schemas.openxmlformats.org/officeDocument/2006/relationships/customXml" Target="../ink/ink46.xml"/><Relationship Id="rId45" Type="http://schemas.openxmlformats.org/officeDocument/2006/relationships/image" Target="../media/image48.png"/><Relationship Id="rId66" Type="http://schemas.openxmlformats.org/officeDocument/2006/relationships/customXml" Target="../ink/ink59.xml"/><Relationship Id="rId87" Type="http://schemas.openxmlformats.org/officeDocument/2006/relationships/image" Target="../media/image69.png"/><Relationship Id="rId110" Type="http://schemas.openxmlformats.org/officeDocument/2006/relationships/customXml" Target="../ink/ink81.xml"/><Relationship Id="rId115" Type="http://schemas.openxmlformats.org/officeDocument/2006/relationships/image" Target="../media/image83.png"/><Relationship Id="rId131" Type="http://schemas.openxmlformats.org/officeDocument/2006/relationships/customXml" Target="../ink/ink92.xml"/><Relationship Id="rId136" Type="http://schemas.openxmlformats.org/officeDocument/2006/relationships/image" Target="../media/image93.png"/><Relationship Id="rId61" Type="http://schemas.openxmlformats.org/officeDocument/2006/relationships/image" Target="../media/image56.png"/><Relationship Id="rId82" Type="http://schemas.openxmlformats.org/officeDocument/2006/relationships/customXml" Target="../ink/ink67.xml"/><Relationship Id="rId19" Type="http://schemas.openxmlformats.org/officeDocument/2006/relationships/image" Target="../media/image35.png"/><Relationship Id="rId14" Type="http://schemas.openxmlformats.org/officeDocument/2006/relationships/customXml" Target="../ink/ink33.xml"/><Relationship Id="rId30" Type="http://schemas.openxmlformats.org/officeDocument/2006/relationships/customXml" Target="../ink/ink41.xml"/><Relationship Id="rId35" Type="http://schemas.openxmlformats.org/officeDocument/2006/relationships/image" Target="../media/image43.png"/><Relationship Id="rId56" Type="http://schemas.openxmlformats.org/officeDocument/2006/relationships/customXml" Target="../ink/ink54.xml"/><Relationship Id="rId77" Type="http://schemas.openxmlformats.org/officeDocument/2006/relationships/image" Target="../media/image64.png"/><Relationship Id="rId100" Type="http://schemas.openxmlformats.org/officeDocument/2006/relationships/customXml" Target="../ink/ink76.xml"/><Relationship Id="rId105" Type="http://schemas.openxmlformats.org/officeDocument/2006/relationships/image" Target="../media/image78.png"/><Relationship Id="rId126" Type="http://schemas.openxmlformats.org/officeDocument/2006/relationships/image" Target="../media/image88.png"/><Relationship Id="rId147" Type="http://schemas.openxmlformats.org/officeDocument/2006/relationships/customXml" Target="../ink/ink100.xml"/><Relationship Id="rId8" Type="http://schemas.openxmlformats.org/officeDocument/2006/relationships/customXml" Target="../ink/ink30.xml"/><Relationship Id="rId51" Type="http://schemas.openxmlformats.org/officeDocument/2006/relationships/image" Target="../media/image51.png"/><Relationship Id="rId72" Type="http://schemas.openxmlformats.org/officeDocument/2006/relationships/customXml" Target="../ink/ink62.xml"/><Relationship Id="rId93" Type="http://schemas.openxmlformats.org/officeDocument/2006/relationships/image" Target="../media/image72.png"/><Relationship Id="rId98" Type="http://schemas.openxmlformats.org/officeDocument/2006/relationships/customXml" Target="../ink/ink75.xml"/><Relationship Id="rId121" Type="http://schemas.openxmlformats.org/officeDocument/2006/relationships/image" Target="../media/image86.png"/><Relationship Id="rId142" Type="http://schemas.openxmlformats.org/officeDocument/2006/relationships/image" Target="../media/image96.png"/><Relationship Id="rId3" Type="http://schemas.openxmlformats.org/officeDocument/2006/relationships/image" Target="../media/image27.png"/><Relationship Id="rId25" Type="http://schemas.openxmlformats.org/officeDocument/2006/relationships/image" Target="../media/image38.png"/><Relationship Id="rId46" Type="http://schemas.openxmlformats.org/officeDocument/2006/relationships/customXml" Target="../ink/ink49.xml"/><Relationship Id="rId67" Type="http://schemas.openxmlformats.org/officeDocument/2006/relationships/image" Target="../media/image59.png"/><Relationship Id="rId116" Type="http://schemas.openxmlformats.org/officeDocument/2006/relationships/customXml" Target="../ink/ink84.xml"/><Relationship Id="rId137" Type="http://schemas.openxmlformats.org/officeDocument/2006/relationships/customXml" Target="../ink/ink95.xml"/><Relationship Id="rId20" Type="http://schemas.openxmlformats.org/officeDocument/2006/relationships/customXml" Target="../ink/ink36.xml"/><Relationship Id="rId41" Type="http://schemas.openxmlformats.org/officeDocument/2006/relationships/image" Target="../media/image46.png"/><Relationship Id="rId62" Type="http://schemas.openxmlformats.org/officeDocument/2006/relationships/customXml" Target="../ink/ink57.xml"/><Relationship Id="rId83" Type="http://schemas.openxmlformats.org/officeDocument/2006/relationships/image" Target="../media/image67.png"/><Relationship Id="rId88" Type="http://schemas.openxmlformats.org/officeDocument/2006/relationships/customXml" Target="../ink/ink70.xml"/><Relationship Id="rId111" Type="http://schemas.openxmlformats.org/officeDocument/2006/relationships/image" Target="../media/image81.png"/><Relationship Id="rId132" Type="http://schemas.openxmlformats.org/officeDocument/2006/relationships/image" Target="../media/image91.png"/><Relationship Id="rId15" Type="http://schemas.openxmlformats.org/officeDocument/2006/relationships/image" Target="../media/image33.png"/><Relationship Id="rId36" Type="http://schemas.openxmlformats.org/officeDocument/2006/relationships/customXml" Target="../ink/ink44.xml"/><Relationship Id="rId57" Type="http://schemas.openxmlformats.org/officeDocument/2006/relationships/image" Target="../media/image54.png"/><Relationship Id="rId106" Type="http://schemas.openxmlformats.org/officeDocument/2006/relationships/customXml" Target="../ink/ink79.xml"/><Relationship Id="rId127" Type="http://schemas.openxmlformats.org/officeDocument/2006/relationships/customXml" Target="../ink/ink90.xml"/><Relationship Id="rId10" Type="http://schemas.openxmlformats.org/officeDocument/2006/relationships/customXml" Target="../ink/ink31.xml"/><Relationship Id="rId31" Type="http://schemas.openxmlformats.org/officeDocument/2006/relationships/image" Target="../media/image41.png"/><Relationship Id="rId52" Type="http://schemas.openxmlformats.org/officeDocument/2006/relationships/customXml" Target="../ink/ink52.xml"/><Relationship Id="rId73" Type="http://schemas.openxmlformats.org/officeDocument/2006/relationships/image" Target="../media/image62.png"/><Relationship Id="rId78" Type="http://schemas.openxmlformats.org/officeDocument/2006/relationships/customXml" Target="../ink/ink65.xml"/><Relationship Id="rId94" Type="http://schemas.openxmlformats.org/officeDocument/2006/relationships/customXml" Target="../ink/ink73.xml"/><Relationship Id="rId99" Type="http://schemas.openxmlformats.org/officeDocument/2006/relationships/image" Target="../media/image75.png"/><Relationship Id="rId101" Type="http://schemas.openxmlformats.org/officeDocument/2006/relationships/image" Target="../media/image76.png"/><Relationship Id="rId122" Type="http://schemas.openxmlformats.org/officeDocument/2006/relationships/customXml" Target="../ink/ink87.xml"/><Relationship Id="rId143" Type="http://schemas.openxmlformats.org/officeDocument/2006/relationships/customXml" Target="../ink/ink98.xml"/><Relationship Id="rId148" Type="http://schemas.openxmlformats.org/officeDocument/2006/relationships/image" Target="../media/image99.png"/><Relationship Id="rId4" Type="http://schemas.openxmlformats.org/officeDocument/2006/relationships/customXml" Target="../ink/ink28.xml"/><Relationship Id="rId9" Type="http://schemas.openxmlformats.org/officeDocument/2006/relationships/image" Target="../media/image30.png"/><Relationship Id="rId26" Type="http://schemas.openxmlformats.org/officeDocument/2006/relationships/customXml" Target="../ink/ink39.xml"/><Relationship Id="rId47" Type="http://schemas.openxmlformats.org/officeDocument/2006/relationships/image" Target="../media/image49.png"/><Relationship Id="rId68" Type="http://schemas.openxmlformats.org/officeDocument/2006/relationships/customXml" Target="../ink/ink60.xml"/><Relationship Id="rId89" Type="http://schemas.openxmlformats.org/officeDocument/2006/relationships/image" Target="../media/image70.png"/><Relationship Id="rId112" Type="http://schemas.openxmlformats.org/officeDocument/2006/relationships/customXml" Target="../ink/ink82.xml"/><Relationship Id="rId133" Type="http://schemas.openxmlformats.org/officeDocument/2006/relationships/customXml" Target="../ink/ink93.xml"/><Relationship Id="rId16" Type="http://schemas.openxmlformats.org/officeDocument/2006/relationships/customXml" Target="../ink/ink34.xml"/><Relationship Id="rId37" Type="http://schemas.openxmlformats.org/officeDocument/2006/relationships/image" Target="../media/image44.png"/><Relationship Id="rId58" Type="http://schemas.openxmlformats.org/officeDocument/2006/relationships/customXml" Target="../ink/ink55.xml"/><Relationship Id="rId79" Type="http://schemas.openxmlformats.org/officeDocument/2006/relationships/image" Target="../media/image65.png"/><Relationship Id="rId102" Type="http://schemas.openxmlformats.org/officeDocument/2006/relationships/customXml" Target="../ink/ink77.xml"/><Relationship Id="rId123" Type="http://schemas.openxmlformats.org/officeDocument/2006/relationships/customXml" Target="../ink/ink88.xml"/><Relationship Id="rId144" Type="http://schemas.openxmlformats.org/officeDocument/2006/relationships/image" Target="../media/image9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6205" marR="5080" indent="-13741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Introduction to Web &amp; Mobile </a:t>
            </a:r>
            <a:r>
              <a:rPr spc="-1085" dirty="0"/>
              <a:t> </a:t>
            </a:r>
            <a:r>
              <a:rPr spc="-5" dirty="0"/>
              <a:t>App</a:t>
            </a:r>
            <a:r>
              <a:rPr spc="-10" dirty="0"/>
              <a:t> </a:t>
            </a:r>
            <a:r>
              <a:rPr spc="-5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3001" y="4169028"/>
            <a:ext cx="31984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Juan-Luis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Gorricho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158A8E9-3175-F75E-0D2D-2004AC867095}"/>
                  </a:ext>
                </a:extLst>
              </p14:cNvPr>
              <p14:cNvContentPartPr/>
              <p14:nvPr/>
            </p14:nvContentPartPr>
            <p14:xfrm>
              <a:off x="904227" y="1485440"/>
              <a:ext cx="45360" cy="1105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158A8E9-3175-F75E-0D2D-2004AC8670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5227" y="1476800"/>
                <a:ext cx="630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3C2C9A6A-8B9B-9DF5-583A-DE4993120D89}"/>
                  </a:ext>
                </a:extLst>
              </p14:cNvPr>
              <p14:cNvContentPartPr/>
              <p14:nvPr/>
            </p14:nvContentPartPr>
            <p14:xfrm>
              <a:off x="1676427" y="2895200"/>
              <a:ext cx="360" cy="3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3C2C9A6A-8B9B-9DF5-583A-DE4993120D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0427" y="2679560"/>
                <a:ext cx="72000" cy="43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6904" y="814069"/>
            <a:ext cx="27901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6634480" cy="4099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Goal: to learn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those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basic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tools </a:t>
            </a: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design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and implementation </a:t>
            </a:r>
            <a:r>
              <a:rPr sz="3200" spc="-5" dirty="0">
                <a:latin typeface="Times New Roman"/>
                <a:cs typeface="Times New Roman"/>
              </a:rPr>
              <a:t>of web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applications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HTTP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 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client/server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communication.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Main topics 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work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Classical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web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applications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Interactive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applications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Mobile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applications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30D2854-25A4-4044-8103-AF5FF61C4D91}"/>
              </a:ext>
            </a:extLst>
          </p:cNvPr>
          <p:cNvGrpSpPr/>
          <p:nvPr/>
        </p:nvGrpSpPr>
        <p:grpSpPr>
          <a:xfrm>
            <a:off x="5459501" y="4667223"/>
            <a:ext cx="2787840" cy="391320"/>
            <a:chOff x="5459501" y="4667223"/>
            <a:chExt cx="278784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050BC75E-12ED-D298-E3EE-A4C1CBD1A87D}"/>
                    </a:ext>
                  </a:extLst>
                </p14:cNvPr>
                <p14:cNvContentPartPr/>
                <p14:nvPr/>
              </p14:nvContentPartPr>
              <p14:xfrm>
                <a:off x="5459501" y="4732743"/>
                <a:ext cx="178920" cy="2498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050BC75E-12ED-D298-E3EE-A4C1CBD1A8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50861" y="4723743"/>
                  <a:ext cx="1965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4C7F9131-F5BF-B311-5228-65D39FC32D63}"/>
                    </a:ext>
                  </a:extLst>
                </p14:cNvPr>
                <p14:cNvContentPartPr/>
                <p14:nvPr/>
              </p14:nvContentPartPr>
              <p14:xfrm>
                <a:off x="5558141" y="4824183"/>
                <a:ext cx="668520" cy="1800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4C7F9131-F5BF-B311-5228-65D39FC32D6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49501" y="4815543"/>
                  <a:ext cx="686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A98CBFBD-0BDA-7E53-A43D-962975D40B39}"/>
                    </a:ext>
                  </a:extLst>
                </p14:cNvPr>
                <p14:cNvContentPartPr/>
                <p14:nvPr/>
              </p14:nvContentPartPr>
              <p14:xfrm>
                <a:off x="5963141" y="4753263"/>
                <a:ext cx="54360" cy="468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A98CBFBD-0BDA-7E53-A43D-962975D40B3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54141" y="4744623"/>
                  <a:ext cx="72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004A85D-7F6D-BD82-4837-258AAD8E7F36}"/>
                    </a:ext>
                  </a:extLst>
                </p14:cNvPr>
                <p14:cNvContentPartPr/>
                <p14:nvPr/>
              </p14:nvContentPartPr>
              <p14:xfrm>
                <a:off x="6318461" y="4719063"/>
                <a:ext cx="187560" cy="2390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004A85D-7F6D-BD82-4837-258AAD8E7F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09461" y="4710423"/>
                  <a:ext cx="205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494523AB-E460-536A-4949-572F99DA52B5}"/>
                    </a:ext>
                  </a:extLst>
                </p14:cNvPr>
                <p14:cNvContentPartPr/>
                <p14:nvPr/>
              </p14:nvContentPartPr>
              <p14:xfrm>
                <a:off x="6255821" y="4778823"/>
                <a:ext cx="169920" cy="230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494523AB-E460-536A-4949-572F99DA52B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47181" y="4769823"/>
                  <a:ext cx="187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08A64703-65B5-B3BA-2D36-4FCA45AADEEC}"/>
                    </a:ext>
                  </a:extLst>
                </p14:cNvPr>
                <p14:cNvContentPartPr/>
                <p14:nvPr/>
              </p14:nvContentPartPr>
              <p14:xfrm>
                <a:off x="6614741" y="4770543"/>
                <a:ext cx="826200" cy="1875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08A64703-65B5-B3BA-2D36-4FCA45AADE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06101" y="4761903"/>
                  <a:ext cx="843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9412E108-60EB-C308-FA48-9FC2CC4AEBCC}"/>
                    </a:ext>
                  </a:extLst>
                </p14:cNvPr>
                <p14:cNvContentPartPr/>
                <p14:nvPr/>
              </p14:nvContentPartPr>
              <p14:xfrm>
                <a:off x="7577741" y="4667223"/>
                <a:ext cx="65160" cy="3592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9412E108-60EB-C308-FA48-9FC2CC4AEB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68741" y="4658583"/>
                  <a:ext cx="828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8D974D03-E896-27F4-3CE6-F8330C87B338}"/>
                    </a:ext>
                  </a:extLst>
                </p14:cNvPr>
                <p14:cNvContentPartPr/>
                <p14:nvPr/>
              </p14:nvContentPartPr>
              <p14:xfrm>
                <a:off x="7727141" y="4689183"/>
                <a:ext cx="136080" cy="33372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8D974D03-E896-27F4-3CE6-F8330C87B3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18501" y="4680183"/>
                  <a:ext cx="1537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E0E04C6-3EBF-CFFC-0A79-2C8F70935BA0}"/>
                    </a:ext>
                  </a:extLst>
                </p14:cNvPr>
                <p14:cNvContentPartPr/>
                <p14:nvPr/>
              </p14:nvContentPartPr>
              <p14:xfrm>
                <a:off x="7910741" y="4711143"/>
                <a:ext cx="33480" cy="24336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E0E04C6-3EBF-CFFC-0A79-2C8F70935B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01741" y="4702143"/>
                  <a:ext cx="51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094F4BC-F34D-BE4F-87AF-2711F4D28AB1}"/>
                    </a:ext>
                  </a:extLst>
                </p14:cNvPr>
                <p14:cNvContentPartPr/>
                <p14:nvPr/>
              </p14:nvContentPartPr>
              <p14:xfrm>
                <a:off x="7840181" y="4702863"/>
                <a:ext cx="155880" cy="388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094F4BC-F34D-BE4F-87AF-2711F4D28A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31181" y="4694223"/>
                  <a:ext cx="173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5238F5EB-590A-33FE-9A22-33E63A72073E}"/>
                    </a:ext>
                  </a:extLst>
                </p14:cNvPr>
                <p14:cNvContentPartPr/>
                <p14:nvPr/>
              </p14:nvContentPartPr>
              <p14:xfrm>
                <a:off x="8010461" y="4758663"/>
                <a:ext cx="138960" cy="2347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5238F5EB-590A-33FE-9A22-33E63A7207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01461" y="4750023"/>
                  <a:ext cx="156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E4F30247-FABA-AEBC-65F8-6C70614A5876}"/>
                    </a:ext>
                  </a:extLst>
                </p14:cNvPr>
                <p14:cNvContentPartPr/>
                <p14:nvPr/>
              </p14:nvContentPartPr>
              <p14:xfrm>
                <a:off x="8189021" y="4672623"/>
                <a:ext cx="58320" cy="3859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E4F30247-FABA-AEBC-65F8-6C70614A587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80381" y="4663983"/>
                  <a:ext cx="75960" cy="40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360F821C-DB45-25B5-8BF8-200684839B92}"/>
              </a:ext>
            </a:extLst>
          </p:cNvPr>
          <p:cNvGrpSpPr/>
          <p:nvPr/>
        </p:nvGrpSpPr>
        <p:grpSpPr>
          <a:xfrm>
            <a:off x="5073941" y="5241423"/>
            <a:ext cx="1513800" cy="295920"/>
            <a:chOff x="5073941" y="5241423"/>
            <a:chExt cx="151380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E35C4F1-3B18-BEC6-0ABD-3FE546EB89D7}"/>
                    </a:ext>
                  </a:extLst>
                </p14:cNvPr>
                <p14:cNvContentPartPr/>
                <p14:nvPr/>
              </p14:nvContentPartPr>
              <p14:xfrm>
                <a:off x="5073941" y="5292543"/>
                <a:ext cx="113760" cy="1742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E35C4F1-3B18-BEC6-0ABD-3FE546EB89D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64941" y="5283543"/>
                  <a:ext cx="131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CDC50196-DF1E-265F-48E8-E9AF57FB899D}"/>
                    </a:ext>
                  </a:extLst>
                </p14:cNvPr>
                <p14:cNvContentPartPr/>
                <p14:nvPr/>
              </p14:nvContentPartPr>
              <p14:xfrm>
                <a:off x="5140901" y="5294703"/>
                <a:ext cx="77040" cy="14328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CDC50196-DF1E-265F-48E8-E9AF57FB899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31901" y="5286063"/>
                  <a:ext cx="94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D8D50956-1C52-40ED-3CAA-FA52E0DE31D4}"/>
                    </a:ext>
                  </a:extLst>
                </p14:cNvPr>
                <p14:cNvContentPartPr/>
                <p14:nvPr/>
              </p14:nvContentPartPr>
              <p14:xfrm>
                <a:off x="5197061" y="5408463"/>
                <a:ext cx="11880" cy="25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D8D50956-1C52-40ED-3CAA-FA52E0DE31D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88421" y="5399463"/>
                  <a:ext cx="295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9611655B-5378-B936-A2F1-BC03F2D9D7C5}"/>
                    </a:ext>
                  </a:extLst>
                </p14:cNvPr>
                <p14:cNvContentPartPr/>
                <p14:nvPr/>
              </p14:nvContentPartPr>
              <p14:xfrm>
                <a:off x="5224781" y="5294703"/>
                <a:ext cx="494640" cy="2073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9611655B-5378-B936-A2F1-BC03F2D9D7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16141" y="5286063"/>
                  <a:ext cx="512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4A58B92B-6DA4-59DF-9677-A6EAD9099F2D}"/>
                    </a:ext>
                  </a:extLst>
                </p14:cNvPr>
                <p14:cNvContentPartPr/>
                <p14:nvPr/>
              </p14:nvContentPartPr>
              <p14:xfrm>
                <a:off x="5429261" y="5353023"/>
                <a:ext cx="22680" cy="100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4A58B92B-6DA4-59DF-9677-A6EAD9099F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20261" y="5344383"/>
                  <a:ext cx="40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4AB71939-4C88-7098-913F-F162B8E1E76C}"/>
                    </a:ext>
                  </a:extLst>
                </p14:cNvPr>
                <p14:cNvContentPartPr/>
                <p14:nvPr/>
              </p14:nvContentPartPr>
              <p14:xfrm>
                <a:off x="5766221" y="5489103"/>
                <a:ext cx="6480" cy="205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4AB71939-4C88-7098-913F-F162B8E1E76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57581" y="5480103"/>
                  <a:ext cx="24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89525373-63EC-B37C-288D-B1E3866A7348}"/>
                    </a:ext>
                  </a:extLst>
                </p14:cNvPr>
                <p14:cNvContentPartPr/>
                <p14:nvPr/>
              </p14:nvContentPartPr>
              <p14:xfrm>
                <a:off x="5861621" y="5268783"/>
                <a:ext cx="121320" cy="1630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89525373-63EC-B37C-288D-B1E3866A734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52621" y="5260143"/>
                  <a:ext cx="1389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1B5603D9-6A67-007E-F119-9DE47799931A}"/>
                    </a:ext>
                  </a:extLst>
                </p14:cNvPr>
                <p14:cNvContentPartPr/>
                <p14:nvPr/>
              </p14:nvContentPartPr>
              <p14:xfrm>
                <a:off x="5868461" y="5356983"/>
                <a:ext cx="62280" cy="194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1B5603D9-6A67-007E-F119-9DE47799931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59821" y="5348343"/>
                  <a:ext cx="79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6D5550A7-61DF-987A-424A-73A746ABE451}"/>
                    </a:ext>
                  </a:extLst>
                </p14:cNvPr>
                <p14:cNvContentPartPr/>
                <p14:nvPr/>
              </p14:nvContentPartPr>
              <p14:xfrm>
                <a:off x="5888621" y="5241423"/>
                <a:ext cx="615960" cy="2314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6D5550A7-61DF-987A-424A-73A746ABE4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79621" y="5232423"/>
                  <a:ext cx="6336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AEBBC5B9-BBFC-BB2C-97C2-C89E26E3A916}"/>
                    </a:ext>
                  </a:extLst>
                </p14:cNvPr>
                <p14:cNvContentPartPr/>
                <p14:nvPr/>
              </p14:nvContentPartPr>
              <p14:xfrm>
                <a:off x="6470021" y="5353023"/>
                <a:ext cx="117720" cy="928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AEBBC5B9-BBFC-BB2C-97C2-C89E26E3A91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61021" y="5344383"/>
                  <a:ext cx="135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5A0A7ABD-2C05-6127-8F77-35DE9290DFA4}"/>
                    </a:ext>
                  </a:extLst>
                </p14:cNvPr>
                <p14:cNvContentPartPr/>
                <p14:nvPr/>
              </p14:nvContentPartPr>
              <p14:xfrm>
                <a:off x="6497381" y="5454543"/>
                <a:ext cx="53640" cy="532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5A0A7ABD-2C05-6127-8F77-35DE9290DFA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88741" y="5445903"/>
                  <a:ext cx="71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E3B7FA73-96F0-ABF4-4F73-9C09BC55CABA}"/>
                    </a:ext>
                  </a:extLst>
                </p14:cNvPr>
                <p14:cNvContentPartPr/>
                <p14:nvPr/>
              </p14:nvContentPartPr>
              <p14:xfrm>
                <a:off x="5768381" y="5465343"/>
                <a:ext cx="36360" cy="720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E3B7FA73-96F0-ABF4-4F73-9C09BC55CAB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59741" y="5456703"/>
                  <a:ext cx="54000" cy="89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61C166FA-27E3-D3FA-80AC-61F5B622AADF}"/>
                  </a:ext>
                </a:extLst>
              </p14:cNvPr>
              <p14:cNvContentPartPr/>
              <p14:nvPr/>
            </p14:nvContentPartPr>
            <p14:xfrm>
              <a:off x="5335661" y="2716023"/>
              <a:ext cx="527400" cy="21600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61C166FA-27E3-D3FA-80AC-61F5B622AA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6661" y="2707023"/>
                <a:ext cx="54504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upo 83">
            <a:extLst>
              <a:ext uri="{FF2B5EF4-FFF2-40B4-BE49-F238E27FC236}">
                <a16:creationId xmlns:a16="http://schemas.microsoft.com/office/drawing/2014/main" id="{E72E0AFD-CE8A-817F-DE44-B193597AA836}"/>
              </a:ext>
            </a:extLst>
          </p:cNvPr>
          <p:cNvGrpSpPr/>
          <p:nvPr/>
        </p:nvGrpSpPr>
        <p:grpSpPr>
          <a:xfrm>
            <a:off x="2180621" y="1163343"/>
            <a:ext cx="687600" cy="303840"/>
            <a:chOff x="2180621" y="1163343"/>
            <a:chExt cx="68760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526B39AF-DF12-3D3F-E378-F83A492EC4D7}"/>
                    </a:ext>
                  </a:extLst>
                </p14:cNvPr>
                <p14:cNvContentPartPr/>
                <p14:nvPr/>
              </p14:nvContentPartPr>
              <p14:xfrm>
                <a:off x="2180621" y="1183143"/>
                <a:ext cx="47160" cy="25128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526B39AF-DF12-3D3F-E378-F83A492EC4D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71981" y="1174503"/>
                  <a:ext cx="648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639A55CE-7DCF-7169-9780-B668EFF07114}"/>
                    </a:ext>
                  </a:extLst>
                </p14:cNvPr>
                <p14:cNvContentPartPr/>
                <p14:nvPr/>
              </p14:nvContentPartPr>
              <p14:xfrm>
                <a:off x="2211941" y="1291863"/>
                <a:ext cx="128160" cy="3636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639A55CE-7DCF-7169-9780-B668EFF0711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02941" y="1283223"/>
                  <a:ext cx="145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ADF0DB5F-3D46-1339-7F2A-8000F81DD433}"/>
                    </a:ext>
                  </a:extLst>
                </p14:cNvPr>
                <p14:cNvContentPartPr/>
                <p14:nvPr/>
              </p14:nvContentPartPr>
              <p14:xfrm>
                <a:off x="2318501" y="1252623"/>
                <a:ext cx="115560" cy="20268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ADF0DB5F-3D46-1339-7F2A-8000F81DD4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09501" y="1243983"/>
                  <a:ext cx="1332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3708CE26-BC10-F677-5EA7-A34D374F3154}"/>
                    </a:ext>
                  </a:extLst>
                </p14:cNvPr>
                <p14:cNvContentPartPr/>
                <p14:nvPr/>
              </p14:nvContentPartPr>
              <p14:xfrm>
                <a:off x="2365661" y="1210503"/>
                <a:ext cx="135720" cy="226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3708CE26-BC10-F677-5EA7-A34D374F31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57021" y="1201503"/>
                  <a:ext cx="153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98D74973-0FBB-D86D-A3D8-8AC5BBF38C49}"/>
                    </a:ext>
                  </a:extLst>
                </p14:cNvPr>
                <p14:cNvContentPartPr/>
                <p14:nvPr/>
              </p14:nvContentPartPr>
              <p14:xfrm>
                <a:off x="2420741" y="1192863"/>
                <a:ext cx="15120" cy="27144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98D74973-0FBB-D86D-A3D8-8AC5BBF38C4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11741" y="1184223"/>
                  <a:ext cx="327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510F22A6-C643-A44D-9C62-253B9D49F830}"/>
                    </a:ext>
                  </a:extLst>
                </p14:cNvPr>
                <p14:cNvContentPartPr/>
                <p14:nvPr/>
              </p14:nvContentPartPr>
              <p14:xfrm>
                <a:off x="2570501" y="1247943"/>
                <a:ext cx="32040" cy="21924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510F22A6-C643-A44D-9C62-253B9D49F8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61861" y="1238943"/>
                  <a:ext cx="49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F4FFBFA7-2E80-0660-06D4-C4431843E092}"/>
                    </a:ext>
                  </a:extLst>
                </p14:cNvPr>
                <p14:cNvContentPartPr/>
                <p14:nvPr/>
              </p14:nvContentPartPr>
              <p14:xfrm>
                <a:off x="2521901" y="1240743"/>
                <a:ext cx="152640" cy="111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F4FFBFA7-2E80-0660-06D4-C4431843E09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13261" y="1231743"/>
                  <a:ext cx="170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22AC7DE7-379C-39A8-CBE6-19D70CE4FD46}"/>
                    </a:ext>
                  </a:extLst>
                </p14:cNvPr>
                <p14:cNvContentPartPr/>
                <p14:nvPr/>
              </p14:nvContentPartPr>
              <p14:xfrm>
                <a:off x="2744021" y="1163343"/>
                <a:ext cx="124200" cy="30348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22AC7DE7-379C-39A8-CBE6-19D70CE4FD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35021" y="1154343"/>
                  <a:ext cx="14184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55CE46B9-87DF-5450-7764-3B3B18C2B763}"/>
              </a:ext>
            </a:extLst>
          </p:cNvPr>
          <p:cNvGrpSpPr/>
          <p:nvPr/>
        </p:nvGrpSpPr>
        <p:grpSpPr>
          <a:xfrm>
            <a:off x="2920061" y="1214823"/>
            <a:ext cx="925560" cy="391320"/>
            <a:chOff x="2920061" y="1214823"/>
            <a:chExt cx="92556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33B25F5A-ACD9-3F7B-096A-9513F4EC2800}"/>
                    </a:ext>
                  </a:extLst>
                </p14:cNvPr>
                <p14:cNvContentPartPr/>
                <p14:nvPr/>
              </p14:nvContentPartPr>
              <p14:xfrm>
                <a:off x="2920061" y="1214823"/>
                <a:ext cx="925560" cy="3913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33B25F5A-ACD9-3F7B-096A-9513F4EC28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11421" y="1205823"/>
                  <a:ext cx="9432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01B15E85-39B6-CD2A-B2A9-771228AF647E}"/>
                    </a:ext>
                  </a:extLst>
                </p14:cNvPr>
                <p14:cNvContentPartPr/>
                <p14:nvPr/>
              </p14:nvContentPartPr>
              <p14:xfrm>
                <a:off x="3174581" y="1314183"/>
                <a:ext cx="156600" cy="471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01B15E85-39B6-CD2A-B2A9-771228AF64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65941" y="1305543"/>
                  <a:ext cx="17424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9E073527-66D1-00D6-87D1-9BA3E097D8E5}"/>
              </a:ext>
            </a:extLst>
          </p:cNvPr>
          <p:cNvGrpSpPr/>
          <p:nvPr/>
        </p:nvGrpSpPr>
        <p:grpSpPr>
          <a:xfrm>
            <a:off x="828821" y="1792623"/>
            <a:ext cx="5439600" cy="2076120"/>
            <a:chOff x="828821" y="1792623"/>
            <a:chExt cx="5439600" cy="20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E133FFF-2C30-4BE8-FF0F-AD562C83ECEA}"/>
                    </a:ext>
                  </a:extLst>
                </p14:cNvPr>
                <p14:cNvContentPartPr/>
                <p14:nvPr/>
              </p14:nvContentPartPr>
              <p14:xfrm>
                <a:off x="828821" y="1792623"/>
                <a:ext cx="92520" cy="2923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E133FFF-2C30-4BE8-FF0F-AD562C83ECE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9821" y="1783983"/>
                  <a:ext cx="110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D3D5EEF-ED4B-2B99-ECEC-D916CF0A095E}"/>
                    </a:ext>
                  </a:extLst>
                </p14:cNvPr>
                <p14:cNvContentPartPr/>
                <p14:nvPr/>
              </p14:nvContentPartPr>
              <p14:xfrm>
                <a:off x="914501" y="1992783"/>
                <a:ext cx="360" cy="3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D3D5EEF-ED4B-2B99-ECEC-D916CF0A095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5861" y="19841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F9562764-A04A-516C-8850-00AD43FAF7B0}"/>
                    </a:ext>
                  </a:extLst>
                </p14:cNvPr>
                <p14:cNvContentPartPr/>
                <p14:nvPr/>
              </p14:nvContentPartPr>
              <p14:xfrm>
                <a:off x="915941" y="1920423"/>
                <a:ext cx="379800" cy="14436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F9562764-A04A-516C-8850-00AD43FAF7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6941" y="1911783"/>
                  <a:ext cx="397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B0F9972-BFED-0DDA-F850-DD0828C90D8A}"/>
                    </a:ext>
                  </a:extLst>
                </p14:cNvPr>
                <p14:cNvContentPartPr/>
                <p14:nvPr/>
              </p14:nvContentPartPr>
              <p14:xfrm>
                <a:off x="1279901" y="1936623"/>
                <a:ext cx="304560" cy="2163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B0F9972-BFED-0DDA-F850-DD0828C90D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0901" y="1927983"/>
                  <a:ext cx="3222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AF252BC3-791F-3F14-1930-053FA6456BF3}"/>
                    </a:ext>
                  </a:extLst>
                </p14:cNvPr>
                <p14:cNvContentPartPr/>
                <p14:nvPr/>
              </p14:nvContentPartPr>
              <p14:xfrm>
                <a:off x="1158941" y="2286543"/>
                <a:ext cx="27360" cy="2793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AF252BC3-791F-3F14-1930-053FA6456B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49941" y="2277543"/>
                  <a:ext cx="45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D958204D-BFB5-2902-C92C-0BAFBA008B81}"/>
                    </a:ext>
                  </a:extLst>
                </p14:cNvPr>
                <p14:cNvContentPartPr/>
                <p14:nvPr/>
              </p14:nvContentPartPr>
              <p14:xfrm>
                <a:off x="1128341" y="2265663"/>
                <a:ext cx="315360" cy="3495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D958204D-BFB5-2902-C92C-0BAFBA008B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19701" y="2257023"/>
                  <a:ext cx="3330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107913E7-4AE6-31CB-69C6-C66F40A00216}"/>
                    </a:ext>
                  </a:extLst>
                </p14:cNvPr>
                <p14:cNvContentPartPr/>
                <p14:nvPr/>
              </p14:nvContentPartPr>
              <p14:xfrm>
                <a:off x="1054181" y="2628903"/>
                <a:ext cx="162720" cy="1785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107913E7-4AE6-31CB-69C6-C66F40A0021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5541" y="2619903"/>
                  <a:ext cx="180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B589E157-6AB7-CCFC-5D94-708FF2277FFA}"/>
                    </a:ext>
                  </a:extLst>
                </p14:cNvPr>
                <p14:cNvContentPartPr/>
                <p14:nvPr/>
              </p14:nvContentPartPr>
              <p14:xfrm>
                <a:off x="1314101" y="2580663"/>
                <a:ext cx="182160" cy="2052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B589E157-6AB7-CCFC-5D94-708FF2277F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05461" y="2571663"/>
                  <a:ext cx="199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73850BEA-299A-B591-8534-99FCB068C34B}"/>
                    </a:ext>
                  </a:extLst>
                </p14:cNvPr>
                <p14:cNvContentPartPr/>
                <p14:nvPr/>
              </p14:nvContentPartPr>
              <p14:xfrm>
                <a:off x="1104581" y="2772543"/>
                <a:ext cx="295920" cy="334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73850BEA-299A-B591-8534-99FCB068C3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95941" y="2763903"/>
                  <a:ext cx="313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6A43952E-2C24-3635-6EC5-0F643F44E9D4}"/>
                    </a:ext>
                  </a:extLst>
                </p14:cNvPr>
                <p14:cNvContentPartPr/>
                <p14:nvPr/>
              </p14:nvContentPartPr>
              <p14:xfrm>
                <a:off x="1173341" y="2751663"/>
                <a:ext cx="61200" cy="403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6A43952E-2C24-3635-6EC5-0F643F44E9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64701" y="2743023"/>
                  <a:ext cx="78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A49CEE07-ACE6-38E8-57DA-E21BBD3EBDC8}"/>
                    </a:ext>
                  </a:extLst>
                </p14:cNvPr>
                <p14:cNvContentPartPr/>
                <p14:nvPr/>
              </p14:nvContentPartPr>
              <p14:xfrm>
                <a:off x="1275581" y="2655903"/>
                <a:ext cx="47160" cy="1090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A49CEE07-ACE6-38E8-57DA-E21BBD3EBDC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66941" y="2647263"/>
                  <a:ext cx="64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22899E0-B703-2489-10FC-D97DC1486215}"/>
                    </a:ext>
                  </a:extLst>
                </p14:cNvPr>
                <p14:cNvContentPartPr/>
                <p14:nvPr/>
              </p14:nvContentPartPr>
              <p14:xfrm>
                <a:off x="1305101" y="2632863"/>
                <a:ext cx="29520" cy="921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22899E0-B703-2489-10FC-D97DC14862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96461" y="2623863"/>
                  <a:ext cx="47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A023AA66-1F89-C7AB-240A-49A278E37398}"/>
                    </a:ext>
                  </a:extLst>
                </p14:cNvPr>
                <p14:cNvContentPartPr/>
                <p14:nvPr/>
              </p14:nvContentPartPr>
              <p14:xfrm>
                <a:off x="1519301" y="2583903"/>
                <a:ext cx="719280" cy="345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A023AA66-1F89-C7AB-240A-49A278E373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10301" y="2574903"/>
                  <a:ext cx="736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C33351BE-E603-A0ED-9F95-964327CAFE02}"/>
                    </a:ext>
                  </a:extLst>
                </p14:cNvPr>
                <p14:cNvContentPartPr/>
                <p14:nvPr/>
              </p14:nvContentPartPr>
              <p14:xfrm>
                <a:off x="2391581" y="2503983"/>
                <a:ext cx="36720" cy="29448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C33351BE-E603-A0ED-9F95-964327CAFE0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82941" y="2495343"/>
                  <a:ext cx="543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0E5B3484-042F-E5E5-64ED-7EA4051F842A}"/>
                    </a:ext>
                  </a:extLst>
                </p14:cNvPr>
                <p14:cNvContentPartPr/>
                <p14:nvPr/>
              </p14:nvContentPartPr>
              <p14:xfrm>
                <a:off x="2321741" y="2526303"/>
                <a:ext cx="150480" cy="468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0E5B3484-042F-E5E5-64ED-7EA4051F84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12741" y="2517303"/>
                  <a:ext cx="168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F093EC0-CF9C-25F3-715E-7561176346F8}"/>
                    </a:ext>
                  </a:extLst>
                </p14:cNvPr>
                <p14:cNvContentPartPr/>
                <p14:nvPr/>
              </p14:nvContentPartPr>
              <p14:xfrm>
                <a:off x="2363141" y="2732583"/>
                <a:ext cx="138240" cy="392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F093EC0-CF9C-25F3-715E-7561176346F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54501" y="2723583"/>
                  <a:ext cx="1558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E39B84F-38E8-F745-6DAE-1BA0B493749C}"/>
                    </a:ext>
                  </a:extLst>
                </p14:cNvPr>
                <p14:cNvContentPartPr/>
                <p14:nvPr/>
              </p14:nvContentPartPr>
              <p14:xfrm>
                <a:off x="2480861" y="2581743"/>
                <a:ext cx="572040" cy="2376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E39B84F-38E8-F745-6DAE-1BA0B493749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72221" y="2573103"/>
                  <a:ext cx="589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18B4B5BE-D030-F476-269A-AFD2941E8B9A}"/>
                    </a:ext>
                  </a:extLst>
                </p14:cNvPr>
                <p14:cNvContentPartPr/>
                <p14:nvPr/>
              </p14:nvContentPartPr>
              <p14:xfrm>
                <a:off x="2970101" y="2649783"/>
                <a:ext cx="107640" cy="280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18B4B5BE-D030-F476-269A-AFD2941E8B9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61461" y="2640783"/>
                  <a:ext cx="125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9D315AEC-4525-303E-AD5C-C4AC3BF5D17C}"/>
                    </a:ext>
                  </a:extLst>
                </p14:cNvPr>
                <p14:cNvContentPartPr/>
                <p14:nvPr/>
              </p14:nvContentPartPr>
              <p14:xfrm>
                <a:off x="2569421" y="2626383"/>
                <a:ext cx="136440" cy="198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9D315AEC-4525-303E-AD5C-C4AC3BF5D1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60421" y="2617743"/>
                  <a:ext cx="154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FEEFAD26-B6F8-578E-9947-EE3D4A534541}"/>
                    </a:ext>
                  </a:extLst>
                </p14:cNvPr>
                <p14:cNvContentPartPr/>
                <p14:nvPr/>
              </p14:nvContentPartPr>
              <p14:xfrm>
                <a:off x="2252261" y="2251983"/>
                <a:ext cx="1012320" cy="8773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FEEFAD26-B6F8-578E-9947-EE3D4A53454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43621" y="2242983"/>
                  <a:ext cx="102996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07262084-3EBF-F9C5-CA22-2BB3A08BB5C2}"/>
                    </a:ext>
                  </a:extLst>
                </p14:cNvPr>
                <p14:cNvContentPartPr/>
                <p14:nvPr/>
              </p14:nvContentPartPr>
              <p14:xfrm>
                <a:off x="3228221" y="2680023"/>
                <a:ext cx="492120" cy="738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07262084-3EBF-F9C5-CA22-2BB3A08BB5C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19221" y="2671023"/>
                  <a:ext cx="5097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2CEBCE1B-FE61-96C0-03D6-74018187C229}"/>
                    </a:ext>
                  </a:extLst>
                </p14:cNvPr>
                <p14:cNvContentPartPr/>
                <p14:nvPr/>
              </p14:nvContentPartPr>
              <p14:xfrm>
                <a:off x="3817541" y="2447103"/>
                <a:ext cx="130320" cy="2253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2CEBCE1B-FE61-96C0-03D6-74018187C2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08901" y="2438103"/>
                  <a:ext cx="1479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748D155F-ABC4-35FA-1D84-4320BA08F782}"/>
                    </a:ext>
                  </a:extLst>
                </p14:cNvPr>
                <p14:cNvContentPartPr/>
                <p14:nvPr/>
              </p14:nvContentPartPr>
              <p14:xfrm>
                <a:off x="3795581" y="2379063"/>
                <a:ext cx="262080" cy="774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748D155F-ABC4-35FA-1D84-4320BA08F78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86581" y="2370063"/>
                  <a:ext cx="279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864071A1-0546-3394-A131-2559908A2253}"/>
                    </a:ext>
                  </a:extLst>
                </p14:cNvPr>
                <p14:cNvContentPartPr/>
                <p14:nvPr/>
              </p14:nvContentPartPr>
              <p14:xfrm>
                <a:off x="4006541" y="2434863"/>
                <a:ext cx="16920" cy="3099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864071A1-0546-3394-A131-2559908A225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97901" y="2426223"/>
                  <a:ext cx="345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17BB2952-EFC1-4C77-537A-81312A60C570}"/>
                    </a:ext>
                  </a:extLst>
                </p14:cNvPr>
                <p14:cNvContentPartPr/>
                <p14:nvPr/>
              </p14:nvContentPartPr>
              <p14:xfrm>
                <a:off x="3829421" y="2223183"/>
                <a:ext cx="244080" cy="2008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17BB2952-EFC1-4C77-537A-81312A60C5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20781" y="2214543"/>
                  <a:ext cx="261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C427CE03-DE7F-BDA9-F518-CA546E10B576}"/>
                    </a:ext>
                  </a:extLst>
                </p14:cNvPr>
                <p14:cNvContentPartPr/>
                <p14:nvPr/>
              </p14:nvContentPartPr>
              <p14:xfrm>
                <a:off x="4075661" y="2270343"/>
                <a:ext cx="85320" cy="7380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C427CE03-DE7F-BDA9-F518-CA546E10B57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67021" y="2261703"/>
                  <a:ext cx="102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C2F0DCA5-79E0-DF2C-121F-15AB3A859C76}"/>
                    </a:ext>
                  </a:extLst>
                </p14:cNvPr>
                <p14:cNvContentPartPr/>
                <p14:nvPr/>
              </p14:nvContentPartPr>
              <p14:xfrm>
                <a:off x="4002221" y="2219223"/>
                <a:ext cx="232200" cy="4500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C2F0DCA5-79E0-DF2C-121F-15AB3A859C7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93221" y="2210583"/>
                  <a:ext cx="2498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621EFFD5-DCF5-B63A-FDDD-045328D7F317}"/>
                    </a:ext>
                  </a:extLst>
                </p14:cNvPr>
                <p14:cNvContentPartPr/>
                <p14:nvPr/>
              </p14:nvContentPartPr>
              <p14:xfrm>
                <a:off x="4152341" y="2277543"/>
                <a:ext cx="9720" cy="3538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621EFFD5-DCF5-B63A-FDDD-045328D7F31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43341" y="2268903"/>
                  <a:ext cx="273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3B47E64-802D-DD5D-27D2-E944400C196B}"/>
                    </a:ext>
                  </a:extLst>
                </p14:cNvPr>
                <p14:cNvContentPartPr/>
                <p14:nvPr/>
              </p14:nvContentPartPr>
              <p14:xfrm>
                <a:off x="4007981" y="2459703"/>
                <a:ext cx="233640" cy="17640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3B47E64-802D-DD5D-27D2-E944400C19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999341" y="2451063"/>
                  <a:ext cx="251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5EBB328F-4DC1-6933-DE02-65931BFB755D}"/>
                    </a:ext>
                  </a:extLst>
                </p14:cNvPr>
                <p14:cNvContentPartPr/>
                <p14:nvPr/>
              </p14:nvContentPartPr>
              <p14:xfrm>
                <a:off x="3734741" y="2854983"/>
                <a:ext cx="216360" cy="23976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5EBB328F-4DC1-6933-DE02-65931BFB755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26101" y="2845983"/>
                  <a:ext cx="2340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11EF696-C3C5-8833-13D0-1C102A686B83}"/>
                    </a:ext>
                  </a:extLst>
                </p14:cNvPr>
                <p14:cNvContentPartPr/>
                <p14:nvPr/>
              </p14:nvContentPartPr>
              <p14:xfrm>
                <a:off x="3782621" y="2974863"/>
                <a:ext cx="122760" cy="1728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11EF696-C3C5-8833-13D0-1C102A686B8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73621" y="2966223"/>
                  <a:ext cx="140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5DC665D2-D374-070F-AE91-33CACD016087}"/>
                    </a:ext>
                  </a:extLst>
                </p14:cNvPr>
                <p14:cNvContentPartPr/>
                <p14:nvPr/>
              </p14:nvContentPartPr>
              <p14:xfrm>
                <a:off x="3991421" y="2935623"/>
                <a:ext cx="225000" cy="2487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5DC665D2-D374-070F-AE91-33CACD01608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82781" y="2926623"/>
                  <a:ext cx="2426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B46CB7BA-D90F-3E41-689B-48B52B8F358F}"/>
                    </a:ext>
                  </a:extLst>
                </p14:cNvPr>
                <p14:cNvContentPartPr/>
                <p14:nvPr/>
              </p14:nvContentPartPr>
              <p14:xfrm>
                <a:off x="3654461" y="3233343"/>
                <a:ext cx="151560" cy="2649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B46CB7BA-D90F-3E41-689B-48B52B8F35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45461" y="3224703"/>
                  <a:ext cx="1692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141CBFD1-19D9-A791-DB1B-E67B2CE3A7A6}"/>
                    </a:ext>
                  </a:extLst>
                </p14:cNvPr>
                <p14:cNvContentPartPr/>
                <p14:nvPr/>
              </p14:nvContentPartPr>
              <p14:xfrm>
                <a:off x="3813941" y="3330543"/>
                <a:ext cx="484200" cy="17388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141CBFD1-19D9-A791-DB1B-E67B2CE3A7A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04941" y="3321903"/>
                  <a:ext cx="501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CD0AC0A2-E847-2F7D-90B6-416F53C629EB}"/>
                    </a:ext>
                  </a:extLst>
                </p14:cNvPr>
                <p14:cNvContentPartPr/>
                <p14:nvPr/>
              </p14:nvContentPartPr>
              <p14:xfrm>
                <a:off x="4523861" y="2140023"/>
                <a:ext cx="146520" cy="14292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CD0AC0A2-E847-2F7D-90B6-416F53C629E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15221" y="2131383"/>
                  <a:ext cx="164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C27FDB82-BDA9-E182-F8F0-941D16B2269F}"/>
                    </a:ext>
                  </a:extLst>
                </p14:cNvPr>
                <p14:cNvContentPartPr/>
                <p14:nvPr/>
              </p14:nvContentPartPr>
              <p14:xfrm>
                <a:off x="4525301" y="2253423"/>
                <a:ext cx="35280" cy="2358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C27FDB82-BDA9-E182-F8F0-941D16B2269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16661" y="2244783"/>
                  <a:ext cx="529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92372E9E-C80B-3931-2A68-ABEFC39690CC}"/>
                    </a:ext>
                  </a:extLst>
                </p14:cNvPr>
                <p14:cNvContentPartPr/>
                <p14:nvPr/>
              </p14:nvContentPartPr>
              <p14:xfrm>
                <a:off x="4479941" y="2453583"/>
                <a:ext cx="172440" cy="910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92372E9E-C80B-3931-2A68-ABEFC39690C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70941" y="2444943"/>
                  <a:ext cx="190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44BFCEE1-5518-699D-9CFE-9334725A6E2B}"/>
                    </a:ext>
                  </a:extLst>
                </p14:cNvPr>
                <p14:cNvContentPartPr/>
                <p14:nvPr/>
              </p14:nvContentPartPr>
              <p14:xfrm>
                <a:off x="4618901" y="2210223"/>
                <a:ext cx="23760" cy="4230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44BFCEE1-5518-699D-9CFE-9334725A6E2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10261" y="2201583"/>
                  <a:ext cx="414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CA72C402-7602-76AC-6742-E2AB7E21257E}"/>
                    </a:ext>
                  </a:extLst>
                </p14:cNvPr>
                <p14:cNvContentPartPr/>
                <p14:nvPr/>
              </p14:nvContentPartPr>
              <p14:xfrm>
                <a:off x="4682261" y="2105823"/>
                <a:ext cx="110880" cy="13788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CA72C402-7602-76AC-6742-E2AB7E21257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73621" y="2097183"/>
                  <a:ext cx="128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3121ADB2-2A2A-6F1F-1F42-0B358626C868}"/>
                    </a:ext>
                  </a:extLst>
                </p14:cNvPr>
                <p14:cNvContentPartPr/>
                <p14:nvPr/>
              </p14:nvContentPartPr>
              <p14:xfrm>
                <a:off x="4652021" y="2223183"/>
                <a:ext cx="15480" cy="25920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3121ADB2-2A2A-6F1F-1F42-0B358626C86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43381" y="2214543"/>
                  <a:ext cx="331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821B3F7A-612B-AD19-E4FB-63E0A38FE1F7}"/>
                    </a:ext>
                  </a:extLst>
                </p14:cNvPr>
                <p14:cNvContentPartPr/>
                <p14:nvPr/>
              </p14:nvContentPartPr>
              <p14:xfrm>
                <a:off x="4646261" y="2431623"/>
                <a:ext cx="116640" cy="8568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821B3F7A-612B-AD19-E4FB-63E0A38FE1F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37621" y="2422623"/>
                  <a:ext cx="134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B3C3EF8E-36F0-A805-A00D-8A70B2BE0E40}"/>
                    </a:ext>
                  </a:extLst>
                </p14:cNvPr>
                <p14:cNvContentPartPr/>
                <p14:nvPr/>
              </p14:nvContentPartPr>
              <p14:xfrm>
                <a:off x="4762541" y="2213463"/>
                <a:ext cx="13320" cy="25668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B3C3EF8E-36F0-A805-A00D-8A70B2BE0E4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53541" y="2204463"/>
                  <a:ext cx="309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67AA2155-9A63-B047-6352-815E59CF43E9}"/>
                    </a:ext>
                  </a:extLst>
                </p14:cNvPr>
                <p14:cNvContentPartPr/>
                <p14:nvPr/>
              </p14:nvContentPartPr>
              <p14:xfrm>
                <a:off x="4727261" y="2540343"/>
                <a:ext cx="230040" cy="3589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67AA2155-9A63-B047-6352-815E59CF43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18261" y="2531703"/>
                  <a:ext cx="2476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67C2C3F2-C964-3126-ACB5-0802391B6B63}"/>
                    </a:ext>
                  </a:extLst>
                </p14:cNvPr>
                <p14:cNvContentPartPr/>
                <p14:nvPr/>
              </p14:nvContentPartPr>
              <p14:xfrm>
                <a:off x="4979621" y="2528463"/>
                <a:ext cx="135360" cy="26280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67C2C3F2-C964-3126-ACB5-0802391B6B6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70981" y="2519823"/>
                  <a:ext cx="1530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191689D-01E6-634A-A6E5-AA156EE6754D}"/>
                    </a:ext>
                  </a:extLst>
                </p14:cNvPr>
                <p14:cNvContentPartPr/>
                <p14:nvPr/>
              </p14:nvContentPartPr>
              <p14:xfrm>
                <a:off x="5100941" y="2560503"/>
                <a:ext cx="103320" cy="2260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191689D-01E6-634A-A6E5-AA156EE6754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91941" y="2551503"/>
                  <a:ext cx="1209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383A7190-3D6C-018F-B508-076EC88B126B}"/>
                    </a:ext>
                  </a:extLst>
                </p14:cNvPr>
                <p14:cNvContentPartPr/>
                <p14:nvPr/>
              </p14:nvContentPartPr>
              <p14:xfrm>
                <a:off x="5167541" y="2682183"/>
                <a:ext cx="74880" cy="1299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383A7190-3D6C-018F-B508-076EC88B126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58901" y="2673543"/>
                  <a:ext cx="92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CB1FCD7A-66CD-FDD3-C2E6-BCFD93D68937}"/>
                    </a:ext>
                  </a:extLst>
                </p14:cNvPr>
                <p14:cNvContentPartPr/>
                <p14:nvPr/>
              </p14:nvContentPartPr>
              <p14:xfrm>
                <a:off x="5276981" y="2573463"/>
                <a:ext cx="130320" cy="22248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CB1FCD7A-66CD-FDD3-C2E6-BCFD93D6893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68341" y="2564823"/>
                  <a:ext cx="147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D814FB63-E936-34D8-4E1E-1CE4B4364732}"/>
                    </a:ext>
                  </a:extLst>
                </p14:cNvPr>
                <p14:cNvContentPartPr/>
                <p14:nvPr/>
              </p14:nvContentPartPr>
              <p14:xfrm>
                <a:off x="3411461" y="2077743"/>
                <a:ext cx="1220040" cy="17910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D814FB63-E936-34D8-4E1E-1CE4B436473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402821" y="2068743"/>
                  <a:ext cx="1237680" cy="18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27A9DC6E-46F9-2EBD-B2B6-45BCF7416FB9}"/>
                    </a:ext>
                  </a:extLst>
                </p14:cNvPr>
                <p14:cNvContentPartPr/>
                <p14:nvPr/>
              </p14:nvContentPartPr>
              <p14:xfrm>
                <a:off x="4416941" y="1872903"/>
                <a:ext cx="1851480" cy="151776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27A9DC6E-46F9-2EBD-B2B6-45BCF7416FB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07941" y="1864263"/>
                  <a:ext cx="1869120" cy="15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EE94839B-0D9C-DD94-BD6A-024BBDF48125}"/>
                    </a:ext>
                  </a:extLst>
                </p14:cNvPr>
                <p14:cNvContentPartPr/>
                <p14:nvPr/>
              </p14:nvContentPartPr>
              <p14:xfrm>
                <a:off x="4347101" y="2377263"/>
                <a:ext cx="360" cy="3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EE94839B-0D9C-DD94-BD6A-024BBDF4812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38461" y="23686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D9E07B16-3B89-B5FD-7025-A25170AC32A2}"/>
                    </a:ext>
                  </a:extLst>
                </p14:cNvPr>
                <p14:cNvContentPartPr/>
                <p14:nvPr/>
              </p14:nvContentPartPr>
              <p14:xfrm>
                <a:off x="4257101" y="2325783"/>
                <a:ext cx="326520" cy="1296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D9E07B16-3B89-B5FD-7025-A25170AC32A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248101" y="2316783"/>
                  <a:ext cx="34416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A43270FB-7284-FB51-EDD0-DF8931B2A9F2}"/>
              </a:ext>
            </a:extLst>
          </p:cNvPr>
          <p:cNvGrpSpPr/>
          <p:nvPr/>
        </p:nvGrpSpPr>
        <p:grpSpPr>
          <a:xfrm>
            <a:off x="665381" y="4081143"/>
            <a:ext cx="281880" cy="602640"/>
            <a:chOff x="665381" y="4081143"/>
            <a:chExt cx="281880" cy="60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E1418AE4-DFFA-0306-6EFE-39D3F3114FB6}"/>
                    </a:ext>
                  </a:extLst>
                </p14:cNvPr>
                <p14:cNvContentPartPr/>
                <p14:nvPr/>
              </p14:nvContentPartPr>
              <p14:xfrm>
                <a:off x="665381" y="4218303"/>
                <a:ext cx="281880" cy="46548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E1418AE4-DFFA-0306-6EFE-39D3F3114FB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6741" y="4209663"/>
                  <a:ext cx="2995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61411D03-ED71-96B3-B0BB-C9B9B8E85891}"/>
                    </a:ext>
                  </a:extLst>
                </p14:cNvPr>
                <p14:cNvContentPartPr/>
                <p14:nvPr/>
              </p14:nvContentPartPr>
              <p14:xfrm>
                <a:off x="729821" y="4329183"/>
                <a:ext cx="137160" cy="17172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61411D03-ED71-96B3-B0BB-C9B9B8E8589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20821" y="4320183"/>
                  <a:ext cx="154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30134B71-9311-C46E-6AD5-184D3861FDB5}"/>
                    </a:ext>
                  </a:extLst>
                </p14:cNvPr>
                <p14:cNvContentPartPr/>
                <p14:nvPr/>
              </p14:nvContentPartPr>
              <p14:xfrm>
                <a:off x="667181" y="4081143"/>
                <a:ext cx="48600" cy="1821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30134B71-9311-C46E-6AD5-184D3861FDB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58541" y="4072143"/>
                  <a:ext cx="6624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DDA39CF2-87E4-86A5-7D00-9CF188E4ADCA}"/>
                  </a:ext>
                </a:extLst>
              </p14:cNvPr>
              <p14:cNvContentPartPr/>
              <p14:nvPr/>
            </p14:nvContentPartPr>
            <p14:xfrm>
              <a:off x="1402661" y="3612063"/>
              <a:ext cx="221400" cy="32004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DDA39CF2-87E4-86A5-7D00-9CF188E4ADC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393661" y="3603063"/>
                <a:ext cx="239040" cy="33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upo 108">
            <a:extLst>
              <a:ext uri="{FF2B5EF4-FFF2-40B4-BE49-F238E27FC236}">
                <a16:creationId xmlns:a16="http://schemas.microsoft.com/office/drawing/2014/main" id="{E0961691-0B39-EEDC-307E-522209972805}"/>
              </a:ext>
            </a:extLst>
          </p:cNvPr>
          <p:cNvGrpSpPr/>
          <p:nvPr/>
        </p:nvGrpSpPr>
        <p:grpSpPr>
          <a:xfrm>
            <a:off x="1277021" y="3019863"/>
            <a:ext cx="1235520" cy="1223280"/>
            <a:chOff x="1277021" y="3019863"/>
            <a:chExt cx="1235520" cy="12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3F5AFCC8-F6AB-C753-3015-82D4A4118F24}"/>
                    </a:ext>
                  </a:extLst>
                </p14:cNvPr>
                <p14:cNvContentPartPr/>
                <p14:nvPr/>
              </p14:nvContentPartPr>
              <p14:xfrm>
                <a:off x="1277021" y="3487503"/>
                <a:ext cx="266760" cy="21024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3F5AFCC8-F6AB-C753-3015-82D4A4118F2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268381" y="3478863"/>
                  <a:ext cx="2844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AC5AAF4B-C83C-0D4A-C569-846AE31A0DE4}"/>
                    </a:ext>
                  </a:extLst>
                </p14:cNvPr>
                <p14:cNvContentPartPr/>
                <p14:nvPr/>
              </p14:nvContentPartPr>
              <p14:xfrm>
                <a:off x="1278101" y="3454743"/>
                <a:ext cx="27720" cy="15012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AC5AAF4B-C83C-0D4A-C569-846AE31A0DE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269101" y="3446103"/>
                  <a:ext cx="45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BEE37C4E-5558-92FD-46C5-20818614AA4A}"/>
                    </a:ext>
                  </a:extLst>
                </p14:cNvPr>
                <p14:cNvContentPartPr/>
                <p14:nvPr/>
              </p14:nvContentPartPr>
              <p14:xfrm>
                <a:off x="1595261" y="3435663"/>
                <a:ext cx="6120" cy="9252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BEE37C4E-5558-92FD-46C5-20818614AA4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586621" y="3427023"/>
                  <a:ext cx="237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E11F9B32-C239-76D7-8349-42C4B9E521E2}"/>
                    </a:ext>
                  </a:extLst>
                </p14:cNvPr>
                <p14:cNvContentPartPr/>
                <p14:nvPr/>
              </p14:nvContentPartPr>
              <p14:xfrm>
                <a:off x="1493381" y="3492903"/>
                <a:ext cx="104400" cy="1548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E11F9B32-C239-76D7-8349-42C4B9E521E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484741" y="3483903"/>
                  <a:ext cx="122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8E9856DC-A96F-2B0C-DA40-7F6475CA0D12}"/>
                    </a:ext>
                  </a:extLst>
                </p14:cNvPr>
                <p14:cNvContentPartPr/>
                <p14:nvPr/>
              </p14:nvContentPartPr>
              <p14:xfrm>
                <a:off x="1375661" y="3463743"/>
                <a:ext cx="11880" cy="8676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8E9856DC-A96F-2B0C-DA40-7F6475CA0D1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367021" y="3455103"/>
                  <a:ext cx="29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AD3DDFED-2800-C674-E2F8-4549608AC763}"/>
                    </a:ext>
                  </a:extLst>
                </p14:cNvPr>
                <p14:cNvContentPartPr/>
                <p14:nvPr/>
              </p14:nvContentPartPr>
              <p14:xfrm>
                <a:off x="1481861" y="3703143"/>
                <a:ext cx="98640" cy="417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AD3DDFED-2800-C674-E2F8-4549608AC76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473221" y="3694143"/>
                  <a:ext cx="116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6DC6F4FE-047D-99DF-4344-BDD4DE4F0BE3}"/>
                    </a:ext>
                  </a:extLst>
                </p14:cNvPr>
                <p14:cNvContentPartPr/>
                <p14:nvPr/>
              </p14:nvContentPartPr>
              <p14:xfrm>
                <a:off x="1430021" y="3741303"/>
                <a:ext cx="129240" cy="16740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6DC6F4FE-047D-99DF-4344-BDD4DE4F0BE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421381" y="3732663"/>
                  <a:ext cx="146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CE84E7AB-D328-9C94-BECA-52F82FE1A66C}"/>
                    </a:ext>
                  </a:extLst>
                </p14:cNvPr>
                <p14:cNvContentPartPr/>
                <p14:nvPr/>
              </p14:nvContentPartPr>
              <p14:xfrm>
                <a:off x="1446581" y="3019863"/>
                <a:ext cx="1065960" cy="122328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CE84E7AB-D328-9C94-BECA-52F82FE1A66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37941" y="3011223"/>
                  <a:ext cx="1083600" cy="1240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547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1769" y="814069"/>
            <a:ext cx="26803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Main</a:t>
            </a:r>
            <a:r>
              <a:rPr spc="-70" dirty="0"/>
              <a:t> </a:t>
            </a:r>
            <a:r>
              <a:rPr spc="-5" dirty="0"/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7257"/>
            <a:ext cx="4802505" cy="377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Web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applications: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Servlets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Persistence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395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MVC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pattern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ts val="2635"/>
              </a:lnSpc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Interactive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applications: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Polling/pushing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options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Publisher/subscriber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pattern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395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RESTful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web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services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WebSockets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ts val="2635"/>
              </a:lnSpc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Mobile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applications: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User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interface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Communication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 remote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server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Local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persistance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Achieved</a:t>
            </a:r>
            <a:r>
              <a:rPr spc="-75" dirty="0"/>
              <a:t> </a:t>
            </a:r>
            <a:r>
              <a:rPr spc="-5" dirty="0"/>
              <a:t>goals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7034" marR="25146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406400" algn="l"/>
                <a:tab pos="407034" algn="l"/>
              </a:tabLst>
            </a:pPr>
            <a:r>
              <a:rPr spc="-5" dirty="0"/>
              <a:t>The programming</a:t>
            </a:r>
            <a:r>
              <a:rPr spc="-15" dirty="0"/>
              <a:t> </a:t>
            </a:r>
            <a:r>
              <a:rPr spc="-5" dirty="0"/>
              <a:t>of classical</a:t>
            </a:r>
            <a:r>
              <a:rPr spc="25" dirty="0"/>
              <a:t> </a:t>
            </a:r>
            <a:r>
              <a:rPr spc="-5" dirty="0"/>
              <a:t>web </a:t>
            </a:r>
            <a:r>
              <a:rPr dirty="0"/>
              <a:t> </a:t>
            </a:r>
            <a:r>
              <a:rPr spc="-5" dirty="0"/>
              <a:t>applications</a:t>
            </a:r>
            <a:r>
              <a:rPr dirty="0"/>
              <a:t> </a:t>
            </a:r>
            <a:r>
              <a:rPr spc="-5" dirty="0"/>
              <a:t>based</a:t>
            </a:r>
            <a:r>
              <a:rPr spc="10" dirty="0"/>
              <a:t> </a:t>
            </a:r>
            <a:r>
              <a:rPr spc="-5" dirty="0"/>
              <a:t>on the</a:t>
            </a:r>
            <a:r>
              <a:rPr spc="5" dirty="0"/>
              <a:t> </a:t>
            </a:r>
            <a:r>
              <a:rPr spc="-5" dirty="0"/>
              <a:t>MVC</a:t>
            </a:r>
            <a:r>
              <a:rPr spc="10" dirty="0"/>
              <a:t> </a:t>
            </a:r>
            <a:r>
              <a:rPr spc="-5" dirty="0"/>
              <a:t>pattern</a:t>
            </a:r>
            <a:r>
              <a:rPr dirty="0"/>
              <a:t> </a:t>
            </a:r>
            <a:r>
              <a:rPr spc="-5" dirty="0"/>
              <a:t>using </a:t>
            </a:r>
            <a:r>
              <a:rPr spc="-785" dirty="0"/>
              <a:t> </a:t>
            </a:r>
            <a:r>
              <a:rPr spc="-5" dirty="0"/>
              <a:t>Servelets</a:t>
            </a:r>
            <a:r>
              <a:rPr spc="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accessing</a:t>
            </a:r>
            <a:r>
              <a:rPr spc="25" dirty="0"/>
              <a:t> </a:t>
            </a:r>
            <a:r>
              <a:rPr spc="-5" dirty="0"/>
              <a:t>a</a:t>
            </a:r>
            <a:r>
              <a:rPr spc="5" dirty="0"/>
              <a:t> </a:t>
            </a:r>
            <a:r>
              <a:rPr spc="-5" dirty="0"/>
              <a:t>data</a:t>
            </a:r>
            <a:r>
              <a:rPr spc="5" dirty="0"/>
              <a:t> </a:t>
            </a:r>
            <a:r>
              <a:rPr spc="-5" dirty="0"/>
              <a:t>base</a:t>
            </a:r>
            <a:r>
              <a:rPr spc="10" dirty="0"/>
              <a:t> </a:t>
            </a:r>
            <a:r>
              <a:rPr spc="-5" dirty="0"/>
              <a:t>server.</a:t>
            </a:r>
          </a:p>
          <a:p>
            <a:pPr marL="407034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406400" algn="l"/>
                <a:tab pos="407034" algn="l"/>
              </a:tabLst>
            </a:pPr>
            <a:r>
              <a:rPr spc="-5" dirty="0"/>
              <a:t>The programming</a:t>
            </a:r>
            <a:r>
              <a:rPr spc="-15" dirty="0"/>
              <a:t> </a:t>
            </a:r>
            <a:r>
              <a:rPr spc="-5" dirty="0"/>
              <a:t>of interactive</a:t>
            </a:r>
            <a:r>
              <a:rPr spc="5" dirty="0"/>
              <a:t> </a:t>
            </a:r>
            <a:r>
              <a:rPr spc="-5" dirty="0"/>
              <a:t>web </a:t>
            </a:r>
            <a:r>
              <a:rPr dirty="0"/>
              <a:t> </a:t>
            </a:r>
            <a:r>
              <a:rPr spc="-5" dirty="0"/>
              <a:t>applications</a:t>
            </a:r>
            <a:r>
              <a:rPr dirty="0"/>
              <a:t> </a:t>
            </a:r>
            <a:r>
              <a:rPr spc="-5" dirty="0"/>
              <a:t>based</a:t>
            </a:r>
            <a:r>
              <a:rPr spc="10" dirty="0"/>
              <a:t> </a:t>
            </a:r>
            <a:r>
              <a:rPr spc="-5" dirty="0"/>
              <a:t>on the</a:t>
            </a:r>
            <a:r>
              <a:rPr spc="5" dirty="0"/>
              <a:t> </a:t>
            </a:r>
            <a:r>
              <a:rPr spc="-5" dirty="0"/>
              <a:t>Publisher/Subscriber </a:t>
            </a:r>
            <a:r>
              <a:rPr spc="-785" dirty="0"/>
              <a:t> </a:t>
            </a:r>
            <a:r>
              <a:rPr spc="-5" dirty="0"/>
              <a:t>pattern</a:t>
            </a:r>
            <a:r>
              <a:rPr dirty="0"/>
              <a:t> </a:t>
            </a:r>
            <a:r>
              <a:rPr spc="-5" dirty="0"/>
              <a:t>using</a:t>
            </a:r>
            <a:r>
              <a:rPr dirty="0"/>
              <a:t> </a:t>
            </a:r>
            <a:r>
              <a:rPr spc="-5" dirty="0"/>
              <a:t>RESTful</a:t>
            </a:r>
            <a:r>
              <a:rPr spc="-20" dirty="0"/>
              <a:t> </a:t>
            </a:r>
            <a:r>
              <a:rPr spc="-5" dirty="0"/>
              <a:t>web</a:t>
            </a:r>
            <a:r>
              <a:rPr spc="5" dirty="0"/>
              <a:t> </a:t>
            </a:r>
            <a:r>
              <a:rPr spc="-5" dirty="0"/>
              <a:t>services</a:t>
            </a:r>
            <a:r>
              <a:rPr spc="20" dirty="0"/>
              <a:t> </a:t>
            </a:r>
            <a:r>
              <a:rPr spc="-5" dirty="0"/>
              <a:t>and </a:t>
            </a:r>
            <a:r>
              <a:rPr dirty="0"/>
              <a:t> </a:t>
            </a:r>
            <a:r>
              <a:rPr spc="-5" dirty="0"/>
              <a:t>WebSockets.</a:t>
            </a:r>
          </a:p>
          <a:p>
            <a:pPr marL="407034" marR="8699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406400" algn="l"/>
                <a:tab pos="407034" algn="l"/>
              </a:tabLst>
            </a:pP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programming</a:t>
            </a:r>
            <a:r>
              <a:rPr spc="-15" dirty="0"/>
              <a:t> </a:t>
            </a:r>
            <a:r>
              <a:rPr spc="-5" dirty="0"/>
              <a:t>of mobile</a:t>
            </a:r>
            <a:r>
              <a:rPr dirty="0"/>
              <a:t> </a:t>
            </a:r>
            <a:r>
              <a:rPr spc="-5" dirty="0"/>
              <a:t>applications</a:t>
            </a:r>
            <a:r>
              <a:rPr dirty="0"/>
              <a:t> </a:t>
            </a:r>
            <a:r>
              <a:rPr spc="-5" dirty="0"/>
              <a:t>with </a:t>
            </a:r>
            <a:r>
              <a:rPr spc="-785" dirty="0"/>
              <a:t> </a:t>
            </a:r>
            <a:r>
              <a:rPr spc="-5" dirty="0"/>
              <a:t>the Android</a:t>
            </a:r>
            <a:r>
              <a:rPr dirty="0"/>
              <a:t> </a:t>
            </a:r>
            <a:r>
              <a:rPr spc="-5" dirty="0"/>
              <a:t>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136</Words>
  <Application>Microsoft Office PowerPoint</Application>
  <PresentationFormat>Presentación en pantalla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Calibri</vt:lpstr>
      <vt:lpstr>Times New Roman</vt:lpstr>
      <vt:lpstr>Office Theme</vt:lpstr>
      <vt:lpstr>Introduction to Web &amp; Mobile  App Development</vt:lpstr>
      <vt:lpstr>Introduction</vt:lpstr>
      <vt:lpstr>Presentación de PowerPoint</vt:lpstr>
      <vt:lpstr>Main topics</vt:lpstr>
      <vt:lpstr>Achieved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Sergi Salvà</cp:lastModifiedBy>
  <cp:revision>1</cp:revision>
  <dcterms:created xsi:type="dcterms:W3CDTF">2023-09-18T18:52:08Z</dcterms:created>
  <dcterms:modified xsi:type="dcterms:W3CDTF">2023-09-19T13:36:16Z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