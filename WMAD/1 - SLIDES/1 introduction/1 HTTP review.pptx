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3400" cy="7562850"/>
  <p:notesSz cx="10693400" cy="756285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107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36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4512 0 0,'8'16'1'0'0,"-2"-7"2"0"0,3 3 10 0 0,4 5 31 0 0,-11-13 81 0 0,0 0 0 0 0,0 0-1 0 0,-1 1 1 0 0,1-1 0 0 0,-1 0 0 0 0,0 1-1 0 0,0-1 1 0 0,0 6 0 0 0,-2-8-82 0 0,0 0 0 0 0,0 0 0 0 0,-1 0 0 0 0,1 0 0 0 0,0-1 0 0 0,-1 1 0 0 0,0 0 0 0 0,1-1 0 0 0,-1 0 0 0 0,0 1 0 0 0,1-1 0 0 0,-4 2-1 0 0,4-3 216 0 0,-10 9 239 0 0,11-8-550 0 0,-1-1 65 0 0,1 0-1 0 0,0 1 1 0 0,0-1 0 0 0,-1 0 0 0 0,1 0-1 0 0,0 0 1 0 0,0 0 0 0 0,-1 0 0 0 0,1 1-1 0 0,0-1 1 0 0,0 0 0 0 0,0 0 0 0 0,-1 0-1 0 0,1 1 1 0 0,0-1 0 0 0,0 0 0 0 0,0 0-1 0 0,0 1 1 0 0,0-1 0 0 0,0 0 0 0 0,-1 0-1 0 0,1 1 1 0 0,0-1 0 0 0,0 0 0 0 0,0 1-1 0 0,0-1 1 0 0,0 0 0 0 0,0 0 0 0 0,0 1-1 0 0,0-1 1 0 0,0 0 0 0 0,0 0 0 0 0,0 1-1 0 0,0-1 1 0 0,1 0 0 0 0,-1 1 0 0 0,0-1-1 0 0,0 0 1 0 0,0 0 0 0 0,0 1 0 0 0,0-1-1 0 0,0 0 1 0 0,1 0 0 0 0,-1 0 0 0 0,0 1-1 0 0,0-1 1 0 0,0 0 0 0 0,1 0 0 0 0,-1 0-1 0 0,0 1 1 0 0,0-1 0 0 0,0 0 0 0 0,1 0-1 0 0,-1 0 1 0 0,0 0 0 0 0,0 0 0 0 0,1 0-1 0 0,-1 1 1 0 0,2-1 140 0 0,19 1 193 0 0,-21-1-333 0 0,1-1-1 0 0,-1 1 0 0 0,0-1 1 0 0,1 0-1 0 0,-1 1 0 0 0,1-1 0 0 0,0 1 1 0 0,-1-1-1 0 0,1 1 0 0 0,-1 0 1 0 0,1-1-1 0 0,0 1 0 0 0,-1-1 0 0 0,1 1 1 0 0,0 0-1 0 0,-1 0 0 0 0,1-1 1 0 0,0 1-1 0 0,0 0 0 0 0,-1 0 0 0 0,1 0 1 0 0,0 0-1 0 0,1 0 0 0 0,28-1 288 0 0,-25 2-260 0 0,-1-1 1 0 0,1 0-1 0 0,0 0 0 0 0,-1-1 1 0 0,1 1-1 0 0,5-2 1 0 0,8-6 60 0 0,1 2 1 0 0,0 0-1 0 0,0 1 0 0 0,0 1 1 0 0,0 1-1 0 0,1 0 1 0 0,-1 2-1 0 0,34 1 1 0 0,-10-2 67 0 0,3 1-56 0 0,40 8 158 0 0,-12 2-20 0 0,-16-5 55 0 0,-53-3-258 0 0,-1-1 0 0 0,1 1-1 0 0,0-1 1 0 0,0 0 0 0 0,8-2 0 0 0,3 1 61 0 0,13-11 367 0 0,-22 10-324 0 0,0 0-1 0 0,1 0 1 0 0,-1 1 0 0 0,0 0-1 0 0,12-1 1 0 0,-17 2 512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37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191 1 9040 0 0,'15'4'89'0'0,"8"2"99"0"0,-8 1 1597 0 0,-42 0-1298 0 0,8 8-354 0 0,18-15-135 0 0,0 1-1 0 0,-1 0 0 0 0,1 0 1 0 0,0 0-1 0 0,0 0 0 0 0,-1 1 1 0 0,1-1-1 0 0,0 0 0 0 0,0 0 1 0 0,0 1-1 0 0,0-1 0 0 0,1 0 1 0 0,-1 1-1 0 0,0-1 0 0 0,1 1 1 0 0,-1-1-1 0 0,1 1 0 0 0,-1-1 1 0 0,1 1-1 0 0,0-1 0 0 0,-1 1 1 0 0,1 0-1 0 0,0 2 0 0 0,0 0-31 0 0,-26 15-569 0 0,5-3 342 0 0,19-15 189 0 0,-31 13-414 0 0,27-12 454 0 0,0 0 0 0 0,0 1-1 0 0,0 0 1 0 0,0 0 0 0 0,1 0-1 0 0,0 1 1 0 0,0 0-1 0 0,0 0 1 0 0,0 0 0 0 0,0 0-1 0 0,-4 7 1 0 0,2-4 19 0 0,5-6 2 0 0,2 0-5 0 0,0 0 14 0 0,0 0-1 0 0,-1-1 1 0 0,1 1 0 0 0,0 0 0 0 0,0-1 0 0 0,-1 1 0 0 0,1 0 0 0 0,-1-1 0 0 0,1 1 0 0 0,-1 0 0 0 0,1-1-1 0 0,-1 1 1 0 0,1-1 0 0 0,-1 1 0 0 0,1-1 0 0 0,-1 1 0 0 0,-1 0 0 0 0,1-1-1 0 0,1 1-1 0 0,-1-1 1 0 0,0 1 0 0 0,1-1 0 0 0,-1 1 0 0 0,1-1-1 0 0,-1 1 1 0 0,0-1 0 0 0,1 1 0 0 0,0 0 0 0 0,-1-1-1 0 0,1 1 1 0 0,-1 0 0 0 0,1 0 0 0 0,0-1 0 0 0,-1 1-1 0 0,1 0 1 0 0,0 0 0 0 0,-1 0 0 0 0,2-1 2 0 0,-1-1 0 0 0,0 0 1 0 0,0 1-1 0 0,1-1 0 0 0,-1 0 1 0 0,0 1-1 0 0,1-1 1 0 0,-1 0-1 0 0,1 1 0 0 0,-1-1 1 0 0,1 1-1 0 0,-1-1 0 0 0,1 1 1 0 0,-1-1-1 0 0,1 1 0 0 0,-1-1 1 0 0,1 1-1 0 0,0-1 0 0 0,-1 1 1 0 0,1 0-1 0 0,0-1 1 0 0,-1 1-1 0 0,1 0 0 0 0,0 0 1 0 0,0 0-1 0 0,-1-1 0 0 0,1 1 1 0 0,0 0-1 0 0,0 0 0 0 0,-1 0 1 0 0,1 0-1 0 0,0 0 0 0 0,0 1 1 0 0,32 0-29 0 0,-24 0 24 0 0,52-5 5 0 0,-31 2 0 0 0,34-5 0 0 0,-42 4 0 0 0,0 0 0 0 0,1 2 0 0 0,26 2 0 0 0,-2 3 0 0 0,-40-3 3 0 0,1 0 0 0 0,-1 0 1 0 0,0 1-1 0 0,0 0 0 0 0,0 1 1 0 0,0-1-1 0 0,0 1 0 0 0,-1 1 1 0 0,1-1-1 0 0,-1 1 0 0 0,0 0 0 0 0,0 1 1 0 0,-1-1-1 0 0,9 9 0 0 0,1 1 4 0 0,-13-13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45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0 137 5920 0 0,'25'2'0'0'0,"-9"-1"0"0"0,10-2 0 0 0,-5-2 0 0 0,-12-6 0 0 0,-9 1 6 0 0,0 8-6 0 0,0-1 1 0 0,0 1 0 0 0,0 0-1 0 0,0 0 1 0 0,0-1-1 0 0,0 1 1 0 0,0 0 0 0 0,0 0-1 0 0,0 0 1 0 0,0-1-1 0 0,0 1 1 0 0,0 0 0 0 0,0 0-1 0 0,0-1 1 0 0,0 1-1 0 0,0 0 1 0 0,1 0 0 0 0,-1 0-1 0 0,0-1 1 0 0,0 1-1 0 0,0 0 1 0 0,0 0 0 0 0,0 0-1 0 0,1-1 1 0 0,-1 1-1 0 0,0 0 1 0 0,0 0 0 0 0,0 0-1 0 0,1 0 1 0 0,-1 0-1 0 0,0 0 1 0 0,0-1 0 0 0,0 1-1 0 0,1 0 1 0 0,-1 0-1 0 0,0 0 1 0 0,0 0 0 0 0,1 0-1 0 0,-1 0 1 0 0,0 0-1 0 0,2-1 32 0 0,-2 1-26 0 0,0-1 0 0 0,0 1 0 0 0,-1-1 0 0 0,1 1 0 0 0,0-1 0 0 0,0 1 0 0 0,0-1 0 0 0,-1 0 0 0 0,1 1 0 0 0,0-1 0 0 0,0 1 0 0 0,0-1 0 0 0,0 1 0 0 0,0-1 0 0 0,0 1 0 0 0,0-1 0 0 0,1 0 0 0 0,-1 1 0 0 0,0-2 0 0 0,0 2 2 0 0,1 0 0 0 0,-1 0 0 0 0,0-1 0 0 0,0 1 0 0 0,0 0 0 0 0,1 0-1 0 0,-1-1 1 0 0,0 1 0 0 0,0 0 0 0 0,1 0 0 0 0,-1 0 0 0 0,0-1-1 0 0,1 1 1 0 0,-1 0 0 0 0,0 0 0 0 0,1 0 0 0 0,-1 0 0 0 0,0 0-1 0 0,1 0 1 0 0,-1 0 0 0 0,0 0 0 0 0,1 0 0 0 0,-1 0 0 0 0,0 0-1 0 0,1 0 1 0 0,-1 0 0 0 0,0 0 0 0 0,1 0 0 0 0,-1 0 0 0 0,0 0 0 0 0,1 0-1 0 0,-1 0 1 0 0,0 1 0 0 0,1-1 0 0 0,-1 0 0 0 0,0 0 0 0 0,0 0-1 0 0,1 0 1 0 0,-1 1 0 0 0,0-1 0 0 0,0 0 0 0 0,1 0 0 0 0,-1 1-1 0 0,0-1 1 0 0,0 0 0 0 0,0 1 0 0 0,1-1 0 0 0,-1 0 0 0 0,0 0 0 0 0,0 1-1 0 0,8 27 281 0 0,-5 27-16 0 0,-4-36-162 0 0,1 1-1 0 0,1-1 0 0 0,1 1 1 0 0,1-1-1 0 0,7 29 0 0 0,-8-28-5 0 0,4 9 30 0 0,25 59 158 0 0,-18-44-42 0 0,-9 0 244 0 0,-3-42-357 0 0,0 18 1022 0 0,-1-20-1149 0 0,1 0 1 0 0,-1 0 0 0 0,0 0 0 0 0,0 0-1 0 0,0-1 1 0 0,0 1 0 0 0,0 0 0 0 0,1 0-1 0 0,-1 0 1 0 0,0 0 0 0 0,0 0 0 0 0,0 0-1 0 0,0-1 1 0 0,0 1 0 0 0,0 0-1 0 0,0 0 1 0 0,0 0 0 0 0,1 0 0 0 0,-1-1-1 0 0,0 1 1 0 0,0 0 0 0 0,0 0 0 0 0,0 0-1 0 0,0 0 1 0 0,0-1 0 0 0,0 1 0 0 0,0 0-1 0 0,0 0 1 0 0,0 0 0 0 0,0 0-1 0 0,0-1 1 0 0,0 1 0 0 0,0 0 0 0 0,0 0-1 0 0,0 0 1 0 0,-1 0 0 0 0,1-1 0 0 0,0 1-1 0 0,0 0 1 0 0,0 0 0 0 0,0 0 0 0 0,0 0-1 0 0,0-1 1 0 0,0 1 0 0 0,0 0-1 0 0,-1 0 1 0 0,1 0 0 0 0,0 0 0 0 0,0 0-1 0 0,0 0 1 0 0,0 0 0 0 0,-1 0 0 0 0,1-1-1 0 0,0 1 1 0 0,-15-15 425 0 0,-20-11 7 0 0,31 23-381 0 0,0 1-1 0 0,1 0 1 0 0,-1-1 0 0 0,1 0-1 0 0,0 0 1 0 0,0 0 0 0 0,0 0 0 0 0,1 0-1 0 0,-1-1 1 0 0,1 1 0 0 0,-1-1-1 0 0,1 1 1 0 0,-3-9 0 0 0,-1-4 117 0 0,0-1 1 0 0,-3-19-1 0 0,-5-11 138 0 0,12 36-243 0 0,0 0 0 0 0,0 1 0 0 0,1-1 0 0 0,1 0 0 0 0,-1 0 0 0 0,2 0 0 0 0,2-18 0 0 0,-2 24-54 0 0,3-17 79 0 0,1 1 0 0 0,1-1 0 0 0,1 1 0 0 0,1 0 0 0 0,1 1 0 0 0,12-22 0 0 0,-18 35-60 0 0,1 1 0 0 0,0 0 0 0 0,0-1 0 0 0,0 1 0 0 0,1 0 0 0 0,0 1 0 0 0,0-1-1 0 0,0 1 1 0 0,1 0 0 0 0,8-6 0 0 0,-11 9-20 0 0,0 1 0 0 0,0 0 0 0 0,-1 0 1 0 0,1-1-1 0 0,0 1 0 0 0,0 1 0 0 0,0-1 0 0 0,0 0 0 0 0,0 1 0 0 0,1 0 0 0 0,-1 0 0 0 0,0 0 0 0 0,0 0 0 0 0,0 0 0 0 0,0 0 0 0 0,0 1 0 0 0,0-1 0 0 0,0 1 0 0 0,0 0 0 0 0,0 0 1 0 0,0 0-1 0 0,0 1 0 0 0,-1-1 0 0 0,1 1 0 0 0,4 2 0 0 0,-5-1-3 0 0,0 0 1 0 0,0-1-1 0 0,0 1 0 0 0,0 0 1 0 0,0 0-1 0 0,-1 0 0 0 0,1 1 1 0 0,-1-1-1 0 0,0 0 0 0 0,2 7 1 0 0,-1-2 19 0 0,4 6 15 0 0,-2-1 1 0 0,1 1-1 0 0,-2 0 0 0 0,0 0 1 0 0,2 17-1 0 0,-5-24-21 0 0,0 0-1 0 0,0 1 1 0 0,-1-1-1 0 0,0 0 1 0 0,0 1-1 0 0,-1-1 1 0 0,0 0-1 0 0,0 0 1 0 0,0 0-1 0 0,-1 0 1 0 0,-6 10-1 0 0,6-12 4 0 0,1-1-1 0 0,-1 0 0 0 0,0 0 1 0 0,0 0-1 0 0,0-1 0 0 0,-1 1 1 0 0,1-1-1 0 0,-1 0 0 0 0,0 0 1 0 0,-8 5-1 0 0,10-7-13 0 0,0 0 0 0 0,0 0 1 0 0,-1 0-1 0 0,1 0 0 0 0,0-1 0 0 0,-1 1 0 0 0,1-1 1 0 0,0 1-1 0 0,-1-1 0 0 0,1 0 0 0 0,0 0 0 0 0,-1 0 0 0 0,1 0 1 0 0,0-1-1 0 0,-1 1 0 0 0,1-1 0 0 0,0 1 0 0 0,-1-1 1 0 0,1 0-1 0 0,0 0 0 0 0,0 0 0 0 0,0 0 0 0 0,-4-2 0 0 0,-38-17 495 0 0,42 19-286 0 0,3 3-207 0 0,-1 1 0 0 0,1 0-1 0 0,-1-1 1 0 0,0 1 0 0 0,0 0 0 0 0,0-1 0 0 0,0 1 0 0 0,0 0 0 0 0,-1 0 0 0 0,-1 4 0 0 0,0 16 66 0 0,7-4-25 0 0,0 0-1 0 0,1 0 0 0 0,1-1 1 0 0,10 19-1 0 0,-13-28-24 0 0,2 1-1 0 0,1-1-1 0 0,0 0 1 0 0,1-1-1 0 0,0 0 1 0 0,0 0-1 0 0,1-1 1 0 0,0 1-1 0 0,15 8 1 0 0,-7-4 17 0 0,-9-8-34 0 0,0 0-1 0 0,1 0 1 0 0,0 0-1 0 0,-1-1 0 0 0,1-1 1 0 0,0 0-1 0 0,1 0 0 0 0,-1-1 1 0 0,0 0-1 0 0,0 0 1 0 0,1-1-1 0 0,-1 0 0 0 0,14-2 1 0 0,-16 0-7 0 0,1 1 1 0 0,0-1-1 0 0,-1 0 1 0 0,1-1-1 0 0,-1 0 1 0 0,0 0-1 0 0,0 0 0 0 0,0-1 1 0 0,9-6-1 0 0,-4 1 13 0 0,1-1-1 0 0,-2 0 1 0 0,20-21-1 0 0,-20 17-3 0 0,-1 0-1 0 0,-1-1 0 0 0,0 0 0 0 0,-2 0 0 0 0,1-1 0 0 0,-2 0 1 0 0,7-26-1 0 0,-12 37-15 0 0,0 1-1 0 0,0 0 1 0 0,-1-1 0 0 0,1 1 0 0 0,-1 0 0 0 0,-1-7-1 0 0,2-19 23 0 0,1 13-2 0 0,0 0 0 0 0,0-32 1 0 0,-2 37-9 0 0,0 11-13 0 0,0 0 0 0 0,0 1 0 0 0,0-1 0 0 0,0 0 0 0 0,0 0 0 0 0,0 0 0 0 0,0 0 0 0 0,0 1 0 0 0,0-1 0 0 0,-1 0 0 0 0,1 0 0 0 0,0 1 0 0 0,0-1 0 0 0,-1 0 0 0 0,1 0 0 0 0,0 1 0 0 0,-1-1 0 0 0,1 0 0 0 0,-1 1 0 0 0,1-1 0 0 0,-1 0 0 0 0,1 1 0 0 0,-1-1 0 0 0,0 1 0 0 0,1-1 0 0 0,-1 1 0 0 0,0-1 0 0 0,1 1 1 0 0,-1 0-1 0 0,0-1 0 0 0,1 1 0 0 0,-1 0 0 0 0,0-1 0 0 0,0 1 0 0 0,1 0 0 0 0,-1 0 0 0 0,0 0 0 0 0,0 0 0 0 0,0 0 0 0 0,1-1 0 0 0,-1 2 0 0 0,0-1 0 0 0,0 0 0 0 0,0 0 0 0 0,-1 0 0 0 0,0 1 6 0 0,-1 0 1 0 0,1-1 0 0 0,0 1 0 0 0,0 0-1 0 0,0 1 1 0 0,0-1 0 0 0,0 0-1 0 0,0 0 1 0 0,0 1 0 0 0,0-1-1 0 0,0 1 1 0 0,0 0 0 0 0,1 0 0 0 0,-1-1-1 0 0,1 1 1 0 0,-2 2 0 0 0,-14 31 73 0 0,2 1 0 0 0,1 0 0 0 0,2 0 1 0 0,1 1-1 0 0,-11 76 0 0 0,21-108-61 0 0,0 1 0 0 0,0-1 1 0 0,1 0-1 0 0,0 1 0 0 0,0-1 0 0 0,0 0 1 0 0,0 1-1 0 0,1-1 0 0 0,0 0 0 0 0,0 0 0 0 0,3 8 1 0 0,-3-11 13 0 0,6 1 44 0 0,-7-2-77 0 0,1-1 1 0 0,-1 1-1 0 0,1 0 1 0 0,0-1-1 0 0,-1 0 1 0 0,1 1-1 0 0,0-1 1 0 0,-1 1-1 0 0,1-1 1 0 0,0 0-1 0 0,0 1 0 0 0,-1-1 1 0 0,1 0-1 0 0,0 0 1 0 0,0 0-1 0 0,0 0 1 0 0,-1 0-1 0 0,1 1 1 0 0,0-1-1 0 0,0-1 1 0 0,0 1-1 0 0,-1 0 1 0 0,2 0-1 0 0,20-13 58 0 0,-1-1-1 0 0,-1-1 1 0 0,34-31 0 0 0,-29 24 1 0 0,30-21 0 0 0,-45 36-43 0 0,7-5 25 0 0,1 1-1 0 0,22-10 1 0 0,-23 8-3 0 0,-2 1-9 0 0,-15 12-29 0 0,0 0-1 0 0,1-1 1 0 0,-1 1 0 0 0,0 0 0 0 0,0 0 0 0 0,0 0 0 0 0,0 0 0 0 0,0 0 0 0 0,1 0 0 0 0,-1 0 0 0 0,0 0 0 0 0,0 0 0 0 0,0 0 0 0 0,0-1 0 0 0,1 1 0 0 0,-1 0 0 0 0,0 0 0 0 0,0 0 0 0 0,0 0 0 0 0,0 0 0 0 0,1 0 0 0 0,-1 0-1 0 0,0 0 1 0 0,0 0 0 0 0,0 1 0 0 0,0-1 0 0 0,1 0 0 0 0,-1 0 0 0 0,0 0 0 0 0,0 0 0 0 0,0 0 0 0 0,0 0 0 0 0,1 0 0 0 0,-1 0 0 0 0,0 0 0 0 0,0 0 0 0 0,0 1 0 0 0,0-1 0 0 0,0 0 0 0 0,0 0 0 0 0,1 0 0 0 0,-1 0 0 0 0,0 0-1 0 0,0 1 1 0 0,0-1 0 0 0,0 0 0 0 0,0 0 0 0 0,0 0 0 0 0,0 0 0 0 0,0 0 0 0 0,0 1 0 0 0,0-1 0 0 0,0 0 0 0 0,0 0 0 0 0,0 0 0 0 0,0 1 0 0 0,0-1 0 0 0,0 0 0 0 0,0 0 0 0 0,0 0 0 0 0,0 0 0 0 0,0 1 0 0 0,0-1-3 0 0,0 0 0 0 0,0 1 1 0 0,0-1-1 0 0,0 0 1 0 0,0 0-1 0 0,0 1 1 0 0,0-1-1 0 0,0 0 0 0 0,0 0 1 0 0,0 1-1 0 0,-1-1 1 0 0,1 0-1 0 0,0 0 0 0 0,0 1 1 0 0,0-1-1 0 0,0 0 1 0 0,0 0-1 0 0,-1 1 1 0 0,1-1-1 0 0,0 0 0 0 0,0 0 1 0 0,0 0-1 0 0,-1 0 1 0 0,1 1-1 0 0,0-1 0 0 0,0 0 1 0 0,-1 0-1 0 0,1 0 1 0 0,0 0-1 0 0,0 0 0 0 0,-1 0 1 0 0,1 0-1 0 0,-13 10 42 0 0,1 9 22 0 0,0 0-1 0 0,1 0 1 0 0,-10 26 0 0 0,18-39-38 0 0,0 1 0 0 0,1 1 1 0 0,0-1-1 0 0,0 0 0 0 0,0 1 0 0 0,1-1 0 0 0,0 0 1 0 0,1 1-1 0 0,-1 0 0 0 0,1-1 0 0 0,1 1 1 0 0,0-1-1 0 0,2 13 0 0 0,-2-20-22 0 0,-1 0-1 0 0,0 0 1 0 0,1 1 0 0 0,-1-1 0 0 0,1 0-1 0 0,-1 0 1 0 0,1 1 0 0 0,-1-1 0 0 0,1 0-1 0 0,-1 0 1 0 0,1 0 0 0 0,-1 0 0 0 0,1 0-1 0 0,-1 0 1 0 0,1 0 0 0 0,-1 0 0 0 0,1 0-1 0 0,-1 0 1 0 0,1 0 0 0 0,0 0 0 0 0,-1 0-1 0 0,1 0 1 0 0,-1 0 0 0 0,0-1 0 0 0,1 1-1 0 0,-1 0 1 0 0,1 0 0 0 0,-1-1 0 0 0,1 1-1 0 0,-1 0 1 0 0,1-1 0 0 0,20-11 86 0 0,64-59 183 0 0,-78 66-241 0 0,0-1-1 0 0,0 0 1 0 0,-1-1-1 0 0,0 0 1 0 0,0 0-1 0 0,0 0 1 0 0,-1 0 0 0 0,0-1-1 0 0,6-13 1 0 0,-11 20-30 0 0,1 0-1 0 0,0 0 1 0 0,-1 0 0 0 0,1 0 0 0 0,-1 0 0 0 0,1 0 0 0 0,-1 0 0 0 0,1 0 0 0 0,-1 0 0 0 0,0 0 0 0 0,0 0 0 0 0,0 0 0 0 0,1 0 0 0 0,-1 0 0 0 0,0 0 0 0 0,0-1 0 0 0,0 1 0 0 0,-1 0 0 0 0,1 0-1 0 0,0 0 1 0 0,0 0 0 0 0,-1 0 0 0 0,1 0 0 0 0,0 0 0 0 0,-1 0 0 0 0,1 0 0 0 0,-1 0 0 0 0,-1-2 0 0 0,-1 3 8 0 0,1 2-10 0 0,0 1 1 0 0,0-1 0 0 0,0 1 0 0 0,0-1-1 0 0,0 1 1 0 0,1-1 0 0 0,-1 1 0 0 0,1 0 0 0 0,0 0-1 0 0,-1 0 1 0 0,1 0 0 0 0,1 0 0 0 0,-1 0-1 0 0,0 0 1 0 0,1 0 0 0 0,-1 4 0 0 0,0 3-2 0 0,-26 182 0 0 0,9-48 0 0 0,7-78 0 0 0,-11 101 8 0 0,22-154-6 0 0,1-14-2 0 0,1 0 1 0 0,-1 0-1 0 0,0 0 1 0 0,1 0-1 0 0,-1 0 1 0 0,0 0 0 0 0,0 0-1 0 0,0 0 1 0 0,1 0-1 0 0,-1-1 1 0 0,-1 1-1 0 0,1 0 1 0 0,1-3 0 0 0,33-102 13 0 0,-15 51-11 0 0,-14 35-1 0 0,2-1-1 0 0,14-28 1 0 0,-12 30-2 0 0,0-1 0 0 0,-1 0 0 0 0,12-41 0 0 0,-20 56-3 0 0,0 0 0 0 0,0 1 0 0 0,0-1 0 0 0,1 1-1 0 0,-1 0 1 0 0,1-1 0 0 0,4-6 0 0 0,-1 3-10 0 0,-4 5 1 0 0,13-5-67 0 0,-13 9 75 0 0,0 0 0 0 0,0 0 0 0 0,-1 0 0 0 0,1 0 0 0 0,-1 0-1 0 0,1 0 1 0 0,-1 0 0 0 0,1 0 0 0 0,-1 1 0 0 0,0-1 0 0 0,0 0 0 0 0,1 0 0 0 0,-1 0 0 0 0,0 0 0 0 0,0 0 0 0 0,0 1 0 0 0,0-1-1 0 0,0 0 1 0 0,-1 0 0 0 0,1 2 0 0 0,1 14-46 0 0,7 6-32 0 0,1-11-6 0 0,-9-12 84 0 0,1 0-1 0 0,-1 0 1 0 0,0 0 0 0 0,0 0 0 0 0,1 0 0 0 0,-1 1 0 0 0,0-1 0 0 0,1 0 0 0 0,-1 0 0 0 0,0 0 0 0 0,1 0 0 0 0,-1 0 0 0 0,0 0 0 0 0,0 0 0 0 0,1 0-1 0 0,-1 0 1 0 0,0-1 0 0 0,1 1 0 0 0,-1 0 0 0 0,0 0 0 0 0,0 0 0 0 0,1 0 0 0 0,-1 0 0 0 0,0 0 0 0 0,0-1 0 0 0,1 1 0 0 0,-1 0 0 0 0,0 0-1 0 0,0 0 1 0 0,1-1 0 0 0,-1 1 0 0 0,0 0 0 0 0,0 0 0 0 0,0 0 0 0 0,0-1 0 0 0,1 1 0 0 0,-1 0 0 0 0,0 0 0 0 0,0-1 0 0 0,49-90-123 0 0,15-24 76 0 0,-47 78 51 0 0,-12 28 0 0 0,-4 18 0 0 0,-13 44 2 0 0,9-47 6 0 0,1 1 0 0 0,0 0 0 0 0,0-1 0 0 0,1 1 0 0 0,0 0-1 0 0,0 0 1 0 0,0 0 0 0 0,1 0 0 0 0,0 0 0 0 0,1 0 0 0 0,-1 0 0 0 0,1-1-1 0 0,3 12 1 0 0,-3-16 2 0 0,20-10 27 0 0,-4-4-30 0 0,-1-2-1 0 0,-1 0 1 0 0,0-1-1 0 0,24-31 1 0 0,9-10-7 0 0,-32 35 1 0 0,-5 8 6 0 0,-1 0 1 0 0,2 1 0 0 0,21-18 0 0 0,-33 30-7 0 0,0-1-1 0 0,0 1 0 0 0,0 0 0 0 0,0 0 0 0 0,0 0 1 0 0,1 0-1 0 0,-1-1 0 0 0,0 1 0 0 0,0 0 0 0 0,0 0 1 0 0,0 0-1 0 0,1 0 0 0 0,-1 0 0 0 0,0 0 0 0 0,0 0 1 0 0,0-1-1 0 0,1 1 0 0 0,-1 0 0 0 0,0 0 1 0 0,0 0-1 0 0,0 0 0 0 0,1 0 0 0 0,-1 0 0 0 0,0 0 1 0 0,0 0-1 0 0,0 0 0 0 0,1 0 0 0 0,-1 0 0 0 0,0 0 1 0 0,0 0-1 0 0,0 0 0 0 0,1 0 0 0 0,-1 1 1 0 0,0-1-1 0 0,0 0 0 0 0,0 0 0 0 0,0 0 0 0 0,1 0 1 0 0,-1 0-1 0 0,0 0 0 0 0,0 0 0 0 0,0 1 0 0 0,1-1 1 0 0,1 12 6 0 0,-3 13 2 0 0,-1-16 1 0 0,1 1 0 0 0,0 0 0 0 0,0-1 1 0 0,1 1-1 0 0,1 0 0 0 0,0 0 1 0 0,0-1-1 0 0,0 1 0 0 0,1-1 0 0 0,1 1 1 0 0,0-1-1 0 0,0 0 0 0 0,6 12 1 0 0,-7-17-2 0 0,1-1 1 0 0,-1 0-1 0 0,1 1 0 0 0,0-1 1 0 0,0 0-1 0 0,0 0 1 0 0,0 0-1 0 0,1-1 1 0 0,-1 1-1 0 0,1-1 1 0 0,-1 0-1 0 0,1 0 1 0 0,0 0-1 0 0,0 0 0 0 0,0-1 1 0 0,0 1-1 0 0,0-1 1 0 0,0 0-1 0 0,1-1 1 0 0,-1 1-1 0 0,0-1 1 0 0,0 1-1 0 0,7-2 1 0 0,-5 1 6 0 0,-1-1 0 0 0,1 0 0 0 0,0 0 0 0 0,-1 0 0 0 0,1-1 0 0 0,-1 0 0 0 0,1 0 0 0 0,-1 0 0 0 0,0-1 0 0 0,0 0 0 0 0,0 0 0 0 0,0 0 0 0 0,-1-1 0 0 0,1 1 0 0 0,-1-1 1 0 0,8-9-1 0 0,3-5 37 0 0,-1-1 1 0 0,-1 0 0 0 0,0-1 0 0 0,-2 0 0 0 0,0-1 0 0 0,-1-1-1 0 0,10-32 1 0 0,-18 46-25 0 0,-2 9-27 0 0,0-1 0 0 0,0 0-1 0 0,-1 0 1 0 0,1 0 0 0 0,0 0 0 0 0,0 0 0 0 0,0 0 0 0 0,-1 0 0 0 0,1 0-1 0 0,0 0 1 0 0,0 0 0 0 0,-1 0 0 0 0,1 1 0 0 0,0-1 0 0 0,0 0-1 0 0,0 0 1 0 0,-1 0 0 0 0,1-1 0 0 0,0 1 0 0 0,0 0 0 0 0,-1 0-1 0 0,1 0 1 0 0,0 0 0 0 0,0 0 0 0 0,0 0 0 0 0,-1 0 0 0 0,1 0 0 0 0,0 0-1 0 0,0 0 1 0 0,0-1 0 0 0,-1 1 0 0 0,1 0 0 0 0,0 0 0 0 0,0 0-1 0 0,0 0 1 0 0,0-1 0 0 0,0 1 0 0 0,-1 0 0 0 0,1 0 0 0 0,0 0 0 0 0,0 0-1 0 0,0-1 1 0 0,0 1 0 0 0,0 0 0 0 0,0 0 0 0 0,0-1 0 0 0,0 1-1 0 0,0 0 1 0 0,0 0 0 0 0,0 0 0 0 0,0-1 0 0 0,0 1 0 0 0,0 0 0 0 0,0 0-1 0 0,0-1 1 0 0,0 1 0 0 0,0 0 0 0 0,0 0 0 0 0,0 0 0 0 0,0-1-1 0 0,0 1 1 0 0,0 0 0 0 0,0 0 0 0 0,1 0 0 0 0,-1-1 0 0 0,0 1 0 0 0,0 0-1 0 0,0 0 1 0 0,-2 2 11 0 0,-1 1-1 0 0,0 0 0 0 0,1 0 1 0 0,0 0-1 0 0,0 0 1 0 0,0 1-1 0 0,0-1 0 0 0,0 0 1 0 0,-1 6-1 0 0,0-4 3 0 0,0 1 0 0 0,0-1 0 0 0,1 1 0 0 0,0 0 0 0 0,0 0 0 0 0,0 0 0 0 0,1 0 0 0 0,0 0 0 0 0,0 0 0 0 0,0 1 0 0 0,1 10 0 0 0,0-14 4 0 0,23 5 84 0 0,-16-8-89 0 0,-1 1 0 0 0,1-1 0 0 0,0 1-1 0 0,-1 0 1 0 0,1 1 0 0 0,-1-1 0 0 0,0 1 0 0 0,1 1 0 0 0,-1-1 0 0 0,0 1 0 0 0,0 0 0 0 0,0 0 0 0 0,-1 1 0 0 0,1 0 0 0 0,-1 0 0 0 0,0 0 0 0 0,0 1 0 0 0,0-1 0 0 0,-1 1 0 0 0,0 0 0 0 0,1 1 0 0 0,-2-1 0 0 0,1 1 0 0 0,-1 0 0 0 0,0-1 0 0 0,0 2 0 0 0,0-1 0 0 0,-1 0 0 0 0,0 0 0 0 0,0 1 0 0 0,-1-1 0 0 0,2 14 0 0 0,-3-17-3 0 0,1 1 0 0 0,-1 0 0 0 0,1 0-1 0 0,-1 0 1 0 0,0 0 0 0 0,-1 0 0 0 0,1 0 0 0 0,-1 0 0 0 0,0-1 0 0 0,0 1 0 0 0,-2 5 0 0 0,2-7 3 0 0,-6 5 17 0 0,6-6-26 0 0,0-1-1 0 0,1 1 0 0 0,-1-1 0 0 0,0 1 1 0 0,0-1-1 0 0,0 1 0 0 0,1-1 0 0 0,-1 1 0 0 0,0 0 1 0 0,1 0-1 0 0,-1-1 0 0 0,1 1 0 0 0,-1 0 1 0 0,1 0-1 0 0,-1 0 0 0 0,1-1 0 0 0,-1 1 1 0 0,1 0-1 0 0,0 0 0 0 0,-1 1 0 0 0,1-1-1 0 0,0 0 1 0 0,0 1-1 0 0,0-1 0 0 0,0 0 0 0 0,0 0 0 0 0,0 0 0 0 0,1 0 1 0 0,-1 0-1 0 0,0 0 0 0 0,0 0 0 0 0,1 0 0 0 0,-1 0 0 0 0,1 0 1 0 0,-1 0-1 0 0,1 0 0 0 0,-1 0 0 0 0,1 0 0 0 0,0 0 0 0 0,0-1 1 0 0,-1 1-1 0 0,1 0 0 0 0,0 0 0 0 0,0-1 0 0 0,0 1 1 0 0,-1 0-1 0 0,1-1 0 0 0,2 2 0 0 0,0-2 0 0 0,-1 1 0 0 0,1-1 1 0 0,0 1-1 0 0,-1-1 0 0 0,1 0 0 0 0,0 0 0 0 0,-1 0 0 0 0,1-1 0 0 0,0 1 1 0 0,-1 0-1 0 0,5-2 0 0 0,-2 0 0 0 0,-1 0-1 0 0,1 0 1 0 0,-1 0 0 0 0,0 0-1 0 0,0-1 1 0 0,0 0 0 0 0,0 0-1 0 0,0 0 1 0 0,0 0 0 0 0,-1 0-1 0 0,5-6 1 0 0,32-46 16 0 0,-34 46-14 0 0,8-13-2 0 0,-1-1 0 0 0,-1 0 1 0 0,-1-1-1 0 0,-1-1 0 0 0,10-37 1 0 0,-15 43 1 0 0,-1-1-1 0 0,-1 1 1 0 0,0-1 0 0 0,-2 0 0 0 0,0 1 0 0 0,-1-1 0 0 0,-6-37 0 0 0,6 55-5 0 0,0 0 1 0 0,0 0 0 0 0,-1 0 0 0 0,1 0 0 0 0,-1 0 0 0 0,1 0 0 0 0,-1 0 0 0 0,1 0 0 0 0,-1 0 0 0 0,0 0 0 0 0,0 1 0 0 0,0-1 0 0 0,0 0 0 0 0,-1 1 0 0 0,1-1 0 0 0,-2-1 0 0 0,2 3-1 0 0,-1 0 1 0 0,1 0 0 0 0,0 0-1 0 0,0 0 1 0 0,-1 0-1 0 0,1 1 1 0 0,0-1-1 0 0,0 0 1 0 0,-1 1 0 0 0,1-1-1 0 0,0 1 1 0 0,0 0-1 0 0,0-1 1 0 0,0 1-1 0 0,0 0 1 0 0,0-1 0 0 0,0 1-1 0 0,0 0 1 0 0,0 0-1 0 0,0 0 1 0 0,0 0 0 0 0,0 0-1 0 0,1 0 1 0 0,-2 3-1 0 0,-11 11 3 0 0,2 2 0 0 0,0 0 0 0 0,0 0 0 0 0,2 1 0 0 0,0 0 0 0 0,1 1 0 0 0,1-1 0 0 0,1 2 0 0 0,0-1 0 0 0,2 1 0 0 0,0 0 0 0 0,-2 37 0 0 0,6-45-2 0 0,1-2-1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46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15880 0 0,'0'0'4663'0'0,"33"4"-4519"0"0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49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1346 4 5624 0 0,'7'4'1'0'0,"11"6"2"0"0,-8-6 9 0 0,6-1 34 0 0,-36-16 46 0 0,-1 9 71 0 0,0 0 0 0 0,0 2 0 0 0,-1 1 0 0 0,1 0 0 0 0,-1 2-1 0 0,1 0 1 0 0,-38 8 0 0 0,42-4-88 0 0,1 1 0 0 0,0 1 0 0 0,0 0 0 0 0,0 1 0 0 0,-19 14 0 0 0,-9 3 48 0 0,34-18-90 0 0,-1 0-1 0 0,1 0 0 0 0,-14 14 0 0 0,-20 15 47 0 0,-5 4 26 0 0,27-20-31 0 0,9-7-2 0 0,1 1-1 0 0,0 1 1 0 0,-17 27 0 0 0,20-29 4 0 0,6-9-36 0 0,0 1 1 0 0,0 0 0 0 0,1-1-1 0 0,-1 1 1 0 0,1 0-1 0 0,0 1 1 0 0,0-1-1 0 0,-1 9 1 0 0,2-10-23 0 0,-4 20 219 0 0,-3 39 1 0 0,8-54-189 0 0,0 0 0 0 0,0 0 0 0 0,1 0 1 0 0,0-1-1 0 0,1 1 0 0 0,0 0 0 0 0,6 16 1 0 0,38 119 479 0 0,-28-80-409 0 0,-5-14 64 0 0,9 77 0 0 0,-19-107-123 0 0,0 26 113 0 0,-1 0-1 0 0,-3 0 0 0 0,-2 1 1 0 0,-14 76-1 0 0,8-65-46 0 0,1-15-46 0 0,-2 0 0 0 0,-2-1 0 0 0,-1-1 0 0 0,-3 0 0 0 0,-1-1 0 0 0,-2 0 0 0 0,-1-2 0 0 0,-30 42 0 0 0,28-46-22 0 0,-126 189 497 0 0,137-210-497 0 0,-1-1 0 0 0,0 0 1 0 0,-26 20-1 0 0,12-12 9 0 0,-92 75 179 0 0,96-82-198 0 0,-1 0 1 0 0,-24 11-1 0 0,7-5 27 0 0,35-17-63 0 0,-1 0 0 0 0,0 0 1 0 0,0-1-1 0 0,0 0 0 0 0,0 0 1 0 0,1 0-1 0 0,-1-1 0 0 0,0 0 1 0 0,0 0-1 0 0,0-1 0 0 0,0 1 1 0 0,0-1-1 0 0,0 0 0 0 0,0-1 1 0 0,-9-3-1 0 0,12 4 19 0 0,-19-14 40 0 0,22 14-57 0 0,-1 0 0 0 0,1 1 1 0 0,-1-1-1 0 0,0 0 1 0 0,1 0-1 0 0,-1 0 1 0 0,1 0-1 0 0,0 0 0 0 0,-1 0 1 0 0,1 1-1 0 0,0-1 1 0 0,0 0-1 0 0,-1 0 1 0 0,1 0-1 0 0,0 0 0 0 0,0 0 1 0 0,0 0-1 0 0,0 0 1 0 0,0 0-1 0 0,0 0 1 0 0,1 0-1 0 0,-1 0 0 0 0,0 0 1 0 0,1-1-1 0 0,0 1-3 0 0,0-1 0 0 0,0 1-1 0 0,0 0 1 0 0,0 0 0 0 0,0 0-1 0 0,0 0 1 0 0,0 1 0 0 0,1-1 0 0 0,-1 0-1 0 0,0 0 1 0 0,0 1 0 0 0,1-1-1 0 0,-1 1 1 0 0,1-1 0 0 0,-1 1 0 0 0,0-1-1 0 0,2 1 1 0 0,21-4 97 0 0,-13 5-61 0 0,1 0-1 0 0,-1 1 1 0 0,1 1 0 0 0,-1 0-1 0 0,0 0 1 0 0,0 1-1 0 0,-1 1 1 0 0,1 0 0 0 0,11 7-1 0 0,-2 1 34 0 0,-1 1-1 0 0,27 24 1 0 0,-22-17-28 0 0,0-2 0 0 0,96 91 161 0 0,-108-98-197 0 0,-1 0-1 0 0,-1 1 1 0 0,0 1-1 0 0,0 0 0 0 0,-2 0 1 0 0,0 1-1 0 0,9 22 1 0 0,-7-4 24 0 0,-2-1 1 0 0,-1 2 0 0 0,2 37 0 0 0,-4-32-12 0 0,13 155 158 0 0,-4-67-71 0 0,-6-72-22 0 0,1 69 0 0 0,-1-3 11 0 0,8-15-4 0 0,5-1 1 0 0,39 118-1 0 0,-47-169-68 0 0,-10-36-17 0 0,1 0 1 0 0,8 21-1 0 0,19 72 55 0 0,-21-84-47 0 0,-2 0-1 0 0,6 29 0 0 0,-9-32-17 0 0,1 21 14 0 0,-6-38-16 0 0,0 0 0 0 0,1 0 0 0 0,0 0 0 0 0,1 0 0 0 0,0 0 0 0 0,4 12 0 0 0,0-5 10 0 0,-1 1-1 0 0,0 0 1 0 0,-1 1-1 0 0,3 19 0 0 0,18 46 68 0 0,-10 0-7 0 0,-8-49-41 0 0,-1 0 0 0 0,1 36 0 0 0,-3-40 5 0 0,-1 11 33 0 0,-6 25 25 0 0,3-55-80 0 0,0 0 0 0 0,0-1 0 0 0,1 1 0 0 0,0 0 0 0 0,3 9 0 0 0,2 29 53 0 0,-5-36-56 0 0,0-1 1 0 0,1 0-1 0 0,1 0 0 0 0,-1 0 1 0 0,2 0-1 0 0,7 16 0 0 0,9 32 54 0 0,6 53 5 0 0,-13-18-31 0 0,-11-68-26 0 0,2-1 0 0 0,0 1-1 0 0,1 0 1 0 0,1-1 0 0 0,19 44-1 0 0,35 75 42 0 0,-14-30-26 0 0,-37-95-21 0 0,0-1-1 0 0,1 1 0 0 0,14 18 0 0 0,-18-29-3 0 0,0 1 0 0 0,0-2 0 0 0,1 1 0 0 0,0 0 0 0 0,0-1-1 0 0,1-1 1 0 0,-1 1 0 0 0,17 8 0 0 0,-22-13-2 0 0,0 0 0 0 0,0-1 0 0 0,1 1 0 0 0,-1 0 0 0 0,0 0 0 0 0,0-1 0 0 0,1 0 0 0 0,-1 1 0 0 0,0-1 0 0 0,1 0 0 0 0,3 0 0 0 0,0 0 10 0 0,2 0-6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50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0 6128 0 0,'39'16'755'0'0,"-12"-8"539"0"0,-25-7-699 0 0,-2-1-575 0 0,1 0 0 0 0,-1 0 0 0 0,0 0 0 0 0,1 0 0 0 0,-1 0 0 0 0,0 0 0 0 0,1 0 0 0 0,-1 1 0 0 0,0-1 0 0 0,1 0 0 0 0,-1 0 0 0 0,0 0 0 0 0,1 0 0 0 0,-1 1 0 0 0,0-1 0 0 0,0 0 0 0 0,1 0 0 0 0,-1 1 0 0 0,0-1 0 0 0,0 0 0 0 0,0 0 0 0 0,1 1 0 0 0,-1-1 0 0 0,0 0 0 0 0,0 1 0 0 0,0-1 0 0 0,0 0 0 0 0,0 1 0 0 0,1-1 0 0 0,-1 0 0 0 0,0 1 0 0 0,0-1 0 0 0,0 0 0 0 0,0 1 0 0 0,0-1 0 0 0,0 0 0 0 0,0 1 0 0 0,0-1 0 0 0,0 0 0 0 0,0 1 0 0 0,-1-1 0 0 0,1 0 0 0 0,0 1 0 0 0,0-1 0 0 0,0 0 0 0 0,-1 1 1 0 0,-3 20 1434 0 0,3-19-1422 0 0,-50 249 760 0 0,42-202-709 0 0,-33 214 46 0 0,40-249-145 0 0,1-1-1 0 0,0 0 1 0 0,1 0 0 0 0,0 1 0 0 0,1-1 0 0 0,1 0 0 0 0,0 0 0 0 0,8 25 0 0 0,-9-36-1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51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0 186 6728 0 0,'30'-3'14'0'0,"-9"0"6"0"0,8-3 16 0 0,-27 5-33 0 0,0 1-1 0 0,0-1 0 0 0,0 0 1 0 0,0 0-1 0 0,0 0 1 0 0,0 0-1 0 0,-1-1 0 0 0,1 1 1 0 0,0-1-1 0 0,-1 1 1 0 0,1-1-1 0 0,0 1 0 0 0,-1-1 1 0 0,0 0-1 0 0,1 0 1 0 0,-1 1-1 0 0,0-1 0 0 0,2-4 1 0 0,0-1 14 0 0,0 0 1 0 0,1 0-1 0 0,0 0 0 0 0,8-10 1 0 0,12-21 164 0 0,11-12 55 0 0,-25 41-149 0 0,-9 8-46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52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0 292 5520 0 0,'21'5'-4'0'0,"6"2"49"0"0,10 5 82 0 0,-43-6 313 0 0,12-3-413 0 0,1-1 0 0 0,-1 0 0 0 0,0 0 0 0 0,0 0 0 0 0,1-1 0 0 0,-1 0 0 0 0,1 0 0 0 0,-1-1 0 0 0,1 0 0 0 0,-1 0 0 0 0,1 0-1 0 0,8-2 1 0 0,-8 5-1 0 0,1 0-1 0 0,-1 0 0 0 0,1 1 0 0 0,-1 0 0 0 0,0 1 0 0 0,0 0 0 0 0,-1 0 0 0 0,8 7 0 0 0,-7-6-14 0 0,0 0 1 0 0,1 0-1 0 0,-1-1 1 0 0,1 0-1 0 0,1 0 0 0 0,12 5 1 0 0,-14-7-2 0 0,1-1 1 0 0,-1 0 0 0 0,1-1-1 0 0,0 0 1 0 0,10 1 0 0 0,-7-3-1 0 0,1-1 1 0 0,-1 1 0 0 0,0-2-1 0 0,1 0 1 0 0,-1 0-1 0 0,-1-1 1 0 0,1 0 0 0 0,0-1-1 0 0,-1 0 1 0 0,0-1-1 0 0,0 0 1 0 0,-1-1 0 0 0,0 0-1 0 0,0 0 1 0 0,0-1-1 0 0,-1 0 1 0 0,0 0 0 0 0,-1-1-1 0 0,0 0 1 0 0,7-12-1 0 0,17-48 88 0 0,-26 57-80 0 0,0-1-1 0 0,-1 0 1 0 0,0-1 0 0 0,-1 1 0 0 0,-1-1 0 0 0,0 1-1 0 0,-1-1 1 0 0,0-17 0 0 0,1-4 31 0 0,-2 32-42 0 0,0 0-1 0 0,-1 0 1 0 0,1 0-1 0 0,0 0 1 0 0,-1 0-1 0 0,0 0 1 0 0,1 0-1 0 0,-1 0 1 0 0,0 1-1 0 0,-1-1 1 0 0,1 0-1 0 0,-2-3 1 0 0,-4-6 68 0 0,7 11-70 0 0,0 0-1 0 0,-1 1 0 0 0,1-1 1 0 0,0 1-1 0 0,-1-1 1 0 0,1 1-1 0 0,-1-1 1 0 0,1 1-1 0 0,-1-1 1 0 0,1 1-1 0 0,-1-1 1 0 0,1 1-1 0 0,-1-1 1 0 0,1 1-1 0 0,-1 0 0 0 0,0-1 1 0 0,1 1-1 0 0,-1 0 1 0 0,0 0-1 0 0,1 0 1 0 0,-1-1-1 0 0,0 1 1 0 0,1 0-1 0 0,-1 0 1 0 0,0 0-1 0 0,1 0 1 0 0,-1 0-1 0 0,0 0 1 0 0,1 0-1 0 0,-1 0 0 0 0,0 0 1 0 0,1 1-1 0 0,-1-1 1 0 0,0 0-1 0 0,1 0 1 0 0,-1 0-1 0 0,0 1 1 0 0,0 0-1 0 0,-19 14 163 0 0,16-7-147 0 0,0 1-1 0 0,0 1 1 0 0,1-1-1 0 0,0 0 1 0 0,1 1-1 0 0,0-1 0 0 0,0 1 1 0 0,0 12-1 0 0,0-2 14 0 0,-3 10 28 0 0,-6 60 51 0 0,10-81-80 0 0,1 0-1 0 0,1 0 0 0 0,-1 0 1 0 0,2 0-1 0 0,-1 0 1 0 0,1 0-1 0 0,5 14 0 0 0,-6-20-15 0 0,1 0 0 0 0,0-1-1 0 0,0 1 1 0 0,0-1-1 0 0,0 1 1 0 0,1-1-1 0 0,-1 0 1 0 0,0 0-1 0 0,1 0 1 0 0,0 0 0 0 0,-1 0-1 0 0,1-1 1 0 0,0 1-1 0 0,0-1 1 0 0,0 0-1 0 0,0 0 1 0 0,0 0-1 0 0,0 0 1 0 0,4 0 0 0 0,-1 1 10 0 0,1-1 1 0 0,-1 0 0 0 0,1 0 0 0 0,0-1 0 0 0,-1 0 0 0 0,1 0 0 0 0,0-1 0 0 0,9-1 0 0 0,-5-1 19 0 0,0 0 11 0 0,1 0-1 0 0,-1 0 1 0 0,21-11-1 0 0,-28 12-38 0 0,-1 0 1 0 0,1-1-1 0 0,-1 1 0 0 0,0-1 0 0 0,0 0 0 0 0,0 0 0 0 0,0 0 1 0 0,0 0-1 0 0,-1-1 0 0 0,1 1 0 0 0,-1-1 0 0 0,0 1 1 0 0,0-1-1 0 0,2-6 0 0 0,4-9 41 0 0,0 1-1 0 0,1 0 1 0 0,1 1 0 0 0,21-28-1 0 0,-29 43-51 0 0,-1 0 0 0 0,0-1 0 0 0,0 1 0 0 0,0 0 1 0 0,0 0-1 0 0,0-1 0 0 0,-1 1 0 0 0,1 0 0 0 0,0-1 0 0 0,-1 1 0 0 0,0-1 0 0 0,0 1 0 0 0,0-5 0 0 0,2-9 42 0 0,-2 14-31 0 0,1 0-1 0 0,-1 1 0 0 0,1-1 0 0 0,0 0 1 0 0,0 1-1 0 0,-1-1 0 0 0,1 1 0 0 0,0 0 1 0 0,0-1-1 0 0,0 1 0 0 0,1 0 0 0 0,1-2 0 0 0,-3 3-14 0 0,0-1 0 0 0,0 1-1 0 0,0 0 1 0 0,0 0-1 0 0,0 0 1 0 0,0 0-1 0 0,0 0 1 0 0,0 0-1 0 0,0 0 1 0 0,0 0 0 0 0,1 0-1 0 0,-1 0 1 0 0,0 0-1 0 0,0 0 1 0 0,0 0-1 0 0,0 0 1 0 0,0 0 0 0 0,0 0-1 0 0,0 0 1 0 0,0 0-1 0 0,1 0 1 0 0,-1 0-1 0 0,0 0 1 0 0,0 0-1 0 0,0 0 1 0 0,0 0 0 0 0,0 0-1 0 0,0 0 1 0 0,0 0-1 0 0,0 0 1 0 0,1 0-1 0 0,-1 0 1 0 0,0 0-1 0 0,0 0 1 0 0,0 0 0 0 0,0 0-1 0 0,0 0 1 0 0,0 0-1 0 0,0 0 1 0 0,0 0-1 0 0,0 0 1 0 0,0 1-1 0 0,1-1 1 0 0,-1 0 0 0 0,0 0-1 0 0,0 0 1 0 0,0 0-1 0 0,0 0 1 0 0,0 0-1 0 0,0 0 1 0 0,0 0-1 0 0,0 0 1 0 0,0 1 0 0 0,0-1-1 0 0,0 0 1 0 0,-3 16 116 0 0,-27 84 58 0 0,3-1 29 0 0,23-63-131 0 0,3-30-61 0 0,1-1 1 0 0,0 1 0 0 0,-1 0-1 0 0,0-1 1 0 0,-2 8-1 0 0,2-11 1 0 0,1 0-1 0 0,-1-1 0 0 0,1 1 1 0 0,0 0-1 0 0,0 0 0 0 0,0 0 1 0 0,0 0-1 0 0,0 0 1 0 0,0 0-1 0 0,0-1 0 0 0,1 1 1 0 0,-1 0-1 0 0,1 0 0 0 0,-1 0 1 0 0,2 1-1 0 0,2 15 100 0 0,-3-17-96 0 0,0 0-1 0 0,0 0 1 0 0,0 0-1 0 0,0 0 1 0 0,0 0 0 0 0,0 0-1 0 0,1-1 1 0 0,-1 1-1 0 0,0 0 1 0 0,0-1-1 0 0,1 1 1 0 0,-1-1-1 0 0,0 1 1 0 0,1-1-1 0 0,-1 0 1 0 0,1 0 0 0 0,-1 0-1 0 0,3 0 1 0 0,-1-5 8 0 0,0 0 1 0 0,0 0 0 0 0,0 1-1 0 0,0-1 1 0 0,1 1 0 0 0,5-5-1 0 0,8-12 26 0 0,-14 17-39 0 0,1 0 2 0 0,-1 0 0 0 0,0-1 0 0 0,0 1 0 0 0,0 0 0 0 0,-1-1 1 0 0,0 0-1 0 0,0 1 0 0 0,0-1 0 0 0,0 0 0 0 0,2-10 0 0 0,-4 13-4 0 0,0 0 0 0 0,1 0 0 0 0,0 0 0 0 0,-1 0 1 0 0,1 1-1 0 0,0-1 0 0 0,0 0 0 0 0,0 0 0 0 0,0 1 0 0 0,1-3 0 0 0,8-14 227 0 0,-10 17-230 0 0,0 1-1 0 0,0-1 1 0 0,0 1 0 0 0,0-1 0 0 0,1 1-1 0 0,-1-1 1 0 0,0 1 0 0 0,1-1 0 0 0,-1 1 0 0 0,0-1-1 0 0,1 1 1 0 0,-1-1 0 0 0,0 1 0 0 0,1 0-1 0 0,-1-1 1 0 0,1 1 0 0 0,-1 0 0 0 0,0-1-1 0 0,1 1 1 0 0,-1 0 0 0 0,1-1 0 0 0,-1 1-1 0 0,1 0 1 0 0,0 0 0 0 0,-1 0 0 0 0,1 0-1 0 0,-1 0 1 0 0,1-1 0 0 0,-1 1 0 0 0,1 0-1 0 0,-1 0 1 0 0,1 0 0 0 0,-1 0 0 0 0,1 0-1 0 0,0 1 1 0 0,-1-1 0 0 0,2 0 0 0 0,-1 0-16 0 0,1 0 105 0 0,-12 2 246 0 0,6 10-311 0 0,1-1 0 0 0,0 1 0 0 0,1 0 0 0 0,0 0 1 0 0,1 0-1 0 0,0 1 0 0 0,2 13 0 0 0,-2 8 0 0 0,4 88 112 0 0,0-39-69 0 0,0-55-44 0 0,-2 1 0 0 0,-1-1 0 0 0,-1 1 0 0 0,-2 0 0 0 0,-7 33 0 0 0,4-40-2 0 0,0 0-1 0 0,-1 0 0 0 0,-20 40 1 0 0,21-49-13 0 0,-1-1 0 0 0,-1 0 0 0 0,0 0 0 0 0,0-1 0 0 0,-1 0 0 0 0,-15 15 0 0 0,10-13 6 0 0,11-10-16 0 0,0 0 0 0 0,1 0 0 0 0,-1 0 0 0 0,-1-1-1 0 0,1 1 1 0 0,0-1 0 0 0,-1 0 0 0 0,1 0 0 0 0,-1 0-1 0 0,1 0 1 0 0,-1-1 0 0 0,0 1 0 0 0,0-1 0 0 0,0 0-1 0 0,0 0 1 0 0,-4 0 0 0 0,6-1 0 0 0,1 0 0 0 0,-1 0 0 0 0,1 0 0 0 0,-1 0 0 0 0,1 0 0 0 0,-1-1 0 0 0,1 1 0 0 0,-1-1 0 0 0,1 1 0 0 0,0-1 0 0 0,-1 1 0 0 0,1-1 0 0 0,0 0-1 0 0,-1 1 1 0 0,1-1 0 0 0,0 0 0 0 0,0 0 0 0 0,0 0 0 0 0,0 0 0 0 0,0 0 0 0 0,0 0 0 0 0,-1-2 0 0 0,0 0 2 0 0,1 0 0 0 0,0 0 0 0 0,0 0 0 0 0,0 0 0 0 0,0 0-1 0 0,0 0 1 0 0,1 0 0 0 0,-1-1 0 0 0,1 1 0 0 0,0-4 0 0 0,1-10 14 0 0,1 0-1 0 0,1 0 1 0 0,6-22 0 0 0,-5 24-6 0 0,1-11-1 0 0,-2 8 1 0 0,1 0 0 0 0,1 0 0 0 0,1 1 0 0 0,11-26 1 0 0,1 10 24 0 0,1 0 1 0 0,42-55 0 0 0,-39 59-23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6:53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0 120 9144 0 0,'14'2'12'0'0,"6"-1"45"0"0,5 1 53 0 0,10 7 61 0 0,-34-8-150 0 0,0 0-1 0 0,0-1 0 0 0,0 1 0 0 0,0 0 0 0 0,0 0 0 0 0,0 0 0 0 0,0 0 1 0 0,-1 1-1 0 0,1-1 0 0 0,0 0 0 0 0,-1 0 0 0 0,1 0 0 0 0,0 1 0 0 0,-1-1 0 0 0,0 0 1 0 0,1 1-1 0 0,-1-1 0 0 0,0 0 0 0 0,0 1 0 0 0,1-1 0 0 0,-1 0 0 0 0,0 1 1 0 0,0-1-1 0 0,-1 1 0 0 0,1-1 0 0 0,0 0 0 0 0,0 1 0 0 0,-1-1 0 0 0,1 0 1 0 0,-1 2-1 0 0,0-2-17 0 0,1 0 4 0 0,0-1-1 0 0,1 0 1 0 0,-1 1 0 0 0,0-1-1 0 0,0 0 1 0 0,0 1-1 0 0,0-1 1 0 0,0 0-1 0 0,0 0 1 0 0,1 1 0 0 0,-1-1-1 0 0,0 0 1 0 0,0 1-1 0 0,0-1 1 0 0,1 0-1 0 0,-1 0 1 0 0,0 1-1 0 0,0-1 1 0 0,1 0 0 0 0,-1 0-1 0 0,0 0 1 0 0,1 0-1 0 0,-1 1 1 0 0,0-1-1 0 0,1 0 1 0 0,-1 0 0 0 0,0 0-1 0 0,1 0 1 0 0,-1 0-1 0 0,0 0 1 0 0,1 0-1 0 0,-1 0 1 0 0,1 0-1 0 0,9 7 398 0 0,11 36 576 0 0,1 9-682 0 0,-16-40-264 0 0,0 1 0 0 0,-1 0 1 0 0,-1 0-1 0 0,4 16 0 0 0,-3-9-13 0 0,2 1 0 0 0,0-2 0 0 0,13 25 0 0 0,5 13 1 0 0,-15-29-22 0 0,2-1 0 0 0,1 0 0 0 0,1-1 1 0 0,31 44-1 0 0,-31-50-1 0 0,-13-17-1 0 0,1 0 0 0 0,0 0 0 0 0,1 0 0 0 0,-1 0 1 0 0,0 0-1 0 0,1 0 0 0 0,0-1 0 0 0,4 4 1 0 0,-7-6-2 0 0,1 1 1 0 0,-1-1 0 0 0,1 1 0 0 0,-1-1 0 0 0,1 0 0 0 0,-1 1-1 0 0,1-1 1 0 0,0 0 0 0 0,-1 0 0 0 0,1 0 0 0 0,-1 1 0 0 0,1-1-1 0 0,0 0 1 0 0,-1 0 0 0 0,1 0 0 0 0,0 0 0 0 0,-1 0 0 0 0,1 0-1 0 0,-1 0 1 0 0,1 0 0 0 0,0 0 0 0 0,-1-1 0 0 0,1 1 0 0 0,-1 0-1 0 0,1 0 1 0 0,0 0 0 0 0,-1-1 0 0 0,1 1 0 0 0,-1 0 0 0 0,1-1-1 0 0,-1 1 1 0 0,1 0 0 0 0,-1-1 0 0 0,1 1 0 0 0,-1-1 0 0 0,0 1-1 0 0,1-1 1 0 0,-1 1 0 0 0,1-1 0 0 0,-1 1 0 0 0,0-1 0 0 0,1 0 0 0 0,6-25-33 0 0,-6 22 36 0 0,6-35-14 0 0,37-168-39 0 0,0 85 28 0 0,-1 5-6 0 0,-23 71 24 0 0,-15 37 5 0 0,-1 1-1 0 0,0-1 1 0 0,5-17-1 0 0,-6 13-1 0 0,1 1 1 0 0,0 0-1 0 0,12-23 0 0 0,7-13 0 0 0,-17 36 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01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1 983 11856 0 0,'5'-1'258'0'0,"14"-2"12"0"0,-14 3 0 0 0,-5-9 27 0 0,1 4 2334 0 0,6-4-2628 0 0,-5 5-20 0 0,1 0-1 0 0,0 0 1 0 0,0 0 0 0 0,0 1-1 0 0,0-1 1 0 0,1 1 0 0 0,-1-1-1 0 0,1 1 1 0 0,0 0 0 0 0,0 1-1 0 0,0-1 1 0 0,6-2 0 0 0,-6 4-97 0 0,1 0 0 0 0,0 0 1 0 0,0 0-1 0 0,0 1 1 0 0,-1 0-1 0 0,1 0 0 0 0,0 0 1 0 0,8 2-1 0 0,-7-1-42 0 0,0 0 0 0 0,0-1 0 0 0,0 0 0 0 0,0 0 0 0 0,0 0 0 0 0,9-3 0 0 0,-4-2 67 0 0,0-1-1 0 0,-1 0 1 0 0,0-1 0 0 0,0 0 0 0 0,-1-1-1 0 0,0 0 1 0 0,0 0 0 0 0,10-13 0 0 0,17-15-137 0 0,-23 24 158 0 0,-3 3 0 0 0,0 0 0 0 0,1 1 0 0 0,0 0 0 0 0,12-6 0 0 0,-2 3-31 0 0,0 1-8 0 0,-1-2 0 0 0,0 0 0 0 0,27-21 0 0 0,8-8-32 0 0,-37 29 75 0 0,0-1 1 0 0,28-28 0 0 0,-10 2-1 0 0,-27 31 65 0 0,-7 7 30 0 0,-21 15 2 0 0,1-2 5 0 0,1 1-1 0 0,1 1 1 0 0,0 0 0 0 0,1 1-1 0 0,1 1 1 0 0,0 0 0 0 0,-19 31-1 0 0,14-23 47 0 0,15-20-70 0 0,1-1 0 0 0,0 1 0 0 0,0 0-1 0 0,0 0 1 0 0,0 0 0 0 0,-3 9-1 0 0,-38 87 345 0 0,43-98-349 0 0,-1 3 29 0 0,0 0 0 0 0,0 1 1 0 0,1-1-1 0 0,-1 1 0 0 0,1 0 0 0 0,0-1 0 0 0,1 1 0 0 0,0 0 0 0 0,-1-1 1 0 0,2 1-1 0 0,-1 0 0 0 0,2 5 0 0 0,-1-10-13 0 0,1 0-1 0 0,0 0 1 0 0,-1 0-1 0 0,1 0 1 0 0,0 0-1 0 0,0-1 1 0 0,0 1-1 0 0,0-1 1 0 0,0 1-1 0 0,-1-1 1 0 0,1 0 0 0 0,0 0-1 0 0,0 0 1 0 0,0 0-1 0 0,0 0 1 0 0,3-1-1 0 0,0 0 0 0 0,1-2 0 0 0,0 1 0 0 0,-1-1 0 0 0,1 1 0 0 0,-1-2 0 0 0,0 1 0 0 0,0 0 0 0 0,0-1-1 0 0,0 0 1 0 0,-1 0 0 0 0,5-6 0 0 0,32-24 135 0 0,-28 25-123 0 0,-1 0 0 0 0,0-1 0 0 0,-1-1 1 0 0,16-19-1 0 0,-22 25-24 0 0,1-4 13 0 0,0 0 1 0 0,-1-1-1 0 0,0 1 0 0 0,0-1 1 0 0,5-19-1 0 0,6-42 123 0 0,-14 56-88 0 0,1 0 1 0 0,0 0-1 0 0,7-17 0 0 0,-9 31-50 0 0,-1 0 0 0 0,0 0 0 0 0,1 0 0 0 0,-1 0 0 0 0,0 0 0 0 0,0 0 0 0 0,0 0 0 0 0,0 0 0 0 0,0 0 0 0 0,0 0 0 0 0,0 0 0 0 0,0 0 0 0 0,0-1 0 0 0,0 1 0 0 0,-1 0 0 0 0,1 0 0 0 0,0 0 0 0 0,-1 0 0 0 0,1 0 0 0 0,-1 0 0 0 0,0-1 0 0 0,-6 1 258 0 0,0 16-104 0 0,2 9-98 0 0,2 0 0 0 0,0 1 0 0 0,2 0 0 0 0,0 0 0 0 0,2 0 0 0 0,1-1-1 0 0,1 1 1 0 0,0 0 0 0 0,2-1 0 0 0,1 0 0 0 0,18 46 0 0 0,-21-66-44 0 0,-1 0 0 0 0,1 0 0 0 0,-1 0 0 0 0,1 0 0 0 0,1 0 0 0 0,-1-1-1 0 0,0 1 1 0 0,1-1 0 0 0,0 0 0 0 0,7 5 0 0 0,11 10 102 0 0,-18-17-99 0 0,0 0 1 0 0,0 0-1 0 0,0 0 0 0 0,1 0 0 0 0,-1-1 0 0 0,0 0 0 0 0,0 0 0 0 0,1 0 1 0 0,6-2-1 0 0,-5 2 6 0 0,-4 0-20 0 0,1-1 1 0 0,0 1-1 0 0,-1-1 0 0 0,1 1 1 0 0,0-1-1 0 0,-1 0 1 0 0,1 0-1 0 0,-1 0 0 0 0,1 0 1 0 0,-1-1-1 0 0,0 1 1 0 0,1-1-1 0 0,-1 1 0 0 0,0-1 1 0 0,0 0-1 0 0,0 0 0 0 0,0 0 1 0 0,0 0-1 0 0,1-3 1 0 0,5-6 26 0 0,-1 0 0 0 0,11-23 1 0 0,-7 12-22 0 0,3-5 22 0 0,18-58-1 0 0,-6 16 17 0 0,0 6 26 0 0,28-102 0 0 0,-46 130-25 0 0,6-59 0 0 0,-12 69-38 0 0,0 9-8 0 0,0 0 0 0 0,-2-1 0 0 0,0 1 0 0 0,0 0 0 0 0,-2 0 0 0 0,-6-29 0 0 0,4 18 0 0 0,3 22-7 0 0,1 0 0 0 0,-1 0-1 0 0,0 0 1 0 0,-1 0 0 0 0,1 0 0 0 0,-1 1 0 0 0,-4-10-1 0 0,-1 2 14 0 0,5 9-10 0 0,1 0-1 0 0,-1 1 0 0 0,1-1 1 0 0,-1 1-1 0 0,0-1 0 0 0,0 1 1 0 0,-1-1-1 0 0,-2-1 0 0 0,4 3 3 0 0,1 0-6 0 0,0 1-1 0 0,-1-1 0 0 0,1 1 0 0 0,0 0 0 0 0,-1-1 1 0 0,1 1-1 0 0,0 0 0 0 0,0-1 0 0 0,-1 1 0 0 0,1 0 1 0 0,-1-1-1 0 0,1 1 0 0 0,0 0 0 0 0,-1 0 1 0 0,1 0-1 0 0,-1-1 0 0 0,1 1 0 0 0,0 0 0 0 0,-1 0 1 0 0,1 0-1 0 0,-1 0 0 0 0,1 0 0 0 0,-1 0 0 0 0,1 0 1 0 0,-1 0-1 0 0,1 0 0 0 0,-1 0 0 0 0,1 0 0 0 0,-1 0 1 0 0,1 0-1 0 0,0 0 0 0 0,-1 0 0 0 0,1 0 0 0 0,-1 0 1 0 0,1 1-1 0 0,-1-1 0 0 0,1 0 0 0 0,0 0 0 0 0,-1 1 1 0 0,1-1-1 0 0,-1 0 0 0 0,1 0 0 0 0,-1 1 0 0 0,-1 0 4 0 0,0 0-1 0 0,0 0 1 0 0,1 0-1 0 0,-1 0 1 0 0,0 0-1 0 0,0 0 1 0 0,1 1 0 0 0,-1-1-1 0 0,1 1 1 0 0,-3 2-1 0 0,-3 11 4 0 0,2 0-1 0 0,-1 0 0 0 0,2 1 1 0 0,-5 28-1 0 0,-4 72 26 0 0,7-57-15 0 0,-24 221 71 0 0,27-256-72 0 0,2 46 0 0 0,1-60-8 0 0,1 0 0 0 0,1 0 0 0 0,-1 0-1 0 0,2 0 1 0 0,-1 0 0 0 0,9 18 0 0 0,-9-25 1 0 0,0 1-1 0 0,0-1 0 0 0,0 0 0 0 0,1 0 0 0 0,-1 0 0 0 0,1 0 1 0 0,0-1-1 0 0,5 4 0 0 0,-4-2 10 0 0,-1-2-13 0 0,-1-1 0 0 0,1 1 0 0 0,0-1 0 0 0,0 0 0 0 0,0 0 0 0 0,0 0 0 0 0,0 0 0 0 0,0 0 0 0 0,0-1 0 0 0,0 0 0 0 0,1 1 0 0 0,-1-1 0 0 0,0 0 0 0 0,0 0 0 0 0,5-1 0 0 0,-1 0 4 0 0,-1 0 1 0 0,0-1 0 0 0,0 1-1 0 0,1-1 1 0 0,-1 0 0 0 0,10-6-1 0 0,-1-2 2 0 0,0-1-1 0 0,-1 0 0 0 0,-1-1 0 0 0,1 0 0 0 0,-2-1 1 0 0,0 0-1 0 0,-1-1 0 0 0,0-1 0 0 0,-1 0 0 0 0,0 0 0 0 0,-2-1 1 0 0,0 0-1 0 0,0 0 0 0 0,-2-1 0 0 0,0 0 0 0 0,-1 0 1 0 0,5-25-1 0 0,-1-9 22 0 0,-4 33 9 0 0,-2-1-1 0 0,2-34 0 0 0,-5 51-16 0 0,0 2-22 0 0,1 0-1 0 0,-1-1 0 0 0,0 1 0 0 0,0 0 0 0 0,0 0 1 0 0,0-1-1 0 0,0 1 0 0 0,0 0 0 0 0,0 0 0 0 0,0-1 0 0 0,0 1 1 0 0,0 0-1 0 0,0-1 0 0 0,0 1 0 0 0,0 0 0 0 0,0 0 1 0 0,0-1-1 0 0,0 1 0 0 0,0 0 0 0 0,0-1 0 0 0,0 1 0 0 0,0 0 1 0 0,0 0-1 0 0,0-1 0 0 0,-1 1 0 0 0,1 0 0 0 0,0 0 1 0 0,0-1-1 0 0,0 1 0 0 0,0 0 0 0 0,-1 0 0 0 0,1 0 0 0 0,0-1 1 0 0,0 1-1 0 0,0 0 0 0 0,-1 0 0 0 0,1 0 0 0 0,0 0 1 0 0,0 0-1 0 0,-1-1 0 0 0,1 1 0 0 0,0 0 0 0 0,-1 0 0 0 0,1 0 1 0 0,0 0-1 0 0,0 0 0 0 0,-1 0 0 0 0,1 0 0 0 0,0 0 1 0 0,0 0-1 0 0,-1 0 0 0 0,1 0 0 0 0,0 0 0 0 0,-1 0 0 0 0,1 0 1 0 0,0 0-1 0 0,0 0 0 0 0,-1 0 0 0 0,1 1 0 0 0,0-1 1 0 0,0 0-1 0 0,-1 0 0 0 0,1 0 0 0 0,0 0 0 0 0,-1 1 0 0 0,-1 3 6 0 0,0 0-1 0 0,0 0 0 0 0,0 1 0 0 0,0-1 0 0 0,1 1 0 0 0,0-1 0 0 0,0 1 1 0 0,0 0-1 0 0,0-1 0 0 0,1 1 0 0 0,0 0 0 0 0,0 5 0 0 0,9 66 37 0 0,-4-36-29 0 0,-1 8 7 0 0,-3-21-4 0 0,1-1 0 0 0,1 0 0 0 0,2 1 0 0 0,1-2 0 0 0,12 39 0 0 0,-17-63-5 0 0,-1 0-12 0 0,0-1 0 0 0,0 0 0 0 0,0 1 0 0 0,0-1 0 0 0,0 0 0 0 0,0 0 0 0 0,0 1 0 0 0,0-1 0 0 0,0 0 0 0 0,0 1 0 0 0,0-1 0 0 0,0 0 0 0 0,0 1 0 0 0,0-1 0 0 0,0 0 0 0 0,0 1 0 0 0,0-1 0 0 0,0 0 0 0 0,1 0 0 0 0,-1 1 0 0 0,0-1 0 0 0,0 0 0 0 0,0 0 0 0 0,1 1 0 0 0,-1-1 0 0 0,0 0 0 0 0,0 0 0 0 0,1 0 0 0 0,-1 1 0 0 0,0-1 0 0 0,0 0 0 0 0,1 0 0 0 0,-1 0 0 0 0,0 0 0 0 0,0 1 0 0 0,1-1 0 0 0,-1 0 0 0 0,0 0 0 0 0,1 0 0 0 0,-1 0 0 0 0,0 0 0 0 0,1 0 0 0 0,-1 0 0 0 0,0 0 0 0 0,1 0 0 0 0,-1 0 0 0 0,0 0 0 0 0,0 0 0 0 0,1 0 0 0 0,-1 0 1 0 0,0-1-1 0 0,1 1 0 0 0,-1 0 0 0 0,0 0 0 0 0,1 0 0 0 0,-1-1 0 0 0,17-12 62 0 0,-9 2-60 0 0,-1 0-1 0 0,0-1 0 0 0,0 0 0 0 0,-2 0 0 0 0,9-24 0 0 0,17-77 20 0 0,-24 81-17 0 0,1 1 0 0 0,2 0 1 0 0,24-52-1 0 0,-22 58-5 0 0,-6 12 0 0 0,-1 9 0 0 0,-8 13 0 0 0,1-1 0 0 0,0 1 0 0 0,1-1 0 0 0,1 1 0 0 0,-1-1 0 0 0,2 14 0 0 0,-1 19 0 0 0,0-21 1 0 0,1 1-1 0 0,1-1 0 0 0,0 0 0 0 0,2 0 0 0 0,0 0 0 0 0,11 29 1 0 0,-13-44-1 0 0,4 18 8 0 0,18 39 1 0 0,-21-55-5 0 0,1-1 0 0 0,0 1 0 0 0,0-1 0 0 0,0 0 0 0 0,1 0 0 0 0,-1-1 0 0 0,1 1 0 0 0,1-1 0 0 0,8 7 0 0 0,-13-11-3 0 0,1 0 0 0 0,-1-1 1 0 0,0 1-1 0 0,1-1 0 0 0,-1 0 0 0 0,1 1 0 0 0,-1-1 0 0 0,0 0 0 0 0,1 0 0 0 0,-1 1 1 0 0,1-1-1 0 0,-1 0 0 0 0,1-1 0 0 0,-1 1 0 0 0,1 0 0 0 0,-1 0 0 0 0,0-1 1 0 0,1 1-1 0 0,-1-1 0 0 0,1 1 0 0 0,-1-1 0 0 0,0 1 0 0 0,2-2 0 0 0,22-15 17 0 0,-20 11-12 0 0,1-1 0 0 0,-1 1 0 0 0,-1-1 0 0 0,1 0 0 0 0,-1 0 0 0 0,0 0 0 0 0,-1 0 0 0 0,4-9 0 0 0,13-26 28 0 0,-10 23-17 0 0,-1 0 0 0 0,-1 0 0 0 0,-1-2 0 0 0,0 1 0 0 0,-2 0 0 0 0,0-1-1 0 0,-1 0 1 0 0,-1 0 0 0 0,-1-1 0 0 0,-2-34 0 0 0,-1 52-13 0 0,0-1 1 0 0,0 1 0 0 0,-1 0 0 0 0,0-1-1 0 0,0 1 1 0 0,0 0 0 0 0,0 0-1 0 0,-1 0 1 0 0,0 0 0 0 0,0 0 0 0 0,0 1-1 0 0,0 0 1 0 0,0-1 0 0 0,-5-2-1 0 0,7 5-2 0 0,0 0-1 0 0,0 1 1 0 0,-1-1-1 0 0,1 1 1 0 0,0 0-1 0 0,0-1 0 0 0,-1 1 1 0 0,1 0-1 0 0,0 0 1 0 0,0 0-1 0 0,-1-1 1 0 0,1 1-1 0 0,0 1 1 0 0,0-1-1 0 0,-1 0 0 0 0,1 0 1 0 0,0 0-1 0 0,0 1 1 0 0,-1-1-1 0 0,1 1 1 0 0,0-1-1 0 0,0 1 0 0 0,0-1 1 0 0,0 1-1 0 0,-1 0 1 0 0,0 0-1 0 0,-27 21 33 0 0,28-22-33 0 0,-12 13 9 0 0,-1 1-1 0 0,2 0 1 0 0,0 1 0 0 0,0 0 0 0 0,2 1-1 0 0,0 0 1 0 0,-12 27 0 0 0,9-14 10 0 0,2 0 1 0 0,1 0-1 0 0,-11 58 1 0 0,19-74-3 0 0,0-1 0 0 0,1 0 1 0 0,0 15-1 0 0,1-23-4 0 0,0-1 0 0 0,1 1 0 0 0,-1 0 0 0 0,1 0 0 0 0,0 0 0 0 0,0 0 0 0 0,1-1 0 0 0,-1 1 0 0 0,1 0 0 0 0,-1-1 0 0 0,1 1 0 0 0,0-1 0 0 0,4 5 0 0 0,-6-8-11 0 0,1 0 0 0 0,-1 0-1 0 0,1 1 1 0 0,-1-1 0 0 0,0 0 0 0 0,1 0 0 0 0,-1 1 0 0 0,1-1-1 0 0,-1 0 1 0 0,1 0 0 0 0,-1 0 0 0 0,1 0 0 0 0,-1 0-1 0 0,1 0 1 0 0,-1 0 0 0 0,0 0 0 0 0,1 0 0 0 0,-1 0-1 0 0,1 0 1 0 0,-1 0 0 0 0,1 0 0 0 0,-1 0 0 0 0,1 0-1 0 0,-1-1 1 0 0,1 1 0 0 0,-1 0 0 0 0,0 0 0 0 0,1-1 0 0 0,-1 1-1 0 0,1-1 1 0 0,16-11 77 0 0,-11 7-44 0 0,38-22 45 0 0,1 1 0 0 0,67-28 1 0 0,-103 51-75 0 0,0-1 0 0 0,0 2 1 0 0,0-1-1 0 0,0 1 0 0 0,0 1 1 0 0,1 0-1 0 0,-1 0 0 0 0,1 0 0 0 0,-1 2 1 0 0,1-1-1 0 0,-1 1 0 0 0,17 4 1 0 0,-6 0 10 0 0,-1 1 0 0 0,0 1 0 0 0,0 1 0 0 0,32 18 0 0 0,-35-18-11 0 0,-14-8-3 0 0,0 1 0 0 0,1 0-1 0 0,-1 0 1 0 0,0-1 0 0 0,0 1 0 0 0,0 0 0 0 0,0 1 0 0 0,0-1 0 0 0,0 0 0 0 0,-1 1 0 0 0,1-1-1 0 0,0 1 1 0 0,0-1 0 0 0,-1 1 0 0 0,1 0 0 0 0,-1 0 0 0 0,0-1 0 0 0,0 1 0 0 0,1 0 0 0 0,-1 0-1 0 0,0 0 1 0 0,-1 1 0 0 0,1-1 0 0 0,1 3 0 0 0,-4-2 1 0 0,-1 1 0 0 0,1 0 1 0 0,0-1-1 0 0,-1 1 0 0 0,0-1 0 0 0,0 0 0 0 0,0 0 1 0 0,0 0-1 0 0,-6 4 0 0 0,-11 6 33 0 0,15-9-32 0 0,0-1 0 0 0,0 1 0 0 0,-1-1 0 0 0,1-1 0 0 0,-1 1 1 0 0,1-1-1 0 0,-12 3 0 0 0,-12 5 19 0 0,22-7-20 0 0,1-1 0 0 0,-1 0 0 0 0,0 0-1 0 0,0 0 1 0 0,1-1 0 0 0,-9 1 0 0 0,13-2-4 0 0,1 0 0 0 0,-1 0 0 0 0,1 0 0 0 0,-1-1 1 0 0,1 1-1 0 0,-1 0 0 0 0,1-1 0 0 0,0 1 1 0 0,-1-1-1 0 0,1 0 0 0 0,0 1 0 0 0,0-1 0 0 0,-1 0 1 0 0,1 0-1 0 0,0 0 0 0 0,0 0 0 0 0,0 0 0 0 0,0 0 1 0 0,0 0-1 0 0,0 0 0 0 0,0 0 0 0 0,0 0 1 0 0,1-1-1 0 0,-1 1 0 0 0,0 0 0 0 0,1-1 0 0 0,-1 1 1 0 0,1 0-1 0 0,-1-1 0 0 0,1 1 0 0 0,0-1 0 0 0,0 1 1 0 0,-1 0-1 0 0,1-1 0 0 0,0-1 0 0 0,0-11 8 0 0,0 1 0 0 0,1-1-1 0 0,0 1 1 0 0,1 0-1 0 0,0-1 1 0 0,1 1 0 0 0,1 0-1 0 0,0 0 1 0 0,1 1-1 0 0,12-23 1 0 0,-6 12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13.5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1142 63 6128 0 0,'16'-8'10'0'0,"-11"5"-1"0"0,0 1-1 0 0,1-1 1 0 0,-1 1 0 0 0,0 1 0 0 0,11-3-1 0 0,-13 4 27 0 0,-4-2-17 0 0,0 0 0 0 0,0 1 1 0 0,0-1-1 0 0,-1 1 0 0 0,1 0 0 0 0,0-1 0 0 0,-1 1 0 0 0,1 0 0 0 0,0 0 0 0 0,-1 0 1 0 0,0 0-1 0 0,1 0 0 0 0,-1 0 0 0 0,1 0 0 0 0,-1 1 0 0 0,-3-2 0 0 0,-9-5 226 0 0,12 6-211 0 0,-1 0 1 0 0,0 1-1 0 0,0-1 0 0 0,0 1 1 0 0,0 0-1 0 0,0 0 0 0 0,1 0 1 0 0,-1 0-1 0 0,-4 1 0 0 0,-5 0 137 0 0,-40-1 270 0 0,50 0-374 0 0,-13-10 84 0 0,-2 10-22 0 0,0 1-1 0 0,-1 0 1 0 0,-29 8 0 0 0,42-8-113 0 0,0 0 0 0 0,0 0-1 0 0,0 1 1 0 0,0 0 0 0 0,1 0 0 0 0,-1 0 0 0 0,1 1 0 0 0,-1 0 0 0 0,1-1-1 0 0,0 1 1 0 0,0 1 0 0 0,0-1 0 0 0,0 1 0 0 0,1-1 0 0 0,-1 1 0 0 0,1 0 0 0 0,-4 6-1 0 0,7-9-10 0 0,-1 0 0 0 0,1 0-1 0 0,-1 0 1 0 0,1 0-1 0 0,-1-1 1 0 0,0 1-1 0 0,0 0 1 0 0,1-1 0 0 0,-1 1-1 0 0,0 0 1 0 0,0-1-1 0 0,0 1 1 0 0,0-1 0 0 0,1 1-1 0 0,-1-1 1 0 0,0 0-1 0 0,0 1 1 0 0,0-1-1 0 0,-1 0 1 0 0,1 1 1 0 0,0-1 0 0 0,0 0 0 0 0,0 0 0 0 0,0 1 0 0 0,0-1 1 0 0,0 0-1 0 0,0 1 0 0 0,0-1 0 0 0,0 1 0 0 0,1 0 0 0 0,-1-1 0 0 0,0 1 0 0 0,0-1 0 0 0,1 1 0 0 0,-1 0 1 0 0,0 0-1 0 0,1-1 0 0 0,-1 1 0 0 0,1 0 0 0 0,-1 1 0 0 0,-6 10 42 0 0,0-1 0 0 0,0 0 0 0 0,-9 11-1 0 0,9-14-20 0 0,0 1-1 0 0,1 0 1 0 0,0 0-1 0 0,1 0 0 0 0,0 1 1 0 0,0-1-1 0 0,-3 12 1 0 0,0 21 106 0 0,1 1 1 0 0,2 0-1 0 0,1 70 1 0 0,2-52 22 0 0,3-27-21 0 0,2 0 1 0 0,10 55-1 0 0,-4-34 22 0 0,1 7 8 0 0,12 116 138 0 0,-18-87-71 0 0,-4 1 1 0 0,-19 156-1 0 0,-1-93 111 0 0,13-86-122 0 0,-2-1 0 0 0,-4-1 0 0 0,-32 105 0 0 0,35-143-105 0 0,-2 0 1 0 0,-1 0-1 0 0,0-1 0 0 0,-3-1 0 0 0,0 0 0 0 0,-1-1 0 0 0,-39 43 1 0 0,22-33-35 0 0,1-1 133 0 0,-48 40 1 0 0,70-65-160 0 0,-1-2 0 0 0,0 0 0 0 0,-1 0 0 0 0,0-1 0 0 0,0-1 1 0 0,0 0-1 0 0,-1 0 0 0 0,-24 5 0 0 0,26-9 26 0 0,0-1-1 0 0,0-1 0 0 0,0 0 1 0 0,-18-2-1 0 0,14 1-2 0 0,11 0-52 0 0,0 0 0 0 0,0 0 0 0 0,0-1 0 0 0,0 1 0 0 0,0-1 0 0 0,0 0 0 0 0,0 0 0 0 0,1-1 0 0 0,-1 0-1 0 0,1 0 1 0 0,0 0 0 0 0,0 0 0 0 0,0 0 0 0 0,0-1 0 0 0,-4-4 0 0 0,-20-16 218 0 0,26 22-217 0 0,-1 0 0 0 0,0 0 0 0 0,1 0 1 0 0,0-1-1 0 0,-1 1 0 0 0,1-1 0 0 0,0 1 0 0 0,0-1 1 0 0,0 0-1 0 0,1 1 0 0 0,-1-1 0 0 0,1 0 0 0 0,-1 0 1 0 0,1 0-1 0 0,0 0 0 0 0,0-1 0 0 0,1 1 0 0 0,-1 0 1 0 0,1 0-1 0 0,-1-1 0 0 0,1 1 0 0 0,0 0 0 0 0,0-1 1 0 0,0 1-1 0 0,1 0 0 0 0,-1 0 0 0 0,1-1 0 0 0,0 1 1 0 0,1-4-1 0 0,-1 3 6 0 0,0 1 1 0 0,0-1-1 0 0,0 1 1 0 0,0 0-1 0 0,1-1 1 0 0,-1 1-1 0 0,1 0 1 0 0,0 0-1 0 0,0 0 1 0 0,0 0-1 0 0,0 1 1 0 0,1-1-1 0 0,2-3 1 0 0,-2 5-12 0 0,0-1 0 0 0,-1 1 0 0 0,1 0 0 0 0,0 0 1 0 0,0 0-1 0 0,0 0 0 0 0,0 0 0 0 0,0 1 0 0 0,0 0 1 0 0,0-1-1 0 0,0 1 0 0 0,0 0 0 0 0,0 0 0 0 0,1 1 1 0 0,5 0-1 0 0,10 4 63 0 0,1 0 0 0 0,-1 1 0 0 0,0 1 0 0 0,-1 0 0 0 0,27 16 0 0 0,-29-15-45 0 0,-1 1 14 0 0,-1 2-1 0 0,0 0 1 0 0,0 0-1 0 0,-1 1 1 0 0,0 1-1 0 0,-1 0 1 0 0,0 1-1 0 0,12 20 1 0 0,-5-3 38 0 0,-2 1 0 0 0,-1 1 1 0 0,16 49-1 0 0,-27-65-62 0 0,-1-1 0 0 0,3 22 0 0 0,6 21 53 0 0,1 4 6 0 0,5 13-16 0 0,32 102 52 0 0,-13-49-40 0 0,-28-97-65 0 0,-1 1 0 0 0,-2 0-1 0 0,3 40 1 0 0,5 21 12 0 0,25 255 87 0 0,-28-195-75 0 0,3 41-8 0 0,6 57 9 0 0,-11-178-22 0 0,27 103 1 0 0,-23-127-17 0 0,2 0 0 0 0,3-1 0 0 0,1-1 0 0 0,3-1 0 0 0,51 79 0 0 0,-53-96-4 0 0,2-1 0 0 0,1-1 0 0 0,1-1 0 0 0,1-2 0 0 0,2 0 1 0 0,0-1-1 0 0,1-2 0 0 0,2-1 0 0 0,33 17 0 0 0,-27-19 1 0 0,1-1-1 0 0,1-2 1 0 0,0-2 0 0 0,1-2-1 0 0,0-1 1 0 0,58 8-1 0 0,-34-9-3 0 0,-2 1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15.3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36 6520 0 0,'4'0'4'0'0,"24"8"285"0"0,-11-2 51 0 0,7 4 292 0 0,-21-8-563 0 0,0 0 0 0 0,0 0 1 0 0,0 0-1 0 0,0 0 0 0 0,-1 0 0 0 0,1 1 0 0 0,-1-1 1 0 0,1 1-1 0 0,-1-1 0 0 0,0 1 0 0 0,0 0 0 0 0,0 0 1 0 0,-1 0-1 0 0,1 0 0 0 0,-1 0 0 0 0,1 1 0 0 0,-1-1 1 0 0,0 0-1 0 0,0 4 0 0 0,9 36 280 0 0,-6-28-44 0 0,-1 0 1 0 0,0-1 0 0 0,-1 2-1 0 0,-1-1 1 0 0,-1 28 0 0 0,-2 48 415 0 0,3-68-634 0 0,-1 0-1 0 0,-2 0 0 0 0,0 0 1 0 0,-6 29-1 0 0,-52 246 295 0 0,39-174-354 0 0,16-87-19 0 0,2 0 0 0 0,2 45 0 0 0,1-58-11 0 0,-2-4-12 0 0,2-19 14 0 0,-1 0 0 0 0,1 1 0 0 0,0-1 0 0 0,-1 0 0 0 0,1 0 0 0 0,0 1 0 0 0,0-1 0 0 0,0 0 0 0 0,0 1 0 0 0,0-1 0 0 0,0 0 0 0 0,1 0 0 0 0,-1 1 0 0 0,0-1 0 0 0,1 0 0 0 0,-1 0 0 0 0,1 0 0 0 0,-1 1 0 0 0,1-1 1 0 0,0 0-1 0 0,-1 0 0 0 0,1 0 0 0 0,1 1 0 0 0,0 0-10 0 0,-2-2-115 0 0,0 0 123 0 0,1 0 1 0 0,-1 0-1 0 0,1 0 1 0 0,-1 0 0 0 0,0 0-1 0 0,1 0 1 0 0,-1 0 0 0 0,1 0-1 0 0,-1 0 1 0 0,0-1 0 0 0,1 1-1 0 0,-1 0 1 0 0,0 0-1 0 0,1 0 1 0 0,-1-1 0 0 0,0 1-1 0 0,1 0 1 0 0,-1-1 0 0 0,0 1-1 0 0,0 0 1 0 0,1 0-1 0 0,-1-1 1 0 0,0 1 0 0 0,0 0-1 0 0,1-1 1 0 0,9-83-119 0 0,-1-88 1 0 0,-5 59 32 0 0,-7-27 14 0 0,2-146-35 0 0,0 268 102 0 0,2 0 0 0 0,0 0 1 0 0,1 1-1 0 0,1-1 0 0 0,1 0 0 0 0,0 1 1 0 0,14-33-1 0 0,-13 38 3 0 0,0 1 0 0 0,1-1 1 0 0,1 1-1 0 0,0 0 0 0 0,0 1 1 0 0,1-1-1 0 0,0 2 0 0 0,1-1 0 0 0,0 1 1 0 0,1 0-1 0 0,18-13 0 0 0,-11 13 1 0 0,0 0 0 0 0,1 1 0 0 0,0 1 1 0 0,32-9-1 0 0,-29 13 9 0 0,0 1 1 0 0,1 1 0 0 0,-1 0-1 0 0,39 5 1 0 0,-57-3 0 0 0,-1-1 0 0 0,0 1 0 0 0,0 0 0 0 0,0 0 0 0 0,1 0 0 0 0,-1 0 0 0 0,0 0 0 0 0,0 0 0 0 0,-1 0 0 0 0,1 0 0 0 0,0 1 0 0 0,0-1 0 0 0,-1 1 0 0 0,1 0 0 0 0,0-1 0 0 0,-1 1 0 0 0,0 0 0 0 0,1 0 0 0 0,-1 0 0 0 0,0 0 0 0 0,0 0 0 0 0,0 0 0 0 0,0 0 0 0 0,-1 0 0 0 0,1 1 0 0 0,0-1 0 0 0,-1 0 0 0 0,0 0 0 0 0,1 1 0 0 0,-1-1 0 0 0,0 0 0 0 0,0 1 0 0 0,0-1 0 0 0,-1 0 0 0 0,1 0 0 0 0,-1 1 0 0 0,1-1 0 0 0,-1 0 0 0 0,-1 3 0 0 0,-9 21 76 0 0,9-19-66 0 0,-1-1-1 0 0,0 1 1 0 0,0-1-1 0 0,0 0 1 0 0,-7 9 0 0 0,-51 82 287 0 0,42-65-176 0 0,16-27-107 0 0,1 0-1 0 0,-1 0 1 0 0,0-1 0 0 0,0 1-1 0 0,-1 0 1 0 0,0-1 0 0 0,1 0 0 0 0,-7 5-1 0 0,5-5 29 0 0,-66 47 601 0 0,69-50-574 0 0,1-1-65 0 0,1 0 0 0 0,-1 1-1 0 0,0-1 1 0 0,1 0 0 0 0,-1 0 0 0 0,1 1 0 0 0,-1-1 0 0 0,1 0-1 0 0,-1 1 1 0 0,1-1 0 0 0,-1 0 0 0 0,1 1 0 0 0,-1-1 0 0 0,1 1 0 0 0,-1-1-1 0 0,1 1 1 0 0,0-1 0 0 0,-1 1 0 0 0,1-1 0 0 0,0 1 0 0 0,-1-1-1 0 0,1 1 1 0 0,0-1 0 0 0,0 1 0 0 0,0 0 0 0 0,-1-1 0 0 0,1 1-1 0 0,0 0 1 0 0,0-1 0 0 0,0 1 0 0 0,0-1 0 0 0,0 1 0 0 0,0 0 0 0 0,0-1-1 0 0,0 1 1 0 0,0-1 0 0 0,1 1 0 0 0,-1 0 0 0 0,0-1 0 0 0,0 1-1 0 0,1-1 1 0 0,-1 1 0 0 0,0 0 0 0 0,0-1 0 0 0,1 1 0 0 0,-1-1-1 0 0,1 1 1 0 0,-1-1 0 0 0,0 1 0 0 0,1-1 0 0 0,-1 0 0 0 0,1 1 0 0 0,-1-1-1 0 0,1 0 1 0 0,-1 1 0 0 0,1-1 0 0 0,0 0 0 0 0,-1 1 0 0 0,1-1-1 0 0,0 0 1 0 0,24 13 67 0 0,39 15-1 0 0,-36-17 21 0 0,42 24 1 0 0,-63-31-86 0 0,0 1 1 0 0,-1 0-1 0 0,0 0 0 0 0,0 1 0 0 0,0-1 0 0 0,-1 2 1 0 0,0-1-1 0 0,0 0 0 0 0,0 1 0 0 0,5 10 0 0 0,-7-11-8 0 0,-1-1 0 0 0,1 1 0 0 0,-1 0 0 0 0,0 0 0 0 0,-1 0 0 0 0,1 0 0 0 0,-1 0 0 0 0,0 0 0 0 0,-1 0 0 0 0,0 0 0 0 0,0 0 0 0 0,0 0 0 0 0,0 1 0 0 0,-2 6 0 0 0,0-6 3 0 0,-1 5-2 0 0,1-1 1 0 0,-2 1-1 0 0,0-1 1 0 0,0 0-1 0 0,-8 14 1 0 0,-6 18 7 0 0,16-36-13 0 0,-1 0 0 0 0,1 0 0 0 0,-1 0 0 0 0,-1-1 0 0 0,1 1 0 0 0,-10 11 0 0 0,0-3 1 0 0,-1 1 0 0 0,2 0 1 0 0,-21 32 0 0 0,26-38-2 0 0,0-1 1 0 0,0 0 0 0 0,-1 0 0 0 0,0-1 0 0 0,-1 0 0 0 0,-18 14 0 0 0,-3 3 1 0 0,19-16-3 0 0,0 0 0 0 0,-1-1 0 0 0,0-1 0 0 0,0 1 0 0 0,-1-2 0 0 0,1 0 0 0 0,-24 7 0 0 0,27-10 0 0 0,1-1 0 0 0,-2 0 0 0 0,1 0 0 0 0,0-1 0 0 0,0 0 0 0 0,0 0 0 0 0,-1-1 0 0 0,1-1 0 0 0,0 1 0 0 0,0-2 0 0 0,0 1 0 0 0,-14-5 0 0 0,-9-12 0 0 0,10 3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17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0 667 9440 0 0,'10'-1'12'0'0,"27"-2"21"0"0,16-8 448 0 0,-52 10-321 0 0,-1 2-145 0 0,0-1-1 0 0,0 0 0 0 0,-1 0 0 0 0,1 0 0 0 0,0 0 0 0 0,0 0 1 0 0,0 0-1 0 0,-1 0 0 0 0,1 0 0 0 0,0 0 0 0 0,0 0 0 0 0,0 0 0 0 0,-1 0 1 0 0,1 0-1 0 0,0 0 0 0 0,0 0 0 0 0,0 0 0 0 0,-1 0 0 0 0,1 0 1 0 0,0 0-1 0 0,0 0 0 0 0,0 0 0 0 0,0 0 0 0 0,-1 0 0 0 0,1-1 1 0 0,0 1-1 0 0,0 0 0 0 0,0 0 0 0 0,0 0 0 0 0,-1 0 0 0 0,1 0 1 0 0,0-1-1 0 0,0 1 0 0 0,0 0 0 0 0,0 0 0 0 0,0 0 0 0 0,0 0 1 0 0,0-1-1 0 0,-1 1 0 0 0,1 0 0 0 0,0 0 0 0 0,0 0 0 0 0,0 0 1 0 0,0-1-1 0 0,0 1 0 0 0,0 0 0 0 0,0 0 0 0 0,0 0 0 0 0,0-1 1 0 0,0 1-1 0 0,0 0 0 0 0,0 0 0 0 0,0 0 0 0 0,0-1 0 0 0,0 1 1 0 0,0 0-1 0 0,0 0 0 0 0,1-1 0 0 0,14-5 228 0 0,25-2-128 0 0,67-10 313 0 0,-47-5-130 0 0,-40 16-230 0 0,0-1 0 0 0,-1-1 0 0 0,36-22-1 0 0,-45 26-63 0 0,5-6 5 0 0,-1 1 1 0 0,0-2-1 0 0,22-23 1 0 0,-9 9-3 0 0,-22 24-6 0 0,-4 1 0 0 0,0 0 0 0 0,0 0 0 0 0,1 0 0 0 0,-1 0 0 0 0,0 0 0 0 0,0 0 0 0 0,0 0 0 0 0,0 0 0 0 0,0 0 0 0 0,0-1 0 0 0,0 1 0 0 0,0 0 0 0 0,-1-1 0 0 0,1 1 0 0 0,0 0 0 0 0,0-3 0 0 0,1 0-17 0 0,-1 3 4 0 0,-1 0 0 0 0,1 0 0 0 0,-1 0-1 0 0,1 0 1 0 0,0 0 0 0 0,0 0 0 0 0,-1 0 0 0 0,1 0 0 0 0,0 0 0 0 0,0 1 0 0 0,0-1-1 0 0,0 0 1 0 0,0 1 0 0 0,0-1 0 0 0,2 0 0 0 0,-3 2 8 0 0,-1 0 0 0 0,1 0 0 0 0,0 0 0 0 0,-1 0-1 0 0,1 0 1 0 0,-1 0 0 0 0,1 0 0 0 0,-1 0 0 0 0,1 0 0 0 0,-1 0 0 0 0,0 0 0 0 0,1 0 0 0 0,-1 0-1 0 0,0 0 1 0 0,0 0 0 0 0,1-1 0 0 0,-3 2 0 0 0,-28 23-88 0 0,-43 46 0 0 0,58-56 55 0 0,-40 48-78 0 0,46-52 95 0 0,1 2-1 0 0,0-1 1 0 0,1 1-1 0 0,0 0 1 0 0,1 1-1 0 0,0 0 1 0 0,2 0-1 0 0,-7 21 1 0 0,-5 11-55 0 0,14-39 68 0 0,0-1 0 0 0,1 1 0 0 0,-1 0 0 0 0,2 0 1 0 0,-1 0-1 0 0,1 1 0 0 0,0-1 0 0 0,0 14 0 0 0,2-15 4 0 0,0-1 0 0 0,1 1-1 0 0,-1 0 1 0 0,1-1 0 0 0,0 1 0 0 0,1-1-1 0 0,-1 0 1 0 0,1 0 0 0 0,0 0-1 0 0,0 0 1 0 0,0 0 0 0 0,1 0 0 0 0,0-1-1 0 0,7 7 1 0 0,-6-7 3 0 0,0-1 1 0 0,1 1-1 0 0,-1-2 1 0 0,0 1-1 0 0,1 0 1 0 0,0-1-1 0 0,-1 0 0 0 0,1 0 1 0 0,0-1-1 0 0,0 0 1 0 0,0 0-1 0 0,0 0 1 0 0,1-1-1 0 0,-1 1 0 0 0,0-1 1 0 0,10-2-1 0 0,-11 2 1 0 0,0-1 0 0 0,1 1-1 0 0,-1-1 1 0 0,0 0-1 0 0,1-1 1 0 0,-1 1 0 0 0,0-1-1 0 0,0 0 1 0 0,0-1 0 0 0,0 1-1 0 0,-1-1 1 0 0,1 0 0 0 0,-1 0-1 0 0,1 0 1 0 0,-1-1-1 0 0,0 1 1 0 0,0-1 0 0 0,-1 0-1 0 0,1 0 1 0 0,3-6 0 0 0,44-77 0 0 0,-43 73 0 0 0,-6 11 0 0 0,0-1 0 0 0,0 0 0 0 0,0 0 0 0 0,-1 0 0 0 0,1 0 0 0 0,-1 0 0 0 0,1-8 0 0 0,0 6 0 0 0,-1-1 1 0 0,1 1-1 0 0,1-1 0 0 0,-1 1 1 0 0,1 0-1 0 0,4-8 1 0 0,-4 10-1 0 0,0-1 1 0 0,-1 1-1 0 0,0-1 0 0 0,0 0 1 0 0,0 0-1 0 0,0 0 0 0 0,-1 0 1 0 0,0 0-1 0 0,0-1 1 0 0,0 1-1 0 0,0 0 0 0 0,-1-10 1 0 0,-1 4 4 0 0,0 1 0 0 0,1 0 0 0 0,0-1 0 0 0,1 1 0 0 0,0 0 1 0 0,1-1-1 0 0,3-10 0 0 0,-4 17 0 0 0,0 0-1 0 0,0-1 1 0 0,0 1 0 0 0,-1 0 0 0 0,1 0-1 0 0,-1-1 1 0 0,0 1 0 0 0,-1 0 0 0 0,1-1-1 0 0,-1 1 1 0 0,0 0 0 0 0,0 0-1 0 0,0 0 1 0 0,0 0 0 0 0,-1 0 0 0 0,0 0-1 0 0,0 0 1 0 0,0 0 0 0 0,0 0 0 0 0,0 1-1 0 0,-5-6 1 0 0,5 7 4 0 0,0-1 0 0 0,-1 0 0 0 0,1 1 0 0 0,-1-1 0 0 0,1 1 0 0 0,-1 0 1 0 0,0 0-1 0 0,-3-2 0 0 0,-10-7 66 0 0,16 10-70 0 0,-1 1-1 0 0,0 0 0 0 0,0-1 0 0 0,0 1 0 0 0,0 0 1 0 0,1-1-1 0 0,-1 1 0 0 0,0 0 0 0 0,0 0 0 0 0,0 0 1 0 0,0 0-1 0 0,0 0 0 0 0,0 0 0 0 0,0 0 0 0 0,1 0 1 0 0,-1 0-1 0 0,0 0 0 0 0,0 1 0 0 0,0-1 1 0 0,0 0-1 0 0,0 1 0 0 0,1-1 0 0 0,-1 0 0 0 0,0 1 1 0 0,0-1-1 0 0,1 1 0 0 0,-1-1 0 0 0,0 1 0 0 0,1 0 1 0 0,-1-1-1 0 0,0 1 0 0 0,1 0 0 0 0,-1-1 0 0 0,1 1 1 0 0,-2 1-1 0 0,-15 25 79 0 0,16-25-84 0 0,-5 8 28 0 0,1 0 0 0 0,-1 1 1 0 0,2 0-1 0 0,0 0 1 0 0,0 0-1 0 0,0 0 0 0 0,2 1 1 0 0,-3 22-1 0 0,4-32-15 0 0,1 0-1 0 0,1 0 0 0 0,-1-1 1 0 0,0 1-1 0 0,0 0 0 0 0,1 0 0 0 0,-1-1 1 0 0,1 1-1 0 0,-1 0 0 0 0,1 0 1 0 0,0-1-1 0 0,0 1 0 0 0,-1-1 1 0 0,1 1-1 0 0,0-1 0 0 0,1 1 1 0 0,-1-1-1 0 0,0 0 0 0 0,0 1 0 0 0,2 0 1 0 0,1 1 19 0 0,0-1 0 0 0,0 0-1 0 0,0 0 1 0 0,0 0 0 0 0,9 2 0 0 0,12 6 110 0 0,-22-9-116 0 0,1 0 0 0 0,0-1-1 0 0,0 1 1 0 0,0-1 0 0 0,0 0-1 0 0,0 0 1 0 0,0 0 0 0 0,5-1-1 0 0,1 0-3 0 0,-1 1 0 0 0,0-1 1 0 0,0 0-1 0 0,0-1 1 0 0,0 0-1 0 0,0 0 1 0 0,0-1-1 0 0,0 0 1 0 0,-1 0-1 0 0,0-1 1 0 0,1 0-1 0 0,9-7 1 0 0,6-6 25 0 0,-1-2 0 0 0,24-23 0 0 0,-5 4 13 0 0,-32 27-36 0 0,1 1 1 0 0,14-22 0 0 0,-4 6 37 0 0,-5 13 36 0 0,-17 13-62 0 0,-5 4-36 0 0,-7 6 5 0 0,1 0-1 0 0,1 1 0 0 0,0 1 1 0 0,0 0-1 0 0,1 0 0 0 0,1 1 1 0 0,-12 22-1 0 0,18-32-4 0 0,-8 16 6 0 0,0 0 0 0 0,1 1 1 0 0,0 0-1 0 0,2 1 0 0 0,1 0 0 0 0,0 0 0 0 0,2 1 1 0 0,-5 31-1 0 0,7 53 15 0 0,4-96-20 0 0,-1 0 0 0 0,2 0 0 0 0,-1 0-1 0 0,1-1 1 0 0,6 17 0 0 0,-7-22-1 0 0,0-1 1 0 0,0 1 0 0 0,1-1-1 0 0,0 0 1 0 0,-1 0-1 0 0,1 0 1 0 0,0 0-1 0 0,0 0 1 0 0,0 0 0 0 0,1 0-1 0 0,-1-1 1 0 0,1 1-1 0 0,0-1 1 0 0,-1 0-1 0 0,1 1 1 0 0,0-1 0 0 0,0-1-1 0 0,1 1 1 0 0,2 1-1 0 0,-3-2 1 0 0,0-1 0 0 0,-1 0-1 0 0,1 0 1 0 0,0-1 0 0 0,-1 1-1 0 0,1 0 1 0 0,0-1 0 0 0,-1 0-1 0 0,1 0 1 0 0,-1 1 0 0 0,1-1-1 0 0,-1-1 1 0 0,1 1 0 0 0,-1 0-1 0 0,0-1 1 0 0,0 1 0 0 0,0-1-1 0 0,4-3 1 0 0,-1 1 1 0 0,0-1-1 0 0,0 0 1 0 0,0 0-1 0 0,0-1 1 0 0,-1 1 0 0 0,4-7-1 0 0,3-7 0 0 0,-4 7 1 0 0,0-1 0 0 0,0 0 0 0 0,5-18-1 0 0,-5 10 0 0 0,2 0-1 0 0,18-34 1 0 0,-19 42-1 0 0,-1 0 0 0 0,-1 0 0 0 0,0-1 0 0 0,0 0 0 0 0,-2 0 0 0 0,1 0 0 0 0,-2 0 0 0 0,3-25 0 0 0,-6-6 7 0 0,-3-1 1 0 0,-9-51-1 0 0,0 14 99 0 0,-43-144-1 0 0,49 202-39 0 0,6 20-33 0 0,-1 1 0 0 0,0 0 1 0 0,0 0-1 0 0,0 0 1 0 0,0 0-1 0 0,-1 0 1 0 0,1 0-1 0 0,-1 1 0 0 0,-4-7 1 0 0,5 9 373 0 0,-5 31-174 0 0,8 18-139 0 0,2-1 0 0 0,2 1 0 0 0,22 83 0 0 0,34 58 235 0 0,-49-153-259 0 0,23 90 265 0 0,-29-91-289 0 0,2-1 0 0 0,2 0-1 0 0,22 47 1 0 0,-29-72-33 0 0,-3-7-5 0 0,0 1 0 0 0,0-1-1 0 0,1 1 1 0 0,-1-1 0 0 0,0 1 0 0 0,1-1 0 0 0,-1 0-1 0 0,1 0 1 0 0,0 0 0 0 0,0 0 0 0 0,0 0-1 0 0,0 0 1 0 0,0 0 0 0 0,0-1 0 0 0,1 1-1 0 0,-1-1 1 0 0,0 1 0 0 0,1-1 0 0 0,-1 0-1 0 0,4 1 1 0 0,-5-2 43 0 0,15-11 74 0 0,-10 3-100 0 0,-1-1 1 0 0,-1 0-1 0 0,1 0 0 0 0,-2 0 1 0 0,1 0-1 0 0,-1-1 0 0 0,3-18 0 0 0,-1 0 52 0 0,0-47-1 0 0,-4 64-55 0 0,0-1 0 0 0,1 1 0 0 0,5-13 0 0 0,3-26 68 0 0,-5 19-33 0 0,-4 26-45 0 0,0-1 0 0 0,0 0 0 0 0,0 1 0 0 0,-1-1 0 0 0,0 0 0 0 0,0 0 0 0 0,-1-8 0 0 0,0-20 62 0 0,-1-1 23 0 0,1 33-89 0 0,1-1 0 0 0,0 1 0 0 0,0 0 0 0 0,0 0 0 0 0,0 0-1 0 0,1-1 1 0 0,-1 1 0 0 0,0 0 0 0 0,1 0 0 0 0,0 0 0 0 0,0-3-1 0 0,1-1 16 0 0,-1 5 10 0 0,-8-8 255 0 0,8 22-248 0 0,-1 0 0 0 0,0 0 0 0 0,-3 24 0 0 0,0-6 0 0 0,1-6-10 0 0,0 0-1 0 0,2 0 1 0 0,1 0 0 0 0,1-1 0 0 0,1 1-1 0 0,6 25 1 0 0,-8-49-23 0 0,-1 1 0 0 0,1-1 0 0 0,0 0 0 0 0,0 0 0 0 0,0 0-1 0 0,0 1 1 0 0,0-1 0 0 0,0 0 0 0 0,0 0 0 0 0,0 0 0 0 0,0 0 0 0 0,0-1 0 0 0,1 1 0 0 0,-1 0-1 0 0,0 0 1 0 0,1-1 0 0 0,-1 1 0 0 0,0-1 0 0 0,1 1 0 0 0,-1-1 0 0 0,1 0 0 0 0,-1 1 0 0 0,1-1-1 0 0,-1 0 1 0 0,1 0 0 0 0,-1 0 0 0 0,1 0 0 0 0,-1 0 0 0 0,0 0 0 0 0,1-1 0 0 0,-1 1 0 0 0,3-1-1 0 0,5-1 11 0 0,-1 0-1 0 0,0-1 0 0 0,0 0 0 0 0,8-4 1 0 0,-8 4-7 0 0,0-1 1 0 0,1-1-1 0 0,-2 0 1 0 0,1 0-1 0 0,-1 0 0 0 0,1-1 1 0 0,-2 0-1 0 0,1 0 1 0 0,-1-1-1 0 0,0 0 1 0 0,8-11-1 0 0,-4 5 10 0 0,-1-1 0 0 0,0 0 0 0 0,-1-1 0 0 0,-1 0 0 0 0,0 0 0 0 0,-1-1 0 0 0,8-31 0 0 0,-9 17 50 0 0,-1-1 1 0 0,-1-54-1 0 0,-3 85-68 0 0,0-1 0 0 0,0 1 0 0 0,0 0 1 0 0,0-1-1 0 0,0 1 0 0 0,0 0 0 0 0,0-1 0 0 0,0 1 0 0 0,0 0 0 0 0,0-1 0 0 0,0 1 1 0 0,0 0-1 0 0,0-1 0 0 0,0 1 0 0 0,0 0 0 0 0,0-1 0 0 0,0 1 0 0 0,0 0 0 0 0,0-1 1 0 0,0 1-1 0 0,-1 0 0 0 0,1-1 0 0 0,0 1 0 0 0,0 0 0 0 0,0-1 0 0 0,-1 1 0 0 0,1 0 1 0 0,0 0-1 0 0,0-1 0 0 0,-1 1 0 0 0,1 0 0 0 0,0 0 0 0 0,-1 0 0 0 0,1-1 0 0 0,0 1 1 0 0,-1 0-1 0 0,1 0 0 0 0,0 0 0 0 0,-1 0 0 0 0,1 0 0 0 0,0 0 0 0 0,-1 0 0 0 0,1 0 0 0 0,0-1 1 0 0,-1 1-1 0 0,1 0 0 0 0,0 0 0 0 0,-1 1 0 0 0,1-1 0 0 0,0 0 0 0 0,-1 0 0 0 0,1 0 1 0 0,0 0-1 0 0,-1 0 0 0 0,-13 13 29 0 0,10-1-21 0 0,1 1 0 0 0,0-1 0 0 0,1 1 0 0 0,1-1 0 0 0,0 1 0 0 0,0 16 0 0 0,1-6 7 0 0,0 67 70 0 0,22 169 0 0 0,0-35 74 0 0,-20-169-94 0 0,-2 1 0 0 0,-14 98 0 0 0,8-111-12 0 0,-3-1 0 0 0,-1-1 0 0 0,-3 0 0 0 0,-1 0 0 0 0,-1-2 0 0 0,-28 49 0 0 0,39-79-35 0 0,-1-2 1 0 0,0 1-1 0 0,0 0 1 0 0,0-1-1 0 0,-1 0 1 0 0,-1 0-1 0 0,1-1 1 0 0,-1 0-1 0 0,0 0 1 0 0,0 0-1 0 0,-1-1 0 0 0,0 0 1 0 0,0 0-1 0 0,0-1 1 0 0,0 0-1 0 0,-1-1 1 0 0,-10 3-1 0 0,13-4 6 0 0,0-1 0 0 0,-1 0 0 0 0,1-1 0 0 0,0 0 1 0 0,-1 0-1 0 0,1 0 0 0 0,-1-1 0 0 0,1 0 0 0 0,-10-2 0 0 0,13 2-16 0 0,0 0 0 0 0,1 0 1 0 0,-1-1-1 0 0,1 1 0 0 0,-1 0 1 0 0,1-1-1 0 0,-1 0 0 0 0,1 1 1 0 0,0-1-1 0 0,0 0 0 0 0,0 0 1 0 0,0-1-1 0 0,0 1 1 0 0,0 0-1 0 0,1 0 0 0 0,-1-1 1 0 0,1 1-1 0 0,0-1 0 0 0,-1 0 1 0 0,1 1-1 0 0,0-1 0 0 0,-1-5 1 0 0,2 0 18 0 0,-1 0 0 0 0,1 1 0 0 0,1-1 0 0 0,-1 0 1 0 0,1 1-1 0 0,1-1 0 0 0,-1 1 0 0 0,4-9 0 0 0,1-12 15 0 0,8-41 67 0 0,3 1 1 0 0,48-123 0 0 0,-47 146-85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29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4616 0 0,'4'-1'1'0'0,"12"-3"2"0"0,8 0 6 0 0,1 3 18 0 0,-22 1-13 0 0,1 0 0 0 0,-1 0 0 0 0,0 1-1 0 0,1 0 1 0 0,-1 0 0 0 0,1 0 0 0 0,7 3 1933 0 0,30-7-1525 0 0,-35 1-376 0 0,0-1-1 0 0,1 1 1 0 0,-1 1-1 0 0,0 0 0 0 0,0-1 1 0 0,1 2-1 0 0,-1-1 1 0 0,1 1-1 0 0,-1 0 0 0 0,0 0 1 0 0,1 1-1 0 0,-1 0 1 0 0,0 0-1 0 0,1 0 0 0 0,-1 1 1 0 0,0 0-1 0 0,0 0 1 0 0,7 4-1 0 0,-11-5 83 0 0,19 0 225 0 0,-16-1-300 0 0,1 1 1 0 0,-1-1-1 0 0,0 0 0 0 0,0-1 0 0 0,0 1 0 0 0,1-1 1 0 0,-1 0-1 0 0,9-3 0 0 0,-10 2-37 0 0,4-2 92 0 0,1 1 1 0 0,0 0 0 0 0,0 0 0 0 0,0 0 0 0 0,0 1 0 0 0,0 1 0 0 0,0 0-1 0 0,1 0 1 0 0,17 1 0 0 0,37 10 1242 0 0,-26-10-618 0 0,-25 0-389 0 0,1 0-1 0 0,-1 2 1 0 0,0-1-1 0 0,0 2 1 0 0,0 0 0 0 0,14 5-1 0 0,-18-4-208 0 0,-8-3-116 0 0,-1-1-1 0 0,1 0 1 0 0,-1 1-1 0 0,1-1 1 0 0,-1 0-1 0 0,1 0 1 0 0,-1 1-1 0 0,1-1 1 0 0,-1 0-1 0 0,1 0 1 0 0,-1 1-1 0 0,1-1 1 0 0,0 0-1 0 0,-1 0 1 0 0,1 0-1 0 0,-1 0 1 0 0,1 0-1 0 0,-1 0 1 0 0,1 0-1 0 0,0 0 1 0 0,-1 0-1 0 0,1 0 1 0 0,-1-1-1 0 0,1 1 0 0 0,-1 0 1 0 0,1 0-1 0 0,-1 0 1 0 0,1-1-1 0 0,-1 1 1 0 0,1 0-1 0 0,0-1 1 0 0,0 0 180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0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277 0 11048 0 0,'0'0'2901'0'0,"-1"4"-2689"0"0,-5 14-79 0 0,5-14 5 0 0,-11 1 47 0 0,-33 45-58 0 0,38-42-153 0 0,-1 0 0 0 0,0 0 0 0 0,-1-1 0 0 0,-17 12 0 0 0,0 1-32 0 0,21-18-30 0 0,1 0 1 0 0,0 0 0 0 0,-1 0-1 0 0,1-1 1 0 0,-9 3 0 0 0,8-3 57 0 0,2 0-44 0 0,-33 8-1165 0 0,35-8 1204 0 0,-12 9-99 0 0,-10 30 6 0 0,21-38 120 0 0,-6 9-16 0 0,7-2 16 0 0,6 3 1 0 0,76 136 6 0 0,-73-131 9 0 0,0 0-1 0 0,9 31 1 0 0,1 3 10 0 0,-14-43 6 0 0,0-1 0 0 0,0 1 0 0 0,1-1 0 0 0,7 8-1 0 0,-5-7 57 0 0,1 3-64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3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1 153 7936 0 0,'16'2'72'0'0,"-4"-1"124"0"0,5 0 25 0 0,-15-1-152 0 0,2 1 177 0 0,-1 0 0 0 0,0-1 0 0 0,0 2 0 0 0,0-1 0 0 0,0 0 0 0 0,5 3 0 0 0,-10-2-242 0 0,6 25 32 0 0,-3 58-28 0 0,-1-2-8 0 0,0-68 0 0 0,0-1 0 0 0,-5 23 0 0 0,0 11 0 0 0,-6 113 10 0 0,14-139 76 0 0,-3-22-83 0 0,0 0 0 0 0,0 0 1 0 0,0-1-1 0 0,0 1 0 0 0,1 0 0 0 0,-1 0 1 0 0,0 0-1 0 0,0 0 0 0 0,0-1 1 0 0,0 1-1 0 0,0 0 0 0 0,0 0 1 0 0,0 0-1 0 0,0 0 0 0 0,0 0 0 0 0,1 0 1 0 0,-1-1-1 0 0,0 1 0 0 0,0 0 1 0 0,0 0-1 0 0,0 0 0 0 0,0 0 1 0 0,0 0-1 0 0,1 0 0 0 0,-1 0 0 0 0,0 0 1 0 0,0 0-1 0 0,0 0 0 0 0,0 0 1 0 0,1 0-1 0 0,-1-1 0 0 0,0 1 1 0 0,0 0-1 0 0,0 0 0 0 0,0 0 0 0 0,1 0 1 0 0,-1 1-1 0 0,0-1 0 0 0,0 0 1 0 0,0 0-1 0 0,0 0 0 0 0,1 0 1 0 0,-1 0-1 0 0,0 0 0 0 0,0 0 0 0 0,0 0 1 0 0,0 0-1 0 0,0 0 0 0 0,1 0 1 0 0,-1 0-1 0 0,0 1 0 0 0,0-1 1 0 0,0 0-1 0 0,0 0 0 0 0,0 0 1 0 0,0 0-1 0 0,0 0 0 0 0,0 0 0 0 0,1 1 1 0 0,-1-1-1 0 0,0-2 3 0 0,-1 0 0 0 0,1 0 1 0 0,-1 0-1 0 0,1 0 0 0 0,-1 0 0 0 0,0 0 1 0 0,0 1-1 0 0,0-1 0 0 0,0 0 0 0 0,-1-2 0 0 0,-4-8 19 0 0,0-28 141 0 0,2-1 0 0 0,1 0 0 0 0,5-59 0 0 0,0 20 348 0 0,-2 67-405 0 0,-1 9-30 0 0,1 0-1 0 0,0 0 1 0 0,0 0-1 0 0,0 0 1 0 0,1 0-1 0 0,-1 0 1 0 0,1 0-1 0 0,0 0 1 0 0,0 1-1 0 0,2-5 1 0 0,-2 6 92 0 0,-1 1-131 0 0,0 1 1 0 0,0-1-1 0 0,0 1 1 0 0,0-1 0 0 0,0 1-1 0 0,0 0 1 0 0,0-1 0 0 0,0 1-1 0 0,0-1 1 0 0,0 1-1 0 0,0-1 1 0 0,1 1 0 0 0,-1-1-1 0 0,0 1 1 0 0,0 0-1 0 0,0-1 1 0 0,1 1 0 0 0,-1-1-1 0 0,0 1 1 0 0,0 0 0 0 0,1-1-1 0 0,-1 1 1 0 0,0 0-1 0 0,1-1 1 0 0,-1 1 0 0 0,0 0-1 0 0,1-1 1 0 0,-1 1-1 0 0,1 0 1 0 0,-1 0 0 0 0,0 0-1 0 0,1-1 1 0 0,-1 1-1 0 0,1 0 1 0 0,-1 0 0 0 0,1 0-1 0 0,-1 0 1 0 0,1 0 0 0 0,3-1 23 0 0,-1 0 1 0 0,1-1-1 0 0,-1 1 0 0 0,1-1 1 0 0,-1 0-1 0 0,0 0 1 0 0,0 0-1 0 0,5-4 1 0 0,13-8 196 0 0,-12 11-103 0 0,-8 2-119 0 0,1 0-1 0 0,-1 0 1 0 0,1 0 0 0 0,-1 1-1 0 0,1-1 1 0 0,-1 1 0 0 0,1 0 0 0 0,0-1-1 0 0,-1 1 1 0 0,1 0 0 0 0,0 0-1 0 0,2 0 1 0 0,-2 0 85 0 0,7 15 90 0 0,27 26 198 0 0,-34-38-385 0 0,0 0 0 0 0,0 0 0 0 0,0 0 0 0 0,0 0-1 0 0,0 1 1 0 0,-1-1 0 0 0,1 1 0 0 0,-1 0 0 0 0,0-1 0 0 0,0 1-1 0 0,0 7 1 0 0,3 41 136 0 0,-5-43-123 0 0,0 0 1 0 0,0 0-1 0 0,-1 0 1 0 0,-6 16-1 0 0,4-15-17 0 0,4-7-8 0 0,0-1 0 0 0,-1 1 0 0 0,0-1-1 0 0,0 0 1 0 0,0 1 0 0 0,0-1 0 0 0,0 0 0 0 0,0 1-1 0 0,0-1 1 0 0,-1 0 0 0 0,1 0 0 0 0,-1 0-1 0 0,0 0 1 0 0,1-1 0 0 0,-1 1 0 0 0,0 0 0 0 0,0-1-1 0 0,0 1 1 0 0,0-1 0 0 0,-5 3 0 0 0,6-4 47 0 0,-1 1-43 0 0,-1-1-1 0 0,1 1 0 0 0,-1-1 0 0 0,1 0 1 0 0,-1 0-1 0 0,0 0 0 0 0,1 0 0 0 0,-1 0 1 0 0,1-1-1 0 0,-1 1 0 0 0,1-1 1 0 0,-3-1-1 0 0,3 1-3 0 0,0-1 0 0 0,-1 1 0 0 0,1-1-1 0 0,-1 1 1 0 0,1 0 0 0 0,-1 0 0 0 0,1 0 0 0 0,-1 0 0 0 0,1 0 0 0 0,-1 0 0 0 0,0 1 0 0 0,0 0 0 0 0,1-1 0 0 0,-1 1 0 0 0,-5 0-1 0 0,7 0 29 0 0,-12 0 87 0 0,8 0 4 0 0,11 0-98 0 0,-4 0-16 0 0,10 26 44 0 0,-3-11-41 0 0,-5-7 3 0 0,0 0 0 0 0,0 0 0 0 0,1 0 0 0 0,0-1 0 0 0,0 0 0 0 0,1 0 0 0 0,0 0 0 0 0,14 12 0 0 0,-15-17 12 0 0,1 0-1 0 0,0 0 0 0 0,-1 0 1 0 0,1 0-1 0 0,0-1 0 0 0,0 0 1 0 0,0-1-1 0 0,0 1 0 0 0,11-1 1 0 0,-2 0-2 0 0,-1-1 0 0 0,0-1 0 0 0,0 0 0 0 0,-1 0 0 0 0,1-2 0 0 0,0 1 0 0 0,-1-2 1 0 0,0 0-1 0 0,0 0 0 0 0,0-2 0 0 0,-1 1 0 0 0,17-12 0 0 0,-12 5 25 0 0,-1 0-1 0 0,0-1 1 0 0,25-29-1 0 0,-7 7 6 0 0,-29 30-55 0 0,0 0 0 0 0,0 0 0 0 0,0 0 0 0 0,-1-1-1 0 0,0 0 1 0 0,0 0 0 0 0,0 0 0 0 0,-1-1 0 0 0,0 1 0 0 0,-1-1 0 0 0,3-11 0 0 0,-5 18-10 0 0,0 1 1 0 0,0-1 0 0 0,0 0 0 0 0,0 0-1 0 0,0 0 1 0 0,0 0 0 0 0,0 0 0 0 0,0 0-1 0 0,0 0 1 0 0,0 0 0 0 0,-1 0 0 0 0,1 0-1 0 0,0 0 1 0 0,-1 1 0 0 0,1-1 0 0 0,-1 0-1 0 0,1 0 1 0 0,0 0 0 0 0,-1 1 0 0 0,0-1-1 0 0,1 0 1 0 0,-1 0 0 0 0,0 1 0 0 0,1-1-1 0 0,-1 1 1 0 0,0-1 0 0 0,0 0-1 0 0,1 1 1 0 0,-1-1 0 0 0,0 1 0 0 0,0 0-1 0 0,0-1 1 0 0,0 1 0 0 0,0 0 0 0 0,1-1-1 0 0,-1 1 1 0 0,0 0 0 0 0,0 0 0 0 0,0 0-1 0 0,0 0 1 0 0,0 0 0 0 0,0 0 0 0 0,0 0-1 0 0,-1 0 1 0 0,-4 0 8 0 0,0 1-1 0 0,0-1 1 0 0,0 1 0 0 0,0 0-1 0 0,-6 3 1 0 0,4-2 10 0 0,0 1 0 0 0,0 1 1 0 0,0 0-1 0 0,0 0 1 0 0,1 1-1 0 0,-1-1 0 0 0,1 2 1 0 0,1-1-1 0 0,-1 1 1 0 0,1 0-1 0 0,0 0 0 0 0,0 1 1 0 0,-7 10-1 0 0,6-11 7 0 0,-9 12 26 0 0,15-17-51 0 0,1 0 0 0 0,0 0 0 0 0,0 0 0 0 0,0 0 0 0 0,0 0 0 0 0,0-1 0 0 0,0 1 1 0 0,0 0-1 0 0,0 0 0 0 0,0 0 0 0 0,0 0 0 0 0,0 0 0 0 0,0-1 0 0 0,0 1 0 0 0,1 0 0 0 0,-1 0 0 0 0,0 0 0 0 0,1 0 0 0 0,-1-1 0 0 0,1 1 0 0 0,-1 0 0 0 0,1-1 0 0 0,-1 1 0 0 0,1 0 0 0 0,-1-1 0 0 0,1 1 0 0 0,0 0 0 0 0,-1-1 0 0 0,1 1 0 0 0,0-1 0 0 0,1 1 0 0 0,8 5 6 0 0,-1 0 0 0 0,3 4 0 0 0,-2-6-5 0 0,4-2 8 0 0,-1-2-7 0 0,1 0 1 0 0,-11 1-4 0 0,1-1-1 0 0,-1 0 1 0 0,1 0-1 0 0,0 0 1 0 0,-1-1-1 0 0,1 1 1 0 0,-1-1-1 0 0,0 0 1 0 0,1 0-1 0 0,-1 0 1 0 0,1 0-1 0 0,-1 0 1 0 0,0-1-1 0 0,0 0 1 0 0,4-2-1 0 0,12-8 1 0 0,-5 5-1 0 0,0-3 0 0 0,0-1-1 0 0,0-4-4 0 0,-3-1 2 0 0,-3 2-2 0 0,-1 3 1 0 0,29-42-50 0 0,-35 51 46 0 0,0 4-1 0 0,5 9-3 0 0,-5-9 11 0 0,0 1 1 0 0,1 0-1 0 0,-1 0 0 0 0,-1 1 1 0 0,1-1-1 0 0,0 0 1 0 0,-1 0-1 0 0,1 0 0 0 0,-1 0 1 0 0,0 1-1 0 0,0-1 0 0 0,0 0 1 0 0,-1 0-1 0 0,0 4 0 0 0,0 5 0 0 0,1 17 1 0 0,-2 0 0 0 0,-7 48 0 0 0,0-28 8 0 0,4-20 6 0 0,-1 0 0 0 0,-1-1 0 0 0,-19 49 0 0 0,23-73 99 0 0,3-6-44 0 0,5-18-23 0 0,10-32-16 0 0,-5 25 10 0 0,21-39 0 0 0,-29 56-34 0 0,-2 6 0 0 0,10-11-4 0 0,-3 5-2 0 0,-7 10 0 0 0,0 0 0 0 0,0 0 0 0 0,0 0 0 0 0,0 0 0 0 0,0-1 0 0 0,0 1 0 0 0,0 0 0 0 0,0 0 0 0 0,0 0 0 0 0,0 0 0 0 0,0 0 0 0 0,0 0 0 0 0,0-1 0 0 0,0 1 0 0 0,0 0 0 0 0,0 0 0 0 0,0 0 0 0 0,1 0 0 0 0,-1 0 0 0 0,0 0 0 0 0,0 0 0 0 0,0-1 0 0 0,0 1 0 0 0,0 0 0 0 0,0 0 0 0 0,0 0 0 0 0,0 0 0 0 0,1 0 0 0 0,-1 0 0 0 0,0 0 0 0 0,0 0 0 0 0,0 0 0 0 0,0 0 0 0 0,0 0 0 0 0,0 0 0 0 0,1 0 0 0 0,-1 0 0 0 0,0 0 0 0 0,0 0 0 0 0,0 0 0 0 0,0 0 0 0 0,0 0 0 0 0,0 0 0 0 0,1 0 0 0 0,-1 0 0 0 0,0 0 0 0 0,0 0 0 0 0,0 0 0 0 0,0 0 0 0 0,0 0 0 0 0,0 0 0 0 0,1 0 0 0 0,-1 0 0 0 0,0 0 0 0 0,0 0 0 0 0,0 0 0 0 0,0 1 0 0 0,2 0 0 0 0,0 0 0 0 0,0 0 0 0 0,0 0 0 0 0,0 0 0 0 0,0 0 0 0 0,0 0 0 0 0,0 0 0 0 0,0-1 0 0 0,0 1 0 0 0,3 0 0 0 0,6 0-2 0 0,0 0-1 0 0,0-1 1 0 0,-1 0-1 0 0,1-1 1 0 0,0 0 0 0 0,0 0-1 0 0,-1-1 1 0 0,1-1-1 0 0,-1 1 1 0 0,0-2-1 0 0,1 0 1 0 0,10-5-1 0 0,12-9-16 0 0,64-43 0 0 0,-97 60 19 0 0,20-14-10 0 0,-2 0-1 0 0,0-2 1 0 0,-1 0 0 0 0,-1-2 0 0 0,0 1 0 0 0,-2-2 0 0 0,13-21-1 0 0,-19 29 3 0 0,-1 0 1 0 0,0-1-1 0 0,-1 0 0 0 0,0 0 0 0 0,-2 0 0 0 0,1-1 0 0 0,-1 1 0 0 0,-1-1 0 0 0,-1 0 0 0 0,0 0 0 0 0,0-1 1 0 0,-1 1-1 0 0,-2-15 0 0 0,1 27 6 0 0,0-1 1 0 0,0 1-1 0 0,-1 0 1 0 0,1 0-1 0 0,-1 0 1 0 0,1-1-1 0 0,-1 1 1 0 0,0 0-1 0 0,0 0 1 0 0,0 0-1 0 0,0 0 1 0 0,0 0 0 0 0,-1 0-1 0 0,1 1 1 0 0,0-1-1 0 0,-1 0 1 0 0,0 0-1 0 0,1 1 1 0 0,-1-1-1 0 0,0 1 1 0 0,0 0-1 0 0,1 0 1 0 0,-1-1-1 0 0,0 1 1 0 0,0 0-1 0 0,-1 0 1 0 0,1 1-1 0 0,0-1 1 0 0,0 0 0 0 0,0 1-1 0 0,0-1 1 0 0,-1 1-1 0 0,1 0 1 0 0,0 0-1 0 0,0 0 1 0 0,-1 0-1 0 0,1 0 1 0 0,0 0-1 0 0,0 1 1 0 0,-1-1-1 0 0,1 1 1 0 0,0-1-1 0 0,0 1 1 0 0,0 0-1 0 0,0 0 1 0 0,0 0-1 0 0,-3 1 1 0 0,0 3 0 0 0,-1-1 1 0 0,1 1-1 0 0,0-1 1 0 0,0 1-1 0 0,0 1 1 0 0,1-1-1 0 0,-1 1 1 0 0,1-1-1 0 0,1 1 1 0 0,-1 1-1 0 0,1-1 1 0 0,0 0-1 0 0,1 1 1 0 0,-1-1-1 0 0,1 1 0 0 0,0 0 1 0 0,1 0-1 0 0,0 0 1 0 0,0 0-1 0 0,1 0 1 0 0,0 10-1 0 0,0-4 2 0 0,2 0-1 0 0,0 1 0 0 0,0-1 0 0 0,1 0 0 0 0,1-1 1 0 0,0 1-1 0 0,1 0 0 0 0,0-1 0 0 0,1 0 0 0 0,8 12 1 0 0,-6-14 5 0 0,12 6-3 0 0,-18-14-1 0 0,0 0 0 0 0,0 0 0 0 0,0 0 0 0 0,1-1 0 0 0,-1 1 1 0 0,1-1-1 0 0,0 0 0 0 0,-1 0 0 0 0,1 1 0 0 0,0-2 0 0 0,-1 1 0 0 0,1 0 0 0 0,0-1 0 0 0,0 1 0 0 0,0-1 0 0 0,0 0 0 0 0,0 0 0 0 0,-1 0 1 0 0,1 0-1 0 0,0 0 0 0 0,0-1 0 0 0,0 1 0 0 0,0-1 0 0 0,-1 0 0 0 0,1 0 0 0 0,0 0 0 0 0,0 0 0 0 0,-1 0 0 0 0,1 0 0 0 0,-1-1 1 0 0,1 0-1 0 0,-1 1 0 0 0,3-3 0 0 0,9-9 39 0 0,1 0 1 0 0,-2-1-1 0 0,0 0 1 0 0,13-19-1 0 0,3-2 157 0 0,-25 30-168 0 0,0 0 0 0 0,0 0 0 0 0,-1-1 0 0 0,0 0 0 0 0,0 1-1 0 0,3-9 1 0 0,-5 11 84 0 0,-15 10-29 0 0,3 4-48 0 0,1-1 0 0 0,1 2 0 0 0,0-1 0 0 0,0 1 0 0 0,1 1 0 0 0,1-1 0 0 0,0 1 0 0 0,1 1 0 0 0,0-1 0 0 0,1 1 0 0 0,0 0 0 0 0,-3 20 0 0 0,8-33-29 0 0,0 0 0 0 0,-1 0 0 0 0,1 0 0 0 0,0 0 0 0 0,0 0 0 0 0,-1 0 0 0 0,1 0 0 0 0,0 0 0 0 0,0 0 0 0 0,0 0-1 0 0,1 0 1 0 0,-1 0 0 0 0,0 0 0 0 0,0 0 0 0 0,0 0 0 0 0,1 0 0 0 0,-1 0 0 0 0,0 0 0 0 0,1 0 0 0 0,-1 0 0 0 0,1 0 0 0 0,-1-1 0 0 0,1 1 0 0 0,0 0-1 0 0,-1 0 1 0 0,1 0 0 0 0,0-1 0 0 0,1 2 0 0 0,0-2 0 0 0,-1 1 1 0 0,1-1-1 0 0,0 0 1 0 0,-1 0-1 0 0,1 0 0 0 0,-1 0 1 0 0,1 0-1 0 0,0-1 0 0 0,-1 1 1 0 0,1-1-1 0 0,0 1 0 0 0,-1-1 1 0 0,1 1-1 0 0,-1-1 1 0 0,3-1-1 0 0,8-5 54 0 0,1-1 0 0 0,19-16 0 0 0,-31 23-53 0 0,25-20 87 0 0,1 1 0 0 0,1 1 0 0 0,31-15 0 0 0,-58 34-93 0 0,-1-1-1 0 0,1 1 1 0 0,-1-1 0 0 0,1 1 0 0 0,-1 0-1 0 0,1 0 1 0 0,-1-1 0 0 0,1 1 0 0 0,0 0-1 0 0,-1 0 1 0 0,1 0 0 0 0,-1 0 0 0 0,1 0-1 0 0,0-1 1 0 0,-1 1 0 0 0,1 0 0 0 0,0 0-1 0 0,-1 1 1 0 0,1-1 0 0 0,-1 0 0 0 0,1 0 0 0 0,0 0-1 0 0,-1 0 1 0 0,1 0 0 0 0,-1 1 0 0 0,1-1-1 0 0,0 0 1 0 0,-1 1 0 0 0,1-1 0 0 0,-1 0-1 0 0,1 1 1 0 0,-1-1 0 0 0,1 1 0 0 0,-1-1-1 0 0,0 0 1 0 0,1 1 0 0 0,-1-1 0 0 0,1 1-1 0 0,-1-1 1 0 0,0 1 0 0 0,0 0 0 0 0,1-1-1 0 0,-1 1 1 0 0,0-1 0 0 0,0 1 0 0 0,1 0-1 0 0,-1-1 1 0 0,0 1 0 0 0,0-1 0 0 0,0 1-1 0 0,0 0 1 0 0,0-1 0 0 0,0 1 0 0 0,0 0-1 0 0,0 0 1 0 0,-4 42 32 0 0,2-36-23 0 0,-7 55 26 0 0,-3 1 0 0 0,-38 108 0 0 0,39-145-29 0 0,-2 0 0 0 0,-1-1 0 0 0,-17 24 0 0 0,29-45-9 0 0,-1 1 1 0 0,0 0 0 0 0,-1-1 0 0 0,1 0 0 0 0,-1 1-1 0 0,0-1 1 0 0,0-1 0 0 0,0 1 0 0 0,0 0 0 0 0,-1-1 0 0 0,1 0-1 0 0,-9 4 1 0 0,0-4-1 0 0,13-3 0 0 0,-1 0 0 0 0,1 0 0 0 0,-1 0 0 0 0,1-1 0 0 0,-1 1 0 0 0,1 0 0 0 0,-1 0 0 0 0,1 0 0 0 0,-1-1 0 0 0,1 1 0 0 0,-1 0 0 0 0,1 0 0 0 0,0-1 0 0 0,-1 1 0 0 0,1-1 0 0 0,-1 1 0 0 0,1 0 0 0 0,0-1 0 0 0,0 1 0 0 0,-1-1 0 0 0,1 1 0 0 0,0 0 0 0 0,-1-2 0 0 0,0 0-1 0 0,1-1 0 0 0,-1 0 0 0 0,1 1 0 0 0,0-1-1 0 0,0 0 1 0 0,0 0 0 0 0,0 0 0 0 0,0 1 0 0 0,1-1-1 0 0,-1 0 1 0 0,1 0 0 0 0,-1 1 0 0 0,1-1 0 0 0,0 0-1 0 0,2-3 1 0 0,25-46-24 0 0,-13 27 15 0 0,-13 21 7 0 0,0 0 0 0 0,0 0-1 0 0,1 0 1 0 0,0 1 0 0 0,0-1 0 0 0,5-4 0 0 0,17-17-33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04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64 187 3712 0 0,'15'-9'0'0'0,"22"-10"8"0"0,-32 15 0 0 0,-4 2-7 0 0,-1 0 1 0 0,1 0-1 0 0,1 0 1 0 0,-1 1-1 0 0,0-1 1 0 0,0 0-1 0 0,1 1 1 0 0,-1-1-1 0 0,1 1 1 0 0,-1-1-1 0 0,1 1 1 0 0,-1 0-1 0 0,1 0 1 0 0,0 0-1 0 0,0 0 1 0 0,0 0-1 0 0,0 0 0 0 0,0 0 1 0 0,0 1-1 0 0,0-1 1 0 0,0 0-1 0 0,0 1 1 0 0,3-1-1 0 0,-4 1 4 0 0,1 0 0 0 0,-1 0 0 0 0,0 0 0 0 0,1 0 0 0 0,-1-1 0 0 0,1 1 0 0 0,-1-1 0 0 0,0 1 0 0 0,1-1 0 0 0,-1 1 0 0 0,0-1 0 0 0,1 0 0 0 0,-1 0 0 0 0,0 1 0 0 0,0-1 0 0 0,2-2 0 0 0,9-8 45 0 0,1 0-1 0 0,0 1 1 0 0,27-17 0 0 0,-17 5 100 0 0,-23 21-148 0 0,0 1 1 0 0,1 0-1 0 0,-1-1 0 0 0,0 1 0 0 0,0 0 1 0 0,1-1-1 0 0,-1 1 0 0 0,0 0 0 0 0,0-1 1 0 0,0 1-1 0 0,1-1 0 0 0,-1 1 0 0 0,0 0 0 0 0,0-1 1 0 0,0 1-1 0 0,0-1 0 0 0,0 1 0 0 0,0-1 1 0 0,0 1-1 0 0,0-1 0 0 0,0 1 0 0 0,0 0 1 0 0,0-1-1 0 0,0 1 0 0 0,0-1 0 0 0,0 1 0 0 0,0-1 1 0 0,-1 0-1 0 0,2-11 71 0 0,1 5-1 0 0,-11 6 72 0 0,5 1-135 0 0,2 0 62 0 0,-19 19 89 0 0,11-3-124 0 0,1 0 1 0 0,-11 27-1 0 0,-13 23 33 0 0,-45 80 93 0 0,46-82-84 0 0,-29 69 114 0 0,59-129-179 0 0,0 0-1 0 0,0 0 1 0 0,1 0 0 0 0,-1 0-1 0 0,1 0 1 0 0,0 0 0 0 0,0 1-1 0 0,1-1 1 0 0,-1 0 0 0 0,1 0-1 0 0,0 1 1 0 0,0-1 0 0 0,1 0-1 0 0,-1 1 1 0 0,1-1 0 0 0,0 0-1 0 0,0 0 1 0 0,0 0 0 0 0,0 0-1 0 0,4 7 1 0 0,1 0 37 0 0,1 0 0 0 0,0-1 0 0 0,0 0 1 0 0,1 0-1 0 0,16 15 0 0 0,-23-24-36 0 0,1 0 0 0 0,0 0 1 0 0,-1 0-1 0 0,1 0 0 0 0,0 0 1 0 0,0 0-1 0 0,0-1 0 0 0,0 1 0 0 0,0-1 1 0 0,0 1-1 0 0,0-1 0 0 0,0 0 1 0 0,0 0-1 0 0,0 1 0 0 0,0-1 0 0 0,0-1 1 0 0,0 1-1 0 0,0 0 0 0 0,0 0 1 0 0,3-2-1 0 0,40-14 177 0 0,-40 14-169 0 0,7-4 41 0 0,1-1 0 0 0,-1-1 0 0 0,-1 0 0 0 0,1-1 0 0 0,-1 0 0 0 0,-1-1 0 0 0,0 0-1 0 0,17-22 1 0 0,3-2 180 0 0,-19 20-159 0 0,0-1-1 0 0,-2 1 1 0 0,0-1-1 0 0,0-1 1 0 0,-2 0-1 0 0,12-33 1 0 0,-9 23-38 0 0,5-31 106 0 0,-9 28-48 0 0,-5 23-73 0 0,0 0 0 0 0,-1 0 0 0 0,0 0 1 0 0,0 0-1 0 0,0 0 0 0 0,0 0 0 0 0,-1 0 0 0 0,0 0 0 0 0,0 1 0 0 0,-1-1 0 0 0,0 0 1 0 0,0 0-1 0 0,0 1 0 0 0,0-1 0 0 0,-1 1 0 0 0,0 0 0 0 0,0 0 0 0 0,-1 0 0 0 0,1 0 1 0 0,-1 1-1 0 0,0-1 0 0 0,0 1 0 0 0,-1 0 0 0 0,1 0 0 0 0,-8-4 0 0 0,10 5-6 0 0,-1 1 0 0 0,0 0 0 0 0,0 0 1 0 0,0 1-1 0 0,0-1 0 0 0,0 1 0 0 0,0-1 0 0 0,0 1 0 0 0,0 0 0 0 0,-1 0 0 0 0,1 0 0 0 0,0 1 0 0 0,-1-1 0 0 0,1 1 0 0 0,0 0 0 0 0,-1 0 0 0 0,1 0 0 0 0,-1 0 0 0 0,1 1 0 0 0,0-1 0 0 0,-4 2 0 0 0,4 0-9 0 0,1 0 0 0 0,0-1 0 0 0,0 1 0 0 0,1 1 0 0 0,-1-1 0 0 0,0 0 0 0 0,1 0 0 0 0,-1 1 0 0 0,-1 2 0 0 0,-2 3 39 0 0,2-4-40 0 0,1 0 1 0 0,0 0 0 0 0,0 0-1 0 0,0 0 1 0 0,1 1-1 0 0,-1-1 1 0 0,1 0 0 0 0,0 1-1 0 0,0-1 1 0 0,0 1-1 0 0,1 4 1 0 0,0 55 128 0 0,2-33 5 0 0,-1-26-103 0 0,0 0 1 0 0,1-1-1 0 0,0 1 1 0 0,0-1-1 0 0,0 0 1 0 0,0 0-1 0 0,5 7 1 0 0,-2-3 29 0 0,-4-6-68 0 0,3 4 36 0 0,-1 1-1 0 0,0-1 1 0 0,0 1-1 0 0,0 0 1 0 0,-1 0-1 0 0,0 0 1 0 0,-1 0-1 0 0,2 11 1 0 0,-4-7 51 0 0,1 4 159 0 0,1-14-244 0 0,-1-1 1 0 0,1 1 0 0 0,0-1-1 0 0,-1 1 1 0 0,1-1-1 0 0,0 0 1 0 0,0 1-1 0 0,-1-1 1 0 0,1 0 0 0 0,0 1-1 0 0,0-1 1 0 0,0 0-1 0 0,0 0 1 0 0,-1 0-1 0 0,1 0 1 0 0,0 0-1 0 0,0 0 1 0 0,0 0 0 0 0,0 0-1 0 0,-1 0 1 0 0,1 0-1 0 0,0 0 1 0 0,1-1-1 0 0,2 0 5 0 0,0 0 0 0 0,-1-1 0 0 0,1 0-1 0 0,0 1 1 0 0,-1-1 0 0 0,1-1-1 0 0,-1 1 1 0 0,1 0 0 0 0,-1-1 0 0 0,0 0-1 0 0,0 1 1 0 0,4-7 0 0 0,12-9 32 0 0,47-44 168 0 0,-48 45-132 0 0,-17 16-73 0 0,1-1 0 0 0,-1 0 1 0 0,1 1-1 0 0,-1-1 0 0 0,1 1 1 0 0,0 0-1 0 0,0-1 0 0 0,-1 1 0 0 0,1 0 1 0 0,0 0-1 0 0,4-1 0 0 0,5-3 77 0 0,-9 4-81 0 0,-1 1 0 0 0,0-1-1 0 0,1 1 1 0 0,-1-1 0 0 0,0 1 0 0 0,1 0-1 0 0,-1 0 1 0 0,1-1 0 0 0,-1 1 0 0 0,1 0-1 0 0,-1 0 1 0 0,0 0 0 0 0,1 1-1 0 0,-1-1 1 0 0,3 1 0 0 0,-2 0 2 0 0,1 0-1 0 0,0 0 1 0 0,-1 0-1 0 0,0 1 1 0 0,1-1-1 0 0,-1 1 1 0 0,0 0 0 0 0,0 0-1 0 0,0 0 1 0 0,0 0-1 0 0,0 0 1 0 0,0 0 0 0 0,-1 0-1 0 0,1 1 1 0 0,-1-1-1 0 0,1 1 1 0 0,-1-1-1 0 0,0 1 1 0 0,0-1 0 0 0,0 1-1 0 0,1 4 1 0 0,2 7 13 0 0,0 1 1 0 0,3 24 0 0 0,-4 1 9 0 0,-2-27-2 0 0,0 0-1 0 0,0 0 1 0 0,1 0-1 0 0,1-1 1 0 0,0 1-1 0 0,0-1 1 0 0,1 0-1 0 0,8 16 1 0 0,14 15 139 0 0,-23-41-129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6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555 21 4816 0 0,'0'0'2406'0'0,"5"-2"-1203"0"0,42-15 256 0 0,-46 16-878 0 0,-3 2-366 0 0,-1 0 1 0 0,0 0-1 0 0,1 0 0 0 0,-1 0 1 0 0,1 0-1 0 0,0 1 0 0 0,-1-1 1 0 0,1 1-1 0 0,-4 3 0 0 0,-21 24-165 0 0,0 1-1 0 0,2 1 0 0 0,-38 63 1 0 0,56-83-114 0 0,1 1 1 0 0,0 0-1 0 0,0 0 1 0 0,2 1 0 0 0,-1-1-1 0 0,1 1 1 0 0,1 0-1 0 0,1 0 1 0 0,-1 0-1 0 0,2 1 1 0 0,0-1 0 0 0,1 0-1 0 0,0 1 1 0 0,1-1-1 0 0,3 19 1 0 0,10 39-64 0 0,-6-28 82 0 0,5 48 0 0 0,-11-48 40 0 0,-2 0 0 0 0,-2 0 0 0 0,-2-1 0 0 0,-12 58 1 0 0,10-71 4 0 0,-2 0 1 0 0,0-1 0 0 0,-2 0 0 0 0,-14 28 0 0 0,16-40-1 0 0,-1 0 1 0 0,0-1-1 0 0,-1 0 1 0 0,-1-1-1 0 0,0 0 1 0 0,-1 0-1 0 0,-24 20 1 0 0,8-9 9 0 0,22-19-3 0 0,0 0-1 0 0,0-1 0 0 0,-1 0 0 0 0,0 0 0 0 0,-11 5 1 0 0,15-8-11 0 0,-6 3 38 0 0,0 0 0 0 0,0-1 0 0 0,-1 1 0 0 0,0-2 1 0 0,0 0-1 0 0,0 0 0 0 0,-17 2 0 0 0,24-5-10 0 0,0 0 0 0 0,1-1 0 0 0,-1 1 0 0 0,0-1 0 0 0,0 0 0 0 0,0 0 0 0 0,0 0 1 0 0,1 0-1 0 0,-1 0 0 0 0,0-1 0 0 0,1 1 0 0 0,-1-1 0 0 0,1 0 0 0 0,0 0 0 0 0,0 0 0 0 0,-1 0 0 0 0,1 0 0 0 0,-2-4 0 0 0,2 4 35 0 0,1 1-41 0 0,-1-1 0 0 0,1 1-1 0 0,0 0 1 0 0,0-1 0 0 0,1 1 0 0 0,-1-1 0 0 0,0 0 0 0 0,0 1-1 0 0,1-1 1 0 0,-1 0 0 0 0,1 1 0 0 0,0-1 0 0 0,-1 0-1 0 0,1-2 1 0 0,-5-30 224 0 0,2 15-102 0 0,3 18-88 0 0,4-11 151 0 0,-4 12-196 0 0,0 0 1 0 0,0 0-1 0 0,1-1 1 0 0,-1 1-1 0 0,0 0 0 0 0,1 0 1 0 0,-1 0-1 0 0,0 0 1 0 0,0 0-1 0 0,1 0 1 0 0,-1 0-1 0 0,0 0 0 0 0,0 1 1 0 0,1-1-1 0 0,-1 0 1 0 0,0 0-1 0 0,0 0 1 0 0,1 0-1 0 0,-1 0 0 0 0,0 0 1 0 0,0 0-1 0 0,1 1 1 0 0,-1-1-1 0 0,0 0 1 0 0,0 0-1 0 0,1 0 0 0 0,-1 1 1 0 0,0-1-1 0 0,0 0 1 0 0,0 0-1 0 0,0 0 0 0 0,1 1 1 0 0,-1-1-1 0 0,0 0 1 0 0,0 0-1 0 0,0 1 1 0 0,0-1-1 0 0,0 0 0 0 0,0 0 1 0 0,0 1-1 0 0,16 22 100 0 0,12 30-17 0 0,-15-25-27 0 0,-1 0-1 0 0,-2 0 0 0 0,12 57 1 0 0,-12-34-16 0 0,-3 1 1 0 0,1 74-1 0 0,-6-72-11 0 0,0-40-15 0 0,-2-1 0 0 0,1 0 0 0 0,-2 1 0 0 0,-1 13 1 0 0,1-17-2 0 0,0 0 1 0 0,1 1-1 0 0,1-1 1 0 0,-1 0-1 0 0,2 0 1 0 0,-1 0 0 0 0,6 16-1 0 0,2 16 61 0 0,17 82 80 0 0,-24-111-143 0 0,1-1-1 0 0,0 0 1 0 0,6 13-1 0 0,-5-13 3 0 0,0 0 1 0 0,-1 0-1 0 0,3 16 0 0 0,16 106 123 0 0,-8-55-50 0 0,39 360 266 0 0,-50-400-336 0 0,1 42 108 0 0,28 149 0 0 0,31-29-6 0 0,-44-147-98 0 0,9 19 37 0 0,-18-50-1 0 0,-1 1-1 0 0,-1 0 1 0 0,8 43 0 0 0,-15-63-30 0 0,2 9 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8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3808 0 0,'31'16'59'0'0,"-30"-16"-55"0"0,0 1 1 0 0,0-1-1 0 0,0 1 1 0 0,0-1-1 0 0,0 1 1 0 0,-1 0 0 0 0,1-1-1 0 0,0 1 1 0 0,0 0-1 0 0,-1-1 1 0 0,1 1-1 0 0,-1 0 1 0 0,1 0 0 0 0,0 0-1 0 0,-1 0 1 0 0,0 0-1 0 0,1 1 1 0 0,0 0 6 0 0,-1 0 1 0 0,0 0-1 0 0,0-1 1 0 0,0 1-1 0 0,0 0 1 0 0,0 0-1 0 0,0 0 1 0 0,0 0-1 0 0,-1 0 0 0 0,0 2 1 0 0,0 2 116 0 0,8 75 413 0 0,-5 153 0 0 0,-4-176-360 0 0,-9 39 1 0 0,7-77-118 0 0,2 1 0 0 0,0 0-1 0 0,0 1 1 0 0,4 36-1 0 0,3-33 99 0 0,-4-23-114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9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1 368 5224 0 0,'5'-2'41'0'0,"15"-10"36"0"0,-1 0 0 0 0,-1-1 0 0 0,0-1-1 0 0,22-20 1 0 0,-18 12 86 0 0,0-1 0 0 0,27-39 1 0 0,-28 35-75 0 0,-12 16-62 0 0,2-3 30 0 0,0 0-1 0 0,-1 0 0 0 0,-1-1 1 0 0,11-23-1 0 0,-13 28-27 0 0,-6 9-24 0 0,-1 0 0 0 0,1 0-1 0 0,0 0 1 0 0,-1 0 0 0 0,1 0 0 0 0,0 0-1 0 0,-1 0 1 0 0,1 0 0 0 0,-1 0-1 0 0,1 0 1 0 0,-1 0 0 0 0,0 0 0 0 0,0 0-1 0 0,1-2 1 0 0,-1-10 22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39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0 202 5624 0 0,'1'1'0'0'0,"9"12"10"0"0,3 6 33 0 0,-10-14-28 0 0,0 0-1 0 0,0 0 0 0 0,-1 1 1 0 0,1-1-1 0 0,-1 0 0 0 0,-1 1 1 0 0,1 0-1 0 0,0 5 0 0 0,3 13 122 0 0,0-1-1 0 0,11 26 0 0 0,-13-39-94 0 0,-2-8-30 0 0,0-1 0 0 0,0 0 0 0 0,-1 0 0 0 0,1 0 0 0 0,0 0 0 0 0,0 1 0 0 0,0-1 0 0 0,0-1 0 0 0,0 1 0 0 0,0 0 0 0 0,1 0 0 0 0,-1 0 0 0 0,0 0 0 0 0,0-1 0 0 0,0 1 0 0 0,1-1 0 0 0,-1 1 0 0 0,0-1 0 0 0,1 1 0 0 0,1-1 0 0 0,29 4 199 0 0,-31-4-208 0 0,5 0 18 0 0,1 0-1 0 0,0-1 1 0 0,-1 0 0 0 0,1 0 0 0 0,-1-1-1 0 0,1 0 1 0 0,-1 0 0 0 0,0 0 0 0 0,0-1-1 0 0,0 0 1 0 0,0 0 0 0 0,0-1 0 0 0,-1 0-1 0 0,1 0 1 0 0,-1 0 0 0 0,0 0 0 0 0,0-1-1 0 0,-1 0 1 0 0,7-8 0 0 0,6-10 31 0 0,0 0 1 0 0,-2-1 0 0 0,14-31-1 0 0,-20 39-6 0 0,-1-1 0 0 0,0-1 0 0 0,-2 0 0 0 0,0 0 0 0 0,-1 0 1 0 0,-1 0-1 0 0,0-1 0 0 0,-1 0 0 0 0,0-26 0 0 0,-4 44-35 0 0,1 0 0 0 0,-1 0 1 0 0,1-1-1 0 0,-1 1 0 0 0,0 0 1 0 0,1 0-1 0 0,-1 0 0 0 0,0 0 1 0 0,0-1-1 0 0,0 1 0 0 0,0 0 1 0 0,0 1-1 0 0,0-1 0 0 0,0 0 1 0 0,0 0-1 0 0,0 0 0 0 0,0 1 0 0 0,0-1 1 0 0,-1 0-1 0 0,1 1 0 0 0,0-1 1 0 0,0 1-1 0 0,-1 0 0 0 0,1-1 1 0 0,0 1-1 0 0,-1 0 0 0 0,1 0 1 0 0,-1 0-1 0 0,1 0 0 0 0,0 0 1 0 0,-1 0-1 0 0,1 0 0 0 0,0 0 1 0 0,-1 0-1 0 0,1 1 0 0 0,0-1 0 0 0,-1 1 1 0 0,1-1-1 0 0,0 1 0 0 0,0-1 1 0 0,-2 2-1 0 0,-6 5 45 0 0,1 0 0 0 0,-1 1 0 0 0,2-1-1 0 0,-1 2 1 0 0,1-1 0 0 0,1 1 0 0 0,0 0 0 0 0,0 0-1 0 0,0 1 1 0 0,1 0 0 0 0,-6 17 0 0 0,2-3 33 0 0,1 1 1 0 0,1 0-1 0 0,1 0 1 0 0,-3 28-1 0 0,2 18 312 0 0,7-70-383 0 0,0 0 0 0 0,-1 1 0 0 0,1-1 0 0 0,0 1 0 0 0,0-1-1 0 0,0 1 1 0 0,0-1 0 0 0,0 0 0 0 0,0 1 0 0 0,0-1 0 0 0,0 1 0 0 0,1-1 0 0 0,-1 0 0 0 0,0 1-1 0 0,1-1 1 0 0,-1 1 0 0 0,1-1 0 0 0,0 0 0 0 0,-1 0 0 0 0,1 1 0 0 0,0-1 0 0 0,0 0 0 0 0,0 0 0 0 0,0 0-1 0 0,0 0 1 0 0,0 0 0 0 0,0 0 0 0 0,0 0 0 0 0,0 0 0 0 0,1-1 0 0 0,-1 1 0 0 0,0 0 0 0 0,0-1 0 0 0,1 1-1 0 0,-1-1 1 0 0,1 1 0 0 0,-1-1 0 0 0,0 0 0 0 0,1 1 0 0 0,-1-1 0 0 0,1 0 0 0 0,-1 0 0 0 0,0 0-1 0 0,1 0 1 0 0,-1 0 0 0 0,1 0 0 0 0,-1-1 0 0 0,1 1 0 0 0,-1 0 0 0 0,0-1 0 0 0,1 1 0 0 0,-1-1 0 0 0,0 1-1 0 0,1-1 1 0 0,-1 0 0 0 0,0 0 0 0 0,0 1 0 0 0,0-1 0 0 0,0 0 0 0 0,2-2 0 0 0,48-56 446 0 0,53-79 1 0 0,-75 97-279 0 0,7-20 77 0 0,-32 52-183 0 0,1 0 1 0 0,0 1-1 0 0,1-1 0 0 0,7-8 0 0 0,-11 15 284 0 0,-5 27-259 0 0,0 0 1 0 0,-2 0-1 0 0,-12 39 0 0 0,5-17-37 0 0,-15 104 170 0 0,28-132-159 0 0,-1-19-76 0 0,0 0 0 0 0,0 0 0 0 0,0 1 0 0 0,1-1 1 0 0,-1 0-1 0 0,0 0 0 0 0,0 0 0 0 0,0 1 0 0 0,0-1 0 0 0,1 0 1 0 0,-1 0-1 0 0,0 0 0 0 0,0 0 0 0 0,1 0 0 0 0,-1 1 0 0 0,0-1 1 0 0,0 0-1 0 0,1 0 0 0 0,-1 0 0 0 0,0 0 0 0 0,0 0 0 0 0,1 0 1 0 0,-1 0-1 0 0,0 0 0 0 0,0 0 0 0 0,1 0 0 0 0,-1 0 0 0 0,0 0 1 0 0,0 0-1 0 0,1 0 0 0 0,-1 0 0 0 0,0 0 0 0 0,0 0 0 0 0,1 0 1 0 0,-1-1-1 0 0,3 0 6 0 0,-1-1 1 0 0,1 0 0 0 0,-1 0-1 0 0,1 0 1 0 0,-1 0 0 0 0,0-1-1 0 0,0 1 1 0 0,0-1 0 0 0,0 1-1 0 0,1-4 1 0 0,74-139 119 0 0,-9 14-11 0 0,-67 129-113 0 0,0 0 0 0 0,0 0 0 0 0,0 0 0 0 0,0 0-1 0 0,0 0 1 0 0,1 0 0 0 0,-1 1 0 0 0,1-1 0 0 0,-1 1 0 0 0,1-1-1 0 0,0 1 1 0 0,0-1 0 0 0,-1 1 0 0 0,1 0 0 0 0,0 0-1 0 0,3-1 1 0 0,-3 2 0 0 0,-1 0-1 0 0,1 0 0 0 0,-1 1 1 0 0,0-1-1 0 0,1 1 1 0 0,-1-1-1 0 0,0 1 0 0 0,0 0 1 0 0,1-1-1 0 0,-1 1 1 0 0,0 0-1 0 0,0 0 0 0 0,0 0 1 0 0,0 0-1 0 0,0 0 1 0 0,0 0-1 0 0,0 0 0 0 0,0 0 1 0 0,-1 0-1 0 0,1 1 1 0 0,0-1-1 0 0,-1 0 0 0 0,1 0 1 0 0,-1 1-1 0 0,1 1 1 0 0,3 5 3 0 0,-1-1 1 0 0,-1 1-1 0 0,1 0 1 0 0,-1-1-1 0 0,-1 1 1 0 0,1 0-1 0 0,-1 0 1 0 0,-1 14 0 0 0,12 176 124 0 0,-12-162-76 0 0,-3 0 0 0 0,0 0 0 0 0,-16 63 0 0 0,14-75-12 0 0,-1 1 0 0 0,-2-2 0 0 0,0 1 0 0 0,-1-1 1 0 0,-2-1-1 0 0,0 1 0 0 0,-1-2 0 0 0,-1 0 1 0 0,-1 0-1 0 0,-1-1 0 0 0,-24 24 0 0 0,35-41-30 0 0,0 1 1 0 0,0-1-1 0 0,0 0 0 0 0,0 0 0 0 0,0-1 0 0 0,-1 1 0 0 0,1-1 1 0 0,-1 0-1 0 0,1 0 0 0 0,-1-1 0 0 0,0 1 0 0 0,-9 0 0 0 0,11-1-1 0 0,0-1-1 0 0,0 0 0 0 0,-1 0 0 0 0,1 0 0 0 0,0 0 0 0 0,0-1 0 0 0,0 1 0 0 0,-1-1 0 0 0,1 0 0 0 0,0 0 0 0 0,0 0 0 0 0,0 0 0 0 0,0 0 0 0 0,1-1 0 0 0,-1 1 0 0 0,0-1 0 0 0,0 0 0 0 0,1 0 0 0 0,-1 0 0 0 0,-3-4 1 0 0,2 1 2 0 0,1 0 0 0 0,-1 0 0 0 0,1-1 0 0 0,0 1 1 0 0,0-1-1 0 0,0 0 0 0 0,1 0 0 0 0,0 0 1 0 0,0 0-1 0 0,1 0 0 0 0,-1 0 0 0 0,1-1 1 0 0,1 1-1 0 0,-1 0 0 0 0,1-1 0 0 0,0 1 0 0 0,1-1 1 0 0,0 1-1 0 0,0 0 0 0 0,0 0 0 0 0,0-1 1 0 0,1 1-1 0 0,0 0 0 0 0,4-7 0 0 0,6-15 50 0 0,2 1-1 0 0,1 1 1 0 0,32-45-1 0 0,-33 52-21 0 0,53-62 84 0 0,-45 56-96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40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10448 0 0,'4'4'169'0'0,"16"23"45"0"0,-16-20-154 0 0,-1 1-1 0 0,0-1 1 0 0,0 1-1 0 0,-1 0 1 0 0,0 0-1 0 0,1 8 1 0 0,88 419 1812 0 0,-87-415-1755 0 0,2 38 0 0 0,-5-31-10 0 0,9 41 0 0 0,-10-68-107 0 0,0 0-1 0 0,0 0 1 0 0,0 0 0 0 0,0 0 0 0 0,-1 1 0 0 0,1-1 0 0 0,0 0 0 0 0,0 0 0 0 0,0 0 0 0 0,0 0 0 0 0,0 0 0 0 0,0 1 0 0 0,0-1 0 0 0,0 0 0 0 0,0 0 0 0 0,0 0 0 0 0,0 0-1 0 0,0 0 1 0 0,0 0 0 0 0,0 1 0 0 0,0-1 0 0 0,0 0 0 0 0,0 0 0 0 0,0 0 0 0 0,1 0 0 0 0,-1 0 0 0 0,0 1 0 0 0,0-1 0 0 0,0 0 0 0 0,0 0 0 0 0,0 0 0 0 0,0 0 0 0 0,0 0 0 0 0,0 0-1 0 0,0 0 1 0 0,1 0 0 0 0,-1 0 0 0 0,0 1 0 0 0,0-1 0 0 0,0 0 0 0 0,0 0 0 0 0,0 0 0 0 0,0 0 0 0 0,1 0 0 0 0,-1 0 0 0 0,0 0 0 0 0,0 0 0 0 0,0 0 0 0 0,0 0 0 0 0,0 0-1 0 0,0 0 1 0 0,1 0 0 0 0,-1 0 0 0 0,0 0 0 0 0,0 0 0 0 0,0 0 0 0 0,0 0 0 0 0,0 0 0 0 0,1 0 0 0 0,-1 0 0 0 0,0 0 0 0 0,0 0 0 0 0,0 0 0 0 0,0-1 0 0 0,0 1 0 0 0,1 0 0 0 0,4-14-10 0 0,3-22-10 0 0,73-412-562 0 0,-75 427 534 0 0,1 0 0 0 0,0 1 0 0 0,2 0 0 0 0,0 0 1 0 0,1 0-1 0 0,22-31 0 0 0,-27 40 15 0 0,4-5-61 0 0,0 7 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42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0 658 7328 0 0,'0'0'997'0'0,"4"-3"-893"0"0,64-35 94 0 0,99-75-1 0 0,-125 82-113 0 0,-12 8-23 0 0,-24 17-38 0 0,0 1 1 0 0,0 0-1 0 0,1 0 1 0 0,0 1 0 0 0,9-5-1 0 0,-15 10 66 0 0,-9 5-55 0 0,0-1-33 0 0,1 1 0 0 0,0 0 0 0 0,0 0 0 0 0,-9 10 0 0 0,-29 60 12 0 0,-45 105 0 0 0,85-169-13 0 0,1 1 0 0 0,0 0 0 0 0,1 0 0 0 0,1 0 0 0 0,-2 18 0 0 0,2-11 0 0 0,1 0 0 0 0,2 6 0 0 0,-1-25 0 0 0,0-1 0 0 0,1 1 0 0 0,-1 0 0 0 0,0 0 0 0 0,0-1 0 0 0,1 1 0 0 0,-1 0 0 0 0,1-1 0 0 0,-1 1 0 0 0,0 0 0 0 0,1-1 0 0 0,-1 1 0 0 0,1-1 0 0 0,0 1 0 0 0,-1-1 0 0 0,1 1 0 0 0,-1-1 0 0 0,1 1 0 0 0,0-1 0 0 0,-1 0 0 0 0,1 1 0 0 0,0-1 0 0 0,-1 0 0 0 0,1 0 0 0 0,0 1 0 0 0,0-1 0 0 0,-1 0 0 0 0,1 0 0 0 0,0 0 0 0 0,0 0 0 0 0,-1 0 0 0 0,1 0 0 0 0,0 0 0 0 0,0 0 0 0 0,0 0 0 0 0,1-1 0 0 0,23-10 0 0 0,-19 6 0 0 0,0 0 0 0 0,-1 0 0 0 0,0-1 0 0 0,0 1 0 0 0,0-1 0 0 0,-1-1 0 0 0,5-9 0 0 0,26-55 0 0 0,-4 7 0 0 0,-21 46 2 0 0,-1 1 1 0 0,12-31 0 0 0,-18 40-2 0 0,-1 0-1 0 0,0 0 1 0 0,0 0 0 0 0,-1 0 0 0 0,0 0 0 0 0,0 0-1 0 0,-1 0 1 0 0,0 0 0 0 0,-2-12 0 0 0,2 18 0 0 0,0 1 0 0 0,-1 0 0 0 0,1 0 1 0 0,0-1-1 0 0,-1 1 0 0 0,1 0 0 0 0,-1 0 1 0 0,1 0-1 0 0,-1-1 0 0 0,1 1 0 0 0,-1 0 0 0 0,0 0 1 0 0,0 0-1 0 0,0 0 0 0 0,1 0 0 0 0,-1 0 1 0 0,0 1-1 0 0,0-1 0 0 0,0 0 0 0 0,-1 0 1 0 0,1 1-1 0 0,0-1 0 0 0,0 0 0 0 0,0 1 0 0 0,-2-1 1 0 0,2 1-1 0 0,0 0 0 0 0,0 1 0 0 0,0-1 0 0 0,0 1 1 0 0,0-1-1 0 0,0 1 0 0 0,0-1 0 0 0,0 1 0 0 0,0 0 0 0 0,0-1 1 0 0,0 1-1 0 0,1 0 0 0 0,-1 0 0 0 0,0-1 0 0 0,0 1 0 0 0,1 0 1 0 0,-1 0-1 0 0,1 0 0 0 0,-1 0 0 0 0,1 0 0 0 0,-1 0 0 0 0,1 0 1 0 0,-1 0-1 0 0,1 0 0 0 0,0 0 0 0 0,0 0 0 0 0,0 1 1 0 0,-1-1-1 0 0,1 0 0 0 0,0 0 0 0 0,1 1 0 0 0,-2 1 2 0 0,-1 8 5 0 0,0 0 1 0 0,1 1 0 0 0,0-1 0 0 0,1 0-1 0 0,0 1 1 0 0,1-1 0 0 0,4 20-1 0 0,-4-25 1 0 0,1 0-1 0 0,0 0 1 0 0,0 0-1 0 0,1 0 1 0 0,-1 0-1 0 0,1-1 1 0 0,1 1-1 0 0,-1-1 1 0 0,1 0-1 0 0,0 0 1 0 0,0 0-1 0 0,0-1 1 0 0,1 1-1 0 0,0-1 1 0 0,6 5-1 0 0,4 1 16 0 0,13 8 33 0 0,-26-18-50 0 0,0 0-1 0 0,0 0 0 0 0,0 1 0 0 0,0-1 0 0 0,1 0 0 0 0,-1-1 1 0 0,0 1-1 0 0,0 0 0 0 0,0-1 0 0 0,0 1 0 0 0,0-1 0 0 0,0 1 1 0 0,0-1-1 0 0,0 0 0 0 0,-1 0 0 0 0,1 0 0 0 0,2-2 0 0 0,25-17 49 0 0,-22 14-41 0 0,-1-1 1 0 0,0 1 0 0 0,0-1-1 0 0,0 0 1 0 0,-1-1 0 0 0,-1 1-1 0 0,1-1 1 0 0,-1 0-1 0 0,0 0 1 0 0,-1-1 0 0 0,0 1-1 0 0,0-1 1 0 0,2-12 0 0 0,0-10 43 0 0,-2 0 0 0 0,0-47 0 0 0,-1 36 12 0 0,-1-5 18 0 0,-1 0-1 0 0,-3 0 1 0 0,-1 1-1 0 0,-3-1 1 0 0,-2 1 0 0 0,-23-75-1 0 0,31 120-80 0 0,1 0-1 0 0,-1 0 1 0 0,1 0-1 0 0,-1 0 0 0 0,0 0 1 0 0,1 0-1 0 0,-1 1 1 0 0,0-1-1 0 0,1 0 0 0 0,-1 0 1 0 0,0 0-1 0 0,0 1 1 0 0,0-1-1 0 0,0 0 0 0 0,0 1 1 0 0,0-1-1 0 0,0 1 1 0 0,0-1-1 0 0,0 1 0 0 0,0 0 1 0 0,0-1-1 0 0,0 1 1 0 0,0 0-1 0 0,0 0 0 0 0,-1 0 1 0 0,1-1-1 0 0,0 1 1 0 0,0 0-1 0 0,-2 1 0 0 0,1-1 38 0 0,-14 27 84 0 0,9 18-62 0 0,2 1 0 0 0,2-1 0 0 0,2 1 0 0 0,2-1 0 0 0,9 63 0 0 0,18 31 155 0 0,-23-121-177 0 0,1 0-1 0 0,0 0 1 0 0,2-1 0 0 0,0 0-1 0 0,11 17 1 0 0,-11-23 33 0 0,0 0 0 0 0,1 0 0 0 0,0-1 0 0 0,1-1 0 0 0,21 17 1 0 0,-27-23-43 0 0,0 0 0 0 0,-1-1 0 0 0,1 1 0 0 0,0-1 0 0 0,1 0 0 0 0,-1 0 0 0 0,0 0 0 0 0,0 0 1 0 0,1-1-1 0 0,-1 0 0 0 0,1 0 0 0 0,-1 0 0 0 0,1 0 0 0 0,0-1 0 0 0,-1 0 0 0 0,1 0 0 0 0,0 0 1 0 0,-1 0-1 0 0,1-1 0 0 0,7-1 0 0 0,-10 0 5 0 0,0 1 1 0 0,-1-1-1 0 0,1 1 1 0 0,-1-1-1 0 0,1 1 1 0 0,-1-1-1 0 0,0 0 0 0 0,0 0 1 0 0,0 0-1 0 0,0 1 1 0 0,0-1-1 0 0,0 0 1 0 0,0 0-1 0 0,0-3 0 0 0,11-39 265 0 0,-7 27-237 0 0,0-4 38 0 0,-1-1 1 0 0,3-33 0 0 0,2-17 51 0 0,-1-21 42 0 0,-1 26-9 0 0,-7 65 81 0 0,4 24-215 0 0,-2-6-32 0 0,-1 0 0 0 0,0 25 0 0 0,0 22 32 0 0,3 22 31 0 0,-4-68-66 0 0,0 0 1 0 0,1 1 0 0 0,1-1 0 0 0,1 0-1 0 0,8 32 1 0 0,-8-41 5 0 0,0 1 0 0 0,0-1 0 0 0,1 0 0 0 0,0 0 0 0 0,1 0 0 0 0,0-1 0 0 0,0 1 0 0 0,6 6 0 0 0,-10-13-22 0 0,0-1 0 0 0,0 1 0 0 0,0-1-1 0 0,1 1 1 0 0,-1-1 0 0 0,0 1 0 0 0,0-1 0 0 0,0 0-1 0 0,1 1 1 0 0,-1-1 0 0 0,0 0 0 0 0,0 0 0 0 0,1 0-1 0 0,-1 0 1 0 0,0 0 0 0 0,0 0 0 0 0,1-1 0 0 0,-1 1 0 0 0,0 0-1 0 0,0-1 1 0 0,0 1 0 0 0,2-1 0 0 0,23-11 84 0 0,-20 7-73 0 0,0 0-1 0 0,-1 0 1 0 0,0 0-1 0 0,0 0 1 0 0,-1-1-1 0 0,1 0 1 0 0,-1 0 0 0 0,0 0-1 0 0,-1 0 1 0 0,1-1-1 0 0,-2 0 1 0 0,1 1-1 0 0,0-1 1 0 0,1-9-1 0 0,3-14 48 0 0,-2-1 0 0 0,2-32-1 0 0,-6 52-39 0 0,3-99 269 0 0,-4 108-148 0 0,-2 7-118 0 0,-2 7 2 0 0,0 0 0 0 0,1 0-1 0 0,1 0 1 0 0,0 0 0 0 0,0 1 0 0 0,1 13-1 0 0,1-16-6 0 0,0 1-1 0 0,1-1 0 0 0,0 0 1 0 0,1 1-1 0 0,0-1 0 0 0,0 0 1 0 0,1 0-1 0 0,1-1 0 0 0,0 1 1 0 0,0 0-1 0 0,1-1 0 0 0,7 11 1 0 0,-9-17-10 0 0,1-1 0 0 0,0 1 0 0 0,-1-1 0 0 0,1 1 0 0 0,0-1 0 0 0,1 0 0 0 0,-1-1 1 0 0,0 1-1 0 0,1-1 0 0 0,-1 1 0 0 0,0-2 0 0 0,1 1 0 0 0,-1 0 0 0 0,9-1 0 0 0,-11 0 1 0 0,1 0 0 0 0,-1 0 0 0 0,1 0 0 0 0,-1-1-1 0 0,1 1 1 0 0,-1-1 0 0 0,0 0 0 0 0,1 0 0 0 0,-1 0 0 0 0,0 0 0 0 0,0 0-1 0 0,0 0 1 0 0,1 0 0 0 0,-1-1 0 0 0,0 1 0 0 0,-1-1 0 0 0,4-3 0 0 0,-2 2 5 0 0,0-1 0 0 0,-1 0 0 0 0,1 1 0 0 0,-1-1 0 0 0,0 0 0 0 0,-1 0 0 0 0,1 0 0 0 0,-1-1 1 0 0,1 1-1 0 0,-1-5 0 0 0,23-162 345 0 0,-20 139-296 0 0,-6-26 72 0 0,0 24-36 0 0,2 32-50 0 0,-5-3-10 0 0,5 5-41 0 0,0-1-1 0 0,0 1 1 0 0,0 0-1 0 0,-1-1 1 0 0,1 1-1 0 0,0-1 1 0 0,0 1-1 0 0,-1 0 1 0 0,1-1-1 0 0,0 1 1 0 0,-1 0-1 0 0,1-1 1 0 0,0 1-1 0 0,-1 0 1 0 0,1-1-1 0 0,0 1 1 0 0,-1 0-1 0 0,1 0 1 0 0,-1-1-1 0 0,1 1 1 0 0,0 0-1 0 0,-1 0 1 0 0,1 0-1 0 0,-1 0 1 0 0,1 0-1 0 0,-1 0 1 0 0,1-1-1 0 0,-1 1 1 0 0,1 0-1 0 0,-1 0 1 0 0,1 0-1 0 0,-1 1 1 0 0,1-1-1 0 0,0 0 1 0 0,-1 0-1 0 0,0 0 1 0 0,-3 4 17 0 0,0 0 0 0 0,0 1 0 0 0,0-1 0 0 0,1 1 0 0 0,-1-1 0 0 0,1 1 0 0 0,0 0 0 0 0,1 1 0 0 0,-1-1 0 0 0,1 0 0 0 0,0 1 0 0 0,0-1 0 0 0,-1 12 0 0 0,-1-1 21 0 0,2 0 1 0 0,0 0 0 0 0,0 0-1 0 0,2 18 1 0 0,0-25-5 0 0,1 0-1 0 0,0 0 0 0 0,0 0 1 0 0,1-1-1 0 0,0 1 1 0 0,0 0-1 0 0,7 14 1 0 0,-8-20-28 0 0,1 0 0 0 0,1 0 0 0 0,-1 1 0 0 0,0-2 0 0 0,1 1 0 0 0,-1 0-1 0 0,1 0 1 0 0,0-1 0 0 0,0 0 0 0 0,0 1 0 0 0,0-1 0 0 0,0 0 0 0 0,0 0 0 0 0,1-1 0 0 0,-1 1 0 0 0,1-1 0 0 0,-1 0 0 0 0,1 0 0 0 0,0 0 0 0 0,6 1 0 0 0,13 0 25 0 0,0 0 0 0 0,26-3 1 0 0,-26 0 2 0 0,38 4 1 0 0,-59-3-34 0 0,0 0 0 0 0,0 1-1 0 0,0-1 1 0 0,0 1 0 0 0,0-1 0 0 0,0 1-1 0 0,0 0 1 0 0,-1 0 0 0 0,1-1 0 0 0,0 1-1 0 0,0 1 1 0 0,0-1 0 0 0,-1 0 0 0 0,3 2 0 0 0,-4-2-2 0 0,1-1 0 0 0,-1 1 0 0 0,1 0 1 0 0,-1-1-1 0 0,0 1 0 0 0,1 0 0 0 0,-1 0 1 0 0,0 0-1 0 0,1 0 0 0 0,-1-1 0 0 0,0 1 1 0 0,0 0-1 0 0,0 0 0 0 0,0 0 0 0 0,0 0 1 0 0,0 0-1 0 0,0 0 0 0 0,0 0 0 0 0,0-1 1 0 0,0 1-1 0 0,0 0 0 0 0,-1 0 1 0 0,0 1-1 0 0,0 1 2 0 0,-1 1 0 0 0,-1-1 0 0 0,1 0 0 0 0,0 0 0 0 0,-1 0 0 0 0,0 0 0 0 0,1-1 0 0 0,-1 1 0 0 0,0-1 0 0 0,-1 0 0 0 0,1 0 0 0 0,0 0 0 0 0,0 0 0 0 0,-1 0 0 0 0,-6 2 0 0 0,9-4-2 0 0,-1 1 0 0 0,1 0 0 0 0,-1 0 0 0 0,1-1 0 0 0,-1 1 0 0 0,0-1 0 0 0,1 1 0 0 0,-1-1 0 0 0,0 0 0 0 0,1 0 0 0 0,-1 1 1 0 0,0-1-1 0 0,0 0 0 0 0,1-1 0 0 0,-1 1 0 0 0,0 0 0 0 0,1 0 0 0 0,-1-1 0 0 0,0 1 0 0 0,-2-2 0 0 0,3 0 0 0 0,-1 1 1 0 0,1-1 0 0 0,-1 0-1 0 0,1 0 1 0 0,0 0-1 0 0,0-1 1 0 0,0 1 0 0 0,0 0-1 0 0,0 0 1 0 0,0-1-1 0 0,0-2 1 0 0,-1-1-2 0 0,-2-5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45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1068 9 5320 0 0,'8'2'0'0'0,"4"0"1"0"0,-2 1 1 0 0,5 2 5 0 0,8 3 16 0 0,-39-20 33 0 0,-5 5 15 0 0,15 5 6 0 0,0 0-1 0 0,-1 1 0 0 0,1-1 0 0 0,0 1 0 0 0,-9 0 0 0 0,5 1-37 0 0,0 0 0 0 0,1 1 0 0 0,-1 0 0 0 0,0 1 0 0 0,1 0 0 0 0,-1 0 1 0 0,1 1-1 0 0,0 1 0 0 0,0-1 0 0 0,0 1 0 0 0,0 1 0 0 0,1 0 0 0 0,-1 0 0 0 0,1 0 0 0 0,1 1 0 0 0,-15 13 0 0 0,1 7 16 0 0,0 1 0 0 0,2 1 0 0 0,0 1 1 0 0,2 0-1 0 0,2 1 0 0 0,1 1 0 0 0,1 0 0 0 0,-15 56 0 0 0,24-71-34 0 0,0-1 0 0 0,2 1-1 0 0,0 0 1 0 0,1 0 0 0 0,1 28-1 0 0,15 79 117 0 0,-12-100-119 0 0,3 41 108 0 0,-3 90 0 0 0,-3-106-84 0 0,-1-26-9 0 0,-1 0 0 0 0,-7 29-1 0 0,-1 12 49 0 0,1-7 5 0 0,-3-2-1 0 0,-2 1 0 0 0,-33 84 1 0 0,28-87-44 0 0,1-6 35 0 0,-3-1 1 0 0,-2-1-1 0 0,-29 43 0 0 0,39-69-33 0 0,-1-2 0 0 0,0 0 0 0 0,-2 0-1 0 0,0-2 1 0 0,-23 18 0 0 0,38-32-41 0 0,-14 12 38 0 0,-1 0 0 0 0,0-1 1 0 0,-1-1-1 0 0,-1-1 0 0 0,1 0 1 0 0,-2-1-1 0 0,1-1 0 0 0,-1-1 1 0 0,0-1-1 0 0,-35 6 0 0 0,47-10-23 0 0,0 0 0 0 0,0 0 0 0 0,-1 1-1 0 0,1 0 1 0 0,1 0 0 0 0,-1 1 0 0 0,0 0-1 0 0,1 0 1 0 0,-9 5 0 0 0,13-7-6 0 0,0 0 1 0 0,0 0-1 0 0,-1 0 1 0 0,1-1 0 0 0,0 1-1 0 0,-1-1 1 0 0,1 1-1 0 0,0-1 1 0 0,-1 0-1 0 0,1 0 1 0 0,-1 0 0 0 0,1 0-1 0 0,0 0 1 0 0,-1-1-1 0 0,1 1 1 0 0,0-1-1 0 0,-1 0 1 0 0,1 1 0 0 0,0-1-1 0 0,0 0 1 0 0,-1 0-1 0 0,1 0 1 0 0,0-1-1 0 0,0 1 1 0 0,0-1 0 0 0,0 1-1 0 0,1-1 1 0 0,-1 1-1 0 0,0-1 1 0 0,1 0-1 0 0,-1 0 1 0 0,1 0 0 0 0,-1 0-1 0 0,0-3 1 0 0,0 3 33 0 0,1-22 98 0 0,3 18-117 0 0,0 0-1 0 0,0 1 1 0 0,1-1-1 0 0,-1 1 0 0 0,1-1 1 0 0,1 1-1 0 0,-1 0 1 0 0,1 0-1 0 0,0 0 0 0 0,0 1 1 0 0,9-8-1 0 0,1 0 21 0 0,0 1-1 0 0,30-18 0 0 0,-35 24-30 0 0,0 1 0 0 0,1 0-1 0 0,-1 0 1 0 0,1 1 0 0 0,0 0-1 0 0,0 0 1 0 0,0 1 0 0 0,0 1-1 0 0,0 0 1 0 0,0 0 0 0 0,0 1-1 0 0,1 0 1 0 0,-1 1 0 0 0,0 0-1 0 0,12 3 1 0 0,1 2 41 0 0,-1 1 0 0 0,26 12 0 0 0,-39-15-41 0 0,-1 1 0 0 0,0 0 1 0 0,0 0-1 0 0,0 1 0 0 0,-1 0 0 0 0,0 0 1 0 0,0 0-1 0 0,9 13 0 0 0,4 6 25 0 0,-10-15-24 0 0,-1 1-1 0 0,-1 0 0 0 0,0 0 1 0 0,0 1-1 0 0,-1 0 0 0 0,-1 1 0 0 0,0-1 1 0 0,-1 1-1 0 0,5 17 0 0 0,3 13 21 0 0,-9-32-29 0 0,0 1 1 0 0,-1-1-1 0 0,0 1 1 0 0,0 13-1 0 0,13 132 63 0 0,-22 220 3 0 0,7 106-20 0 0,63 67 2 0 0,-45-447-48 0 0,4-1 0 0 0,5-1 1 0 0,52 126-1 0 0,-72-207-7 0 0,2 0 0 0 0,0 0 0 0 0,1-1 0 0 0,1 0 1 0 0,23 27-1 0 0,-3-15-1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47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 4416 0 0,'15'4'5'0'0,"6"0"34"0"0,-1-2 47 0 0,11-1 159 0 0,-27-1 331 0 0,-21 50 363 0 0,10 0-817 0 0,-2 89-1 0 0,8-117-104 0 0,-8 172 74 0 0,8-185-85 0 0,0 0-1 0 0,-1 1 1 0 0,-6 16 0 0 0,6-19-3 0 0,-1 1 0 0 0,1-1 0 0 0,1 0 1 0 0,-1 1-1 0 0,1 0 0 0 0,1 8 0 0 0,0-11-1 0 0,1 12 4 0 0,-1 0 0 0 0,-1 0 1 0 0,-4 29-1 0 0,2-12 10 0 0,4-28-10 0 0,-2 1-1 0 0,1-1 1 0 0,-1 1-1 0 0,0-1 1 0 0,0 1-1 0 0,-3 8 1 0 0,1-10-1 0 0,1 1 1 0 0,0 0 0 0 0,0 0-1 0 0,1 0 1 0 0,-1 0-1 0 0,1 0 1 0 0,1 0 0 0 0,-1 0-1 0 0,1 10 1 0 0,-4 9 16 0 0,3-23-20 0 0,0 0 0 0 0,1-1 0 0 0,-1 1 0 0 0,1 0 1 0 0,-1 0-1 0 0,1 0 0 0 0,0 0 0 0 0,0 0 1 0 0,0 0-1 0 0,0 0 0 0 0,0 0 0 0 0,1 2 0 0 0,-1-2 3 0 0,1 0-1 0 0,0 0 1 0 0,-1 0-1 0 0,0 0 0 0 0,1 0 1 0 0,-1 0-1 0 0,0 0 0 0 0,0 0 1 0 0,0 0-1 0 0,0 0 1 0 0,0 0-1 0 0,-1 0 0 0 0,1 0 1 0 0,-1 0-1 0 0,1 0 0 0 0,-1 0 1 0 0,-1 3-1 0 0,1-3 323 0 0,1-2-326 0 0,0 0 1 0 0,0 0 0 0 0,0 0-1 0 0,0 0 1 0 0,0 0-1 0 0,0 0 1 0 0,0 1 0 0 0,0-1-1 0 0,0 0 1 0 0,0 0 0 0 0,0 0-1 0 0,0 0 1 0 0,0 0-1 0 0,0 0 1 0 0,0 1 0 0 0,0-1-1 0 0,0 0 1 0 0,0 0-1 0 0,0 0 1 0 0,0 0 0 0 0,0 0-1 0 0,0 0 1 0 0,0 0 0 0 0,0 1-1 0 0,-1-1 1 0 0,1 0-1 0 0,0 0 1 0 0,0 0 0 0 0,0 0-1 0 0,0 0 1 0 0,0 0-1 0 0,0 0 1 0 0,0 0 0 0 0,0 0-1 0 0,0 0 1 0 0,-1 1-1 0 0,1-1 1 0 0,0 0 0 0 0,0 0-1 0 0,0 0 1 0 0,0 0 0 0 0,0 0-1 0 0,0 0 1 0 0,0 0-1 0 0,-1 0 1 0 0,1 0 0 0 0,0 0-1 0 0,0 0 1 0 0,0 0-1 0 0,0 0 1 0 0,0 0 0 0 0,0 0-1 0 0,-1 0 1 0 0,1 0 0 0 0,0 0-1 0 0,0 0 1 0 0,0-1-1 0 0,-6-9 176 0 0,0-15-90 0 0,4 20-67 0 0,1-1 0 0 0,-1 1 1 0 0,1-1-1 0 0,0 1 1 0 0,0-1-1 0 0,1 0 0 0 0,0-8 1 0 0,1-42 141 0 0,3 4-19 0 0,1-8 46 0 0,2 3-81 0 0,3 6-16 0 0,-9 40-70 0 0,1 1 0 0 0,0 0 0 0 0,0 0-1 0 0,1 0 1 0 0,5-11 0 0 0,-2 7 6 0 0,0-1 0 0 0,-1 1 0 0 0,-1-1 0 0 0,-1-1-1 0 0,3-16 1 0 0,0-1 22 0 0,-4 26-37 0 0,1-1-1 0 0,0 0 0 0 0,0 1 1 0 0,1-1-1 0 0,5-7 1 0 0,12-25 38 0 0,-15 25-31 0 0,0 1-1 0 0,2 0 1 0 0,0 0 0 0 0,0 1 0 0 0,1 0 0 0 0,1 0 0 0 0,0 1 0 0 0,14-13-1 0 0,6-7 37 0 0,-27 28-41 0 0,-1 0-1 0 0,1 0 1 0 0,0 1-1 0 0,1-1 0 0 0,-1 1 1 0 0,1 0-1 0 0,-1 0 1 0 0,1 0-1 0 0,0 0 1 0 0,0 1-1 0 0,0-1 0 0 0,0 1 1 0 0,1 0-1 0 0,-1 0 1 0 0,0 1-1 0 0,1-1 0 0 0,0 1 1 0 0,-1 0-1 0 0,1 1 1 0 0,6-2-1 0 0,5 2 51 0 0,-10 0-45 0 0,0-1-1 0 0,1 1 1 0 0,-1 0-1 0 0,0 1 1 0 0,1-1-1 0 0,-1 1 1 0 0,0 1-1 0 0,0-1 1 0 0,0 1 0 0 0,0 0-1 0 0,0 0 1 0 0,0 1-1 0 0,6 3 1 0 0,5 4 10 0 0,-15-9-23 0 0,0-1 0 0 0,-1 1 0 0 0,1 0 0 0 0,0 0 0 0 0,0 1-1 0 0,0-1 1 0 0,-1 0 0 0 0,1 1 0 0 0,-1-1 0 0 0,1 1 0 0 0,-1-1 0 0 0,1 1-1 0 0,-1 0 1 0 0,0-1 0 0 0,0 1 0 0 0,0 0 0 0 0,0 0 0 0 0,0 0-1 0 0,0 0 1 0 0,-1 0 0 0 0,2 3 0 0 0,0 4 14 0 0,-1-1-1 0 0,1 1 1 0 0,-1 0 0 0 0,-1-1-1 0 0,0 1 1 0 0,0 0 0 0 0,-1 0-1 0 0,0-1 1 0 0,-4 18 0 0 0,1-12 10 0 0,-1 1 1 0 0,-1-1-1 0 0,0 0 0 0 0,-1 0 1 0 0,-10 15-1 0 0,-5 2 103 0 0,-1-1-1 0 0,-1-1 0 0 0,-52 47 0 0 0,56-60-71 0 0,0-1 0 0 0,-1-1 1 0 0,-1-1-1 0 0,0-1 0 0 0,-26 10 0 0 0,-11 7 129 0 0,-9-1 53 0 0,59-20-173 0 0,9-7-69 0 0,0-1-1 0 0,0 0 1 0 0,0 0-1 0 0,0 1 1 0 0,0-1 0 0 0,0 0-1 0 0,-1 1 1 0 0,1-1-1 0 0,0 0 1 0 0,0 0-1 0 0,0 1 1 0 0,-1-1-1 0 0,1 0 1 0 0,0 0-1 0 0,0 1 1 0 0,-1-1 0 0 0,1 0-1 0 0,0 0 1 0 0,-1 0-1 0 0,1 0 1 0 0,0 1-1 0 0,0-1 1 0 0,-1 0-1 0 0,1 0 1 0 0,0 0-1 0 0,-1 0 1 0 0,1 0 0 0 0,0 0-1 0 0,-1 0 1 0 0,1 0-1 0 0,0 0 1 0 0,-1 0-1 0 0,1 0 1 0 0,-1 0-1 0 0,-11 0 34 0 0,9 0 1 0 0,5 12 105 0 0,2-10-130 0 0,0 1 0 0 0,0-1 0 0 0,0 0 0 0 0,0 0 0 0 0,1 0 0 0 0,-1 0 0 0 0,1-1 0 0 0,0 0-1 0 0,-1 0 1 0 0,1 0 0 0 0,9 0 0 0 0,58-1 47 0 0,-59-1-49 0 0,6-1 15 0 0,0 0 0 0 0,23-7 0 0 0,23-4 54 0 0,79 5 37 0 0,-143 8-114 0 0,0 0 1 0 0,0 0 0 0 0,0 0-1 0 0,0 0 1 0 0,0 0-1 0 0,0 0 1 0 0,0 0-1 0 0,0 0 1 0 0,0 0-1 0 0,0 0 1 0 0,0 1-1 0 0,0-1 1 0 0,0 0-1 0 0,0 1 1 0 0,0-1-1 0 0,0 1 1 0 0,0-1-1 0 0,0 1 1 0 0,0-1-1 0 0,-1 1 1 0 0,1 0 0 0 0,0-1-1 0 0,0 1 1 0 0,-1 0-1 0 0,1 0 1 0 0,0 0-1 0 0,-1-1 1 0 0,1 1-1 0 0,-1 0 1 0 0,1 0-1 0 0,-1 0 1 0 0,0 0-1 0 0,1 0 1 0 0,-1 0-1 0 0,0 0 1 0 0,1 0-1 0 0,-1 0 1 0 0,0 0 0 0 0,0 0-1 0 0,0 0 1 0 0,0 0-1 0 0,0 0 1 0 0,0 0-1 0 0,0 0 1 0 0,-1 0-1 0 0,1 0 1 0 0,0 0-1 0 0,0 0 1 0 0,-1 0-1 0 0,1 0 1 0 0,-1 0-1 0 0,0 1 1 0 0,-2 5 3 0 0,0 0 0 0 0,0-1 0 0 0,0 0 0 0 0,-1 0 0 0 0,-9 11 0 0 0,-18 19 15 0 0,2-1-5 0 0,-1-2 0 0 0,-2-2 1 0 0,-42 34-1 0 0,66-59-11 0 0,-1 1 9 0 0,1 0 0 0 0,-1-1 0 0 0,0 0 0 0 0,0 0 0 0 0,-1-1 0 0 0,1 0 0 0 0,-1-1 0 0 0,-1 0 0 0 0,1 0 0 0 0,0-1 0 0 0,-1-1 0 0 0,-10 2 0 0 0,-4-4 13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7:49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0 627 8536 0 0,'30'-4'-2'0'0,"15"0"40"0"0,-10 2 40 0 0,19-5 152 0 0,-49 6-186 0 0,1-1-1 0 0,-1 0 1 0 0,0 0 0 0 0,1 0 0 0 0,-1 0 0 0 0,0-1 0 0 0,-1 0 0 0 0,1 0 0 0 0,0 0 0 0 0,-1-1-1 0 0,7-6 1 0 0,8-6 55 0 0,11 1 115 0 0,-26 14-165 0 0,0-1 1 0 0,-1 1 0 0 0,1-1-1 0 0,-1 0 1 0 0,1 0-1 0 0,-1 0 1 0 0,0 0-1 0 0,0 0 1 0 0,5-5-1 0 0,37-39 363 0 0,-28 30-294 0 0,-1 0 0 0 0,-1-1 0 0 0,14-21 0 0 0,6-2 19 0 0,-28 33-112 0 0,-1 0 0 0 0,1 0 0 0 0,9-16-1 0 0,-13 21-23 0 0,0-1-1 0 0,0 1 0 0 0,0 0 1 0 0,0 1-1 0 0,1-1 0 0 0,-1 1 0 0 0,1-1 1 0 0,6-1-1 0 0,-11 7-11 0 0,0-1 1 0 0,0 1-1 0 0,0-1 1 0 0,-1 0-1 0 0,1 0 1 0 0,-1 1-1 0 0,0-1 0 0 0,0 0 1 0 0,0 0-1 0 0,-3 4 1 0 0,-32 36-59 0 0,25-30 54 0 0,-39 48-83 0 0,-49 52-253 0 0,21-29 100 0 0,-12 12 16 0 0,87-92 216 0 0,1 1-1 0 0,-1-1 1 0 0,0 1-1 0 0,1 0 1 0 0,0 0-1 0 0,-4 10 1 0 0,-4 6-33 0 0,10-19 44 0 0,0 0 0 0 0,1 0 0 0 0,-1-1 0 0 0,0 1 0 0 0,1 0 0 0 0,-1 0 0 0 0,1 0 0 0 0,0 0 0 0 0,0 0 0 0 0,-1 0 0 0 0,1 1 0 0 0,1 2 0 0 0,-2 13-38 0 0,1-16 39 0 0,0-1 0 0 0,0 1 0 0 0,1 0 0 0 0,-1-1 0 0 0,0 1 0 0 0,1-1 1 0 0,-1 1-1 0 0,1 0 0 0 0,-1-1 0 0 0,1 1 0 0 0,0-1 0 0 0,0 0 0 0 0,-1 1 0 0 0,1-1 0 0 0,0 1 1 0 0,0-1-1 0 0,1 0 0 0 0,-1 0 0 0 0,0 0 0 0 0,0 0 0 0 0,0 0 0 0 0,1 0 0 0 0,-1 0 1 0 0,1 0-1 0 0,-1 0 0 0 0,1 0 0 0 0,-1-1 0 0 0,1 1 0 0 0,-1-1 0 0 0,1 1 0 0 0,-1-1 0 0 0,1 0 1 0 0,0 1-1 0 0,-1-1 0 0 0,1 0 0 0 0,2 0 0 0 0,28-11-21 0 0,-1-2 0 0 0,0-1-1 0 0,-1-1 1 0 0,0-1 0 0 0,32-25 0 0 0,-42 24 21 0 0,-2-1 0 0 0,0 0 0 0 0,-2-2 0 0 0,0 0 0 0 0,-1 0 1 0 0,22-41-1 0 0,-6-11 7 0 0,-29 66 1 0 0,1 0 0 0 0,-1 0 0 0 0,-1 0-1 0 0,1-1 1 0 0,-1 1 0 0 0,0 0 0 0 0,0 0 0 0 0,-1-1 0 0 0,0-8 0 0 0,-1-2 9 0 0,-1 1 0 0 0,-5-21-1 0 0,5 30 0 0 0,-1 0 1 0 0,0 0-1 0 0,0 0 0 0 0,0 1 0 0 0,-1-1 0 0 0,-7-8 0 0 0,6 8 26 0 0,5 5-32 0 0,-1 2 1 0 0,0-1-1 0 0,0 0 0 0 0,0 0 1 0 0,0 0-1 0 0,0 0 0 0 0,0 0 0 0 0,0 1 1 0 0,0-1-1 0 0,0 0 0 0 0,0 1 1 0 0,-1-1-1 0 0,1 1 0 0 0,0-1 0 0 0,0 1 1 0 0,0 0-1 0 0,-1 0 0 0 0,1-1 1 0 0,0 1-1 0 0,-1 0 0 0 0,1 0 1 0 0,0 0-1 0 0,0 0 0 0 0,-1 0 0 0 0,1 1 1 0 0,0-1-1 0 0,0 0 0 0 0,-1 1 1 0 0,1-1-1 0 0,-2 1 0 0 0,0 0 5 0 0,1 1 0 0 0,-1-1 0 0 0,0 0 0 0 0,0 1 0 0 0,1 0 0 0 0,-1-1 0 0 0,1 1 1 0 0,0 0-1 0 0,-1 0 0 0 0,-1 3 0 0 0,-1 3 4 0 0,1-1 0 0 0,0 1 1 0 0,0 0-1 0 0,1 1 0 0 0,0-1 1 0 0,1 0-1 0 0,-3 16 0 0 0,1-4 50 0 0,2 0 0 0 0,0 25 0 0 0,2-39-33 0 0,1 1 1 0 0,0 0 0 0 0,0-1-1 0 0,0 1 1 0 0,1 0 0 0 0,0-1-1 0 0,3 8 1 0 0,-3-11-19 0 0,0 0 1 0 0,0 0-1 0 0,1 0 1 0 0,-1-1-1 0 0,1 1 0 0 0,-1 0 1 0 0,1-1-1 0 0,0 0 1 0 0,0 1-1 0 0,0-1 0 0 0,0 0 1 0 0,0-1-1 0 0,0 1 1 0 0,1 0-1 0 0,-1-1 1 0 0,1 0-1 0 0,-1 0 0 0 0,5 1 1 0 0,0-1 11 0 0,0 0 0 0 0,-1 0-1 0 0,1-1 1 0 0,0 0 0 0 0,0-1 0 0 0,-1 0 0 0 0,9-1 0 0 0,-11 0-11 0 0,-1 1 0 0 0,1-1 0 0 0,-1 0 0 0 0,0 0 0 0 0,0-1 0 0 0,0 1 0 0 0,0-1 0 0 0,0 0 0 0 0,4-4 0 0 0,33-35 92 0 0,-28 28-81 0 0,61-65 91 0 0,-41 35-57 0 0,-9 13-4 0 0,-5-2 49 0 0,-7 10-44 0 0,-11 22-33 0 0,-1 0-10 0 0,0 1 0 0 0,0-1 0 0 0,0 1 0 0 0,0-1 0 0 0,0 1 0 0 0,0-1 0 0 0,0 1 0 0 0,-1-1-1 0 0,1 1 1 0 0,0 0 0 0 0,0-1 0 0 0,-1 1 0 0 0,1-1 0 0 0,0 1 0 0 0,0 0 0 0 0,-1-1 0 0 0,1 1 0 0 0,-1 0 0 0 0,1-1 0 0 0,0 1 0 0 0,-1 0 0 0 0,1 0 0 0 0,-1-1 0 0 0,-2 2-5 0 0,0 0 0 0 0,1 1 0 0 0,-1-1 0 0 0,1 1 0 0 0,-1-1 0 0 0,1 1 0 0 0,0 0 0 0 0,0 0 0 0 0,0 0 0 0 0,0 0 0 0 0,0 0 0 0 0,0 0 0 0 0,0 1 0 0 0,1-1 0 0 0,-2 4 0 0 0,-25 49 54 0 0,16-30-23 0 0,-40 63 128 0 0,-20 41 117 0 0,61-108-208 0 0,9-19-68 0 0,1 1 0 0 0,-1-1 0 0 0,1 0 0 0 0,0 1 0 0 0,-1 0 0 0 0,1-1 0 0 0,0 1 0 0 0,1 0 0 0 0,-1-1 0 0 0,0 1 0 0 0,1 5 0 0 0,-5 11 63 0 0,4-18-67 0 0,1 0 0 0 0,-1 0 1 0 0,1 0-1 0 0,-1 0 0 0 0,1 0 0 0 0,0 0 0 0 0,-1 1 0 0 0,1-1 0 0 0,0 0 0 0 0,0 0 0 0 0,0 0 0 0 0,0 1 0 0 0,0-1 0 0 0,0 0 1 0 0,0 0-1 0 0,1 1 0 0 0,-1-1 0 0 0,0 0 0 0 0,1 2 0 0 0,0-2 5 0 0,-1 0 0 0 0,0 0 0 0 0,1-1 0 0 0,0 1-1 0 0,-1 0 1 0 0,1 0 0 0 0,-1 0 0 0 0,1 0 0 0 0,0-1 0 0 0,0 1 0 0 0,0 0 0 0 0,-1-1 0 0 0,1 1 0 0 0,0-1-1 0 0,0 1 1 0 0,0-1 0 0 0,0 1 0 0 0,0-1 0 0 0,0 1 0 0 0,0-1 0 0 0,0 0 0 0 0,0 0 0 0 0,0 1-1 0 0,2-1 1 0 0,1 0 9 0 0,0 0-1 0 0,0 0 0 0 0,1 0 1 0 0,-1-1-1 0 0,0 1 0 0 0,8-3 0 0 0,-6 2-6 0 0,-1-1 0 0 0,0 0 0 0 0,1 0-1 0 0,-1 0 1 0 0,0-1 0 0 0,0 0-1 0 0,-1 0 1 0 0,1 0 0 0 0,0 0 0 0 0,-1-1-1 0 0,6-5 1 0 0,16-26 97 0 0,-18 26-86 0 0,-1 0 0 0 0,1-1 0 0 0,-2-1 0 0 0,0 1-1 0 0,0-1 1 0 0,6-17 0 0 0,5-20 54 0 0,-9 25-11 0 0,0-1 1 0 0,8-43-1 0 0,-9 19-8 0 0,-2 22 9 0 0,3-50 0 0 0,1-21 104 0 0,-14 25-81 0 0,4 66-82 0 0,0 0 1 0 0,-1 0 0 0 0,0 0-1 0 0,0 0 1 0 0,0 1-1 0 0,0-1 1 0 0,-1 1-1 0 0,0-1 1 0 0,-4-5 0 0 0,-9-21 215 0 0,14 30-170 0 0,-8 4 23 0 0,6 6-59 0 0,0 1-1 0 0,1 0 1 0 0,0 0 0 0 0,0 0-1 0 0,1 0 1 0 0,0 1-1 0 0,1-1 1 0 0,-1 14 0 0 0,-5 23 49 0 0,4-32-28 0 0,1 0 0 0 0,0 1 0 0 0,1-1 0 0 0,1 1 0 0 0,1-1 0 0 0,2 22 0 0 0,21 83 135 0 0,-17-93-160 0 0,1 7 74 0 0,1 0 0 0 0,2-1 0 0 0,1 0 0 0 0,2-1 0 0 0,1-1 0 0 0,1 0 0 0 0,30 40 0 0 0,-41-62-49 0 0,-2-4-8 0 0,-1 0-1 0 0,1-1 0 0 0,0 1 0 0 0,0-1 0 0 0,0 0 0 0 0,0 0 0 0 0,6 4 0 0 0,-8-6-24 0 0,1-1 1 0 0,-1 1-1 0 0,0-1 0 0 0,1 1 1 0 0,0-1-1 0 0,-1 1 1 0 0,1-1-1 0 0,-1 0 0 0 0,1 0 1 0 0,-1 0-1 0 0,1 0 0 0 0,0 0 1 0 0,-1 0-1 0 0,1-1 0 0 0,-1 1 1 0 0,1 0-1 0 0,-1-1 0 0 0,1 1 1 0 0,-1-1-1 0 0,1 1 0 0 0,-1-1 1 0 0,1 0-1 0 0,-1 0 0 0 0,0 0 1 0 0,1 1-1 0 0,0-3 1 0 0,4-1 6 0 0,-1 0 1 0 0,0-1 0 0 0,-1 0-1 0 0,1 0 1 0 0,-1 0 0 0 0,1 0-1 0 0,-2-1 1 0 0,1 0 0 0 0,-1 0-1 0 0,6-11 1 0 0,0-7 28 0 0,9-41 0 0 0,0 2 13 0 0,-9 41-18 0 0,-2-1-1 0 0,0 0 0 0 0,-1-1 0 0 0,-2 0 0 0 0,3-46 0 0 0,-7 68 3 0 0,1 2-36 0 0,-1 0 1 0 0,0 0-1 0 0,1 0 0 0 0,-1 0 0 0 0,0 0 1 0 0,1 0-1 0 0,-1 0 0 0 0,0 0 0 0 0,1 0 1 0 0,-1 0-1 0 0,0 0 0 0 0,1 0 0 0 0,-1 1 1 0 0,0-1-1 0 0,0 0 0 0 0,1 0 0 0 0,-1 0 1 0 0,0 1-1 0 0,0-1 0 0 0,1 0 0 0 0,-1 0 1 0 0,0 1-1 0 0,0-1 0 0 0,0 0 0 0 0,1 0 1 0 0,-1 1-1 0 0,-3 5 17 0 0,1-1 0 0 0,0 1 0 0 0,0 0 0 0 0,0 0 0 0 0,1-1 0 0 0,0 1 0 0 0,0 0 0 0 0,0 9 0 0 0,2 54 89 0 0,1-25-41 0 0,-2 9 98 0 0,8 58 0 0 0,-7-109-159 0 0,-1 0-1 0 0,0-1 0 0 0,1 1 1 0 0,-1 0-1 0 0,1-1 0 0 0,0 1 1 0 0,-1 0-1 0 0,1-1 0 0 0,0 1 0 0 0,0-1 1 0 0,0 1-1 0 0,0-1 0 0 0,0 0 1 0 0,0 1-1 0 0,1-1 0 0 0,-1 0 1 0 0,0 0-1 0 0,1 0 0 0 0,-1 0 1 0 0,0 0-1 0 0,1 0 0 0 0,2 1 0 0 0,0-22 49 0 0,1-6 30 0 0,2 1-1 0 0,0-1 1 0 0,14-30-1 0 0,-11 28-16 0 0,-10 26-57 0 0,1 1-1 0 0,-1-1 1 0 0,1 0-1 0 0,-1 1 1 0 0,1-1 0 0 0,0 1-1 0 0,-1-1 1 0 0,1 1-1 0 0,0 0 1 0 0,0-1-1 0 0,0 1 1 0 0,2-3 0 0 0,-2 6-7 0 0,0-1 0 0 0,0 1 1 0 0,0 0-1 0 0,0-1 1 0 0,0 1-1 0 0,-1 0 1 0 0,1-1-1 0 0,-1 1 0 0 0,1 0 1 0 0,-1 0-1 0 0,0-1 1 0 0,1 1-1 0 0,-1 0 1 0 0,0 0-1 0 0,0 2 0 0 0,2 12 8 0 0,15 143 78 0 0,-11-94-50 0 0,1 62 53 0 0,-6-78-63 0 0,0-27-12 0 0,-1 0 1 0 0,-5 37-1 0 0,-5 23 19 0 0,-5 16 6 0 0,8-72-15 0 0,-2 1 1 0 0,-1-2 0 0 0,-15 30-1 0 0,12-29 5 0 0,-1-1 0 0 0,-22 29 0 0 0,30-45-22 0 0,-1 0-1 0 0,0-1 1 0 0,0 0 0 0 0,-1 0-1 0 0,-1 0 1 0 0,1-1 0 0 0,-1-1-1 0 0,-19 11 1 0 0,28-16-10 0 0,-1-1 0 0 0,0 1 0 0 0,0-1 0 0 0,0 1 1 0 0,0-1-1 0 0,0 0 0 0 0,0 1 0 0 0,0-1 0 0 0,0 0 0 0 0,0 0 0 0 0,1 0 0 0 0,-1 0 0 0 0,0 0 1 0 0,0 0-1 0 0,0 0 0 0 0,0 0 0 0 0,0 0 0 0 0,0 0 0 0 0,0-1 0 0 0,0 1 0 0 0,0 0 0 0 0,0-1 0 0 0,0 1 1 0 0,0 0-1 0 0,1-1 0 0 0,-1 1 0 0 0,0-1 0 0 0,-1 0 0 0 0,1-1 1 0 0,-1 0 1 0 0,1 0-1 0 0,0 0 0 0 0,0 0 1 0 0,0 0-1 0 0,0 0 0 0 0,1 0 1 0 0,-1 0-1 0 0,0 0 0 0 0,1-1 1 0 0,-1-3-1 0 0,0-6 4 0 0,0 0 1 0 0,2 0-1 0 0,1-17 1 0 0,8-18 5 0 0,21-68 4 0 0,66-158-1 0 0,-80 239-11 0 0,40-59-1 0 0,-10 19 2 0 0,-14 13-5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12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5224 0 0,'1'-1'672'0'0,"3"0"-111"0"0,20-7 1262 0 0,-20 7-1684 0 0,0 1 0 0 0,0-1 1 0 0,-1 1-1 0 0,1 0 0 0 0,0 0 1 0 0,0 1-1 0 0,0-1 0 0 0,0 1 1 0 0,5 1-1 0 0,-7-2-28 0 0,-1 1 25 0 0,0-1 1 0 0,0 1-1 0 0,0-1 1 0 0,0 1-1 0 0,0 0 1 0 0,0-1-1 0 0,0 1 1 0 0,0 0-1 0 0,0-1 1 0 0,0 1-1 0 0,0 0 1 0 0,0 0-1 0 0,-1 0 1 0 0,1 0-1 0 0,0 0 1 0 0,-1 0 0 0 0,1 0-1 0 0,0 0 1 0 0,-1 0-1 0 0,0 0 1 0 0,1 1-1 0 0,0 0 1 0 0,2 4-77 0 0,-6 20 93 0 0,11 81-27 0 0,-2-24-119 0 0,-4 67 4 0 0,-2-111-16 0 0,-1-33 3 0 0,1 1 1 0 0,0-1-1 0 0,0 1 1 0 0,0-1-1 0 0,1 0 0 0 0,1 7 1 0 0,13 50-88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13.1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81 8640 0 0,'12'18'121'0'0,"-2"-10"-14"0"0,5 1 81 0 0,13 12 162 0 0,-25-18-263 0 0,0 0-1 0 0,0 0 1 0 0,1-1-1 0 0,-1 0 1 0 0,0 1-1 0 0,1-1 1 0 0,0 0-1 0 0,-1-1 1 0 0,1 1-1 0 0,0-1 1 0 0,0 1-1 0 0,0-1 1 0 0,0 0-1 0 0,0-1 1 0 0,0 1-1 0 0,1-1 1 0 0,4 0-1 0 0,7 0 26 0 0,0-2-1 0 0,-1 0 1 0 0,20-5-1 0 0,7-1 310 0 0,-34 7-362 0 0,1-1-1 0 0,0-1 0 0 0,-1 1 1 0 0,0-2-1 0 0,0 1 1 0 0,0-1-1 0 0,0 0 0 0 0,13-9 1 0 0,1-3 99 0 0,28-28 1 0 0,-47 42-148 0 0,-1-1 0 0 0,0 0-1 0 0,0 0 1 0 0,0 0 0 0 0,0 0 0 0 0,0 0 0 0 0,-1 0-1 0 0,1 0 1 0 0,1-7 0 0 0,0-5 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15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1 159 9144 0 0,'11'2'12'0'0,"3"1"46"0"0,-4 1 35 0 0,2 6 85 0 0,-11-8-149 0 0,0 0-1 0 0,0 0 1 0 0,0 0-1 0 0,0 0 1 0 0,-1 0-1 0 0,1 0 1 0 0,0 1 0 0 0,-1-1-1 0 0,1 5 1 0 0,0 19 65 0 0,-6 48 404 0 0,3-56-371 0 0,0 0 0 0 0,2 0 1 0 0,0 0-1 0 0,1 1 1 0 0,0-1-1 0 0,6 24 0 0 0,23 34 411 0 0,-8-22-296 0 0,-20-50-229 0 0,0-1 0 0 0,0 0-1 0 0,0 0 1 0 0,0 0 0 0 0,0-1-1 0 0,1 1 1 0 0,-1 0 0 0 0,1-1-1 0 0,0 0 1 0 0,0 1 0 0 0,0-1-1 0 0,0 0 1 0 0,0-1 0 0 0,0 1-1 0 0,1 0 1 0 0,5 1 0 0 0,-1 0 8 0 0,0 0 0 0 0,1-1 0 0 0,-1 0 0 0 0,1-1 0 0 0,16 2 0 0 0,-22-5-10 0 0,1 0 1 0 0,0 1 0 0 0,0-2 0 0 0,-1 1 0 0 0,1 0-1 0 0,-1-1 1 0 0,0 1 0 0 0,5-6 0 0 0,-5 6-1 0 0,8-10 7 0 0,-1 0 0 0 0,0 0 0 0 0,0-1-1 0 0,-2 0 1 0 0,1-1 0 0 0,-2 0 0 0 0,0 0 0 0 0,0-1 0 0 0,3-15 0 0 0,-4 15 20 0 0,-2 1 0 0 0,0-1 0 0 0,-1 1 0 0 0,0-1 0 0 0,-1 0 0 0 0,-1-1 0 0 0,0 1 0 0 0,-1 0 0 0 0,-1 0 0 0 0,0 0 0 0 0,-1 0 0 0 0,-5-18 0 0 0,6 30-3 0 0,-9 0 77 0 0,9 3-107 0 0,1 0 0 0 0,-1-1 0 0 0,1 1 1 0 0,-1 0-1 0 0,1 0 0 0 0,-1 0 0 0 0,1 0 1 0 0,-1-1-1 0 0,1 1 0 0 0,-1 0 0 0 0,0 0 1 0 0,1 0-1 0 0,-1 0 0 0 0,1 0 1 0 0,-1 0-1 0 0,0 0 0 0 0,1 0 0 0 0,-1 1 1 0 0,1-1-1 0 0,-1 0 0 0 0,1 0 0 0 0,-1 0 1 0 0,1 1-1 0 0,-1-1 0 0 0,1 0 0 0 0,-1 0 1 0 0,1 1-1 0 0,-1-1 0 0 0,1 0 1 0 0,-1 1-1 0 0,1-1 0 0 0,0 1 0 0 0,-1 0 1 0 0,-7 7 18 0 0,2 0 0 0 0,-1 0 0 0 0,1 1 0 0 0,0 0 1 0 0,1 0-1 0 0,0 0 0 0 0,1 1 0 0 0,0-1 0 0 0,-3 12 1 0 0,-8 14 55 0 0,11-26-57 0 0,1 0 0 0 0,0 1 0 0 0,0 0-1 0 0,1 0 1 0 0,0 0 0 0 0,1 0 0 0 0,0 0-1 0 0,0 0 1 0 0,1 0 0 0 0,1 1 0 0 0,1 10 0 0 0,-3 1 103 0 0,1-21-119 0 0,-1 0 0 0 0,1 0 0 0 0,0 1 0 0 0,-1-1 0 0 0,1 0 0 0 0,0 1 0 0 0,0-1-1 0 0,0 1 1 0 0,0-1 0 0 0,0 0 0 0 0,1 1 0 0 0,-1-1 0 0 0,0 0 0 0 0,1 0 0 0 0,-1 1 0 0 0,1-1 0 0 0,-1 0 0 0 0,1 0 0 0 0,1 2 0 0 0,-1-1 20 0 0,0 0 1 0 0,1 0-1 0 0,0 0 0 0 0,-1 0 1 0 0,1-1-1 0 0,0 1 1 0 0,0 0-1 0 0,0-1 0 0 0,0 0 1 0 0,0 1-1 0 0,0-1 1 0 0,0 0-1 0 0,1 0 0 0 0,-1 0 1 0 0,0-1-1 0 0,4 2 0 0 0,0-1 7 0 0,0 0 0 0 0,0-1 0 0 0,-1 0 0 0 0,1 0 0 0 0,0 0 0 0 0,10-2 0 0 0,-2-1 37 0 0,1 0 0 0 0,-1-1 0 0 0,0-1-1 0 0,24-12 1 0 0,-15 4 23 0 0,-1-1 0 0 0,-1-1 0 0 0,0 0 0 0 0,-1-2 0 0 0,-1 0 0 0 0,-1-2 0 0 0,0 0 0 0 0,17-24 0 0 0,-22 17 49 0 0,-12 23-114 0 0,0 0 0 0 0,0 0 0 0 0,1 0 0 0 0,0 0 0 0 0,-1 0 0 0 0,1 0 0 0 0,0 1 0 0 0,4-5-1 0 0,-5 5 17 0 0,-1 0 0 0 0,1 1 0 0 0,-1-1 0 0 0,1 0-1 0 0,-1 0 1 0 0,0 1 0 0 0,0-1 0 0 0,0 0 0 0 0,0 0-1 0 0,0 0 1 0 0,-1 1 0 0 0,1-1 0 0 0,0 0-1 0 0,-1 1 1 0 0,-1-4 0 0 0,2 3 170 0 0,-2 7-180 0 0,0 0 0 0 0,-1 0 0 0 0,1 0 0 0 0,-1-1-1 0 0,0 1 1 0 0,0-1 0 0 0,-1 0 0 0 0,1 0-1 0 0,-6 5 1 0 0,-11 14 75 0 0,6-1-24 0 0,1 1 0 0 0,0 0 0 0 0,2 0 0 0 0,-10 30 0 0 0,0 15 159 0 0,20-63-198 0 0,0 1 0 0 0,0-1 0 0 0,1 0 0 0 0,0 1 1 0 0,0-1-1 0 0,0 1 0 0 0,1-1 0 0 0,-1 0 0 0 0,2 1 0 0 0,2 8 0 0 0,-4-12 6 0 0,1-1-39 0 0,1-1 0 0 0,-1 1 0 0 0,0-1 0 0 0,0 1 0 0 0,0-1 0 0 0,0 1 0 0 0,1-1 0 0 0,-1 0 0 0 0,0 0 0 0 0,0 0 0 0 0,1 0-1 0 0,-1 0 1 0 0,0 0 0 0 0,0 0 0 0 0,1 0 0 0 0,-1 0 0 0 0,0 0 0 0 0,0-1 0 0 0,0 1 0 0 0,1 0 0 0 0,1-2 0 0 0,22-10 122 0 0,-14 5-97 0 0,-1 0 1 0 0,0 0-1 0 0,0-1 0 0 0,0 0 0 0 0,-1-1 1 0 0,0 0-1 0 0,-1-1 0 0 0,0 0 1 0 0,-1 0-1 0 0,0-1 0 0 0,0 1 0 0 0,7-18 1 0 0,12-35 182 0 0,-17 40-149 0 0,-7 20-60 0 0,-1-1 0 0 0,1 0 0 0 0,-1 0 0 0 0,0 1 0 0 0,0-1 1 0 0,0 0-1 0 0,-1 0 0 0 0,1-5 0 0 0,0-11 36 0 0,-1 18-42 0 0,1 0 1 0 0,-1 0-1 0 0,0 0 1 0 0,0-1 0 0 0,0 1-1 0 0,-1 0 1 0 0,1 0-1 0 0,0 0 1 0 0,-1 0-1 0 0,0 0 1 0 0,1 0-1 0 0,-1 0 1 0 0,0 0-1 0 0,0 0 1 0 0,-2-3-1 0 0,2 3 11 0 0,-5-3 18 0 0,6 5-35 0 0,-1 0 1 0 0,1-1-1 0 0,0 1 0 0 0,0-1 1 0 0,-1 1-1 0 0,1 0 0 0 0,0-1 1 0 0,-1 1-1 0 0,1 0 0 0 0,0-1 1 0 0,-1 1-1 0 0,1 0 0 0 0,0 0 1 0 0,-1-1-1 0 0,1 1 1 0 0,-1 0-1 0 0,1 0 0 0 0,0 0 1 0 0,-1-1-1 0 0,1 1 0 0 0,-1 0 1 0 0,1 0-1 0 0,-1 0 0 0 0,1 0 1 0 0,-1 0-1 0 0,1 0 0 0 0,0 0 1 0 0,-1 0-1 0 0,1 0 1 0 0,-1 0-1 0 0,1 0 0 0 0,-1 0 1 0 0,1 1-1 0 0,-1-1 0 0 0,1 0 1 0 0,-1 0-1 0 0,1 0 0 0 0,0 0 1 0 0,-1 1-1 0 0,1-1 1 0 0,0 0-1 0 0,-1 1 0 0 0,1-1 1 0 0,-1 0-1 0 0,1 0 0 0 0,-1 1 1 0 0,-2 7 5 0 0,-1-1-1 0 0,1 1 1 0 0,0-1 0 0 0,1 1 0 0 0,-1 0 0 0 0,1 0 0 0 0,1 0 0 0 0,0 0 0 0 0,0 0 0 0 0,1 0-1 0 0,0 14 1 0 0,-3 34 17 0 0,3-50-19 0 0,0-1 1 0 0,0 1-1 0 0,0 0 0 0 0,1 0 0 0 0,-1-1 0 0 0,1 1 0 0 0,1 0 0 0 0,-1-1 0 0 0,1 1 0 0 0,4 7 0 0 0,-6-11 3 0 0,1-1-6 0 0,-1 0-1 0 0,1 0 1 0 0,-1-1-1 0 0,1 1 1 0 0,0 0-1 0 0,-1 0 1 0 0,1 0-1 0 0,0-1 0 0 0,-1 1 1 0 0,1 0-1 0 0,0-1 1 0 0,0 1-1 0 0,0-1 1 0 0,0 1-1 0 0,-1-1 1 0 0,1 1-1 0 0,0-1 0 0 0,0 1 1 0 0,0-1-1 0 0,0 0 1 0 0,0 0-1 0 0,0 1 1 0 0,0-1-1 0 0,2 0 1 0 0,23 4 32 0 0,-22-5-30 0 0,0 1 1 0 0,0-1-1 0 0,0 0 1 0 0,0 0-1 0 0,0 0 1 0 0,0 0-1 0 0,-1-1 1 0 0,1 1-1 0 0,0-1 1 0 0,-1 0-1 0 0,1 0 1 0 0,4-4-1 0 0,35-34 63 0 0,-32 30-47 0 0,-3 0 2 0 0,0 0-1 0 0,0-1 1 0 0,-1 1-1 0 0,7-15 0 0 0,20-29 88 0 0,15-22 175 0 0,-48 74-250 0 0,0 0 0 0 0,0 0 0 0 0,-1 0 1 0 0,1 0-1 0 0,-1 0 0 0 0,0-1 0 0 0,1 1 0 0 0,-1 0 0 0 0,0 0 0 0 0,0-1 0 0 0,0 1 0 0 0,-2-4 0 0 0,-13 32-8 0 0,1 2-1 0 0,1-1 1 0 0,1 2-1 0 0,2-1 1 0 0,-11 46-1 0 0,15-45-14 0 0,2-6 8 0 0,-4 40 0 0 0,7-56-11 0 0,1 0 0 0 0,1 0 0 0 0,-1 0 0 0 0,1 0 0 0 0,0 0 0 0 0,1 0 0 0 0,0-1 0 0 0,0 1-1 0 0,0-1 1 0 0,5 10 0 0 0,-5-14-4 0 0,-1 0 1 0 0,1 0-1 0 0,0 0 0 0 0,0-1 0 0 0,0 1 0 0 0,0 0 1 0 0,1-1-1 0 0,-1 1 0 0 0,0-1 0 0 0,1 0 0 0 0,-1 0 1 0 0,1 0-1 0 0,-1 0 0 0 0,1 0 0 0 0,-1-1 0 0 0,1 1 1 0 0,0-1-1 0 0,-1 1 0 0 0,1-1 0 0 0,0 0 0 0 0,-1 0 1 0 0,1 0-1 0 0,0-1 0 0 0,-1 1 0 0 0,6-2 0 0 0,-2 1 8 0 0,0 0 0 0 0,0-1-1 0 0,0 1 1 0 0,0-1 0 0 0,-1-1-1 0 0,1 1 1 0 0,-1-1 0 0 0,1 0-1 0 0,-1 0 1 0 0,9-7 0 0 0,-7 2 5 0 0,0 0 1 0 0,-1 0 0 0 0,0-1 0 0 0,0 0 0 0 0,-1 0 0 0 0,0 0-1 0 0,-1-1 1 0 0,0 1 0 0 0,0-1 0 0 0,4-20 0 0 0,-5 10 13 0 0,0 0 1 0 0,-1 0 0 0 0,-1 0 0 0 0,-1 0 0 0 0,-2-20-1 0 0,-19-89 131 0 0,14 70-18 0 0,-24-95 0 0 0,28 142-56 0 0,-2 0 0 0 0,1 0 0 0 0,-1 1 0 0 0,-9-15 0 0 0,15 47-39 0 0,2 0 0 0 0,1 0 1 0 0,11 39-1 0 0,1 2 16 0 0,-5-16 12 0 0,2 0-1 0 0,2 0 1 0 0,2-2-1 0 0,32 61 1 0 0,-43-96-54 0 0,0 1-1 0 0,1-1 1 0 0,0 0 0 0 0,1-1-1 0 0,12 12 1 0 0,-18-18-16 0 0,0-1 1 0 0,1 1-1 0 0,-1-1 1 0 0,1 0 0 0 0,-1 0-1 0 0,1 0 1 0 0,-1 0-1 0 0,1 0 1 0 0,0-1-1 0 0,-1 1 1 0 0,1-1-1 0 0,0 0 1 0 0,2 0-1 0 0,-1-1 1 0 0,-1 0 0 0 0,1-1 0 0 0,-1 0 0 0 0,0 0 0 0 0,0 0 0 0 0,0 0 0 0 0,0-1 0 0 0,0 1 0 0 0,-1-1 0 0 0,1 0 0 0 0,-1 0 0 0 0,1 1 0 0 0,2-6 0 0 0,14-19 45 0 0,3-6-10 0 0,10-21 10 0 0,-25 45-41 0 0,0 0-1 0 0,-1-1 0 0 0,-1 0 1 0 0,0-1-1 0 0,4-10 1 0 0,-1-2 29 0 0,-1 0 1 0 0,-1-1-1 0 0,-1 0 1 0 0,2-39 0 0 0,-7 60-29 0 0,0 3-10 0 0,0 0-1 0 0,0-1 0 0 0,0 1-1 0 0,0-1 1 0 0,0 1 0 0 0,0-1-1 0 0,0 1 1 0 0,0 0 0 0 0,-1-1 0 0 0,1 1-1 0 0,0-1 1 0 0,0 1 0 0 0,0 0-1 0 0,-1-1 1 0 0,1 1 0 0 0,0 0-1 0 0,0-1 1 0 0,-1 1 0 0 0,1 0-1 0 0,0-1 1 0 0,-1 1 0 0 0,1 0-1 0 0,0 0 1 0 0,-1-1 0 0 0,1 1-1 0 0,0 0 1 0 0,-1 0 0 0 0,1 0 0 0 0,-1 0-1 0 0,1-1 1 0 0,0 1 0 0 0,-1 0-1 0 0,1 0 1 0 0,-1 0 0 0 0,1 0-1 0 0,-1 0 1 0 0,1 0 0 0 0,0 0-1 0 0,-1 0 1 0 0,1 0 0 0 0,-1 0-1 0 0,1 0 1 0 0,0 0 0 0 0,-1 1-1 0 0,1-1 1 0 0,-1 0 0 0 0,1 0-1 0 0,0 0 1 0 0,-1 1 0 0 0,1-1 0 0 0,-1 0-1 0 0,-5 8 8 0 0,0-1-1 0 0,0 1 1 0 0,1 0-1 0 0,0 0 1 0 0,1 0-1 0 0,0 1 0 0 0,0 0 1 0 0,1-1-1 0 0,0 2 1 0 0,0-1-1 0 0,1 0 1 0 0,0 0-1 0 0,1 1 1 0 0,0-1-1 0 0,0 1 1 0 0,1-1-1 0 0,0 1 1 0 0,1-1-1 0 0,2 14 1 0 0,4 49 37 0 0,2-12 2 0 0,8-30-16 0 0,-17-29-29 0 0,1 1-1 0 0,-1-1 1 0 0,1 1-1 0 0,-1-1 1 0 0,1 1-1 0 0,0-1 1 0 0,0 1-1 0 0,0-1 1 0 0,0 1 0 0 0,0-1-1 0 0,0 0 1 0 0,0 0-1 0 0,0 1 1 0 0,1-1-1 0 0,-1 0 1 0 0,0 0-1 0 0,1 0 1 0 0,-1 0-1 0 0,1-1 1 0 0,-1 1-1 0 0,1 0 1 0 0,-1-1-1 0 0,1 1 1 0 0,0-1 0 0 0,-1 1-1 0 0,1-1 1 0 0,-1 0-1 0 0,1 0 1 0 0,0 1-1 0 0,0-1 1 0 0,-1 0-1 0 0,1-1 1 0 0,0 1-1 0 0,-1 0 1 0 0,1 0-1 0 0,0-1 1 0 0,1 0-1 0 0,1-1 6 0 0,1 0-1 0 0,-1 0 0 0 0,0 0 0 0 0,0-1 0 0 0,0 1 0 0 0,0-1 0 0 0,-1 0 0 0 0,1 0 0 0 0,-1 0 0 0 0,0-1 0 0 0,4-5 1 0 0,12-15 20 0 0,1 1-1 0 0,25-22 1 0 0,-27 26-6 0 0,-12 14-21 0 0,1-3 7 0 0,1 1 0 0 0,-1 0 0 0 0,12-7 0 0 0,-17 13-5 0 0,0-1-1 0 0,0 1 1 0 0,0 0-1 0 0,1 0 0 0 0,-1 0 1 0 0,0 0-1 0 0,1 0 1 0 0,-1 1-1 0 0,0-1 1 0 0,1 1-1 0 0,-1-1 1 0 0,1 1-1 0 0,-1 0 1 0 0,1 0-1 0 0,-1 0 1 0 0,1 0-1 0 0,-1 0 1 0 0,1 1-1 0 0,3 0 1 0 0,-4 2-1 0 0,1 0 0 0 0,-1-1 0 0 0,0 1 0 0 0,-1 0 0 0 0,1 0 0 0 0,-1 0 0 0 0,1 0 0 0 0,-1 0 0 0 0,1 5 0 0 0,1-2 6 0 0,17 45 42 0 0,21 86 1 0 0,-35-116-30 0 0,-5-18-13 0 0,-1-3-4 0 0,1 1-1 0 0,-1 0 0 0 0,1-1 1 0 0,0 1-1 0 0,-1-1 1 0 0,1 1-1 0 0,0-1 0 0 0,-1 1 1 0 0,1-1-1 0 0,0 0 1 0 0,0 1-1 0 0,-1-1 0 0 0,1 0 1 0 0,0 0-1 0 0,0 1 1 0 0,0-1-1 0 0,0 0 0 0 0,-1 0 1 0 0,1 0-1 0 0,0 0 1 0 0,0 0-1 0 0,0 0 0 0 0,0 0 1 0 0,0 0-1 0 0,-1 0 1 0 0,1-1-1 0 0,0 1 0 0 0,1-1 1 0 0,11-11 10 0 0,2-1 0 0 0,-1 2 1 0 0,2 0-1 0 0,-1 1 0 0 0,2 0 1 0 0,-1 2-1 0 0,1 0 0 0 0,0 0 1 0 0,1 2-1 0 0,18-5 0 0 0,-30 9-9 0 0,0 1 0 0 0,0 1-1 0 0,0-1 1 0 0,-1 1 0 0 0,1 0 0 0 0,0 0-1 0 0,0 1 1 0 0,0-1 0 0 0,0 1-1 0 0,-1 1 1 0 0,9 2 0 0 0,-11-3-2 0 0,1 1 0 0 0,-1 0 1 0 0,0 0-1 0 0,0 1 0 0 0,0-1 0 0 0,0 0 0 0 0,0 1 1 0 0,0 0-1 0 0,-1 0 0 0 0,1 0 0 0 0,-1 0 1 0 0,0 0-1 0 0,0 1 0 0 0,0-1 0 0 0,0 0 1 0 0,0 1-1 0 0,-1 0 0 0 0,0-1 0 0 0,1 5 1 0 0,1 0 2 0 0,-1 1 0 0 0,-1-1 1 0 0,0 1-1 0 0,0-1 1 0 0,-1 1-1 0 0,1-1 0 0 0,-2 1 1 0 0,1-1-1 0 0,-2 1 1 0 0,1-1-1 0 0,-1 1 1 0 0,0-1-1 0 0,0 0 0 0 0,-1 0 1 0 0,-6 11-1 0 0,8-17-4 0 0,0-1 0 0 0,0 0-1 0 0,0 1 1 0 0,0-1 0 0 0,-1 0-1 0 0,1 1 1 0 0,0-1 0 0 0,-1 0-1 0 0,1 0 1 0 0,-1 0 0 0 0,0-1-1 0 0,1 1 1 0 0,-1 0 0 0 0,1 0-1 0 0,-1-1 1 0 0,0 1 0 0 0,0-1-1 0 0,1 0 1 0 0,-1 1 0 0 0,0-1-1 0 0,0 0 1 0 0,1 0 0 0 0,-1 0-1 0 0,0 0 1 0 0,0 0 0 0 0,0-1-1 0 0,1 1 1 0 0,-1 0 0 0 0,0-1-1 0 0,1 1 1 0 0,-1-1 0 0 0,0 0-1 0 0,1 0 1 0 0,-1 1 0 0 0,1-1 0 0 0,-1 0-1 0 0,1 0 1 0 0,-3-2 0 0 0,-5-4 10 0 0,6 5-9 0 0,0 0 0 0 0,0 0 0 0 0,1 0 0 0 0,-1 0 0 0 0,1-1 0 0 0,-1 1 0 0 0,1-1 0 0 0,-3-4 0 0 0,4 5-2 0 0,0 0 0 0 0,1 0 0 0 0,-1 0 0 0 0,1 0 1 0 0,0 0-1 0 0,0 0 0 0 0,0 0 0 0 0,0-1 0 0 0,0 1 0 0 0,0 0 0 0 0,0 0 1 0 0,1 0-1 0 0,-1 0 0 0 0,1 0 0 0 0,0 0 0 0 0,-1 0 0 0 0,2-2 1 0 0,6-19 0 0 0,-3 5-2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48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10848 0 0,'0'0'2500'0'0,"5"3"-2232"0"0,1-1-199 0 0,-4-2-47 0 0,1 1 0 0 0,0 0-1 0 0,-1 0 1 0 0,1 1 0 0 0,-1-1 0 0 0,1 1 0 0 0,-1-1 0 0 0,0 1 0 0 0,1 0 0 0 0,-1 0 0 0 0,0 0 0 0 0,0 0 0 0 0,3 4 0 0 0,4 4 22 0 0,-6-6-29 0 0,1-1 1 0 0,-1 1-1 0 0,0 1 1 0 0,0-1 0 0 0,0 0-1 0 0,-1 1 1 0 0,1-1 0 0 0,-1 1-1 0 0,0 0 1 0 0,-1 0-1 0 0,1 0 1 0 0,-1 0 0 0 0,1 5-1 0 0,2 6 17 0 0,0 2 9 0 0,-1 1 0 0 0,-1-1-1 0 0,1 24 1 0 0,-1-12-8 0 0,0-12-7 0 0,-1-1-1 0 0,-1 0 1 0 0,0 1 0 0 0,-5 24-1 0 0,-6 51 54 0 0,10-74-55 0 0,-1-1 1 0 0,-1 1 0 0 0,-11 34-1 0 0,-1-6 37 0 0,-4 23-1787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49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10848 0 0,'0'0'1248'0'0,"23"3"-168"0"0,3-3-616 0 0,-15-3-200 0 0,16-17 0 0 0,-16 11-80 0 0,30-14-8 0 0,-27 19-32 0 0,38-12 0 0 0,-33 10-24 0 0,23-4-8 0 0,-31 6-8 0 0,15-5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49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10752 0 0,'0'0'1592'0'0,"8"23"-800"0"0,-4-11-320 0 0,13 25-8 0 0,-11-21-240 0 0,19 32 0 0 0,-20-31-104 0 0,14 38-8 0 0,-16-35-40 0 0,4 55 8 0 0,-4-46-24 0 0,3 53 8 0 0,-3-56-16 0 0,4 25-8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49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0 11256 0 0,'0'0'681'0'0,"-3"9"-81"0"0,-2 1-366 0 0,2-5-145 0 0,1-1-1 0 0,0 1 1 0 0,1-1-1 0 0,-1 1 1 0 0,1 0 0 0 0,0 0-1 0 0,0-1 1 0 0,1 1-1 0 0,-1 10 1 0 0,0 0 51 0 0,0 2 37 0 0,1-1 0 0 0,3 31 0 0 0,23 169 359 0 0,-23-197-477 0 0,0-1 1 0 0,9 32-1 0 0,-8-38-32 0 0,-1 0-1 0 0,-1 0 1 0 0,0 1 0 0 0,1 14 0 0 0,-2-19-181 0 0,-1-3 59 0 0,1-1 0 0 0,0 1 0 0 0,-1-1 0 0 0,0 0-1 0 0,0 1 1 0 0,0-1 0 0 0,0 1 0 0 0,-1-1 0 0 0,0 1 0 0 0,0-1 0 0 0,0 0 0 0 0,0 1 0 0 0,-1-1 0 0 0,0 0 0 0 0,-2 4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50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10752 0 0,'0'0'2376'0'0,"54"20"-1896"0"0,-35-17-240 0 0,57-3 8 0 0,-44 0-72 0 0,59 3-8 0 0,-64-1-16 0 0,37 6 0 0 0,-47-5-24 0 0,25 4 0 0 0,-34-4-40 0 0,10 7 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50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188 156 10656 0 0,'0'0'472'0'0,"8"36"16"0"0,-6-19 168 0 0,6 61 8 0 0,-4-47-208 0 0,7 67 0 0 0,-8-65-240 0 0,-8 48 0 0 0,5-58-88 0 0,5 39-8 0 0</inkml:trace>
  <inkml:trace contextRef="#ctx0" brushRef="#br0" timeOffset="1">1 19 11256 0 0,'0'0'1280'0'0,"40"7"-616"0"0,-31-4-208 0 0,31-3 8 0 0,-24-3-232 0 0,40 0 0 0 0,-37-1-88 0 0,49-8 0 0 0,-44 11-48 0 0,44-5 8 0 0,-52 6-32 0 0,24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51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362 191 10952 0 0,'3'11'346'0'0,"1"5"-196"0"0,0-2 160 0 0,-2 0-1 0 0,4 29 1 0 0,3 73 794 0 0,5 16-559 0 0,-5-36-275 0 0,-8-84-225 0 0,0-1 0 0 0,-1 0 0 0 0,0 1 0 0 0,-1-1 0 0 0,0 1 1 0 0,-1-1-1 0 0,-1 0 0 0 0,-3 13 0 0 0,6-24-41 0 0,0 0 0 0 0,0 1 0 0 0,0-1 0 0 0,-1 1 0 0 0,1-1 0 0 0,0 0 0 0 0,0 1 0 0 0,0-1 0 0 0,0 0 0 0 0,0 0 0 0 0,0 1 0 0 0,-1-1 0 0 0,1 0 0 0 0,0 1 0 0 0,0-1 0 0 0,0 0 0 0 0,-1 0 0 0 0,1 1 0 0 0,0-1 0 0 0,0 0 0 0 0,-1 0-1 0 0,1 1 1 0 0,0-1 0 0 0,-1 0 0 0 0,1 0 0 0 0,0 0 0 0 0,-1 0 0 0 0,1 0 0 0 0,0 1 0 0 0,-1-1 0 0 0,1 0 0 0 0,0 0 0 0 0,-1 0 0 0 0,1 0 0 0 0,0 0 0 0 0,-1 0 0 0 0,1 0 0 0 0,0 0 0 0 0,-1 0 0 0 0,1 0 0 0 0,0 0 0 0 0,-1-1 0 0 0,1 1 0 0 0,0 0 0 0 0,-1 0 0 0 0,0-1 3 0 0,0 0 1 0 0,0 0 0 0 0,0 0-1 0 0,0 0 1 0 0,1 0 0 0 0,-1 0-1 0 0,0 0 1 0 0,0-1 0 0 0,1 1-1 0 0,-1 0 1 0 0,1 0 0 0 0,-1-1-1 0 0,1 1 1 0 0,-1-3 0 0 0,-2-9 10 0 0,-9-53 68 0 0,-7-152 74 0 0,13 143-102 0 0,4 48-31 0 0,1 0-1 0 0,4-35 1 0 0,-2 40-9 0 0,6-61 72 0 0,-6 69-55 0 0,1 0-1 0 0,1 0 0 0 0,0 1 1 0 0,0-1-1 0 0,1 1 0 0 0,1 0 1 0 0,8-18-1 0 0,-4 26 29 0 0,-4 3-44 0 0,-1 0-5 0 0,0 1 0 0 0,0 0 0 0 0,0-1 0 0 0,1 1 0 0 0,-1 0 0 0 0,0 1 0 0 0,1-1 0 0 0,-1 1 0 0 0,0 0 0 0 0,1 0 0 0 0,-1 0 0 0 0,0 1 0 0 0,1 0 0 0 0,-1 0 0 0 0,0 0 0 0 0,0 0 0 0 0,5 2 1 0 0,-6 0-1 0 0,0-1 1 0 0,0 1 0 0 0,0 0 0 0 0,-1 0 0 0 0,1 0 0 0 0,-1 0 0 0 0,0 0 0 0 0,1 0 0 0 0,-2 1 0 0 0,1-1 0 0 0,0 1 0 0 0,-1-1 0 0 0,1 1 0 0 0,-1 0 0 0 0,0 0 0 0 0,-1-1 0 0 0,1 1 0 0 0,0 0 0 0 0,-1 8 0 0 0,0 4 21 0 0,-1 0-1 0 0,0 1 1 0 0,-4 17 0 0 0,4-25-27 0 0,-1 0 11 0 0,0 1-1 0 0,-1-1 0 0 0,-6 16 1 0 0,0 2 6 0 0,-6 10 25 0 0,-20 38 0 0 0,-11 14-1 0 0,42-81-43 0 0,-1-1-1 0 0,0 1 1 0 0,0-1-1 0 0,-1 0 1 0 0,-9 9-1 0 0,-54 49 37 0 0,63-61-39 0 0,1 1 1 0 0,-1-1 0 0 0,0 0-1 0 0,0 0 1 0 0,0-1 0 0 0,-1 0-1 0 0,-7 3 1 0 0,-70 22 35 0 0,78-26-91 0 0,-1 0 0 0 0,1 0-1 0 0,-1-1 1 0 0,1 1 0 0 0,-1-2 0 0 0,0 1-1 0 0,1-1 1 0 0,-1 0 0 0 0,0 0 0 0 0,0-1-1 0 0,1 0 1 0 0,-1 0 0 0 0,-10-4 0 0 0,1 1-1326 0 0,1 1-9267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28:54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21 7936 0 0,'5'0'257'0'0,"15"0"4"0"0,-15 0-1 0 0,-5-1-218 0 0,0 1-1 0 0,0-1 0 0 0,1 0 0 0 0,-1 1 0 0 0,0-1 1 0 0,0 0-1 0 0,0 1 0 0 0,0-1 0 0 0,0 0 0 0 0,0 1 0 0 0,0-1 1 0 0,0 0-1 0 0,0 1 0 0 0,0-1 0 0 0,-1 0 0 0 0,1 1 1 0 0,-1-2-1 0 0,-1 0 14 0 0,-1 1 0 0 0,0 0 0 0 0,0 0 0 0 0,0 0 0 0 0,0 1 0 0 0,0-1 0 0 0,0 1 0 0 0,0-1 0 0 0,0 1 0 0 0,0 0 0 0 0,0 0 0 0 0,0 0 0 0 0,0 1 0 0 0,0-1 0 0 0,0 1 0 0 0,0 0 0 0 0,0-1 0 0 0,0 1 0 0 0,0 1 0 0 0,0-1 0 0 0,0 0 0 0 0,-4 4 0 0 0,-2-1-15 0 0,-1 2 0 0 0,1-1 1 0 0,0 1-1 0 0,0 1 0 0 0,-13 12 0 0 0,-1 7-11 0 0,0 2 0 0 0,2 0 0 0 0,1 1 0 0 0,2 2 0 0 0,-21 42 0 0 0,36-63-34 0 0,0 0 0 0 0,1 0 0 0 0,0 0 0 0 0,1 1 0 0 0,-1 15 0 0 0,-4 25-19 0 0,-7 46-24 0 0,13-93 45 0 0,0 1 0 0 0,1-1-1 0 0,-1 1 1 0 0,1-1-1 0 0,0 1 1 0 0,0-1 0 0 0,0 1-1 0 0,0-1 1 0 0,1 0 0 0 0,0 0-1 0 0,0 1 1 0 0,0-1-1 0 0,3 4 1 0 0,-4-6 0 0 0,1 0 0 0 0,-1 1 0 0 0,1-1 0 0 0,0 0 1 0 0,0 0-1 0 0,0 0 0 0 0,0 0 0 0 0,0 0 0 0 0,1-1 0 0 0,-1 1 0 0 0,0-1 0 0 0,1 1 0 0 0,-1-1 0 0 0,1 0 1 0 0,0 0-1 0 0,-1 0 0 0 0,1 0 0 0 0,0 0 0 0 0,5 0 0 0 0,-1-1 1 0 0,0-1 0 0 0,0 0 0 0 0,0 0 0 0 0,0-1-1 0 0,0 0 1 0 0,-1 0 0 0 0,1 0 0 0 0,0-1 0 0 0,10-6 0 0 0,4-4-4 0 0,29-24 1 0 0,-20 14 4 0 0,86-51-7 0 0,21-16 17 0 0,-106 67 1 0 0,-21 17-2 0 0,-1 0 1 0 0,0-1-1 0 0,0-1 1 0 0,9-10-1 0 0,5-4 10 0 0,5-6 123 0 0,-27 26-115 0 0,-22 7 131 0 0,19-5-151 0 0,0 0-1 0 0,0 0 1 0 0,0 1 0 0 0,0-1 0 0 0,0 0 0 0 0,0 1-1 0 0,0 0 1 0 0,1-1 0 0 0,-1 1 0 0 0,0 0 0 0 0,0 0 0 0 0,-2 2-1 0 0,-28 24 74 0 0,0 2-1 0 0,2 2 0 0 0,2 0 1 0 0,0 2-1 0 0,2 1 0 0 0,2 1 1 0 0,-25 49-1 0 0,34-60-14 0 0,9-15-36 0 0,1-1-1 0 0,0 2 1 0 0,1-1 0 0 0,0 0 0 0 0,-5 17 0 0 0,6-13 20 0 0,1-1 1 0 0,0 1-1 0 0,0 0 1 0 0,2 0-1 0 0,-1 0 1 0 0,4 22 0 0 0,1-29-7 0 0,-2-4-28 0 0,1 0-1 0 0,-1 1 1 0 0,1-1-1 0 0,0 0 1 0 0,0 0-1 0 0,-1-1 1 0 0,1 1 0 0 0,0-1-1 0 0,1 1 1 0 0,-1-1-1 0 0,0 0 1 0 0,0 0-1 0 0,0 0 1 0 0,1-1-1 0 0,-1 1 1 0 0,0-1-1 0 0,1 0 1 0 0,-1 0-1 0 0,1 0 1 0 0,-1 0-1 0 0,0 0 1 0 0,1-1-1 0 0,-1 1 1 0 0,0-1 0 0 0,0 0-1 0 0,6-2 1 0 0,5-5 27 0 0,0-1 1 0 0,0-1-1 0 0,-1 0 1 0 0,18-17-1 0 0,-23 20-18 0 0,12-10 28 0 0,-2 0 0 0 0,0-2 0 0 0,-1 0 0 0 0,17-24 0 0 0,-18 18-11 0 0,-11 18-24 0 0,-1 0-1 0 0,1 0 1 0 0,-1 0 0 0 0,-1-1 0 0 0,0 0 0 0 0,4-13 0 0 0,0-2 22 0 0,-4 12-18 0 0,0 1 0 0 0,-1 0 0 0 0,1-17 0 0 0,-2 17 6 0 0,-1 1-1 0 0,0 0 0 0 0,-1 0 1 0 0,-4-18-1 0 0,5 24-19 0 0,-1 1 0 0 0,0 0 1 0 0,0 0-1 0 0,0-1 0 0 0,0 1 1 0 0,0 0-1 0 0,-1 0 0 0 0,1 0 1 0 0,-1 0-1 0 0,1 0 0 0 0,-1 1 1 0 0,0-1-1 0 0,0 0 0 0 0,0 1 0 0 0,0-1 1 0 0,0 1-1 0 0,0 0 0 0 0,0-1 1 0 0,0 1-1 0 0,0 0 0 0 0,-4-1 1 0 0,2 3 2 0 0,1-1 1 0 0,-1 1-1 0 0,0 0 1 0 0,1 0-1 0 0,0 0 1 0 0,-1 0-1 0 0,1 1 1 0 0,0 0-1 0 0,-1-1 1 0 0,1 1-1 0 0,0 0 1 0 0,0 1-1 0 0,-4 3 1 0 0,-3 3 7 0 0,0 1 1 0 0,1 1-1 0 0,0 0 0 0 0,1 0 0 0 0,0 1 1 0 0,-11 20-1 0 0,-32 85 99 0 0,47-108-105 0 0,-2 5 4 0 0,2-5 11 0 0,0 0-1 0 0,0 1 1 0 0,1-1-1 0 0,0 1 1 0 0,0-1-1 0 0,1 1 1 0 0,1 0-1 0 0,0 0 1 0 0,0 14 0 0 0,1-23-21 0 0,0 0 0 0 0,0 1 1 0 0,0-1-1 0 0,1 0 0 0 0,-1 0 1 0 0,1 1-1 0 0,-1-1 0 0 0,1 0 1 0 0,-1 0-1 0 0,1 0 1 0 0,0 0-1 0 0,-1 0 0 0 0,1 0 1 0 0,0 0-1 0 0,0 0 0 0 0,0 0 1 0 0,0 0-1 0 0,0 0 0 0 0,0 0 1 0 0,0-1-1 0 0,0 1 1 0 0,0 0-1 0 0,0-1 0 0 0,1 1 1 0 0,-1-1-1 0 0,0 1 0 0 0,0-1 1 0 0,0 1-1 0 0,1-1 0 0 0,-1 0 1 0 0,0 0-1 0 0,1 0 1 0 0,-1 0-1 0 0,0 0 0 0 0,1 0 1 0 0,-1 0-1 0 0,0 0 0 0 0,0 0 1 0 0,1-1-1 0 0,-1 1 0 0 0,0 0 1 0 0,0-1-1 0 0,1 1 1 0 0,0-2-1 0 0,8-1 26 0 0,-1-1-1 0 0,0-1 1 0 0,-1 1 0 0 0,16-12-1 0 0,24-22 136 0 0,55-57-1 0 0,-50 44-60 0 0,-44 41-65 0 0,1 1 0 0 0,-1 0 1 0 0,1 1-1 0 0,1 0 0 0 0,0 1 0 0 0,0 0 0 0 0,0 1 0 0 0,20-8 1 0 0,-30 13-37 0 0,0 1 1 0 0,0 0-1 0 0,1-1 1 0 0,-1 1 0 0 0,0 0-1 0 0,0 0 1 0 0,0 0-1 0 0,0 0 1 0 0,1 0 0 0 0,-1 0-1 0 0,0 0 1 0 0,0 1-1 0 0,0-1 1 0 0,0 0 0 0 0,0 0-1 0 0,1 1 1 0 0,-1-1 0 0 0,0 1-1 0 0,0-1 1 0 0,0 1-1 0 0,0 0 1 0 0,0-1 0 0 0,0 1-1 0 0,-1 0 1 0 0,1 0-1 0 0,0 0 1 0 0,0-1 0 0 0,0 1-1 0 0,-1 0 1 0 0,1 0-1 0 0,0 0 1 0 0,-1 0 0 0 0,1 0-1 0 0,-1 0 1 0 0,1 1 0 0 0,-1-1-1 0 0,0 0 1 0 0,1 0-1 0 0,-1 0 1 0 0,0 2 0 0 0,2 6 10 0 0,-1-1 1 0 0,0 1 0 0 0,-1-1 0 0 0,0 12 0 0 0,-1-10 1 0 0,0 9 17 0 0,-1 1-1 0 0,-1-1 1 0 0,-1 1 0 0 0,-1-1-1 0 0,-1 0 1 0 0,0-1 0 0 0,-11 21-1 0 0,1-11 100 0 0,9-18-15 0 0,13-16 55 0 0,5-7-121 0 0,0 1-1 0 0,1 1 1 0 0,0 0 0 0 0,1 0-1 0 0,0 1 1 0 0,1 1-1 0 0,0 0 1 0 0,0 1 0 0 0,22-9-1 0 0,-35 17-45 0 0,0-1-1 0 0,0 1 1 0 0,0 0-1 0 0,0 0 1 0 0,0 0-1 0 0,0 0 1 0 0,0-1 0 0 0,0 1-1 0 0,0 1 1 0 0,0-1-1 0 0,0 0 1 0 0,0 0-1 0 0,0 0 1 0 0,0 0 0 0 0,0 1-1 0 0,0-1 1 0 0,0 1-1 0 0,0-1 1 0 0,-1 0-1 0 0,1 1 1 0 0,0 0-1 0 0,0-1 1 0 0,0 1 0 0 0,0-1-1 0 0,-1 1 1 0 0,1 0-1 0 0,0 0 1 0 0,-1-1-1 0 0,1 1 1 0 0,-1 0-1 0 0,1 0 1 0 0,0 2 0 0 0,10 25 77 0 0,-10-16-50 0 0,0 0-1 0 0,-1 0 1 0 0,0 0 0 0 0,-1 0-1 0 0,0 0 1 0 0,-1 0 0 0 0,0 0 0 0 0,-7 19-1 0 0,7-27 3 0 0,-11-3 144 0 0,13-1-176 0 0,0 0-1 0 0,0 0 1 0 0,0 0 0 0 0,0 0 0 0 0,1 0 0 0 0,-1 0 0 0 0,0-1 0 0 0,0 1-1 0 0,0 0 1 0 0,0 0 0 0 0,0 0 0 0 0,0 0 0 0 0,0 0 0 0 0,0 0 0 0 0,0 0-1 0 0,0 0 1 0 0,0-1 0 0 0,0 1 0 0 0,0 0 0 0 0,0 0 0 0 0,0 0 0 0 0,0 0-1 0 0,0 0 1 0 0,0 0 0 0 0,0 0 0 0 0,0-1 0 0 0,0 1 0 0 0,0 0-1 0 0,0 0 1 0 0,0 0 0 0 0,0 0 0 0 0,0 0 0 0 0,-1 0 0 0 0,1 0 0 0 0,0 0-1 0 0,0 0 1 0 0,0-1 0 0 0,0 1 0 0 0,0 0 0 0 0,0 0 0 0 0,0 0 0 0 0,0 0-1 0 0,0 0 1 0 0,0 0 0 0 0,-1 0 0 0 0,1 0 0 0 0,0 0 0 0 0,0 0 0 0 0,0 0-1 0 0,0 0 1 0 0,0 0 0 0 0,0 0 0 0 0,-1 0 0 0 0,8-17 15 0 0,-1 1 6 0 0,18-45 97 0 0,-22 57-109 0 0,0 0 0 0 0,1 1 0 0 0,-1-1 0 0 0,1 0 0 0 0,0 1 0 0 0,0-1-1 0 0,1 1 1 0 0,-1 0 0 0 0,1 0 0 0 0,-1 1 0 0 0,1-1 0 0 0,4-2 0 0 0,-6 4 18 0 0,-2 1-27 0 0,0 0-1 0 0,1 0 0 0 0,-1 0 1 0 0,0 0-1 0 0,0 0 0 0 0,0-1 0 0 0,0 1 1 0 0,1 0-1 0 0,-1 0 0 0 0,0 0 0 0 0,0 0 1 0 0,0 0-1 0 0,1 0 0 0 0,-1 0 1 0 0,0 0-1 0 0,0 0 0 0 0,0 0 0 0 0,1 0 1 0 0,-1 0-1 0 0,0 0 0 0 0,0 0 1 0 0,0 0-1 0 0,1 0 0 0 0,-1 0 0 0 0,0 0 1 0 0,0 0-1 0 0,0 0 0 0 0,0 1 0 0 0,1-1 1 0 0,-1 0-1 0 0,0 0 0 0 0,0 0 1 0 0,0 0-1 0 0,0 0 0 0 0,1 0 0 0 0,-1 1 1 0 0,0-1-1 0 0,0 0 0 0 0,0 0 1 0 0,0 0-1 0 0,0 0 0 0 0,1 1 0 0 0,5 12 89 0 0,1 9 20 0 0,-3-10-56 0 0,-4-8-33 0 0,1-1 0 0 0,0 1-1 0 0,0-1 1 0 0,0 1 0 0 0,0-1 0 0 0,0 0 0 0 0,1 0 0 0 0,0 0-1 0 0,0 1 1 0 0,0-1 0 0 0,0-1 0 0 0,0 1 0 0 0,0 0 0 0 0,1 0 0 0 0,3 3-1 0 0,-3-6-10 0 0,0 0 0 0 0,0 0 0 0 0,0 0 0 0 0,0 0-1 0 0,-1 0 1 0 0,1-1 0 0 0,0 1 0 0 0,0-1 0 0 0,-1 0-1 0 0,1 0 1 0 0,0 0 0 0 0,-1 0 0 0 0,1 0 0 0 0,3-3-1 0 0,-2 2-1 0 0,15-8 56 0 0,-1-1 0 0 0,0 0 0 0 0,0-2 0 0 0,-1 0 0 0 0,-1-1-1 0 0,0-1 1 0 0,-1 0 0 0 0,24-33 0 0 0,-26 31 11 0 0,2-6 36 0 0,-15 21-68 0 0,-18 20 51 0 0,5 3-70 0 0,0 1 1 0 0,2 0 0 0 0,1 1-1 0 0,0 0 1 0 0,2 0-1 0 0,1 1 1 0 0,0 0 0 0 0,-4 40-1 0 0,10-56-10 0 0,1-7-14 0 0,-1 1 0 0 0,1-1 0 0 0,0 1 1 0 0,0-1-1 0 0,0 1 0 0 0,0-1 0 0 0,0 0 1 0 0,0 1-1 0 0,0-1 0 0 0,1 1 0 0 0,-1-1 1 0 0,0 1-1 0 0,1 0 0 0 0,0-1 0 0 0,0 0 0 0 0,0 0-1 0 0,0 0 1 0 0,0 0 0 0 0,0-1 0 0 0,1 1 0 0 0,-1 0-1 0 0,0-1 1 0 0,0 1 0 0 0,0-1 0 0 0,1 1 0 0 0,-1-1-1 0 0,0 0 1 0 0,1 1 0 0 0,-1-1 0 0 0,0 0 0 0 0,0 0-1 0 0,1 0 1 0 0,-1 0 0 0 0,0 0 0 0 0,2-1 0 0 0,-1 1-1 0 0,0 0 1 0 0,-1-1-1 0 0,1 1 0 0 0,0-1 1 0 0,-1 1-1 0 0,1-1 1 0 0,-1 0-1 0 0,1 0 1 0 0,-1 0-1 0 0,1 1 1 0 0,-1-1-1 0 0,0-1 0 0 0,1 1 1 0 0,0-1-1 0 0,8-6 7 0 0,1-2-6 0 0,16-15-1 0 0,-4-5 0 0 0,-22 29 0 0 0,2-2 0 0 0,0 0 0 0 0,0-1 0 0 0,-1 1 0 0 0,1-1 0 0 0,-1 0 0 0 0,0 0 0 0 0,0 0 0 0 0,0 0 0 0 0,0 0 0 0 0,-1 0 0 0 0,0-1 0 0 0,2-6 0 0 0,1-15 0 0 0,1 7 0 0 0,-4 12 0 0 0,-4-10 0 0 0,-1 8 0 0 0,-4 8 0 0 0,0 10 0 0 0,5-5 1 0 0,1 0 0 0 0,1-1 0 0 0,-1 1 0 0 0,0 0 0 0 0,1 0 0 0 0,0 0-1 0 0,0 0 1 0 0,0 0 0 0 0,0 1 0 0 0,1-1 0 0 0,0 0 0 0 0,0 0 0 0 0,0 0-1 0 0,0 1 1 0 0,1-1 0 0 0,1 7 0 0 0,-2-10 1 0 0,0 1-1 0 0,0-1 1 0 0,0 0-1 0 0,1 0 1 0 0,-1 0-1 0 0,0 0 1 0 0,1 0-1 0 0,-1 0 1 0 0,1 0 0 0 0,-1 0-1 0 0,1 0 1 0 0,0 0-1 0 0,-1 0 1 0 0,1 0-1 0 0,0 0 1 0 0,0-1-1 0 0,-1 1 1 0 0,1 0 0 0 0,0 0-1 0 0,0-1 1 0 0,0 1-1 0 0,0-1 1 0 0,0 1-1 0 0,0-1 1 0 0,0 1-1 0 0,0-1 1 0 0,0 1 0 0 0,0-1-1 0 0,0 0 1 0 0,1 0-1 0 0,0 1 1 0 0,3-2 5 0 0,-1 0 0 0 0,0 0 1 0 0,1 0-1 0 0,-1-1 0 0 0,0 1 0 0 0,8-5 1 0 0,-2 2-2 0 0,43-19 65 0 0,45-21 126 0 0,-97 44-193 0 0,-1-1 0 0 0,1 1 0 0 0,0-1 0 0 0,0 1 1 0 0,-1-1-1 0 0,1 1 0 0 0,0 0 0 0 0,0 0 1 0 0,0-1-1 0 0,-1 1 0 0 0,1 0 0 0 0,0 0 0 0 0,0 0 1 0 0,0 0-1 0 0,0 0 0 0 0,0 0 0 0 0,-1 0 0 0 0,1 0 1 0 0,0 0-1 0 0,0 0 0 0 0,0 0 0 0 0,0 0 0 0 0,-1 1 1 0 0,1-1-1 0 0,0 0 0 0 0,0 1 0 0 0,0-1 0 0 0,-1 0 1 0 0,2 2-1 0 0,-1-1 5 0 0,1 1-1 0 0,-2-1 1 0 0,1 1 0 0 0,0 0 0 0 0,0-1-1 0 0,0 1 1 0 0,-1 0 0 0 0,1 0 0 0 0,-1-1-1 0 0,1 1 1 0 0,-1 0 0 0 0,0 0 0 0 0,0 2 0 0 0,1 3 18 0 0,-1-1 1 0 0,-1 1 0 0 0,1 0-1 0 0,-1-1 1 0 0,0 1 0 0 0,0-1 0 0 0,-3 7-1 0 0,-7 18 77 0 0,10-17-33 0 0,1-14-67 0 0,0 0 0 0 0,0 0 0 0 0,0 0 0 0 0,0 1 0 0 0,0-1 0 0 0,0 0 0 0 0,0 0 0 0 0,1 0 0 0 0,-1 1 0 0 0,0-1 0 0 0,0 0 0 0 0,0 0 0 0 0,0 0 0 0 0,0 0 0 0 0,1 0 0 0 0,-1 0 0 0 0,0 1 0 0 0,0-1 0 0 0,0 0 0 0 0,1 0 0 0 0,-1 0 0 0 0,0 0 0 0 0,0 0 0 0 0,0 0 0 0 0,1 0 0 0 0,-1 0 0 0 0,0 0 0 0 0,0 0 0 0 0,0 0 0 0 0,1 0 0 0 0,-1 0 0 0 0,0 0 0 0 0,0 0 0 0 0,0 0 0 0 0,1 0 0 0 0,-1 0 0 0 0,0 0 0 0 0,0 0 0 0 0,0 0 0 0 0,1 0 0 0 0,-1 0 0 0 0,0-1 0 0 0,15-27 43 0 0,-6 17-33 0 0,0 0 0 0 0,1 0 0 0 0,0 1 0 0 0,1 1 0 0 0,17-13 0 0 0,-23 18 0 0 0,0 0 0 0 0,1 0-1 0 0,0 1 1 0 0,0 0 0 0 0,0 0-1 0 0,0 1 1 0 0,1-1-1 0 0,-1 2 1 0 0,0-1 0 0 0,1 0-1 0 0,0 1 1 0 0,-1 0 0 0 0,1 1-1 0 0,7 0 1 0 0,23 12 82 0 0,-35-11-88 0 0,1 1 1 0 0,0-1-1 0 0,-1 0 0 0 0,1 0 0 0 0,0 0 0 0 0,0 0 0 0 0,0 0 0 0 0,0-1 0 0 0,0 1 0 0 0,0-1 0 0 0,0 0 1 0 0,0 1-1 0 0,0-1 0 0 0,0-1 0 0 0,0 1 0 0 0,0 0 0 0 0,0-1 0 0 0,0 0 0 0 0,0 0 0 0 0,0 0 0 0 0,0 0 1 0 0,2-1-1 0 0,15-12 64 0 0,-2-1 0 0 0,0 0 1 0 0,0-2-1 0 0,26-32 1 0 0,-27 30 34 0 0,-11 13 95 0 0,-7 8-87 0 0,-12 16-47 0 0,-6 7-17 0 0,-40 92 231 0 0,54-104-228 0 0,0 0 1 0 0,1 0 0 0 0,1 0-1 0 0,0 1 1 0 0,0-1-1 0 0,0 27 1 0 0,3-38-11 0 0,7 0 4 0 0,-6-1-42 0 0,1-1 1 0 0,-1 1 0 0 0,0-1 0 0 0,1 0-1 0 0,-1 0 1 0 0,1 0 0 0 0,-1 0 0 0 0,0 0-1 0 0,1 0 1 0 0,-1 0 0 0 0,1 0 0 0 0,-1 0-1 0 0,0-1 1 0 0,1 1 0 0 0,-1-1 0 0 0,0 1-1 0 0,1-1 1 0 0,-1 1 0 0 0,2-2 0 0 0,6-2 7 0 0,0-2 0 0 0,0 1 0 0 0,0-1-1 0 0,0 0 1 0 0,-1-1 0 0 0,0 0 0 0 0,0 0 0 0 0,-1-1 0 0 0,0 0 0 0 0,0 0 0 0 0,-1 0 0 0 0,0-1 0 0 0,-1 0 0 0 0,0-1 0 0 0,0 1 0 0 0,-1-1 0 0 0,0 0 0 0 0,0 0 0 0 0,-1 0 0 0 0,3-20 0 0 0,-1-6 2 0 0,-2 1-1 0 0,-1-1 1 0 0,-1 0 0 0 0,-2 0 0 0 0,-2 0-1 0 0,-1 1 1 0 0,-2-1 0 0 0,-1 1 0 0 0,-2 0-1 0 0,-18-45 1 0 0,27 79-15 0 0,0 1 0 0 0,0 0-1 0 0,0 0 1 0 0,0 0 0 0 0,0-1-1 0 0,0 1 1 0 0,0 0 0 0 0,-1 0-1 0 0,1-1 1 0 0,0 1 0 0 0,0 0 0 0 0,0 0-1 0 0,0-1 1 0 0,0 1 0 0 0,0 0-1 0 0,0 0 1 0 0,-1 0 0 0 0,1-1-1 0 0,0 1 1 0 0,0 0 0 0 0,0 0-1 0 0,0 0 1 0 0,-1 0 0 0 0,1-1-1 0 0,0 1 1 0 0,0 0 0 0 0,0 0 0 0 0,-1 0-1 0 0,1 0 1 0 0,0 0 0 0 0,0 0-1 0 0,-1 0 1 0 0,1 0 0 0 0,0 0-1 0 0,0-1 1 0 0,-1 1 0 0 0,1 0-1 0 0,0 0 1 0 0,0 0 0 0 0,0 0 0 0 0,-1 0-1 0 0,1 1 1 0 0,0-1 0 0 0,0 0-1 0 0,-1 0 1 0 0,1 0 0 0 0,0 0-1 0 0,0 0 1 0 0,-1 0 0 0 0,1 0-1 0 0,0 0 1 0 0,0 1 0 0 0,-9 16 23 0 0,7-9-17 0 0,0 0 1 0 0,1-1-1 0 0,0 1 0 0 0,0 10 1 0 0,1-16-7 0 0,14 143 89 0 0,-11-130-79 0 0,0 1 0 0 0,1-1 0 0 0,1-1 0 0 0,0 1 0 0 0,1-1 0 0 0,0 1 0 0 0,13 19 1 0 0,-16-30-9 0 0,0 0 1 0 0,0 0-1 0 0,1-1 1 0 0,-1 0-1 0 0,1 1 1 0 0,-1-1-1 0 0,1-1 1 0 0,0 1-1 0 0,0 0 1 0 0,0-1-1 0 0,1 0 1 0 0,-1 0-1 0 0,0 0 1 0 0,1 0-1 0 0,-1-1 1 0 0,1 0-1 0 0,0 0 1 0 0,-1 0-1 0 0,1-1 1 0 0,0 1-1 0 0,8-1 1 0 0,7-2 6 0 0,0 0 0 0 0,-1-2 1 0 0,1 0-1 0 0,19-7 1 0 0,9-2 1 0 0,-43 12-10 0 0,18-4 13 0 0,41-4 0 0 0,-57 9-12 0 0,0 0 0 0 0,0 0 0 0 0,0 0 0 0 0,0 1 0 0 0,0 0 0 0 0,0 1 0 0 0,0 0 0 0 0,0 0 0 0 0,13 6 1 0 0,-18-7-4 0 0,-1 0 1 0 0,1 0 0 0 0,-1 0 0 0 0,1 0 0 0 0,-1 1-1 0 0,1-1 1 0 0,-1 0 0 0 0,0 1 0 0 0,0-1 0 0 0,0 1-1 0 0,0 0 1 0 0,0-1 0 0 0,0 1 0 0 0,0 0 0 0 0,0-1-1 0 0,-1 1 1 0 0,1 0 0 0 0,-1 0 0 0 0,1 0 0 0 0,-1 0 0 0 0,0-1-1 0 0,0 1 1 0 0,1 0 0 0 0,-1 0 0 0 0,-1 0 0 0 0,1 0-1 0 0,0 0 1 0 0,0 0 0 0 0,-1 0 0 0 0,1-1 0 0 0,-1 1-1 0 0,-1 3 1 0 0,-1 3 3 0 0,0-1-1 0 0,0 1 0 0 0,-1-1 1 0 0,1 0-1 0 0,-10 12 0 0 0,10-14 0 0 0,-1 0 0 0 0,0 0 0 0 0,0-1 0 0 0,0 1 0 0 0,-1-1 0 0 0,1 0 0 0 0,-1 0 0 0 0,-5 3-1 0 0,2-2 6 0 0,5-4 4 0 0,-2-1-268 0 0,-18-1 837 0 0,22 1-686 0 0,1 0 0 0 0,-1 0 0 0 0,1 0 0 0 0,0-1 0 0 0,-1 1 0 0 0,1 0 0 0 0,-1 0 0 0 0,1 0 0 0 0,-1 0 0 0 0,1 0 0 0 0,0-1 0 0 0,-1 1 0 0 0,1 0 0 0 0,-1 0 0 0 0,1-1 0 0 0,0 1 0 0 0,-1 0 0 0 0,1 0 0 0 0,0-1 0 0 0,0 1 0 0 0,-1 0 0 0 0,1-1 0 0 0,0 1 0 0 0,0-1 0 0 0,-1 1 0 0 0,1 0 0 0 0,0-1 0 0 0,0 1 0 0 0,0-1 0 0 0,0 1 0 0 0,-1 0 0 0 0,1-1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36:27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1 775 4616 0 0,'10'-3'5'0'0,"-8"2"-3"0"0,0 0-1 0 0,0 1 0 0 0,0-1 0 0 0,0 0 1 0 0,0 1-1 0 0,0 0 0 0 0,0 0 0 0 0,0-1 0 0 0,0 1 1 0 0,0 0-1 0 0,0 0 0 0 0,0 1 0 0 0,0-1 1 0 0,2 1-1 0 0,-4-1 1 0 0,1 0 0 0 0,0 0 0 0 0,0 0 0 0 0,-1 0 0 0 0,1 0 0 0 0,0-1 0 0 0,-1 1 0 0 0,1 0 0 0 0,0 0 0 0 0,-1 0 0 0 0,1-1 0 0 0,-1 1 0 0 0,1 0 0 0 0,0-1 0 0 0,-1 1 1 0 0,1-1-1 0 0,-1 1 0 0 0,1-1 0 0 0,-1 1 0 0 0,1-1 0 0 0,-1 1 0 0 0,1-1 0 0 0,-1 1 0 0 0,0-1 0 0 0,1 1 0 0 0,-1-1 0 0 0,0 0 0 0 0,1 1 0 0 0,-1-1 0 0 0,0 0 0 0 0,0 1 0 0 0,1-1 0 0 0,-1 0 0 0 0,0 1 0 0 0,0-1 0 0 0,0 0 0 0 0,0-1 0 0 0,1-3 961 0 0,38 36-469 0 0,-37-30-467 0 0,-1-1-1 0 0,1 1 0 0 0,0-1 0 0 0,-1 0 0 0 0,1 0 0 0 0,-1 0 0 0 0,1 0 0 0 0,-1 0 0 0 0,1 0 0 0 0,-1-1 0 0 0,1 1 0 0 0,-1 0 0 0 0,1-1 0 0 0,-1 1 0 0 0,1-1 0 0 0,-1 1 1 0 0,1-1-1 0 0,-1 0 0 0 0,0 0 0 0 0,1 0 0 0 0,-1 1 0 0 0,0-1 0 0 0,0-1 0 0 0,2 0 0 0 0,9-5 36 0 0,-7 4 19 0 0,-1 0 0 0 0,1 0 0 0 0,0 0 0 0 0,-1-1 0 0 0,0 1 0 0 0,0-1 1 0 0,0 0-1 0 0,0-1 0 0 0,-1 1 0 0 0,1-1 0 0 0,4-9 0 0 0,6-5 403 0 0,-12 17-204 0 0,-1-34 1651 0 0,1 28-1658 0 0,0 0 1 0 0,0 0 0 0 0,-1 0 0 0 0,0 0 0 0 0,0-17-1 0 0,-1 23-191 0 0,13-39 654 0 0,-6 33-599 0 0,0 0 0 0 0,1 0 0 0 0,0 0 0 0 0,1 1 1 0 0,-1 1-1 0 0,17-10 0 0 0,1 1 175 0 0,35-14 0 0 0,-60 28-234 0 0,37-8 438 0 0,50-6-250 0 0,-18 5-46 0 0,-57 8-164 0 0,1 2 0 0 0,-1-1 0 0 0,1 2 0 0 0,-1 0 0 0 0,1 0 0 0 0,20 6 0 0 0,18-9 208 0 0,-47 3-236 0 0,0 0 0 0 0,0 0 1 0 0,-1 0-1 0 0,1 1 1 0 0,-1 0-1 0 0,1 0 1 0 0,-1 0-1 0 0,7 5 0 0 0,-3-3 26 0 0,0 0-1 0 0,0 0 0 0 0,0-1 0 0 0,1 0 0 0 0,-1-1 0 0 0,1 0 0 0 0,17 2 0 0 0,-6 0 36 0 0,71 6 170 0 0,-66-8-200 0 0,-12-2-11 0 0,0-1 0 0 0,-1 0 0 0 0,1-1 0 0 0,-1-1 0 0 0,19-5 0 0 0,-3 0 3 0 0,90-27 132 0 0,-107 31-164 0 0,-1 0 0 0 0,0 0 0 0 0,0-1 0 0 0,0 0 1 0 0,-1-1-1 0 0,0 0 0 0 0,0-1 0 0 0,15-13 0 0 0,-4 4 15 0 0,72-43 114 0 0,-70 45-122 0 0,12-12 32 0 0,-26 19-36 0 0,0-2-1 0 0,-1 1 1 0 0,0-1-1 0 0,-1 0 1 0 0,1-1-1 0 0,-2 1 1 0 0,1-1 0 0 0,-2-1-1 0 0,1 1 1 0 0,-1-1-1 0 0,-1 1 1 0 0,0-1-1 0 0,0 0 1 0 0,1-13-1 0 0,-2 3 86 0 0,-2 18-95 0 0,1 1-1 0 0,-1-1 0 0 0,1 1 1 0 0,-1-1-1 0 0,0 1 0 0 0,0-1 1 0 0,0 1-1 0 0,0-1 0 0 0,-1 1 1 0 0,0-4-1 0 0,0 4 52 0 0,-1 0-27 0 0,0-1-1 0 0,0 1 1 0 0,0 0 0 0 0,0 0 0 0 0,0 0 0 0 0,-1 0 0 0 0,-2-2-1 0 0,1 8-18 0 0,0-1-1 0 0,0 1 0 0 0,0 0 0 0 0,1 1 0 0 0,0-1 0 0 0,0 0 0 0 0,0 1 0 0 0,0 0 0 0 0,1-1 0 0 0,0 1 0 0 0,0 0 1 0 0,0 1-1 0 0,-2 7 0 0 0,-16 71 120 0 0,20-81-129 0 0,0 1 0 0 0,0 0 0 0 0,1-1 1 0 0,-1 1-1 0 0,1-1 0 0 0,0 1 0 0 0,0-1 1 0 0,0 1-1 0 0,0-1 0 0 0,1 0 0 0 0,3 7 0 0 0,-2-6 3 0 0,1 0-1 0 0,0-1 1 0 0,0 1-1 0 0,1-1 1 0 0,-1 0-1 0 0,1 0 1 0 0,-1 0-1 0 0,1 0 1 0 0,0-1-1 0 0,0 0 1 0 0,0 0-1 0 0,0 0 1 0 0,0-1-1 0 0,1 0 1 0 0,-1 0-1 0 0,10 1 1 0 0,38 4 127 0 0,0-3 0 0 0,-1-2 1 0 0,55-5-1 0 0,111-24 370 0 0,-132 25-446 0 0,-67 2-52 0 0,0 1 0 0 0,29 4 0 0 0,-30-2-4 0 0,0 0 1 0 0,-1-2 0 0 0,21-1-1 0 0,2-1-5 0 0,1 1 0 0 0,60 7 0 0 0,16 1 0 0 0,-102-6-3 0 0,0 0 0 0 0,1 2 1 0 0,-1 0-1 0 0,23 7 0 0 0,-2 6-5 0 0,-34-15 7 0 0,1 0 1 0 0,0 1-1 0 0,-1-1 1 0 0,1 1-1 0 0,-1 0 1 0 0,0-1-1 0 0,1 1 1 0 0,-1 0-1 0 0,0 0 1 0 0,0 1-1 0 0,0-1 1 0 0,-1 0 0 0 0,1 1-1 0 0,0-1 1 0 0,-1 1-1 0 0,0-1 1 0 0,2 5-1 0 0,2 2 0 0 0,9 14 5 0 0,1-1 0 0 0,1 0-1 0 0,30 29 1 0 0,-15-15 2 0 0,-24-27 2 0 0,0-1-1 0 0,1 1 0 0 0,0-1 1 0 0,0-1-1 0 0,0 0 0 0 0,11 7 0 0 0,-10-8 21 0 0,0 1 0 0 0,0 0-1 0 0,0 1 1 0 0,-1-1 0 0 0,-1 2-1 0 0,1-1 1 0 0,-1 1 0 0 0,-1 0 0 0 0,1 1-1 0 0,-2-1 1 0 0,1 1 0 0 0,6 18-1 0 0,-12-27-22 0 0,1 0-1 0 0,-1 0 1 0 0,1-1 0 0 0,-1 1-1 0 0,0 0 1 0 0,0 0-1 0 0,0 0 1 0 0,1-1 0 0 0,-1 1-1 0 0,0 0 1 0 0,0 0-1 0 0,0 0 1 0 0,0-1-1 0 0,0 1 1 0 0,0 0 0 0 0,0 0-1 0 0,-1 0 1 0 0,1-1-1 0 0,0 1 1 0 0,0 0-1 0 0,-1 0 1 0 0,1 0 0 0 0,0-1-1 0 0,-1 1 1 0 0,1 0-1 0 0,-1-1 1 0 0,1 1-1 0 0,-1 0 1 0 0,1-1 0 0 0,-1 1-1 0 0,0-1 1 0 0,1 1-1 0 0,-1-1 1 0 0,1 1 0 0 0,-1-1-1 0 0,0 1 1 0 0,0-1-1 0 0,1 1 1 0 0,-1-1-1 0 0,0 0 1 0 0,0 0 0 0 0,1 1-1 0 0,-3-1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9T14:36:31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9040 0 0,'6'18'31'0'0,"2"6"15"0"0,0-5 37 0 0,-6-17-61 0 0,1 0 1 0 0,-1-1-1 0 0,1 1 1 0 0,-1-1-1 0 0,1 0 1 0 0,-1 0-1 0 0,1 0 1 0 0,0 0 0 0 0,0 0-1 0 0,-1 0 1 0 0,1-1-1 0 0,3 1 1 0 0,-2 0 13 0 0,10 2 56 0 0,14 1 365 0 0,37-5 55 0 0,-48 1-352 0 0,0 0 1 0 0,30-4 0 0 0,-24 2-109 0 0,0 1 1 0 0,0 1-1 0 0,-1 1 1 0 0,1 0 0 0 0,26 7-1 0 0,24 1 33 0 0,-33-6-48 0 0,-1 1 0 0 0,0 3 1 0 0,40 11-1 0 0,75 26 44 0 0,-102-30-19 0 0,98 12 0 0 0,-137-24-56 0 0,112 7 54 0 0,-18-2-7 0 0,-51 3-8 0 0,-1 1 1 0 0,71 26-1 0 0,-5 5 60 0 0,-60-24-32 0 0,78 36 0 0 0,-112-42-45 0 0,367 155 706 0 0,-299-137-471 0 0,-71-25-195 0 0,0 3 0 0 0,-1 0 0 0 0,0 1 0 0 0,41 22 0 0 0,-26-7 147 0 0,43 36 1 0 0,-70-51-168 0 0,0 1 0 0 0,0 1 1 0 0,-1 0-1 0 0,-1 1 0 0 0,0-1 1 0 0,0 2-1 0 0,11 21 0 0 0,138 251 841 0 0,-17-36-287 0 0,-132-230-559 0 0,4 7 109 0 0,0-1 0 0 0,19 27-1 0 0,-24-37-2038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05055" y="2847086"/>
            <a:ext cx="508328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 u="heavy">
                <a:solidFill>
                  <a:srgbClr val="CCCC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0561" y="1163066"/>
            <a:ext cx="465227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43576" y="2315971"/>
            <a:ext cx="7206246" cy="386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rgbClr val="CCCC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upc.es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hyperlink" Target="http://localhost/index.html" TargetMode="External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customXml" Target="../ink/ink9.xml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" Type="http://schemas.openxmlformats.org/officeDocument/2006/relationships/image" Target="../media/image19.png"/><Relationship Id="rId21" Type="http://schemas.openxmlformats.org/officeDocument/2006/relationships/image" Target="../media/image28.png"/><Relationship Id="rId7" Type="http://schemas.openxmlformats.org/officeDocument/2006/relationships/image" Target="../media/image21.png"/><Relationship Id="rId12" Type="http://schemas.openxmlformats.org/officeDocument/2006/relationships/customXml" Target="../ink/ink19.xml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33" Type="http://schemas.openxmlformats.org/officeDocument/2006/relationships/image" Target="../media/image34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23.png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28" Type="http://schemas.openxmlformats.org/officeDocument/2006/relationships/customXml" Target="../ink/ink27.xml"/><Relationship Id="rId10" Type="http://schemas.openxmlformats.org/officeDocument/2006/relationships/customXml" Target="../ink/ink18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customXml" Target="../ink/ink15.xml"/><Relationship Id="rId9" Type="http://schemas.openxmlformats.org/officeDocument/2006/relationships/image" Target="../media/image22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31.png"/><Relationship Id="rId30" Type="http://schemas.openxmlformats.org/officeDocument/2006/relationships/customXml" Target="../ink/ink28.xml"/><Relationship Id="rId8" Type="http://schemas.openxmlformats.org/officeDocument/2006/relationships/customXml" Target="../ink/ink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customXml" Target="../ink/ink35.xml"/><Relationship Id="rId17" Type="http://schemas.openxmlformats.org/officeDocument/2006/relationships/image" Target="../media/image42.png"/><Relationship Id="rId2" Type="http://schemas.openxmlformats.org/officeDocument/2006/relationships/customXml" Target="../ink/ink30.xml"/><Relationship Id="rId16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customXml" Target="../ink/ink34.xml"/><Relationship Id="rId4" Type="http://schemas.openxmlformats.org/officeDocument/2006/relationships/customXml" Target="../ink/ink31.xml"/><Relationship Id="rId9" Type="http://schemas.openxmlformats.org/officeDocument/2006/relationships/image" Target="../media/image38.png"/><Relationship Id="rId14" Type="http://schemas.openxmlformats.org/officeDocument/2006/relationships/customXml" Target="../ink/ink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5055" y="2847086"/>
            <a:ext cx="50825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Times New Roman"/>
                <a:cs typeface="Times New Roman"/>
              </a:rPr>
              <a:t>HTTP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protocol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review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7649" y="4254500"/>
            <a:ext cx="31972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Juan-Luis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7291" y="1163066"/>
            <a:ext cx="58788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Communication</a:t>
            </a:r>
            <a:r>
              <a:rPr spc="-10" dirty="0"/>
              <a:t> </a:t>
            </a:r>
            <a:r>
              <a:rPr spc="-5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49942"/>
            <a:ext cx="6378575" cy="39185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Transport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protocols: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TCP/IP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(RPC),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UDP/IP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(MOM)</a:t>
            </a:r>
            <a:endParaRPr sz="28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3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Service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protocols: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FTP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(File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TELNET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(Remote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connection)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Times New Roman"/>
              <a:buChar char="–"/>
              <a:tabLst>
                <a:tab pos="75565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HTTP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Hypertext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Protocol)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POP3,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IMAP</a:t>
            </a:r>
            <a:endParaRPr sz="28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34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SMTP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(Simple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369" y="1163827"/>
            <a:ext cx="61550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HTTP service 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50769"/>
            <a:ext cx="4015740" cy="11264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HTTP/1.1: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RFC-2616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Request/reply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protocol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53525" y="3950970"/>
            <a:ext cx="4880610" cy="1095375"/>
            <a:chOff x="2453525" y="3950970"/>
            <a:chExt cx="4880610" cy="1095375"/>
          </a:xfrm>
        </p:grpSpPr>
        <p:sp>
          <p:nvSpPr>
            <p:cNvPr id="5" name="object 5"/>
            <p:cNvSpPr/>
            <p:nvPr/>
          </p:nvSpPr>
          <p:spPr>
            <a:xfrm>
              <a:off x="3023501" y="4526292"/>
              <a:ext cx="3314065" cy="28575"/>
            </a:xfrm>
            <a:custGeom>
              <a:avLst/>
              <a:gdLst/>
              <a:ahLst/>
              <a:cxnLst/>
              <a:rect l="l" t="t" r="r" b="b"/>
              <a:pathLst>
                <a:path w="3314065" h="28575">
                  <a:moveTo>
                    <a:pt x="1027925" y="0"/>
                  </a:moveTo>
                  <a:lnTo>
                    <a:pt x="0" y="0"/>
                  </a:lnTo>
                  <a:lnTo>
                    <a:pt x="0" y="28194"/>
                  </a:lnTo>
                  <a:lnTo>
                    <a:pt x="1027925" y="28194"/>
                  </a:lnTo>
                  <a:lnTo>
                    <a:pt x="1027925" y="0"/>
                  </a:lnTo>
                  <a:close/>
                </a:path>
                <a:path w="3314065" h="28575">
                  <a:moveTo>
                    <a:pt x="3313938" y="0"/>
                  </a:moveTo>
                  <a:lnTo>
                    <a:pt x="2475738" y="0"/>
                  </a:lnTo>
                  <a:lnTo>
                    <a:pt x="2475738" y="28194"/>
                  </a:lnTo>
                  <a:lnTo>
                    <a:pt x="3313938" y="28194"/>
                  </a:lnTo>
                  <a:lnTo>
                    <a:pt x="3313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22839" y="3958602"/>
              <a:ext cx="1739900" cy="1000760"/>
            </a:xfrm>
            <a:custGeom>
              <a:avLst/>
              <a:gdLst/>
              <a:ahLst/>
              <a:cxnLst/>
              <a:rect l="l" t="t" r="r" b="b"/>
              <a:pathLst>
                <a:path w="1739900" h="1000760">
                  <a:moveTo>
                    <a:pt x="1739900" y="513588"/>
                  </a:moveTo>
                  <a:lnTo>
                    <a:pt x="1727200" y="513588"/>
                  </a:lnTo>
                  <a:lnTo>
                    <a:pt x="1727200" y="468630"/>
                  </a:lnTo>
                  <a:lnTo>
                    <a:pt x="1714500" y="468630"/>
                  </a:lnTo>
                  <a:lnTo>
                    <a:pt x="1714500" y="455676"/>
                  </a:lnTo>
                  <a:lnTo>
                    <a:pt x="1701800" y="453390"/>
                  </a:lnTo>
                  <a:lnTo>
                    <a:pt x="1701800" y="441960"/>
                  </a:lnTo>
                  <a:lnTo>
                    <a:pt x="1689100" y="440436"/>
                  </a:lnTo>
                  <a:lnTo>
                    <a:pt x="1689100" y="429006"/>
                  </a:lnTo>
                  <a:lnTo>
                    <a:pt x="1676400" y="427482"/>
                  </a:lnTo>
                  <a:lnTo>
                    <a:pt x="1676400" y="421386"/>
                  </a:lnTo>
                  <a:lnTo>
                    <a:pt x="1663700" y="419862"/>
                  </a:lnTo>
                  <a:lnTo>
                    <a:pt x="1663700" y="412242"/>
                  </a:lnTo>
                  <a:lnTo>
                    <a:pt x="1651000" y="408432"/>
                  </a:lnTo>
                  <a:lnTo>
                    <a:pt x="1651000" y="404622"/>
                  </a:lnTo>
                  <a:lnTo>
                    <a:pt x="1638300" y="403098"/>
                  </a:lnTo>
                  <a:lnTo>
                    <a:pt x="1638300" y="397002"/>
                  </a:lnTo>
                  <a:lnTo>
                    <a:pt x="1625600" y="395478"/>
                  </a:lnTo>
                  <a:lnTo>
                    <a:pt x="1625600" y="391668"/>
                  </a:lnTo>
                  <a:lnTo>
                    <a:pt x="1612900" y="391668"/>
                  </a:lnTo>
                  <a:lnTo>
                    <a:pt x="1612900" y="384048"/>
                  </a:lnTo>
                  <a:lnTo>
                    <a:pt x="1600200" y="384048"/>
                  </a:lnTo>
                  <a:lnTo>
                    <a:pt x="1600200" y="380238"/>
                  </a:lnTo>
                  <a:lnTo>
                    <a:pt x="1587500" y="380238"/>
                  </a:lnTo>
                  <a:lnTo>
                    <a:pt x="1587500" y="376428"/>
                  </a:lnTo>
                  <a:lnTo>
                    <a:pt x="1574800" y="374904"/>
                  </a:lnTo>
                  <a:lnTo>
                    <a:pt x="1574800" y="368808"/>
                  </a:lnTo>
                  <a:lnTo>
                    <a:pt x="1562100" y="368808"/>
                  </a:lnTo>
                  <a:lnTo>
                    <a:pt x="1562100" y="363474"/>
                  </a:lnTo>
                  <a:lnTo>
                    <a:pt x="1549400" y="363474"/>
                  </a:lnTo>
                  <a:lnTo>
                    <a:pt x="1549400" y="359664"/>
                  </a:lnTo>
                  <a:lnTo>
                    <a:pt x="1536700" y="359664"/>
                  </a:lnTo>
                  <a:lnTo>
                    <a:pt x="1536700" y="355854"/>
                  </a:lnTo>
                  <a:lnTo>
                    <a:pt x="1524000" y="355854"/>
                  </a:lnTo>
                  <a:lnTo>
                    <a:pt x="1524000" y="364998"/>
                  </a:lnTo>
                  <a:lnTo>
                    <a:pt x="1524000" y="371094"/>
                  </a:lnTo>
                  <a:lnTo>
                    <a:pt x="1511300" y="371094"/>
                  </a:lnTo>
                  <a:lnTo>
                    <a:pt x="1511300" y="364998"/>
                  </a:lnTo>
                  <a:lnTo>
                    <a:pt x="1524000" y="364998"/>
                  </a:lnTo>
                  <a:lnTo>
                    <a:pt x="1524000" y="355854"/>
                  </a:lnTo>
                  <a:lnTo>
                    <a:pt x="1524000" y="233172"/>
                  </a:lnTo>
                  <a:lnTo>
                    <a:pt x="1511300" y="233172"/>
                  </a:lnTo>
                  <a:lnTo>
                    <a:pt x="1511300" y="203454"/>
                  </a:lnTo>
                  <a:lnTo>
                    <a:pt x="1498600" y="201930"/>
                  </a:lnTo>
                  <a:lnTo>
                    <a:pt x="1498600" y="180594"/>
                  </a:lnTo>
                  <a:lnTo>
                    <a:pt x="1485900" y="180594"/>
                  </a:lnTo>
                  <a:lnTo>
                    <a:pt x="1485900" y="171450"/>
                  </a:lnTo>
                  <a:lnTo>
                    <a:pt x="1473200" y="169926"/>
                  </a:lnTo>
                  <a:lnTo>
                    <a:pt x="1473200" y="158496"/>
                  </a:lnTo>
                  <a:lnTo>
                    <a:pt x="1460500" y="158496"/>
                  </a:lnTo>
                  <a:lnTo>
                    <a:pt x="1460500" y="152400"/>
                  </a:lnTo>
                  <a:lnTo>
                    <a:pt x="1447800" y="152400"/>
                  </a:lnTo>
                  <a:lnTo>
                    <a:pt x="1447800" y="147066"/>
                  </a:lnTo>
                  <a:lnTo>
                    <a:pt x="1435100" y="144780"/>
                  </a:lnTo>
                  <a:lnTo>
                    <a:pt x="1435100" y="143256"/>
                  </a:lnTo>
                  <a:lnTo>
                    <a:pt x="1422400" y="143256"/>
                  </a:lnTo>
                  <a:lnTo>
                    <a:pt x="1422400" y="141732"/>
                  </a:lnTo>
                  <a:lnTo>
                    <a:pt x="1409700" y="141732"/>
                  </a:lnTo>
                  <a:lnTo>
                    <a:pt x="1409700" y="135636"/>
                  </a:lnTo>
                  <a:lnTo>
                    <a:pt x="1346200" y="135636"/>
                  </a:lnTo>
                  <a:lnTo>
                    <a:pt x="1346200" y="141732"/>
                  </a:lnTo>
                  <a:lnTo>
                    <a:pt x="1320800" y="141732"/>
                  </a:lnTo>
                  <a:lnTo>
                    <a:pt x="1320800" y="143256"/>
                  </a:lnTo>
                  <a:lnTo>
                    <a:pt x="1308100" y="143256"/>
                  </a:lnTo>
                  <a:lnTo>
                    <a:pt x="1308100" y="144780"/>
                  </a:lnTo>
                  <a:lnTo>
                    <a:pt x="1295400" y="144780"/>
                  </a:lnTo>
                  <a:lnTo>
                    <a:pt x="1295400" y="148590"/>
                  </a:lnTo>
                  <a:lnTo>
                    <a:pt x="1282700" y="148590"/>
                  </a:lnTo>
                  <a:lnTo>
                    <a:pt x="1282700" y="152400"/>
                  </a:lnTo>
                  <a:lnTo>
                    <a:pt x="1270000" y="152400"/>
                  </a:lnTo>
                  <a:lnTo>
                    <a:pt x="1270000" y="154686"/>
                  </a:lnTo>
                  <a:lnTo>
                    <a:pt x="1257300" y="154686"/>
                  </a:lnTo>
                  <a:lnTo>
                    <a:pt x="1257300" y="143256"/>
                  </a:lnTo>
                  <a:lnTo>
                    <a:pt x="1248156" y="143256"/>
                  </a:lnTo>
                  <a:lnTo>
                    <a:pt x="1248156" y="784860"/>
                  </a:lnTo>
                  <a:lnTo>
                    <a:pt x="1248156" y="788670"/>
                  </a:lnTo>
                  <a:lnTo>
                    <a:pt x="1245870" y="788670"/>
                  </a:lnTo>
                  <a:lnTo>
                    <a:pt x="1245870" y="790194"/>
                  </a:lnTo>
                  <a:lnTo>
                    <a:pt x="1245870" y="792480"/>
                  </a:lnTo>
                  <a:lnTo>
                    <a:pt x="1243584" y="792480"/>
                  </a:lnTo>
                  <a:lnTo>
                    <a:pt x="1243584" y="790194"/>
                  </a:lnTo>
                  <a:lnTo>
                    <a:pt x="1245870" y="790194"/>
                  </a:lnTo>
                  <a:lnTo>
                    <a:pt x="1245870" y="788670"/>
                  </a:lnTo>
                  <a:lnTo>
                    <a:pt x="1245870" y="784860"/>
                  </a:lnTo>
                  <a:lnTo>
                    <a:pt x="1248156" y="784860"/>
                  </a:lnTo>
                  <a:lnTo>
                    <a:pt x="1248156" y="143256"/>
                  </a:lnTo>
                  <a:lnTo>
                    <a:pt x="1244600" y="143256"/>
                  </a:lnTo>
                  <a:lnTo>
                    <a:pt x="1244600" y="122682"/>
                  </a:lnTo>
                  <a:lnTo>
                    <a:pt x="1231900" y="120396"/>
                  </a:lnTo>
                  <a:lnTo>
                    <a:pt x="1231900" y="103632"/>
                  </a:lnTo>
                  <a:lnTo>
                    <a:pt x="1219200" y="103632"/>
                  </a:lnTo>
                  <a:lnTo>
                    <a:pt x="1219200" y="86868"/>
                  </a:lnTo>
                  <a:lnTo>
                    <a:pt x="1206500" y="84582"/>
                  </a:lnTo>
                  <a:lnTo>
                    <a:pt x="1206500" y="79248"/>
                  </a:lnTo>
                  <a:lnTo>
                    <a:pt x="1193800" y="77724"/>
                  </a:lnTo>
                  <a:lnTo>
                    <a:pt x="1193800" y="58674"/>
                  </a:lnTo>
                  <a:lnTo>
                    <a:pt x="1181100" y="56388"/>
                  </a:lnTo>
                  <a:lnTo>
                    <a:pt x="1181100" y="53340"/>
                  </a:lnTo>
                  <a:lnTo>
                    <a:pt x="1168400" y="49530"/>
                  </a:lnTo>
                  <a:lnTo>
                    <a:pt x="1168400" y="35814"/>
                  </a:lnTo>
                  <a:lnTo>
                    <a:pt x="1155700" y="34290"/>
                  </a:lnTo>
                  <a:lnTo>
                    <a:pt x="1155700" y="30480"/>
                  </a:lnTo>
                  <a:lnTo>
                    <a:pt x="1143000" y="28194"/>
                  </a:lnTo>
                  <a:lnTo>
                    <a:pt x="1143000" y="19050"/>
                  </a:lnTo>
                  <a:lnTo>
                    <a:pt x="1130300" y="19050"/>
                  </a:lnTo>
                  <a:lnTo>
                    <a:pt x="1130300" y="11430"/>
                  </a:lnTo>
                  <a:lnTo>
                    <a:pt x="1117600" y="11430"/>
                  </a:lnTo>
                  <a:lnTo>
                    <a:pt x="1117600" y="9906"/>
                  </a:lnTo>
                  <a:lnTo>
                    <a:pt x="1104900" y="9906"/>
                  </a:lnTo>
                  <a:lnTo>
                    <a:pt x="1104900" y="6096"/>
                  </a:lnTo>
                  <a:lnTo>
                    <a:pt x="1092200" y="6096"/>
                  </a:lnTo>
                  <a:lnTo>
                    <a:pt x="1092200" y="3810"/>
                  </a:lnTo>
                  <a:lnTo>
                    <a:pt x="1079500" y="3810"/>
                  </a:lnTo>
                  <a:lnTo>
                    <a:pt x="1079500" y="0"/>
                  </a:lnTo>
                  <a:lnTo>
                    <a:pt x="1054100" y="0"/>
                  </a:lnTo>
                  <a:lnTo>
                    <a:pt x="1054100" y="3810"/>
                  </a:lnTo>
                  <a:lnTo>
                    <a:pt x="1041400" y="3810"/>
                  </a:lnTo>
                  <a:lnTo>
                    <a:pt x="1041400" y="6096"/>
                  </a:lnTo>
                  <a:lnTo>
                    <a:pt x="1028700" y="6096"/>
                  </a:lnTo>
                  <a:lnTo>
                    <a:pt x="1028700" y="9906"/>
                  </a:lnTo>
                  <a:lnTo>
                    <a:pt x="1016000" y="9906"/>
                  </a:lnTo>
                  <a:lnTo>
                    <a:pt x="1016000" y="11430"/>
                  </a:lnTo>
                  <a:lnTo>
                    <a:pt x="1003300" y="17526"/>
                  </a:lnTo>
                  <a:lnTo>
                    <a:pt x="1003300" y="19050"/>
                  </a:lnTo>
                  <a:lnTo>
                    <a:pt x="990600" y="19050"/>
                  </a:lnTo>
                  <a:lnTo>
                    <a:pt x="990600" y="22860"/>
                  </a:lnTo>
                  <a:lnTo>
                    <a:pt x="977900" y="22860"/>
                  </a:lnTo>
                  <a:lnTo>
                    <a:pt x="977900" y="32004"/>
                  </a:lnTo>
                  <a:lnTo>
                    <a:pt x="965200" y="32004"/>
                  </a:lnTo>
                  <a:lnTo>
                    <a:pt x="965200" y="38100"/>
                  </a:lnTo>
                  <a:lnTo>
                    <a:pt x="952500" y="38100"/>
                  </a:lnTo>
                  <a:lnTo>
                    <a:pt x="952500" y="45720"/>
                  </a:lnTo>
                  <a:lnTo>
                    <a:pt x="939800" y="49530"/>
                  </a:lnTo>
                  <a:lnTo>
                    <a:pt x="939800" y="54864"/>
                  </a:lnTo>
                  <a:lnTo>
                    <a:pt x="927100" y="58674"/>
                  </a:lnTo>
                  <a:lnTo>
                    <a:pt x="927100" y="67818"/>
                  </a:lnTo>
                  <a:lnTo>
                    <a:pt x="914400" y="71628"/>
                  </a:lnTo>
                  <a:lnTo>
                    <a:pt x="914400" y="81534"/>
                  </a:lnTo>
                  <a:lnTo>
                    <a:pt x="901700" y="81534"/>
                  </a:lnTo>
                  <a:lnTo>
                    <a:pt x="901700" y="94488"/>
                  </a:lnTo>
                  <a:lnTo>
                    <a:pt x="901700" y="116586"/>
                  </a:lnTo>
                  <a:lnTo>
                    <a:pt x="901700" y="120396"/>
                  </a:lnTo>
                  <a:lnTo>
                    <a:pt x="889000" y="118872"/>
                  </a:lnTo>
                  <a:lnTo>
                    <a:pt x="889000" y="115062"/>
                  </a:lnTo>
                  <a:lnTo>
                    <a:pt x="901700" y="116586"/>
                  </a:lnTo>
                  <a:lnTo>
                    <a:pt x="901700" y="94488"/>
                  </a:lnTo>
                  <a:lnTo>
                    <a:pt x="889000" y="94488"/>
                  </a:lnTo>
                  <a:lnTo>
                    <a:pt x="889000" y="103632"/>
                  </a:lnTo>
                  <a:lnTo>
                    <a:pt x="876300" y="107442"/>
                  </a:lnTo>
                  <a:lnTo>
                    <a:pt x="889000" y="107442"/>
                  </a:lnTo>
                  <a:lnTo>
                    <a:pt x="889000" y="111252"/>
                  </a:lnTo>
                  <a:lnTo>
                    <a:pt x="876300" y="111252"/>
                  </a:lnTo>
                  <a:lnTo>
                    <a:pt x="876300" y="107442"/>
                  </a:lnTo>
                  <a:lnTo>
                    <a:pt x="876300" y="99822"/>
                  </a:lnTo>
                  <a:lnTo>
                    <a:pt x="863600" y="98298"/>
                  </a:lnTo>
                  <a:lnTo>
                    <a:pt x="863600" y="90678"/>
                  </a:lnTo>
                  <a:lnTo>
                    <a:pt x="850900" y="90678"/>
                  </a:lnTo>
                  <a:lnTo>
                    <a:pt x="850900" y="83058"/>
                  </a:lnTo>
                  <a:lnTo>
                    <a:pt x="840486" y="83058"/>
                  </a:lnTo>
                  <a:lnTo>
                    <a:pt x="840486" y="758190"/>
                  </a:lnTo>
                  <a:lnTo>
                    <a:pt x="840486" y="760476"/>
                  </a:lnTo>
                  <a:lnTo>
                    <a:pt x="838200" y="760476"/>
                  </a:lnTo>
                  <a:lnTo>
                    <a:pt x="838200" y="763524"/>
                  </a:lnTo>
                  <a:lnTo>
                    <a:pt x="838200" y="765810"/>
                  </a:lnTo>
                  <a:lnTo>
                    <a:pt x="835914" y="765810"/>
                  </a:lnTo>
                  <a:lnTo>
                    <a:pt x="835914" y="767334"/>
                  </a:lnTo>
                  <a:lnTo>
                    <a:pt x="835914" y="771144"/>
                  </a:lnTo>
                  <a:lnTo>
                    <a:pt x="831342" y="771144"/>
                  </a:lnTo>
                  <a:lnTo>
                    <a:pt x="831342" y="767334"/>
                  </a:lnTo>
                  <a:lnTo>
                    <a:pt x="835914" y="767334"/>
                  </a:lnTo>
                  <a:lnTo>
                    <a:pt x="835914" y="765810"/>
                  </a:lnTo>
                  <a:lnTo>
                    <a:pt x="835914" y="763524"/>
                  </a:lnTo>
                  <a:lnTo>
                    <a:pt x="838200" y="763524"/>
                  </a:lnTo>
                  <a:lnTo>
                    <a:pt x="838200" y="760476"/>
                  </a:lnTo>
                  <a:lnTo>
                    <a:pt x="838200" y="758190"/>
                  </a:lnTo>
                  <a:lnTo>
                    <a:pt x="840486" y="758190"/>
                  </a:lnTo>
                  <a:lnTo>
                    <a:pt x="840486" y="83058"/>
                  </a:lnTo>
                  <a:lnTo>
                    <a:pt x="838200" y="83058"/>
                  </a:lnTo>
                  <a:lnTo>
                    <a:pt x="838200" y="73914"/>
                  </a:lnTo>
                  <a:lnTo>
                    <a:pt x="825500" y="70104"/>
                  </a:lnTo>
                  <a:lnTo>
                    <a:pt x="825500" y="67818"/>
                  </a:lnTo>
                  <a:lnTo>
                    <a:pt x="812800" y="66294"/>
                  </a:lnTo>
                  <a:lnTo>
                    <a:pt x="812800" y="60198"/>
                  </a:lnTo>
                  <a:lnTo>
                    <a:pt x="800100" y="58674"/>
                  </a:lnTo>
                  <a:lnTo>
                    <a:pt x="800100" y="54864"/>
                  </a:lnTo>
                  <a:lnTo>
                    <a:pt x="787400" y="54864"/>
                  </a:lnTo>
                  <a:lnTo>
                    <a:pt x="787400" y="49530"/>
                  </a:lnTo>
                  <a:lnTo>
                    <a:pt x="774700" y="47244"/>
                  </a:lnTo>
                  <a:lnTo>
                    <a:pt x="774700" y="45720"/>
                  </a:lnTo>
                  <a:lnTo>
                    <a:pt x="762000" y="41910"/>
                  </a:lnTo>
                  <a:lnTo>
                    <a:pt x="762000" y="35814"/>
                  </a:lnTo>
                  <a:lnTo>
                    <a:pt x="749300" y="35814"/>
                  </a:lnTo>
                  <a:lnTo>
                    <a:pt x="749300" y="34290"/>
                  </a:lnTo>
                  <a:lnTo>
                    <a:pt x="736600" y="34290"/>
                  </a:lnTo>
                  <a:lnTo>
                    <a:pt x="736600" y="30480"/>
                  </a:lnTo>
                  <a:lnTo>
                    <a:pt x="723900" y="30480"/>
                  </a:lnTo>
                  <a:lnTo>
                    <a:pt x="723900" y="28194"/>
                  </a:lnTo>
                  <a:lnTo>
                    <a:pt x="711200" y="28194"/>
                  </a:lnTo>
                  <a:lnTo>
                    <a:pt x="711200" y="22860"/>
                  </a:lnTo>
                  <a:lnTo>
                    <a:pt x="698500" y="22860"/>
                  </a:lnTo>
                  <a:lnTo>
                    <a:pt x="698500" y="21336"/>
                  </a:lnTo>
                  <a:lnTo>
                    <a:pt x="673100" y="21336"/>
                  </a:lnTo>
                  <a:lnTo>
                    <a:pt x="673100" y="19050"/>
                  </a:lnTo>
                  <a:lnTo>
                    <a:pt x="647700" y="19050"/>
                  </a:lnTo>
                  <a:lnTo>
                    <a:pt x="647700" y="21336"/>
                  </a:lnTo>
                  <a:lnTo>
                    <a:pt x="635000" y="21336"/>
                  </a:lnTo>
                  <a:lnTo>
                    <a:pt x="635000" y="22860"/>
                  </a:lnTo>
                  <a:lnTo>
                    <a:pt x="622300" y="22860"/>
                  </a:lnTo>
                  <a:lnTo>
                    <a:pt x="622300" y="25146"/>
                  </a:lnTo>
                  <a:lnTo>
                    <a:pt x="609600" y="25146"/>
                  </a:lnTo>
                  <a:lnTo>
                    <a:pt x="609600" y="30480"/>
                  </a:lnTo>
                  <a:lnTo>
                    <a:pt x="596900" y="30480"/>
                  </a:lnTo>
                  <a:lnTo>
                    <a:pt x="596900" y="32004"/>
                  </a:lnTo>
                  <a:lnTo>
                    <a:pt x="584200" y="32004"/>
                  </a:lnTo>
                  <a:lnTo>
                    <a:pt x="584200" y="35814"/>
                  </a:lnTo>
                  <a:lnTo>
                    <a:pt x="571500" y="35814"/>
                  </a:lnTo>
                  <a:lnTo>
                    <a:pt x="571500" y="45720"/>
                  </a:lnTo>
                  <a:lnTo>
                    <a:pt x="558800" y="45720"/>
                  </a:lnTo>
                  <a:lnTo>
                    <a:pt x="558800" y="47244"/>
                  </a:lnTo>
                  <a:lnTo>
                    <a:pt x="546100" y="47244"/>
                  </a:lnTo>
                  <a:lnTo>
                    <a:pt x="546100" y="56388"/>
                  </a:lnTo>
                  <a:lnTo>
                    <a:pt x="533400" y="56388"/>
                  </a:lnTo>
                  <a:lnTo>
                    <a:pt x="533400" y="67818"/>
                  </a:lnTo>
                  <a:lnTo>
                    <a:pt x="520700" y="67818"/>
                  </a:lnTo>
                  <a:lnTo>
                    <a:pt x="520700" y="73914"/>
                  </a:lnTo>
                  <a:lnTo>
                    <a:pt x="508000" y="73914"/>
                  </a:lnTo>
                  <a:lnTo>
                    <a:pt x="508000" y="81534"/>
                  </a:lnTo>
                  <a:lnTo>
                    <a:pt x="495300" y="84582"/>
                  </a:lnTo>
                  <a:lnTo>
                    <a:pt x="495300" y="94488"/>
                  </a:lnTo>
                  <a:lnTo>
                    <a:pt x="482600" y="94488"/>
                  </a:lnTo>
                  <a:lnTo>
                    <a:pt x="482600" y="103632"/>
                  </a:lnTo>
                  <a:lnTo>
                    <a:pt x="469900" y="111252"/>
                  </a:lnTo>
                  <a:lnTo>
                    <a:pt x="469900" y="116586"/>
                  </a:lnTo>
                  <a:lnTo>
                    <a:pt x="457200" y="124206"/>
                  </a:lnTo>
                  <a:lnTo>
                    <a:pt x="457200" y="130302"/>
                  </a:lnTo>
                  <a:lnTo>
                    <a:pt x="444500" y="134112"/>
                  </a:lnTo>
                  <a:lnTo>
                    <a:pt x="444500" y="143256"/>
                  </a:lnTo>
                  <a:lnTo>
                    <a:pt x="431800" y="147066"/>
                  </a:lnTo>
                  <a:lnTo>
                    <a:pt x="431800" y="156210"/>
                  </a:lnTo>
                  <a:lnTo>
                    <a:pt x="431800" y="158496"/>
                  </a:lnTo>
                  <a:lnTo>
                    <a:pt x="431800" y="169926"/>
                  </a:lnTo>
                  <a:lnTo>
                    <a:pt x="419100" y="169926"/>
                  </a:lnTo>
                  <a:lnTo>
                    <a:pt x="419100" y="182880"/>
                  </a:lnTo>
                  <a:lnTo>
                    <a:pt x="406400" y="186690"/>
                  </a:lnTo>
                  <a:lnTo>
                    <a:pt x="406400" y="203454"/>
                  </a:lnTo>
                  <a:lnTo>
                    <a:pt x="393700" y="203454"/>
                  </a:lnTo>
                  <a:lnTo>
                    <a:pt x="393700" y="195834"/>
                  </a:lnTo>
                  <a:lnTo>
                    <a:pt x="392430" y="195834"/>
                  </a:lnTo>
                  <a:lnTo>
                    <a:pt x="392430" y="813054"/>
                  </a:lnTo>
                  <a:lnTo>
                    <a:pt x="392430" y="814578"/>
                  </a:lnTo>
                  <a:lnTo>
                    <a:pt x="388620" y="814578"/>
                  </a:lnTo>
                  <a:lnTo>
                    <a:pt x="388620" y="816864"/>
                  </a:lnTo>
                  <a:lnTo>
                    <a:pt x="379476" y="816864"/>
                  </a:lnTo>
                  <a:lnTo>
                    <a:pt x="379476" y="814578"/>
                  </a:lnTo>
                  <a:lnTo>
                    <a:pt x="388620" y="814578"/>
                  </a:lnTo>
                  <a:lnTo>
                    <a:pt x="388620" y="813054"/>
                  </a:lnTo>
                  <a:lnTo>
                    <a:pt x="392430" y="813054"/>
                  </a:lnTo>
                  <a:lnTo>
                    <a:pt x="392430" y="195834"/>
                  </a:lnTo>
                  <a:lnTo>
                    <a:pt x="381000" y="195834"/>
                  </a:lnTo>
                  <a:lnTo>
                    <a:pt x="381000" y="192024"/>
                  </a:lnTo>
                  <a:lnTo>
                    <a:pt x="374904" y="192024"/>
                  </a:lnTo>
                  <a:lnTo>
                    <a:pt x="374904" y="816864"/>
                  </a:lnTo>
                  <a:lnTo>
                    <a:pt x="374904" y="818388"/>
                  </a:lnTo>
                  <a:lnTo>
                    <a:pt x="371094" y="818388"/>
                  </a:lnTo>
                  <a:lnTo>
                    <a:pt x="371094" y="820674"/>
                  </a:lnTo>
                  <a:lnTo>
                    <a:pt x="364236" y="820674"/>
                  </a:lnTo>
                  <a:lnTo>
                    <a:pt x="364236" y="822198"/>
                  </a:lnTo>
                  <a:lnTo>
                    <a:pt x="352806" y="822198"/>
                  </a:lnTo>
                  <a:lnTo>
                    <a:pt x="352806" y="826008"/>
                  </a:lnTo>
                  <a:lnTo>
                    <a:pt x="342138" y="826008"/>
                  </a:lnTo>
                  <a:lnTo>
                    <a:pt x="342138" y="827532"/>
                  </a:lnTo>
                  <a:lnTo>
                    <a:pt x="332994" y="827532"/>
                  </a:lnTo>
                  <a:lnTo>
                    <a:pt x="332994" y="826008"/>
                  </a:lnTo>
                  <a:lnTo>
                    <a:pt x="342138" y="826008"/>
                  </a:lnTo>
                  <a:lnTo>
                    <a:pt x="342138" y="822198"/>
                  </a:lnTo>
                  <a:lnTo>
                    <a:pt x="350520" y="822198"/>
                  </a:lnTo>
                  <a:lnTo>
                    <a:pt x="350520" y="820674"/>
                  </a:lnTo>
                  <a:lnTo>
                    <a:pt x="361950" y="820674"/>
                  </a:lnTo>
                  <a:lnTo>
                    <a:pt x="361950" y="818388"/>
                  </a:lnTo>
                  <a:lnTo>
                    <a:pt x="371094" y="818388"/>
                  </a:lnTo>
                  <a:lnTo>
                    <a:pt x="371094" y="816864"/>
                  </a:lnTo>
                  <a:lnTo>
                    <a:pt x="374904" y="816864"/>
                  </a:lnTo>
                  <a:lnTo>
                    <a:pt x="374904" y="192024"/>
                  </a:lnTo>
                  <a:lnTo>
                    <a:pt x="368300" y="192024"/>
                  </a:lnTo>
                  <a:lnTo>
                    <a:pt x="368300" y="190500"/>
                  </a:lnTo>
                  <a:lnTo>
                    <a:pt x="342900" y="190500"/>
                  </a:lnTo>
                  <a:lnTo>
                    <a:pt x="342900" y="184404"/>
                  </a:lnTo>
                  <a:lnTo>
                    <a:pt x="330708" y="184404"/>
                  </a:lnTo>
                  <a:lnTo>
                    <a:pt x="330708" y="827532"/>
                  </a:lnTo>
                  <a:lnTo>
                    <a:pt x="330708" y="829818"/>
                  </a:lnTo>
                  <a:lnTo>
                    <a:pt x="324612" y="829818"/>
                  </a:lnTo>
                  <a:lnTo>
                    <a:pt x="324612" y="831342"/>
                  </a:lnTo>
                  <a:lnTo>
                    <a:pt x="315468" y="831342"/>
                  </a:lnTo>
                  <a:lnTo>
                    <a:pt x="315468" y="829818"/>
                  </a:lnTo>
                  <a:lnTo>
                    <a:pt x="322326" y="829818"/>
                  </a:lnTo>
                  <a:lnTo>
                    <a:pt x="322326" y="827532"/>
                  </a:lnTo>
                  <a:lnTo>
                    <a:pt x="330708" y="827532"/>
                  </a:lnTo>
                  <a:lnTo>
                    <a:pt x="330708" y="184404"/>
                  </a:lnTo>
                  <a:lnTo>
                    <a:pt x="330200" y="184404"/>
                  </a:lnTo>
                  <a:lnTo>
                    <a:pt x="330200" y="182880"/>
                  </a:lnTo>
                  <a:lnTo>
                    <a:pt x="317500" y="182880"/>
                  </a:lnTo>
                  <a:lnTo>
                    <a:pt x="317500" y="180594"/>
                  </a:lnTo>
                  <a:lnTo>
                    <a:pt x="304800" y="180594"/>
                  </a:lnTo>
                  <a:lnTo>
                    <a:pt x="304800" y="179070"/>
                  </a:lnTo>
                  <a:lnTo>
                    <a:pt x="254000" y="179070"/>
                  </a:lnTo>
                  <a:lnTo>
                    <a:pt x="254000" y="180594"/>
                  </a:lnTo>
                  <a:lnTo>
                    <a:pt x="228600" y="180594"/>
                  </a:lnTo>
                  <a:lnTo>
                    <a:pt x="228600" y="184404"/>
                  </a:lnTo>
                  <a:lnTo>
                    <a:pt x="215900" y="184404"/>
                  </a:lnTo>
                  <a:lnTo>
                    <a:pt x="215900" y="192024"/>
                  </a:lnTo>
                  <a:lnTo>
                    <a:pt x="203200" y="192024"/>
                  </a:lnTo>
                  <a:lnTo>
                    <a:pt x="203200" y="198120"/>
                  </a:lnTo>
                  <a:lnTo>
                    <a:pt x="190500" y="198120"/>
                  </a:lnTo>
                  <a:lnTo>
                    <a:pt x="190500" y="203454"/>
                  </a:lnTo>
                  <a:lnTo>
                    <a:pt x="177800" y="203454"/>
                  </a:lnTo>
                  <a:lnTo>
                    <a:pt x="177800" y="204978"/>
                  </a:lnTo>
                  <a:lnTo>
                    <a:pt x="177800" y="216408"/>
                  </a:lnTo>
                  <a:lnTo>
                    <a:pt x="165100" y="216408"/>
                  </a:lnTo>
                  <a:lnTo>
                    <a:pt x="165100" y="233172"/>
                  </a:lnTo>
                  <a:lnTo>
                    <a:pt x="152400" y="233172"/>
                  </a:lnTo>
                  <a:lnTo>
                    <a:pt x="152400" y="259842"/>
                  </a:lnTo>
                  <a:lnTo>
                    <a:pt x="139700" y="259842"/>
                  </a:lnTo>
                  <a:lnTo>
                    <a:pt x="139700" y="355854"/>
                  </a:lnTo>
                  <a:lnTo>
                    <a:pt x="139700" y="357378"/>
                  </a:lnTo>
                  <a:lnTo>
                    <a:pt x="139700" y="363474"/>
                  </a:lnTo>
                  <a:lnTo>
                    <a:pt x="127000" y="363474"/>
                  </a:lnTo>
                  <a:lnTo>
                    <a:pt x="127000" y="364998"/>
                  </a:lnTo>
                  <a:lnTo>
                    <a:pt x="127000" y="367284"/>
                  </a:lnTo>
                  <a:lnTo>
                    <a:pt x="114300" y="367284"/>
                  </a:lnTo>
                  <a:lnTo>
                    <a:pt x="114300" y="371094"/>
                  </a:lnTo>
                  <a:lnTo>
                    <a:pt x="101600" y="371094"/>
                  </a:lnTo>
                  <a:lnTo>
                    <a:pt x="101600" y="374904"/>
                  </a:lnTo>
                  <a:lnTo>
                    <a:pt x="101600" y="376428"/>
                  </a:lnTo>
                  <a:lnTo>
                    <a:pt x="88900" y="376428"/>
                  </a:lnTo>
                  <a:lnTo>
                    <a:pt x="88900" y="378714"/>
                  </a:lnTo>
                  <a:lnTo>
                    <a:pt x="76200" y="378714"/>
                  </a:lnTo>
                  <a:lnTo>
                    <a:pt x="76200" y="384048"/>
                  </a:lnTo>
                  <a:lnTo>
                    <a:pt x="63500" y="384048"/>
                  </a:lnTo>
                  <a:lnTo>
                    <a:pt x="63500" y="389382"/>
                  </a:lnTo>
                  <a:lnTo>
                    <a:pt x="50800" y="389382"/>
                  </a:lnTo>
                  <a:lnTo>
                    <a:pt x="50800" y="397002"/>
                  </a:lnTo>
                  <a:lnTo>
                    <a:pt x="38100" y="397002"/>
                  </a:lnTo>
                  <a:lnTo>
                    <a:pt x="38100" y="404622"/>
                  </a:lnTo>
                  <a:lnTo>
                    <a:pt x="25400" y="408432"/>
                  </a:lnTo>
                  <a:lnTo>
                    <a:pt x="25400" y="417576"/>
                  </a:lnTo>
                  <a:lnTo>
                    <a:pt x="12700" y="417576"/>
                  </a:lnTo>
                  <a:lnTo>
                    <a:pt x="12700" y="432816"/>
                  </a:lnTo>
                  <a:lnTo>
                    <a:pt x="0" y="432816"/>
                  </a:lnTo>
                  <a:lnTo>
                    <a:pt x="0" y="530352"/>
                  </a:lnTo>
                  <a:lnTo>
                    <a:pt x="12700" y="530352"/>
                  </a:lnTo>
                  <a:lnTo>
                    <a:pt x="12700" y="553212"/>
                  </a:lnTo>
                  <a:lnTo>
                    <a:pt x="25400" y="553212"/>
                  </a:lnTo>
                  <a:lnTo>
                    <a:pt x="25400" y="569976"/>
                  </a:lnTo>
                  <a:lnTo>
                    <a:pt x="38100" y="573786"/>
                  </a:lnTo>
                  <a:lnTo>
                    <a:pt x="38100" y="594360"/>
                  </a:lnTo>
                  <a:lnTo>
                    <a:pt x="38100" y="678942"/>
                  </a:lnTo>
                  <a:lnTo>
                    <a:pt x="38100" y="685038"/>
                  </a:lnTo>
                  <a:lnTo>
                    <a:pt x="38100" y="733806"/>
                  </a:lnTo>
                  <a:lnTo>
                    <a:pt x="50800" y="733806"/>
                  </a:lnTo>
                  <a:lnTo>
                    <a:pt x="50800" y="750570"/>
                  </a:lnTo>
                  <a:lnTo>
                    <a:pt x="70866" y="750570"/>
                  </a:lnTo>
                  <a:lnTo>
                    <a:pt x="70866" y="754380"/>
                  </a:lnTo>
                  <a:lnTo>
                    <a:pt x="73152" y="754380"/>
                  </a:lnTo>
                  <a:lnTo>
                    <a:pt x="73152" y="758190"/>
                  </a:lnTo>
                  <a:lnTo>
                    <a:pt x="75438" y="758190"/>
                  </a:lnTo>
                  <a:lnTo>
                    <a:pt x="75438" y="760476"/>
                  </a:lnTo>
                  <a:lnTo>
                    <a:pt x="77724" y="760476"/>
                  </a:lnTo>
                  <a:lnTo>
                    <a:pt x="77724" y="763524"/>
                  </a:lnTo>
                  <a:lnTo>
                    <a:pt x="77724" y="765810"/>
                  </a:lnTo>
                  <a:lnTo>
                    <a:pt x="82296" y="765810"/>
                  </a:lnTo>
                  <a:lnTo>
                    <a:pt x="82296" y="767334"/>
                  </a:lnTo>
                  <a:lnTo>
                    <a:pt x="82296" y="771144"/>
                  </a:lnTo>
                  <a:lnTo>
                    <a:pt x="83820" y="771144"/>
                  </a:lnTo>
                  <a:lnTo>
                    <a:pt x="83820" y="773430"/>
                  </a:lnTo>
                  <a:lnTo>
                    <a:pt x="86106" y="773430"/>
                  </a:lnTo>
                  <a:lnTo>
                    <a:pt x="86106" y="778764"/>
                  </a:lnTo>
                  <a:lnTo>
                    <a:pt x="88392" y="778764"/>
                  </a:lnTo>
                  <a:lnTo>
                    <a:pt x="88392" y="782574"/>
                  </a:lnTo>
                  <a:lnTo>
                    <a:pt x="92964" y="784860"/>
                  </a:lnTo>
                  <a:lnTo>
                    <a:pt x="92964" y="790194"/>
                  </a:lnTo>
                  <a:lnTo>
                    <a:pt x="99822" y="792480"/>
                  </a:lnTo>
                  <a:lnTo>
                    <a:pt x="99822" y="794004"/>
                  </a:lnTo>
                  <a:lnTo>
                    <a:pt x="103632" y="795528"/>
                  </a:lnTo>
                  <a:lnTo>
                    <a:pt x="103632" y="797814"/>
                  </a:lnTo>
                  <a:lnTo>
                    <a:pt x="110490" y="801624"/>
                  </a:lnTo>
                  <a:lnTo>
                    <a:pt x="110490" y="803148"/>
                  </a:lnTo>
                  <a:lnTo>
                    <a:pt x="115062" y="805434"/>
                  </a:lnTo>
                  <a:lnTo>
                    <a:pt x="115062" y="806958"/>
                  </a:lnTo>
                  <a:lnTo>
                    <a:pt x="119634" y="809244"/>
                  </a:lnTo>
                  <a:lnTo>
                    <a:pt x="119634" y="813054"/>
                  </a:lnTo>
                  <a:lnTo>
                    <a:pt x="121920" y="813054"/>
                  </a:lnTo>
                  <a:lnTo>
                    <a:pt x="121920" y="814578"/>
                  </a:lnTo>
                  <a:lnTo>
                    <a:pt x="125730" y="814578"/>
                  </a:lnTo>
                  <a:lnTo>
                    <a:pt x="125730" y="816864"/>
                  </a:lnTo>
                  <a:lnTo>
                    <a:pt x="132588" y="816864"/>
                  </a:lnTo>
                  <a:lnTo>
                    <a:pt x="132588" y="818388"/>
                  </a:lnTo>
                  <a:lnTo>
                    <a:pt x="134874" y="818388"/>
                  </a:lnTo>
                  <a:lnTo>
                    <a:pt x="134874" y="820674"/>
                  </a:lnTo>
                  <a:lnTo>
                    <a:pt x="139446" y="820674"/>
                  </a:lnTo>
                  <a:lnTo>
                    <a:pt x="139446" y="822198"/>
                  </a:lnTo>
                  <a:lnTo>
                    <a:pt x="144018" y="822198"/>
                  </a:lnTo>
                  <a:lnTo>
                    <a:pt x="144018" y="826008"/>
                  </a:lnTo>
                  <a:lnTo>
                    <a:pt x="150114" y="826008"/>
                  </a:lnTo>
                  <a:lnTo>
                    <a:pt x="150114" y="827532"/>
                  </a:lnTo>
                  <a:lnTo>
                    <a:pt x="156972" y="827532"/>
                  </a:lnTo>
                  <a:lnTo>
                    <a:pt x="156972" y="829818"/>
                  </a:lnTo>
                  <a:lnTo>
                    <a:pt x="159258" y="829818"/>
                  </a:lnTo>
                  <a:lnTo>
                    <a:pt x="159258" y="831342"/>
                  </a:lnTo>
                  <a:lnTo>
                    <a:pt x="308610" y="831342"/>
                  </a:lnTo>
                  <a:lnTo>
                    <a:pt x="307086" y="835152"/>
                  </a:lnTo>
                  <a:lnTo>
                    <a:pt x="308610" y="835152"/>
                  </a:lnTo>
                  <a:lnTo>
                    <a:pt x="308610" y="841248"/>
                  </a:lnTo>
                  <a:lnTo>
                    <a:pt x="313182" y="841248"/>
                  </a:lnTo>
                  <a:lnTo>
                    <a:pt x="313182" y="842772"/>
                  </a:lnTo>
                  <a:lnTo>
                    <a:pt x="315468" y="843915"/>
                  </a:lnTo>
                  <a:lnTo>
                    <a:pt x="317754" y="845058"/>
                  </a:lnTo>
                  <a:lnTo>
                    <a:pt x="317754" y="850392"/>
                  </a:lnTo>
                  <a:lnTo>
                    <a:pt x="320040" y="850392"/>
                  </a:lnTo>
                  <a:lnTo>
                    <a:pt x="320040" y="854202"/>
                  </a:lnTo>
                  <a:lnTo>
                    <a:pt x="322326" y="854202"/>
                  </a:lnTo>
                  <a:lnTo>
                    <a:pt x="322326" y="855726"/>
                  </a:lnTo>
                  <a:lnTo>
                    <a:pt x="329184" y="858012"/>
                  </a:lnTo>
                  <a:lnTo>
                    <a:pt x="329184" y="863346"/>
                  </a:lnTo>
                  <a:lnTo>
                    <a:pt x="330708" y="864260"/>
                  </a:lnTo>
                  <a:lnTo>
                    <a:pt x="332994" y="865632"/>
                  </a:lnTo>
                  <a:lnTo>
                    <a:pt x="332994" y="867156"/>
                  </a:lnTo>
                  <a:lnTo>
                    <a:pt x="337566" y="869442"/>
                  </a:lnTo>
                  <a:lnTo>
                    <a:pt x="337566" y="874776"/>
                  </a:lnTo>
                  <a:lnTo>
                    <a:pt x="344424" y="877062"/>
                  </a:lnTo>
                  <a:lnTo>
                    <a:pt x="344424" y="878586"/>
                  </a:lnTo>
                  <a:lnTo>
                    <a:pt x="348996" y="880872"/>
                  </a:lnTo>
                  <a:lnTo>
                    <a:pt x="348996" y="883920"/>
                  </a:lnTo>
                  <a:lnTo>
                    <a:pt x="350520" y="883920"/>
                  </a:lnTo>
                  <a:lnTo>
                    <a:pt x="350520" y="887730"/>
                  </a:lnTo>
                  <a:lnTo>
                    <a:pt x="357378" y="890016"/>
                  </a:lnTo>
                  <a:lnTo>
                    <a:pt x="357378" y="891540"/>
                  </a:lnTo>
                  <a:lnTo>
                    <a:pt x="361950" y="893826"/>
                  </a:lnTo>
                  <a:lnTo>
                    <a:pt x="361950" y="895350"/>
                  </a:lnTo>
                  <a:lnTo>
                    <a:pt x="366522" y="897636"/>
                  </a:lnTo>
                  <a:lnTo>
                    <a:pt x="366522" y="902970"/>
                  </a:lnTo>
                  <a:lnTo>
                    <a:pt x="371094" y="902970"/>
                  </a:lnTo>
                  <a:lnTo>
                    <a:pt x="371094" y="905256"/>
                  </a:lnTo>
                  <a:lnTo>
                    <a:pt x="374904" y="906780"/>
                  </a:lnTo>
                  <a:lnTo>
                    <a:pt x="374904" y="909066"/>
                  </a:lnTo>
                  <a:lnTo>
                    <a:pt x="379476" y="912114"/>
                  </a:lnTo>
                  <a:lnTo>
                    <a:pt x="379476" y="914400"/>
                  </a:lnTo>
                  <a:lnTo>
                    <a:pt x="386334" y="914400"/>
                  </a:lnTo>
                  <a:lnTo>
                    <a:pt x="386334" y="915924"/>
                  </a:lnTo>
                  <a:lnTo>
                    <a:pt x="390906" y="918210"/>
                  </a:lnTo>
                  <a:lnTo>
                    <a:pt x="390906" y="919734"/>
                  </a:lnTo>
                  <a:lnTo>
                    <a:pt x="392430" y="920648"/>
                  </a:lnTo>
                  <a:lnTo>
                    <a:pt x="394716" y="922020"/>
                  </a:lnTo>
                  <a:lnTo>
                    <a:pt x="394716" y="927354"/>
                  </a:lnTo>
                  <a:lnTo>
                    <a:pt x="401574" y="929640"/>
                  </a:lnTo>
                  <a:lnTo>
                    <a:pt x="401574" y="931164"/>
                  </a:lnTo>
                  <a:lnTo>
                    <a:pt x="406146" y="933450"/>
                  </a:lnTo>
                  <a:lnTo>
                    <a:pt x="410718" y="937260"/>
                  </a:lnTo>
                  <a:lnTo>
                    <a:pt x="410718" y="938784"/>
                  </a:lnTo>
                  <a:lnTo>
                    <a:pt x="416814" y="940308"/>
                  </a:lnTo>
                  <a:lnTo>
                    <a:pt x="416814" y="942594"/>
                  </a:lnTo>
                  <a:lnTo>
                    <a:pt x="421386" y="944118"/>
                  </a:lnTo>
                  <a:lnTo>
                    <a:pt x="421386" y="946404"/>
                  </a:lnTo>
                  <a:lnTo>
                    <a:pt x="425958" y="946404"/>
                  </a:lnTo>
                  <a:lnTo>
                    <a:pt x="425958" y="950214"/>
                  </a:lnTo>
                  <a:lnTo>
                    <a:pt x="432816" y="951738"/>
                  </a:lnTo>
                  <a:lnTo>
                    <a:pt x="432816" y="954024"/>
                  </a:lnTo>
                  <a:lnTo>
                    <a:pt x="436626" y="955548"/>
                  </a:lnTo>
                  <a:lnTo>
                    <a:pt x="436626" y="957834"/>
                  </a:lnTo>
                  <a:lnTo>
                    <a:pt x="443484" y="959358"/>
                  </a:lnTo>
                  <a:lnTo>
                    <a:pt x="448056" y="963168"/>
                  </a:lnTo>
                  <a:lnTo>
                    <a:pt x="448056" y="965454"/>
                  </a:lnTo>
                  <a:lnTo>
                    <a:pt x="452628" y="966978"/>
                  </a:lnTo>
                  <a:lnTo>
                    <a:pt x="458724" y="969264"/>
                  </a:lnTo>
                  <a:lnTo>
                    <a:pt x="458724" y="970788"/>
                  </a:lnTo>
                  <a:lnTo>
                    <a:pt x="465582" y="970788"/>
                  </a:lnTo>
                  <a:lnTo>
                    <a:pt x="465582" y="974598"/>
                  </a:lnTo>
                  <a:lnTo>
                    <a:pt x="472440" y="974598"/>
                  </a:lnTo>
                  <a:lnTo>
                    <a:pt x="472440" y="976122"/>
                  </a:lnTo>
                  <a:lnTo>
                    <a:pt x="476250" y="976122"/>
                  </a:lnTo>
                  <a:lnTo>
                    <a:pt x="476250" y="978408"/>
                  </a:lnTo>
                  <a:lnTo>
                    <a:pt x="492252" y="983742"/>
                  </a:lnTo>
                  <a:lnTo>
                    <a:pt x="496062" y="987552"/>
                  </a:lnTo>
                  <a:lnTo>
                    <a:pt x="496062" y="989838"/>
                  </a:lnTo>
                  <a:lnTo>
                    <a:pt x="502920" y="989838"/>
                  </a:lnTo>
                  <a:lnTo>
                    <a:pt x="502920" y="991362"/>
                  </a:lnTo>
                  <a:lnTo>
                    <a:pt x="509778" y="991362"/>
                  </a:lnTo>
                  <a:lnTo>
                    <a:pt x="509778" y="993648"/>
                  </a:lnTo>
                  <a:lnTo>
                    <a:pt x="520446" y="993648"/>
                  </a:lnTo>
                  <a:lnTo>
                    <a:pt x="520446" y="995172"/>
                  </a:lnTo>
                  <a:lnTo>
                    <a:pt x="527304" y="995172"/>
                  </a:lnTo>
                  <a:lnTo>
                    <a:pt x="527304" y="998982"/>
                  </a:lnTo>
                  <a:lnTo>
                    <a:pt x="535686" y="998982"/>
                  </a:lnTo>
                  <a:lnTo>
                    <a:pt x="535686" y="1000506"/>
                  </a:lnTo>
                  <a:lnTo>
                    <a:pt x="606552" y="1000506"/>
                  </a:lnTo>
                  <a:lnTo>
                    <a:pt x="606552" y="998982"/>
                  </a:lnTo>
                  <a:lnTo>
                    <a:pt x="613410" y="998982"/>
                  </a:lnTo>
                  <a:lnTo>
                    <a:pt x="613410" y="995172"/>
                  </a:lnTo>
                  <a:lnTo>
                    <a:pt x="621792" y="995172"/>
                  </a:lnTo>
                  <a:lnTo>
                    <a:pt x="621792" y="993648"/>
                  </a:lnTo>
                  <a:lnTo>
                    <a:pt x="628650" y="993648"/>
                  </a:lnTo>
                  <a:lnTo>
                    <a:pt x="628650" y="991362"/>
                  </a:lnTo>
                  <a:lnTo>
                    <a:pt x="635508" y="991362"/>
                  </a:lnTo>
                  <a:lnTo>
                    <a:pt x="637794" y="987552"/>
                  </a:lnTo>
                  <a:lnTo>
                    <a:pt x="641604" y="987552"/>
                  </a:lnTo>
                  <a:lnTo>
                    <a:pt x="646176" y="982218"/>
                  </a:lnTo>
                  <a:lnTo>
                    <a:pt x="655320" y="982218"/>
                  </a:lnTo>
                  <a:lnTo>
                    <a:pt x="655320" y="979932"/>
                  </a:lnTo>
                  <a:lnTo>
                    <a:pt x="661416" y="979932"/>
                  </a:lnTo>
                  <a:lnTo>
                    <a:pt x="663702" y="976122"/>
                  </a:lnTo>
                  <a:lnTo>
                    <a:pt x="668274" y="976122"/>
                  </a:lnTo>
                  <a:lnTo>
                    <a:pt x="668274" y="974598"/>
                  </a:lnTo>
                  <a:lnTo>
                    <a:pt x="670560" y="974598"/>
                  </a:lnTo>
                  <a:lnTo>
                    <a:pt x="675132" y="969264"/>
                  </a:lnTo>
                  <a:lnTo>
                    <a:pt x="677418" y="969264"/>
                  </a:lnTo>
                  <a:lnTo>
                    <a:pt x="679704" y="965454"/>
                  </a:lnTo>
                  <a:lnTo>
                    <a:pt x="683514" y="965454"/>
                  </a:lnTo>
                  <a:lnTo>
                    <a:pt x="683514" y="963168"/>
                  </a:lnTo>
                  <a:lnTo>
                    <a:pt x="685800" y="963168"/>
                  </a:lnTo>
                  <a:lnTo>
                    <a:pt x="690372" y="957834"/>
                  </a:lnTo>
                  <a:lnTo>
                    <a:pt x="692658" y="957834"/>
                  </a:lnTo>
                  <a:lnTo>
                    <a:pt x="694944" y="954024"/>
                  </a:lnTo>
                  <a:lnTo>
                    <a:pt x="697230" y="954024"/>
                  </a:lnTo>
                  <a:lnTo>
                    <a:pt x="699516" y="950214"/>
                  </a:lnTo>
                  <a:lnTo>
                    <a:pt x="701040" y="950214"/>
                  </a:lnTo>
                  <a:lnTo>
                    <a:pt x="705612" y="944118"/>
                  </a:lnTo>
                  <a:lnTo>
                    <a:pt x="707898" y="944118"/>
                  </a:lnTo>
                  <a:lnTo>
                    <a:pt x="710184" y="940308"/>
                  </a:lnTo>
                  <a:lnTo>
                    <a:pt x="712470" y="940308"/>
                  </a:lnTo>
                  <a:lnTo>
                    <a:pt x="714756" y="937260"/>
                  </a:lnTo>
                  <a:lnTo>
                    <a:pt x="719328" y="937260"/>
                  </a:lnTo>
                  <a:lnTo>
                    <a:pt x="721614" y="931164"/>
                  </a:lnTo>
                  <a:lnTo>
                    <a:pt x="723138" y="931164"/>
                  </a:lnTo>
                  <a:lnTo>
                    <a:pt x="725424" y="927354"/>
                  </a:lnTo>
                  <a:lnTo>
                    <a:pt x="727710" y="927354"/>
                  </a:lnTo>
                  <a:lnTo>
                    <a:pt x="729996" y="922020"/>
                  </a:lnTo>
                  <a:lnTo>
                    <a:pt x="734568" y="918210"/>
                  </a:lnTo>
                  <a:lnTo>
                    <a:pt x="736854" y="918210"/>
                  </a:lnTo>
                  <a:lnTo>
                    <a:pt x="739140" y="914400"/>
                  </a:lnTo>
                  <a:lnTo>
                    <a:pt x="741426" y="909066"/>
                  </a:lnTo>
                  <a:lnTo>
                    <a:pt x="742950" y="909066"/>
                  </a:lnTo>
                  <a:lnTo>
                    <a:pt x="747522" y="905256"/>
                  </a:lnTo>
                  <a:lnTo>
                    <a:pt x="749808" y="901446"/>
                  </a:lnTo>
                  <a:lnTo>
                    <a:pt x="752094" y="901446"/>
                  </a:lnTo>
                  <a:lnTo>
                    <a:pt x="752094" y="895350"/>
                  </a:lnTo>
                  <a:lnTo>
                    <a:pt x="754380" y="895350"/>
                  </a:lnTo>
                  <a:lnTo>
                    <a:pt x="754380" y="891540"/>
                  </a:lnTo>
                  <a:lnTo>
                    <a:pt x="756666" y="891540"/>
                  </a:lnTo>
                  <a:lnTo>
                    <a:pt x="758952" y="887730"/>
                  </a:lnTo>
                  <a:lnTo>
                    <a:pt x="762762" y="887730"/>
                  </a:lnTo>
                  <a:lnTo>
                    <a:pt x="765048" y="882396"/>
                  </a:lnTo>
                  <a:lnTo>
                    <a:pt x="769620" y="874776"/>
                  </a:lnTo>
                  <a:lnTo>
                    <a:pt x="771906" y="869442"/>
                  </a:lnTo>
                  <a:lnTo>
                    <a:pt x="776478" y="865632"/>
                  </a:lnTo>
                  <a:lnTo>
                    <a:pt x="778764" y="859536"/>
                  </a:lnTo>
                  <a:lnTo>
                    <a:pt x="781050" y="859536"/>
                  </a:lnTo>
                  <a:lnTo>
                    <a:pt x="781050" y="855726"/>
                  </a:lnTo>
                  <a:lnTo>
                    <a:pt x="783336" y="855726"/>
                  </a:lnTo>
                  <a:lnTo>
                    <a:pt x="783336" y="851916"/>
                  </a:lnTo>
                  <a:lnTo>
                    <a:pt x="784860" y="851916"/>
                  </a:lnTo>
                  <a:lnTo>
                    <a:pt x="787146" y="846582"/>
                  </a:lnTo>
                  <a:lnTo>
                    <a:pt x="791718" y="842772"/>
                  </a:lnTo>
                  <a:lnTo>
                    <a:pt x="794004" y="838962"/>
                  </a:lnTo>
                  <a:lnTo>
                    <a:pt x="796290" y="833628"/>
                  </a:lnTo>
                  <a:lnTo>
                    <a:pt x="800862" y="826008"/>
                  </a:lnTo>
                  <a:lnTo>
                    <a:pt x="803148" y="820674"/>
                  </a:lnTo>
                  <a:lnTo>
                    <a:pt x="806958" y="816864"/>
                  </a:lnTo>
                  <a:lnTo>
                    <a:pt x="809244" y="816864"/>
                  </a:lnTo>
                  <a:lnTo>
                    <a:pt x="809244" y="813054"/>
                  </a:lnTo>
                  <a:lnTo>
                    <a:pt x="811530" y="813054"/>
                  </a:lnTo>
                  <a:lnTo>
                    <a:pt x="811530" y="806958"/>
                  </a:lnTo>
                  <a:lnTo>
                    <a:pt x="813816" y="806958"/>
                  </a:lnTo>
                  <a:lnTo>
                    <a:pt x="813816" y="801624"/>
                  </a:lnTo>
                  <a:lnTo>
                    <a:pt x="816102" y="801624"/>
                  </a:lnTo>
                  <a:lnTo>
                    <a:pt x="816102" y="795528"/>
                  </a:lnTo>
                  <a:lnTo>
                    <a:pt x="820674" y="792480"/>
                  </a:lnTo>
                  <a:lnTo>
                    <a:pt x="822960" y="788670"/>
                  </a:lnTo>
                  <a:lnTo>
                    <a:pt x="824484" y="782574"/>
                  </a:lnTo>
                  <a:lnTo>
                    <a:pt x="826770" y="782574"/>
                  </a:lnTo>
                  <a:lnTo>
                    <a:pt x="826770" y="778764"/>
                  </a:lnTo>
                  <a:lnTo>
                    <a:pt x="829056" y="778764"/>
                  </a:lnTo>
                  <a:lnTo>
                    <a:pt x="829056" y="773430"/>
                  </a:lnTo>
                  <a:lnTo>
                    <a:pt x="831342" y="773430"/>
                  </a:lnTo>
                  <a:lnTo>
                    <a:pt x="831342" y="778764"/>
                  </a:lnTo>
                  <a:lnTo>
                    <a:pt x="829056" y="778764"/>
                  </a:lnTo>
                  <a:lnTo>
                    <a:pt x="829056" y="784860"/>
                  </a:lnTo>
                  <a:lnTo>
                    <a:pt x="826770" y="784860"/>
                  </a:lnTo>
                  <a:lnTo>
                    <a:pt x="826770" y="790194"/>
                  </a:lnTo>
                  <a:lnTo>
                    <a:pt x="824484" y="790194"/>
                  </a:lnTo>
                  <a:lnTo>
                    <a:pt x="824484" y="794004"/>
                  </a:lnTo>
                  <a:lnTo>
                    <a:pt x="824484" y="795528"/>
                  </a:lnTo>
                  <a:lnTo>
                    <a:pt x="822960" y="795528"/>
                  </a:lnTo>
                  <a:lnTo>
                    <a:pt x="822960" y="801624"/>
                  </a:lnTo>
                  <a:lnTo>
                    <a:pt x="824484" y="801624"/>
                  </a:lnTo>
                  <a:lnTo>
                    <a:pt x="824484" y="805434"/>
                  </a:lnTo>
                  <a:lnTo>
                    <a:pt x="826770" y="805434"/>
                  </a:lnTo>
                  <a:lnTo>
                    <a:pt x="826770" y="806958"/>
                  </a:lnTo>
                  <a:lnTo>
                    <a:pt x="831342" y="809244"/>
                  </a:lnTo>
                  <a:lnTo>
                    <a:pt x="831342" y="814578"/>
                  </a:lnTo>
                  <a:lnTo>
                    <a:pt x="835914" y="814578"/>
                  </a:lnTo>
                  <a:lnTo>
                    <a:pt x="835914" y="816864"/>
                  </a:lnTo>
                  <a:lnTo>
                    <a:pt x="840486" y="818388"/>
                  </a:lnTo>
                  <a:lnTo>
                    <a:pt x="840486" y="820674"/>
                  </a:lnTo>
                  <a:lnTo>
                    <a:pt x="845058" y="820674"/>
                  </a:lnTo>
                  <a:lnTo>
                    <a:pt x="845058" y="822198"/>
                  </a:lnTo>
                  <a:lnTo>
                    <a:pt x="851154" y="826008"/>
                  </a:lnTo>
                  <a:lnTo>
                    <a:pt x="851154" y="829818"/>
                  </a:lnTo>
                  <a:lnTo>
                    <a:pt x="853440" y="829818"/>
                  </a:lnTo>
                  <a:lnTo>
                    <a:pt x="853440" y="831342"/>
                  </a:lnTo>
                  <a:lnTo>
                    <a:pt x="858012" y="833628"/>
                  </a:lnTo>
                  <a:lnTo>
                    <a:pt x="858012" y="835152"/>
                  </a:lnTo>
                  <a:lnTo>
                    <a:pt x="864870" y="838962"/>
                  </a:lnTo>
                  <a:lnTo>
                    <a:pt x="864870" y="841248"/>
                  </a:lnTo>
                  <a:lnTo>
                    <a:pt x="868680" y="842772"/>
                  </a:lnTo>
                  <a:lnTo>
                    <a:pt x="868680" y="845058"/>
                  </a:lnTo>
                  <a:lnTo>
                    <a:pt x="873252" y="846582"/>
                  </a:lnTo>
                  <a:lnTo>
                    <a:pt x="873252" y="850392"/>
                  </a:lnTo>
                  <a:lnTo>
                    <a:pt x="880110" y="851916"/>
                  </a:lnTo>
                  <a:lnTo>
                    <a:pt x="880110" y="854202"/>
                  </a:lnTo>
                  <a:lnTo>
                    <a:pt x="884682" y="855726"/>
                  </a:lnTo>
                  <a:lnTo>
                    <a:pt x="884682" y="858012"/>
                  </a:lnTo>
                  <a:lnTo>
                    <a:pt x="888492" y="859536"/>
                  </a:lnTo>
                  <a:lnTo>
                    <a:pt x="888492" y="863346"/>
                  </a:lnTo>
                  <a:lnTo>
                    <a:pt x="895350" y="865632"/>
                  </a:lnTo>
                  <a:lnTo>
                    <a:pt x="895350" y="867156"/>
                  </a:lnTo>
                  <a:lnTo>
                    <a:pt x="899922" y="869442"/>
                  </a:lnTo>
                  <a:lnTo>
                    <a:pt x="904494" y="870966"/>
                  </a:lnTo>
                  <a:lnTo>
                    <a:pt x="904494" y="874776"/>
                  </a:lnTo>
                  <a:lnTo>
                    <a:pt x="910590" y="874776"/>
                  </a:lnTo>
                  <a:lnTo>
                    <a:pt x="910590" y="877062"/>
                  </a:lnTo>
                  <a:lnTo>
                    <a:pt x="915162" y="878586"/>
                  </a:lnTo>
                  <a:lnTo>
                    <a:pt x="915162" y="880872"/>
                  </a:lnTo>
                  <a:lnTo>
                    <a:pt x="922020" y="880872"/>
                  </a:lnTo>
                  <a:lnTo>
                    <a:pt x="922020" y="882396"/>
                  </a:lnTo>
                  <a:lnTo>
                    <a:pt x="926592" y="883920"/>
                  </a:lnTo>
                  <a:lnTo>
                    <a:pt x="930402" y="887730"/>
                  </a:lnTo>
                  <a:lnTo>
                    <a:pt x="930402" y="890016"/>
                  </a:lnTo>
                  <a:lnTo>
                    <a:pt x="937260" y="891540"/>
                  </a:lnTo>
                  <a:lnTo>
                    <a:pt x="941832" y="893826"/>
                  </a:lnTo>
                  <a:lnTo>
                    <a:pt x="946404" y="895350"/>
                  </a:lnTo>
                  <a:lnTo>
                    <a:pt x="946404" y="897636"/>
                  </a:lnTo>
                  <a:lnTo>
                    <a:pt x="952500" y="897636"/>
                  </a:lnTo>
                  <a:lnTo>
                    <a:pt x="952500" y="901446"/>
                  </a:lnTo>
                  <a:lnTo>
                    <a:pt x="957072" y="902970"/>
                  </a:lnTo>
                  <a:lnTo>
                    <a:pt x="957072" y="905256"/>
                  </a:lnTo>
                  <a:lnTo>
                    <a:pt x="961644" y="905256"/>
                  </a:lnTo>
                  <a:lnTo>
                    <a:pt x="968502" y="906780"/>
                  </a:lnTo>
                  <a:lnTo>
                    <a:pt x="968502" y="909066"/>
                  </a:lnTo>
                  <a:lnTo>
                    <a:pt x="972312" y="909066"/>
                  </a:lnTo>
                  <a:lnTo>
                    <a:pt x="972312" y="912114"/>
                  </a:lnTo>
                  <a:lnTo>
                    <a:pt x="981456" y="912114"/>
                  </a:lnTo>
                  <a:lnTo>
                    <a:pt x="981456" y="914400"/>
                  </a:lnTo>
                  <a:lnTo>
                    <a:pt x="988314" y="914400"/>
                  </a:lnTo>
                  <a:lnTo>
                    <a:pt x="988314" y="915924"/>
                  </a:lnTo>
                  <a:lnTo>
                    <a:pt x="996696" y="915924"/>
                  </a:lnTo>
                  <a:lnTo>
                    <a:pt x="996696" y="918210"/>
                  </a:lnTo>
                  <a:lnTo>
                    <a:pt x="1003554" y="918210"/>
                  </a:lnTo>
                  <a:lnTo>
                    <a:pt x="1003554" y="919734"/>
                  </a:lnTo>
                  <a:lnTo>
                    <a:pt x="1009650" y="919734"/>
                  </a:lnTo>
                  <a:lnTo>
                    <a:pt x="1009650" y="922020"/>
                  </a:lnTo>
                  <a:lnTo>
                    <a:pt x="1025652" y="922020"/>
                  </a:lnTo>
                  <a:lnTo>
                    <a:pt x="1025652" y="925830"/>
                  </a:lnTo>
                  <a:lnTo>
                    <a:pt x="1031748" y="925830"/>
                  </a:lnTo>
                  <a:lnTo>
                    <a:pt x="1031748" y="927354"/>
                  </a:lnTo>
                  <a:lnTo>
                    <a:pt x="1067562" y="927354"/>
                  </a:lnTo>
                  <a:lnTo>
                    <a:pt x="1067562" y="925830"/>
                  </a:lnTo>
                  <a:lnTo>
                    <a:pt x="1080516" y="925830"/>
                  </a:lnTo>
                  <a:lnTo>
                    <a:pt x="1080516" y="922020"/>
                  </a:lnTo>
                  <a:lnTo>
                    <a:pt x="1087374" y="922020"/>
                  </a:lnTo>
                  <a:lnTo>
                    <a:pt x="1087374" y="919734"/>
                  </a:lnTo>
                  <a:lnTo>
                    <a:pt x="1095756" y="919734"/>
                  </a:lnTo>
                  <a:lnTo>
                    <a:pt x="1095756" y="918210"/>
                  </a:lnTo>
                  <a:lnTo>
                    <a:pt x="1100328" y="918210"/>
                  </a:lnTo>
                  <a:lnTo>
                    <a:pt x="1100328" y="915924"/>
                  </a:lnTo>
                  <a:lnTo>
                    <a:pt x="1113282" y="915924"/>
                  </a:lnTo>
                  <a:lnTo>
                    <a:pt x="1113282" y="914400"/>
                  </a:lnTo>
                  <a:lnTo>
                    <a:pt x="1117854" y="914400"/>
                  </a:lnTo>
                  <a:lnTo>
                    <a:pt x="1120140" y="909066"/>
                  </a:lnTo>
                  <a:lnTo>
                    <a:pt x="1124712" y="909066"/>
                  </a:lnTo>
                  <a:lnTo>
                    <a:pt x="1126998" y="905256"/>
                  </a:lnTo>
                  <a:lnTo>
                    <a:pt x="1133856" y="905256"/>
                  </a:lnTo>
                  <a:lnTo>
                    <a:pt x="1133856" y="902970"/>
                  </a:lnTo>
                  <a:lnTo>
                    <a:pt x="1135380" y="902970"/>
                  </a:lnTo>
                  <a:lnTo>
                    <a:pt x="1139952" y="897636"/>
                  </a:lnTo>
                  <a:lnTo>
                    <a:pt x="1146810" y="897636"/>
                  </a:lnTo>
                  <a:lnTo>
                    <a:pt x="1146810" y="895350"/>
                  </a:lnTo>
                  <a:lnTo>
                    <a:pt x="1149096" y="895350"/>
                  </a:lnTo>
                  <a:lnTo>
                    <a:pt x="1153668" y="891540"/>
                  </a:lnTo>
                  <a:lnTo>
                    <a:pt x="1155192" y="891540"/>
                  </a:lnTo>
                  <a:lnTo>
                    <a:pt x="1157478" y="887730"/>
                  </a:lnTo>
                  <a:lnTo>
                    <a:pt x="1162050" y="887730"/>
                  </a:lnTo>
                  <a:lnTo>
                    <a:pt x="1164336" y="882396"/>
                  </a:lnTo>
                  <a:lnTo>
                    <a:pt x="1168908" y="882396"/>
                  </a:lnTo>
                  <a:lnTo>
                    <a:pt x="1168908" y="878586"/>
                  </a:lnTo>
                  <a:lnTo>
                    <a:pt x="1171194" y="878586"/>
                  </a:lnTo>
                  <a:lnTo>
                    <a:pt x="1173480" y="874776"/>
                  </a:lnTo>
                  <a:lnTo>
                    <a:pt x="1175004" y="874776"/>
                  </a:lnTo>
                  <a:lnTo>
                    <a:pt x="1177290" y="869442"/>
                  </a:lnTo>
                  <a:lnTo>
                    <a:pt x="1181862" y="869442"/>
                  </a:lnTo>
                  <a:lnTo>
                    <a:pt x="1184148" y="865632"/>
                  </a:lnTo>
                  <a:lnTo>
                    <a:pt x="1186434" y="865632"/>
                  </a:lnTo>
                  <a:lnTo>
                    <a:pt x="1188720" y="859536"/>
                  </a:lnTo>
                  <a:lnTo>
                    <a:pt x="1191006" y="859536"/>
                  </a:lnTo>
                  <a:lnTo>
                    <a:pt x="1193292" y="855726"/>
                  </a:lnTo>
                  <a:lnTo>
                    <a:pt x="1197102" y="855726"/>
                  </a:lnTo>
                  <a:lnTo>
                    <a:pt x="1199388" y="851916"/>
                  </a:lnTo>
                  <a:lnTo>
                    <a:pt x="1201674" y="846582"/>
                  </a:lnTo>
                  <a:lnTo>
                    <a:pt x="1203960" y="846582"/>
                  </a:lnTo>
                  <a:lnTo>
                    <a:pt x="1203960" y="842772"/>
                  </a:lnTo>
                  <a:lnTo>
                    <a:pt x="1206246" y="842772"/>
                  </a:lnTo>
                  <a:lnTo>
                    <a:pt x="1210818" y="838962"/>
                  </a:lnTo>
                  <a:lnTo>
                    <a:pt x="1213104" y="833628"/>
                  </a:lnTo>
                  <a:lnTo>
                    <a:pt x="1215390" y="833628"/>
                  </a:lnTo>
                  <a:lnTo>
                    <a:pt x="1215390" y="829818"/>
                  </a:lnTo>
                  <a:lnTo>
                    <a:pt x="1216914" y="829818"/>
                  </a:lnTo>
                  <a:lnTo>
                    <a:pt x="1219200" y="826008"/>
                  </a:lnTo>
                  <a:lnTo>
                    <a:pt x="1221486" y="820674"/>
                  </a:lnTo>
                  <a:lnTo>
                    <a:pt x="1226058" y="816864"/>
                  </a:lnTo>
                  <a:lnTo>
                    <a:pt x="1228344" y="816864"/>
                  </a:lnTo>
                  <a:lnTo>
                    <a:pt x="1228344" y="813054"/>
                  </a:lnTo>
                  <a:lnTo>
                    <a:pt x="1230630" y="813054"/>
                  </a:lnTo>
                  <a:lnTo>
                    <a:pt x="1232916" y="806958"/>
                  </a:lnTo>
                  <a:lnTo>
                    <a:pt x="1235202" y="803148"/>
                  </a:lnTo>
                  <a:lnTo>
                    <a:pt x="1236726" y="803148"/>
                  </a:lnTo>
                  <a:lnTo>
                    <a:pt x="1236726" y="797814"/>
                  </a:lnTo>
                  <a:lnTo>
                    <a:pt x="1241298" y="797814"/>
                  </a:lnTo>
                  <a:lnTo>
                    <a:pt x="1241298" y="794004"/>
                  </a:lnTo>
                  <a:lnTo>
                    <a:pt x="1243584" y="794004"/>
                  </a:lnTo>
                  <a:lnTo>
                    <a:pt x="1243584" y="795528"/>
                  </a:lnTo>
                  <a:lnTo>
                    <a:pt x="1245870" y="795528"/>
                  </a:lnTo>
                  <a:lnTo>
                    <a:pt x="1248156" y="796671"/>
                  </a:lnTo>
                  <a:lnTo>
                    <a:pt x="1250442" y="797814"/>
                  </a:lnTo>
                  <a:lnTo>
                    <a:pt x="1257300" y="801624"/>
                  </a:lnTo>
                  <a:lnTo>
                    <a:pt x="1257300" y="803148"/>
                  </a:lnTo>
                  <a:lnTo>
                    <a:pt x="1261110" y="803148"/>
                  </a:lnTo>
                  <a:lnTo>
                    <a:pt x="1261110" y="805434"/>
                  </a:lnTo>
                  <a:lnTo>
                    <a:pt x="1272540" y="809244"/>
                  </a:lnTo>
                  <a:lnTo>
                    <a:pt x="1277112" y="813054"/>
                  </a:lnTo>
                  <a:lnTo>
                    <a:pt x="1277112" y="814578"/>
                  </a:lnTo>
                  <a:lnTo>
                    <a:pt x="1283208" y="814578"/>
                  </a:lnTo>
                  <a:lnTo>
                    <a:pt x="1283208" y="816864"/>
                  </a:lnTo>
                  <a:lnTo>
                    <a:pt x="1287780" y="818388"/>
                  </a:lnTo>
                  <a:lnTo>
                    <a:pt x="1292352" y="820674"/>
                  </a:lnTo>
                  <a:lnTo>
                    <a:pt x="1292352" y="822198"/>
                  </a:lnTo>
                  <a:lnTo>
                    <a:pt x="1298448" y="822198"/>
                  </a:lnTo>
                  <a:lnTo>
                    <a:pt x="1303020" y="826008"/>
                  </a:lnTo>
                  <a:lnTo>
                    <a:pt x="1314450" y="829818"/>
                  </a:lnTo>
                  <a:lnTo>
                    <a:pt x="1314450" y="831342"/>
                  </a:lnTo>
                  <a:lnTo>
                    <a:pt x="1319022" y="831342"/>
                  </a:lnTo>
                  <a:lnTo>
                    <a:pt x="1319022" y="833628"/>
                  </a:lnTo>
                  <a:lnTo>
                    <a:pt x="1322832" y="833628"/>
                  </a:lnTo>
                  <a:lnTo>
                    <a:pt x="1329690" y="835152"/>
                  </a:lnTo>
                  <a:lnTo>
                    <a:pt x="1334262" y="838962"/>
                  </a:lnTo>
                  <a:lnTo>
                    <a:pt x="1338834" y="841248"/>
                  </a:lnTo>
                  <a:lnTo>
                    <a:pt x="1338834" y="842772"/>
                  </a:lnTo>
                  <a:lnTo>
                    <a:pt x="1344930" y="842772"/>
                  </a:lnTo>
                  <a:lnTo>
                    <a:pt x="1344930" y="845058"/>
                  </a:lnTo>
                  <a:lnTo>
                    <a:pt x="1351788" y="845058"/>
                  </a:lnTo>
                  <a:lnTo>
                    <a:pt x="1351788" y="846582"/>
                  </a:lnTo>
                  <a:lnTo>
                    <a:pt x="1362456" y="846582"/>
                  </a:lnTo>
                  <a:lnTo>
                    <a:pt x="1362456" y="850392"/>
                  </a:lnTo>
                  <a:lnTo>
                    <a:pt x="1367028" y="850392"/>
                  </a:lnTo>
                  <a:lnTo>
                    <a:pt x="1373886" y="851916"/>
                  </a:lnTo>
                  <a:lnTo>
                    <a:pt x="1373886" y="854202"/>
                  </a:lnTo>
                  <a:lnTo>
                    <a:pt x="1378458" y="854202"/>
                  </a:lnTo>
                  <a:lnTo>
                    <a:pt x="1378458" y="855726"/>
                  </a:lnTo>
                  <a:lnTo>
                    <a:pt x="1386840" y="855726"/>
                  </a:lnTo>
                  <a:lnTo>
                    <a:pt x="1386840" y="858012"/>
                  </a:lnTo>
                  <a:lnTo>
                    <a:pt x="1391412" y="858012"/>
                  </a:lnTo>
                  <a:lnTo>
                    <a:pt x="1391412" y="859536"/>
                  </a:lnTo>
                  <a:lnTo>
                    <a:pt x="1408938" y="859536"/>
                  </a:lnTo>
                  <a:lnTo>
                    <a:pt x="1408938" y="863346"/>
                  </a:lnTo>
                  <a:lnTo>
                    <a:pt x="1435608" y="863346"/>
                  </a:lnTo>
                  <a:lnTo>
                    <a:pt x="1435608" y="865632"/>
                  </a:lnTo>
                  <a:lnTo>
                    <a:pt x="1450848" y="865632"/>
                  </a:lnTo>
                  <a:lnTo>
                    <a:pt x="1450848" y="863346"/>
                  </a:lnTo>
                  <a:lnTo>
                    <a:pt x="1472946" y="863346"/>
                  </a:lnTo>
                  <a:lnTo>
                    <a:pt x="1472946" y="859536"/>
                  </a:lnTo>
                  <a:lnTo>
                    <a:pt x="1485900" y="859536"/>
                  </a:lnTo>
                  <a:lnTo>
                    <a:pt x="1488186" y="855726"/>
                  </a:lnTo>
                  <a:lnTo>
                    <a:pt x="1501902" y="855726"/>
                  </a:lnTo>
                  <a:lnTo>
                    <a:pt x="1501902" y="854202"/>
                  </a:lnTo>
                  <a:lnTo>
                    <a:pt x="1504188" y="854202"/>
                  </a:lnTo>
                  <a:lnTo>
                    <a:pt x="1505712" y="850392"/>
                  </a:lnTo>
                  <a:lnTo>
                    <a:pt x="1514856" y="850392"/>
                  </a:lnTo>
                  <a:lnTo>
                    <a:pt x="1514856" y="846582"/>
                  </a:lnTo>
                  <a:lnTo>
                    <a:pt x="1519428" y="846582"/>
                  </a:lnTo>
                  <a:lnTo>
                    <a:pt x="1519428" y="845058"/>
                  </a:lnTo>
                  <a:lnTo>
                    <a:pt x="1524000" y="845058"/>
                  </a:lnTo>
                  <a:lnTo>
                    <a:pt x="1524000" y="842772"/>
                  </a:lnTo>
                  <a:lnTo>
                    <a:pt x="1525524" y="842772"/>
                  </a:lnTo>
                  <a:lnTo>
                    <a:pt x="1530096" y="838962"/>
                  </a:lnTo>
                  <a:lnTo>
                    <a:pt x="1532382" y="838962"/>
                  </a:lnTo>
                  <a:lnTo>
                    <a:pt x="1534668" y="833628"/>
                  </a:lnTo>
                  <a:lnTo>
                    <a:pt x="1536954" y="833628"/>
                  </a:lnTo>
                  <a:lnTo>
                    <a:pt x="1539240" y="829818"/>
                  </a:lnTo>
                  <a:lnTo>
                    <a:pt x="1546098" y="829818"/>
                  </a:lnTo>
                  <a:lnTo>
                    <a:pt x="1547622" y="826008"/>
                  </a:lnTo>
                  <a:lnTo>
                    <a:pt x="1549908" y="826008"/>
                  </a:lnTo>
                  <a:lnTo>
                    <a:pt x="1552194" y="820674"/>
                  </a:lnTo>
                  <a:lnTo>
                    <a:pt x="1554480" y="816864"/>
                  </a:lnTo>
                  <a:lnTo>
                    <a:pt x="1559052" y="816864"/>
                  </a:lnTo>
                  <a:lnTo>
                    <a:pt x="1561338" y="813054"/>
                  </a:lnTo>
                  <a:lnTo>
                    <a:pt x="1563624" y="813054"/>
                  </a:lnTo>
                  <a:lnTo>
                    <a:pt x="1563624" y="806958"/>
                  </a:lnTo>
                  <a:lnTo>
                    <a:pt x="1565910" y="806958"/>
                  </a:lnTo>
                  <a:lnTo>
                    <a:pt x="1565910" y="803148"/>
                  </a:lnTo>
                  <a:lnTo>
                    <a:pt x="1567434" y="803148"/>
                  </a:lnTo>
                  <a:lnTo>
                    <a:pt x="1569720" y="797814"/>
                  </a:lnTo>
                  <a:lnTo>
                    <a:pt x="1574292" y="794004"/>
                  </a:lnTo>
                  <a:lnTo>
                    <a:pt x="1576578" y="790194"/>
                  </a:lnTo>
                  <a:lnTo>
                    <a:pt x="1578864" y="790194"/>
                  </a:lnTo>
                  <a:lnTo>
                    <a:pt x="1578864" y="784860"/>
                  </a:lnTo>
                  <a:lnTo>
                    <a:pt x="1581150" y="784860"/>
                  </a:lnTo>
                  <a:lnTo>
                    <a:pt x="1581150" y="781050"/>
                  </a:lnTo>
                  <a:lnTo>
                    <a:pt x="1583436" y="777240"/>
                  </a:lnTo>
                  <a:lnTo>
                    <a:pt x="1587246" y="771144"/>
                  </a:lnTo>
                  <a:lnTo>
                    <a:pt x="1589532" y="767334"/>
                  </a:lnTo>
                  <a:lnTo>
                    <a:pt x="1591818" y="767334"/>
                  </a:lnTo>
                  <a:lnTo>
                    <a:pt x="1591818" y="763524"/>
                  </a:lnTo>
                  <a:lnTo>
                    <a:pt x="1594104" y="763524"/>
                  </a:lnTo>
                  <a:lnTo>
                    <a:pt x="1594104" y="758190"/>
                  </a:lnTo>
                  <a:lnTo>
                    <a:pt x="1596390" y="758190"/>
                  </a:lnTo>
                  <a:lnTo>
                    <a:pt x="1596390" y="752856"/>
                  </a:lnTo>
                  <a:lnTo>
                    <a:pt x="1598676" y="752856"/>
                  </a:lnTo>
                  <a:lnTo>
                    <a:pt x="1598676" y="742950"/>
                  </a:lnTo>
                  <a:lnTo>
                    <a:pt x="1587500" y="742950"/>
                  </a:lnTo>
                  <a:lnTo>
                    <a:pt x="1587500" y="718566"/>
                  </a:lnTo>
                  <a:lnTo>
                    <a:pt x="1600200" y="718566"/>
                  </a:lnTo>
                  <a:lnTo>
                    <a:pt x="1600200" y="678942"/>
                  </a:lnTo>
                  <a:lnTo>
                    <a:pt x="1600200" y="673608"/>
                  </a:lnTo>
                  <a:lnTo>
                    <a:pt x="1612900" y="673608"/>
                  </a:lnTo>
                  <a:lnTo>
                    <a:pt x="1612900" y="665988"/>
                  </a:lnTo>
                  <a:lnTo>
                    <a:pt x="1625600" y="665988"/>
                  </a:lnTo>
                  <a:lnTo>
                    <a:pt x="1625600" y="660654"/>
                  </a:lnTo>
                  <a:lnTo>
                    <a:pt x="1638300" y="654558"/>
                  </a:lnTo>
                  <a:lnTo>
                    <a:pt x="1638300" y="646938"/>
                  </a:lnTo>
                  <a:lnTo>
                    <a:pt x="1651000" y="646938"/>
                  </a:lnTo>
                  <a:lnTo>
                    <a:pt x="1651000" y="637794"/>
                  </a:lnTo>
                  <a:lnTo>
                    <a:pt x="1663700" y="637794"/>
                  </a:lnTo>
                  <a:lnTo>
                    <a:pt x="1663700" y="628650"/>
                  </a:lnTo>
                  <a:lnTo>
                    <a:pt x="1676400" y="624840"/>
                  </a:lnTo>
                  <a:lnTo>
                    <a:pt x="1676400" y="615696"/>
                  </a:lnTo>
                  <a:lnTo>
                    <a:pt x="1689100" y="611886"/>
                  </a:lnTo>
                  <a:lnTo>
                    <a:pt x="1689100" y="601980"/>
                  </a:lnTo>
                  <a:lnTo>
                    <a:pt x="1701800" y="598170"/>
                  </a:lnTo>
                  <a:lnTo>
                    <a:pt x="1701800" y="585216"/>
                  </a:lnTo>
                  <a:lnTo>
                    <a:pt x="1714500" y="585216"/>
                  </a:lnTo>
                  <a:lnTo>
                    <a:pt x="1714500" y="569976"/>
                  </a:lnTo>
                  <a:lnTo>
                    <a:pt x="1727200" y="562356"/>
                  </a:lnTo>
                  <a:lnTo>
                    <a:pt x="1727200" y="519684"/>
                  </a:lnTo>
                  <a:lnTo>
                    <a:pt x="1739900" y="519684"/>
                  </a:lnTo>
                  <a:lnTo>
                    <a:pt x="1739900" y="513588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86669" y="4794885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70">
                  <a:moveTo>
                    <a:pt x="0" y="0"/>
                  </a:moveTo>
                  <a:lnTo>
                    <a:pt x="140970" y="0"/>
                  </a:lnTo>
                </a:path>
              </a:pathLst>
            </a:custGeom>
            <a:ln w="317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4269" y="3951732"/>
              <a:ext cx="1739900" cy="1008380"/>
            </a:xfrm>
            <a:custGeom>
              <a:avLst/>
              <a:gdLst/>
              <a:ahLst/>
              <a:cxnLst/>
              <a:rect l="l" t="t" r="r" b="b"/>
              <a:pathLst>
                <a:path w="1739900" h="1008379">
                  <a:moveTo>
                    <a:pt x="12700" y="531876"/>
                  </a:moveTo>
                  <a:lnTo>
                    <a:pt x="12700" y="430529"/>
                  </a:lnTo>
                  <a:lnTo>
                    <a:pt x="0" y="435863"/>
                  </a:lnTo>
                  <a:lnTo>
                    <a:pt x="0" y="526541"/>
                  </a:lnTo>
                  <a:lnTo>
                    <a:pt x="12700" y="531876"/>
                  </a:lnTo>
                  <a:close/>
                </a:path>
                <a:path w="1739900" h="1008379">
                  <a:moveTo>
                    <a:pt x="25400" y="554735"/>
                  </a:moveTo>
                  <a:lnTo>
                    <a:pt x="25400" y="415289"/>
                  </a:lnTo>
                  <a:lnTo>
                    <a:pt x="12700" y="416813"/>
                  </a:lnTo>
                  <a:lnTo>
                    <a:pt x="12700" y="548640"/>
                  </a:lnTo>
                  <a:lnTo>
                    <a:pt x="25400" y="554735"/>
                  </a:lnTo>
                  <a:close/>
                </a:path>
                <a:path w="1739900" h="1008379">
                  <a:moveTo>
                    <a:pt x="114300" y="821435"/>
                  </a:moveTo>
                  <a:lnTo>
                    <a:pt x="114300" y="368045"/>
                  </a:lnTo>
                  <a:lnTo>
                    <a:pt x="101600" y="370331"/>
                  </a:lnTo>
                  <a:lnTo>
                    <a:pt x="88900" y="374141"/>
                  </a:lnTo>
                  <a:lnTo>
                    <a:pt x="88900" y="375665"/>
                  </a:lnTo>
                  <a:lnTo>
                    <a:pt x="76200" y="377951"/>
                  </a:lnTo>
                  <a:lnTo>
                    <a:pt x="63500" y="384182"/>
                  </a:lnTo>
                  <a:lnTo>
                    <a:pt x="50800" y="390382"/>
                  </a:lnTo>
                  <a:lnTo>
                    <a:pt x="38100" y="397415"/>
                  </a:lnTo>
                  <a:lnTo>
                    <a:pt x="25400" y="406145"/>
                  </a:lnTo>
                  <a:lnTo>
                    <a:pt x="25400" y="570309"/>
                  </a:lnTo>
                  <a:lnTo>
                    <a:pt x="38100" y="577188"/>
                  </a:lnTo>
                  <a:lnTo>
                    <a:pt x="38100" y="580643"/>
                  </a:lnTo>
                  <a:lnTo>
                    <a:pt x="47272" y="595502"/>
                  </a:lnTo>
                  <a:lnTo>
                    <a:pt x="50800" y="597407"/>
                  </a:lnTo>
                  <a:lnTo>
                    <a:pt x="50800" y="763523"/>
                  </a:lnTo>
                  <a:lnTo>
                    <a:pt x="63500" y="767333"/>
                  </a:lnTo>
                  <a:lnTo>
                    <a:pt x="63500" y="778001"/>
                  </a:lnTo>
                  <a:lnTo>
                    <a:pt x="76200" y="789431"/>
                  </a:lnTo>
                  <a:lnTo>
                    <a:pt x="76200" y="797051"/>
                  </a:lnTo>
                  <a:lnTo>
                    <a:pt x="114300" y="821435"/>
                  </a:lnTo>
                  <a:close/>
                </a:path>
                <a:path w="1739900" h="1008379">
                  <a:moveTo>
                    <a:pt x="38100" y="671321"/>
                  </a:moveTo>
                  <a:lnTo>
                    <a:pt x="38100" y="603504"/>
                  </a:lnTo>
                  <a:lnTo>
                    <a:pt x="25400" y="612647"/>
                  </a:lnTo>
                  <a:lnTo>
                    <a:pt x="25400" y="661415"/>
                  </a:lnTo>
                  <a:lnTo>
                    <a:pt x="38100" y="671321"/>
                  </a:lnTo>
                  <a:close/>
                </a:path>
                <a:path w="1739900" h="1008379">
                  <a:moveTo>
                    <a:pt x="50800" y="742187"/>
                  </a:moveTo>
                  <a:lnTo>
                    <a:pt x="50800" y="601217"/>
                  </a:lnTo>
                  <a:lnTo>
                    <a:pt x="47272" y="595502"/>
                  </a:lnTo>
                  <a:lnTo>
                    <a:pt x="38100" y="590549"/>
                  </a:lnTo>
                  <a:lnTo>
                    <a:pt x="38100" y="735329"/>
                  </a:lnTo>
                  <a:lnTo>
                    <a:pt x="50800" y="742187"/>
                  </a:lnTo>
                  <a:close/>
                </a:path>
                <a:path w="1739900" h="1008379">
                  <a:moveTo>
                    <a:pt x="177800" y="842010"/>
                  </a:moveTo>
                  <a:lnTo>
                    <a:pt x="177800" y="353567"/>
                  </a:lnTo>
                  <a:lnTo>
                    <a:pt x="152400" y="356615"/>
                  </a:lnTo>
                  <a:lnTo>
                    <a:pt x="152400" y="358901"/>
                  </a:lnTo>
                  <a:lnTo>
                    <a:pt x="139700" y="358901"/>
                  </a:lnTo>
                  <a:lnTo>
                    <a:pt x="114300" y="366521"/>
                  </a:lnTo>
                  <a:lnTo>
                    <a:pt x="114300" y="823721"/>
                  </a:lnTo>
                  <a:lnTo>
                    <a:pt x="127000" y="827532"/>
                  </a:lnTo>
                  <a:lnTo>
                    <a:pt x="127000" y="832866"/>
                  </a:lnTo>
                  <a:lnTo>
                    <a:pt x="139700" y="834389"/>
                  </a:lnTo>
                  <a:lnTo>
                    <a:pt x="152400" y="838199"/>
                  </a:lnTo>
                  <a:lnTo>
                    <a:pt x="165100" y="840485"/>
                  </a:lnTo>
                  <a:lnTo>
                    <a:pt x="177800" y="842010"/>
                  </a:lnTo>
                  <a:close/>
                </a:path>
                <a:path w="1739900" h="1008379">
                  <a:moveTo>
                    <a:pt x="177800" y="351281"/>
                  </a:moveTo>
                  <a:lnTo>
                    <a:pt x="177800" y="214121"/>
                  </a:lnTo>
                  <a:lnTo>
                    <a:pt x="165100" y="215645"/>
                  </a:lnTo>
                  <a:lnTo>
                    <a:pt x="165100" y="227075"/>
                  </a:lnTo>
                  <a:lnTo>
                    <a:pt x="152400" y="234695"/>
                  </a:lnTo>
                  <a:lnTo>
                    <a:pt x="152400" y="257555"/>
                  </a:lnTo>
                  <a:lnTo>
                    <a:pt x="139700" y="262889"/>
                  </a:lnTo>
                  <a:lnTo>
                    <a:pt x="139700" y="358901"/>
                  </a:lnTo>
                  <a:lnTo>
                    <a:pt x="177800" y="351281"/>
                  </a:lnTo>
                  <a:close/>
                </a:path>
                <a:path w="1739900" h="1008379">
                  <a:moveTo>
                    <a:pt x="419100" y="957071"/>
                  </a:moveTo>
                  <a:lnTo>
                    <a:pt x="419100" y="178307"/>
                  </a:lnTo>
                  <a:lnTo>
                    <a:pt x="406400" y="189737"/>
                  </a:lnTo>
                  <a:lnTo>
                    <a:pt x="406400" y="201167"/>
                  </a:lnTo>
                  <a:lnTo>
                    <a:pt x="393700" y="208787"/>
                  </a:lnTo>
                  <a:lnTo>
                    <a:pt x="393700" y="195071"/>
                  </a:lnTo>
                  <a:lnTo>
                    <a:pt x="381000" y="193547"/>
                  </a:lnTo>
                  <a:lnTo>
                    <a:pt x="368300" y="189737"/>
                  </a:lnTo>
                  <a:lnTo>
                    <a:pt x="355600" y="189737"/>
                  </a:lnTo>
                  <a:lnTo>
                    <a:pt x="342900" y="185927"/>
                  </a:lnTo>
                  <a:lnTo>
                    <a:pt x="342900" y="183641"/>
                  </a:lnTo>
                  <a:lnTo>
                    <a:pt x="330200" y="183641"/>
                  </a:lnTo>
                  <a:lnTo>
                    <a:pt x="317500" y="179831"/>
                  </a:lnTo>
                  <a:lnTo>
                    <a:pt x="304800" y="179831"/>
                  </a:lnTo>
                  <a:lnTo>
                    <a:pt x="292100" y="178307"/>
                  </a:lnTo>
                  <a:lnTo>
                    <a:pt x="254000" y="178307"/>
                  </a:lnTo>
                  <a:lnTo>
                    <a:pt x="254000" y="179831"/>
                  </a:lnTo>
                  <a:lnTo>
                    <a:pt x="228600" y="179831"/>
                  </a:lnTo>
                  <a:lnTo>
                    <a:pt x="228600" y="183641"/>
                  </a:lnTo>
                  <a:lnTo>
                    <a:pt x="215900" y="183641"/>
                  </a:lnTo>
                  <a:lnTo>
                    <a:pt x="215900" y="185927"/>
                  </a:lnTo>
                  <a:lnTo>
                    <a:pt x="203200" y="189737"/>
                  </a:lnTo>
                  <a:lnTo>
                    <a:pt x="203200" y="193547"/>
                  </a:lnTo>
                  <a:lnTo>
                    <a:pt x="190500" y="197357"/>
                  </a:lnTo>
                  <a:lnTo>
                    <a:pt x="190500" y="201167"/>
                  </a:lnTo>
                  <a:lnTo>
                    <a:pt x="177800" y="202691"/>
                  </a:lnTo>
                  <a:lnTo>
                    <a:pt x="177800" y="845819"/>
                  </a:lnTo>
                  <a:lnTo>
                    <a:pt x="254000" y="845819"/>
                  </a:lnTo>
                  <a:lnTo>
                    <a:pt x="266700" y="842010"/>
                  </a:lnTo>
                  <a:lnTo>
                    <a:pt x="266700" y="840485"/>
                  </a:lnTo>
                  <a:lnTo>
                    <a:pt x="279400" y="840485"/>
                  </a:lnTo>
                  <a:lnTo>
                    <a:pt x="292100" y="838199"/>
                  </a:lnTo>
                  <a:lnTo>
                    <a:pt x="381000" y="816101"/>
                  </a:lnTo>
                  <a:lnTo>
                    <a:pt x="381000" y="936497"/>
                  </a:lnTo>
                  <a:lnTo>
                    <a:pt x="393700" y="944117"/>
                  </a:lnTo>
                  <a:lnTo>
                    <a:pt x="393700" y="208787"/>
                  </a:lnTo>
                  <a:lnTo>
                    <a:pt x="403639" y="199842"/>
                  </a:lnTo>
                  <a:lnTo>
                    <a:pt x="403639" y="948292"/>
                  </a:lnTo>
                  <a:lnTo>
                    <a:pt x="406400" y="949451"/>
                  </a:lnTo>
                  <a:lnTo>
                    <a:pt x="419100" y="957071"/>
                  </a:lnTo>
                  <a:close/>
                </a:path>
                <a:path w="1739900" h="1008379">
                  <a:moveTo>
                    <a:pt x="330200" y="883919"/>
                  </a:moveTo>
                  <a:lnTo>
                    <a:pt x="330200" y="832865"/>
                  </a:lnTo>
                  <a:lnTo>
                    <a:pt x="317500" y="834389"/>
                  </a:lnTo>
                  <a:lnTo>
                    <a:pt x="304800" y="838199"/>
                  </a:lnTo>
                  <a:lnTo>
                    <a:pt x="292100" y="838199"/>
                  </a:lnTo>
                  <a:lnTo>
                    <a:pt x="292100" y="849629"/>
                  </a:lnTo>
                  <a:lnTo>
                    <a:pt x="330200" y="883919"/>
                  </a:lnTo>
                  <a:close/>
                </a:path>
                <a:path w="1739900" h="1008379">
                  <a:moveTo>
                    <a:pt x="381000" y="926591"/>
                  </a:moveTo>
                  <a:lnTo>
                    <a:pt x="381000" y="816101"/>
                  </a:lnTo>
                  <a:lnTo>
                    <a:pt x="368300" y="821435"/>
                  </a:lnTo>
                  <a:lnTo>
                    <a:pt x="355600" y="823721"/>
                  </a:lnTo>
                  <a:lnTo>
                    <a:pt x="342900" y="827532"/>
                  </a:lnTo>
                  <a:lnTo>
                    <a:pt x="330200" y="829055"/>
                  </a:lnTo>
                  <a:lnTo>
                    <a:pt x="330200" y="894588"/>
                  </a:lnTo>
                  <a:lnTo>
                    <a:pt x="342900" y="900683"/>
                  </a:lnTo>
                  <a:lnTo>
                    <a:pt x="355600" y="912113"/>
                  </a:lnTo>
                  <a:lnTo>
                    <a:pt x="381000" y="926591"/>
                  </a:lnTo>
                  <a:close/>
                </a:path>
                <a:path w="1739900" h="1008379">
                  <a:moveTo>
                    <a:pt x="406400" y="201167"/>
                  </a:moveTo>
                  <a:lnTo>
                    <a:pt x="406400" y="197357"/>
                  </a:lnTo>
                  <a:lnTo>
                    <a:pt x="403639" y="199842"/>
                  </a:lnTo>
                  <a:lnTo>
                    <a:pt x="406400" y="201167"/>
                  </a:lnTo>
                  <a:close/>
                </a:path>
                <a:path w="1739900" h="1008379">
                  <a:moveTo>
                    <a:pt x="444500" y="976121"/>
                  </a:moveTo>
                  <a:lnTo>
                    <a:pt x="444500" y="140969"/>
                  </a:lnTo>
                  <a:lnTo>
                    <a:pt x="431800" y="148589"/>
                  </a:lnTo>
                  <a:lnTo>
                    <a:pt x="431800" y="157733"/>
                  </a:lnTo>
                  <a:lnTo>
                    <a:pt x="419100" y="169163"/>
                  </a:lnTo>
                  <a:lnTo>
                    <a:pt x="419100" y="962405"/>
                  </a:lnTo>
                  <a:lnTo>
                    <a:pt x="431800" y="970026"/>
                  </a:lnTo>
                  <a:lnTo>
                    <a:pt x="444500" y="976121"/>
                  </a:lnTo>
                  <a:close/>
                </a:path>
                <a:path w="1739900" h="1008379">
                  <a:moveTo>
                    <a:pt x="609600" y="1000505"/>
                  </a:moveTo>
                  <a:lnTo>
                    <a:pt x="609600" y="28193"/>
                  </a:lnTo>
                  <a:lnTo>
                    <a:pt x="596900" y="29717"/>
                  </a:lnTo>
                  <a:lnTo>
                    <a:pt x="584200" y="32003"/>
                  </a:lnTo>
                  <a:lnTo>
                    <a:pt x="584200" y="33527"/>
                  </a:lnTo>
                  <a:lnTo>
                    <a:pt x="571500" y="37337"/>
                  </a:lnTo>
                  <a:lnTo>
                    <a:pt x="558800" y="42671"/>
                  </a:lnTo>
                  <a:lnTo>
                    <a:pt x="558800" y="44957"/>
                  </a:lnTo>
                  <a:lnTo>
                    <a:pt x="546100" y="48767"/>
                  </a:lnTo>
                  <a:lnTo>
                    <a:pt x="546100" y="54101"/>
                  </a:lnTo>
                  <a:lnTo>
                    <a:pt x="533400" y="57911"/>
                  </a:lnTo>
                  <a:lnTo>
                    <a:pt x="533400" y="65531"/>
                  </a:lnTo>
                  <a:lnTo>
                    <a:pt x="520700" y="69341"/>
                  </a:lnTo>
                  <a:lnTo>
                    <a:pt x="508000" y="76961"/>
                  </a:lnTo>
                  <a:lnTo>
                    <a:pt x="508000" y="80771"/>
                  </a:lnTo>
                  <a:lnTo>
                    <a:pt x="482600" y="99059"/>
                  </a:lnTo>
                  <a:lnTo>
                    <a:pt x="469900" y="108965"/>
                  </a:lnTo>
                  <a:lnTo>
                    <a:pt x="457200" y="116585"/>
                  </a:lnTo>
                  <a:lnTo>
                    <a:pt x="457200" y="123443"/>
                  </a:lnTo>
                  <a:lnTo>
                    <a:pt x="444500" y="131063"/>
                  </a:lnTo>
                  <a:lnTo>
                    <a:pt x="444500" y="977645"/>
                  </a:lnTo>
                  <a:lnTo>
                    <a:pt x="457200" y="982979"/>
                  </a:lnTo>
                  <a:lnTo>
                    <a:pt x="482600" y="995985"/>
                  </a:lnTo>
                  <a:lnTo>
                    <a:pt x="520700" y="1004496"/>
                  </a:lnTo>
                  <a:lnTo>
                    <a:pt x="546100" y="1007965"/>
                  </a:lnTo>
                  <a:lnTo>
                    <a:pt x="584200" y="1005839"/>
                  </a:lnTo>
                  <a:lnTo>
                    <a:pt x="596900" y="1002029"/>
                  </a:lnTo>
                  <a:lnTo>
                    <a:pt x="609600" y="1000505"/>
                  </a:lnTo>
                  <a:close/>
                </a:path>
                <a:path w="1739900" h="1008379">
                  <a:moveTo>
                    <a:pt x="762000" y="866393"/>
                  </a:moveTo>
                  <a:lnTo>
                    <a:pt x="762000" y="35051"/>
                  </a:lnTo>
                  <a:lnTo>
                    <a:pt x="749300" y="33527"/>
                  </a:lnTo>
                  <a:lnTo>
                    <a:pt x="723900" y="26539"/>
                  </a:lnTo>
                  <a:lnTo>
                    <a:pt x="698500" y="20974"/>
                  </a:lnTo>
                  <a:lnTo>
                    <a:pt x="660400" y="18447"/>
                  </a:lnTo>
                  <a:lnTo>
                    <a:pt x="635000" y="20573"/>
                  </a:lnTo>
                  <a:lnTo>
                    <a:pt x="635000" y="22097"/>
                  </a:lnTo>
                  <a:lnTo>
                    <a:pt x="622300" y="22097"/>
                  </a:lnTo>
                  <a:lnTo>
                    <a:pt x="609600" y="24383"/>
                  </a:lnTo>
                  <a:lnTo>
                    <a:pt x="609600" y="998219"/>
                  </a:lnTo>
                  <a:lnTo>
                    <a:pt x="622300" y="994409"/>
                  </a:lnTo>
                  <a:lnTo>
                    <a:pt x="622300" y="989076"/>
                  </a:lnTo>
                  <a:lnTo>
                    <a:pt x="635000" y="986789"/>
                  </a:lnTo>
                  <a:lnTo>
                    <a:pt x="647700" y="982979"/>
                  </a:lnTo>
                  <a:lnTo>
                    <a:pt x="647700" y="977645"/>
                  </a:lnTo>
                  <a:lnTo>
                    <a:pt x="660400" y="972311"/>
                  </a:lnTo>
                  <a:lnTo>
                    <a:pt x="673100" y="966215"/>
                  </a:lnTo>
                  <a:lnTo>
                    <a:pt x="673100" y="960882"/>
                  </a:lnTo>
                  <a:lnTo>
                    <a:pt x="685800" y="953261"/>
                  </a:lnTo>
                  <a:lnTo>
                    <a:pt x="698500" y="947165"/>
                  </a:lnTo>
                  <a:lnTo>
                    <a:pt x="711200" y="934211"/>
                  </a:lnTo>
                  <a:lnTo>
                    <a:pt x="711200" y="925067"/>
                  </a:lnTo>
                  <a:lnTo>
                    <a:pt x="723900" y="915923"/>
                  </a:lnTo>
                  <a:lnTo>
                    <a:pt x="736600" y="908303"/>
                  </a:lnTo>
                  <a:lnTo>
                    <a:pt x="736600" y="898397"/>
                  </a:lnTo>
                  <a:lnTo>
                    <a:pt x="749300" y="889253"/>
                  </a:lnTo>
                  <a:lnTo>
                    <a:pt x="749300" y="877823"/>
                  </a:lnTo>
                  <a:lnTo>
                    <a:pt x="762000" y="866393"/>
                  </a:lnTo>
                  <a:close/>
                </a:path>
                <a:path w="1739900" h="1008379">
                  <a:moveTo>
                    <a:pt x="927100" y="900683"/>
                  </a:moveTo>
                  <a:lnTo>
                    <a:pt x="927100" y="146303"/>
                  </a:lnTo>
                  <a:lnTo>
                    <a:pt x="883557" y="111034"/>
                  </a:lnTo>
                  <a:lnTo>
                    <a:pt x="876300" y="106679"/>
                  </a:lnTo>
                  <a:lnTo>
                    <a:pt x="876300" y="97535"/>
                  </a:lnTo>
                  <a:lnTo>
                    <a:pt x="850900" y="81203"/>
                  </a:lnTo>
                  <a:lnTo>
                    <a:pt x="825500" y="66246"/>
                  </a:lnTo>
                  <a:lnTo>
                    <a:pt x="800100" y="52837"/>
                  </a:lnTo>
                  <a:lnTo>
                    <a:pt x="762000" y="41147"/>
                  </a:lnTo>
                  <a:lnTo>
                    <a:pt x="762000" y="857249"/>
                  </a:lnTo>
                  <a:lnTo>
                    <a:pt x="774700" y="845819"/>
                  </a:lnTo>
                  <a:lnTo>
                    <a:pt x="774700" y="834389"/>
                  </a:lnTo>
                  <a:lnTo>
                    <a:pt x="787400" y="823721"/>
                  </a:lnTo>
                  <a:lnTo>
                    <a:pt x="800100" y="810005"/>
                  </a:lnTo>
                  <a:lnTo>
                    <a:pt x="800100" y="797051"/>
                  </a:lnTo>
                  <a:lnTo>
                    <a:pt x="808566" y="788415"/>
                  </a:lnTo>
                  <a:lnTo>
                    <a:pt x="812800" y="780287"/>
                  </a:lnTo>
                  <a:lnTo>
                    <a:pt x="812800" y="770381"/>
                  </a:lnTo>
                  <a:lnTo>
                    <a:pt x="825500" y="755903"/>
                  </a:lnTo>
                  <a:lnTo>
                    <a:pt x="825500" y="829055"/>
                  </a:lnTo>
                  <a:lnTo>
                    <a:pt x="838200" y="838199"/>
                  </a:lnTo>
                  <a:lnTo>
                    <a:pt x="863600" y="858773"/>
                  </a:lnTo>
                  <a:lnTo>
                    <a:pt x="863600" y="864869"/>
                  </a:lnTo>
                  <a:lnTo>
                    <a:pt x="876300" y="872489"/>
                  </a:lnTo>
                  <a:lnTo>
                    <a:pt x="889000" y="876299"/>
                  </a:lnTo>
                  <a:lnTo>
                    <a:pt x="889000" y="883919"/>
                  </a:lnTo>
                  <a:lnTo>
                    <a:pt x="901700" y="887729"/>
                  </a:lnTo>
                  <a:lnTo>
                    <a:pt x="914400" y="890777"/>
                  </a:lnTo>
                  <a:lnTo>
                    <a:pt x="914400" y="896873"/>
                  </a:lnTo>
                  <a:lnTo>
                    <a:pt x="927100" y="900683"/>
                  </a:lnTo>
                  <a:close/>
                </a:path>
                <a:path w="1739900" h="1008379">
                  <a:moveTo>
                    <a:pt x="825500" y="823721"/>
                  </a:moveTo>
                  <a:lnTo>
                    <a:pt x="825500" y="755903"/>
                  </a:lnTo>
                  <a:lnTo>
                    <a:pt x="812800" y="780287"/>
                  </a:lnTo>
                  <a:lnTo>
                    <a:pt x="812800" y="784097"/>
                  </a:lnTo>
                  <a:lnTo>
                    <a:pt x="808566" y="788415"/>
                  </a:lnTo>
                  <a:lnTo>
                    <a:pt x="800100" y="804671"/>
                  </a:lnTo>
                  <a:lnTo>
                    <a:pt x="812800" y="813815"/>
                  </a:lnTo>
                  <a:lnTo>
                    <a:pt x="825500" y="823721"/>
                  </a:lnTo>
                  <a:close/>
                </a:path>
                <a:path w="1739900" h="1008379">
                  <a:moveTo>
                    <a:pt x="939800" y="904493"/>
                  </a:moveTo>
                  <a:lnTo>
                    <a:pt x="939800" y="54101"/>
                  </a:lnTo>
                  <a:lnTo>
                    <a:pt x="914400" y="70865"/>
                  </a:lnTo>
                  <a:lnTo>
                    <a:pt x="914400" y="78485"/>
                  </a:lnTo>
                  <a:lnTo>
                    <a:pt x="889000" y="91439"/>
                  </a:lnTo>
                  <a:lnTo>
                    <a:pt x="889000" y="97535"/>
                  </a:lnTo>
                  <a:lnTo>
                    <a:pt x="876300" y="105155"/>
                  </a:lnTo>
                  <a:lnTo>
                    <a:pt x="883557" y="111034"/>
                  </a:lnTo>
                  <a:lnTo>
                    <a:pt x="889000" y="114299"/>
                  </a:lnTo>
                  <a:lnTo>
                    <a:pt x="927100" y="146303"/>
                  </a:lnTo>
                  <a:lnTo>
                    <a:pt x="927100" y="900683"/>
                  </a:lnTo>
                  <a:lnTo>
                    <a:pt x="939800" y="904493"/>
                  </a:lnTo>
                  <a:close/>
                </a:path>
                <a:path w="1739900" h="1008379">
                  <a:moveTo>
                    <a:pt x="952500" y="912113"/>
                  </a:moveTo>
                  <a:lnTo>
                    <a:pt x="952500" y="44957"/>
                  </a:lnTo>
                  <a:lnTo>
                    <a:pt x="939800" y="52577"/>
                  </a:lnTo>
                  <a:lnTo>
                    <a:pt x="939800" y="909827"/>
                  </a:lnTo>
                  <a:lnTo>
                    <a:pt x="952500" y="912113"/>
                  </a:lnTo>
                  <a:close/>
                </a:path>
                <a:path w="1739900" h="1008379">
                  <a:moveTo>
                    <a:pt x="990600" y="925067"/>
                  </a:moveTo>
                  <a:lnTo>
                    <a:pt x="990600" y="20573"/>
                  </a:lnTo>
                  <a:lnTo>
                    <a:pt x="977900" y="24383"/>
                  </a:lnTo>
                  <a:lnTo>
                    <a:pt x="977900" y="29717"/>
                  </a:lnTo>
                  <a:lnTo>
                    <a:pt x="965200" y="32003"/>
                  </a:lnTo>
                  <a:lnTo>
                    <a:pt x="965200" y="35051"/>
                  </a:lnTo>
                  <a:lnTo>
                    <a:pt x="952500" y="41147"/>
                  </a:lnTo>
                  <a:lnTo>
                    <a:pt x="952500" y="915923"/>
                  </a:lnTo>
                  <a:lnTo>
                    <a:pt x="965200" y="921257"/>
                  </a:lnTo>
                  <a:lnTo>
                    <a:pt x="977900" y="922781"/>
                  </a:lnTo>
                  <a:lnTo>
                    <a:pt x="990600" y="925067"/>
                  </a:lnTo>
                  <a:close/>
                </a:path>
                <a:path w="1739900" h="1008379">
                  <a:moveTo>
                    <a:pt x="1003300" y="926591"/>
                  </a:moveTo>
                  <a:lnTo>
                    <a:pt x="1003300" y="16763"/>
                  </a:lnTo>
                  <a:lnTo>
                    <a:pt x="990600" y="18287"/>
                  </a:lnTo>
                  <a:lnTo>
                    <a:pt x="990600" y="926591"/>
                  </a:lnTo>
                  <a:lnTo>
                    <a:pt x="1003300" y="926591"/>
                  </a:lnTo>
                  <a:close/>
                </a:path>
                <a:path w="1739900" h="1008379">
                  <a:moveTo>
                    <a:pt x="1054100" y="932687"/>
                  </a:moveTo>
                  <a:lnTo>
                    <a:pt x="1054100" y="3047"/>
                  </a:lnTo>
                  <a:lnTo>
                    <a:pt x="1041400" y="3047"/>
                  </a:lnTo>
                  <a:lnTo>
                    <a:pt x="1028700" y="5333"/>
                  </a:lnTo>
                  <a:lnTo>
                    <a:pt x="1028700" y="6857"/>
                  </a:lnTo>
                  <a:lnTo>
                    <a:pt x="1016000" y="9143"/>
                  </a:lnTo>
                  <a:lnTo>
                    <a:pt x="1003300" y="12953"/>
                  </a:lnTo>
                  <a:lnTo>
                    <a:pt x="1003300" y="928877"/>
                  </a:lnTo>
                  <a:lnTo>
                    <a:pt x="1016000" y="932687"/>
                  </a:lnTo>
                  <a:lnTo>
                    <a:pt x="1054100" y="932687"/>
                  </a:lnTo>
                  <a:close/>
                </a:path>
                <a:path w="1739900" h="1008379">
                  <a:moveTo>
                    <a:pt x="1079500" y="925067"/>
                  </a:moveTo>
                  <a:lnTo>
                    <a:pt x="1079500" y="0"/>
                  </a:lnTo>
                  <a:lnTo>
                    <a:pt x="1054100" y="0"/>
                  </a:lnTo>
                  <a:lnTo>
                    <a:pt x="1054100" y="928877"/>
                  </a:lnTo>
                  <a:lnTo>
                    <a:pt x="1066800" y="928877"/>
                  </a:lnTo>
                  <a:lnTo>
                    <a:pt x="1066800" y="926591"/>
                  </a:lnTo>
                  <a:lnTo>
                    <a:pt x="1079500" y="925067"/>
                  </a:lnTo>
                  <a:close/>
                </a:path>
                <a:path w="1739900" h="1008379">
                  <a:moveTo>
                    <a:pt x="1104900" y="915923"/>
                  </a:moveTo>
                  <a:lnTo>
                    <a:pt x="1104900" y="5333"/>
                  </a:lnTo>
                  <a:lnTo>
                    <a:pt x="1092200" y="3047"/>
                  </a:lnTo>
                  <a:lnTo>
                    <a:pt x="1079500" y="3047"/>
                  </a:lnTo>
                  <a:lnTo>
                    <a:pt x="1079500" y="922781"/>
                  </a:lnTo>
                  <a:lnTo>
                    <a:pt x="1092200" y="921257"/>
                  </a:lnTo>
                  <a:lnTo>
                    <a:pt x="1104900" y="915923"/>
                  </a:lnTo>
                  <a:close/>
                </a:path>
                <a:path w="1739900" h="1008379">
                  <a:moveTo>
                    <a:pt x="1257300" y="153923"/>
                  </a:moveTo>
                  <a:lnTo>
                    <a:pt x="1257300" y="144779"/>
                  </a:lnTo>
                  <a:lnTo>
                    <a:pt x="1244600" y="134873"/>
                  </a:lnTo>
                  <a:lnTo>
                    <a:pt x="1244600" y="129539"/>
                  </a:lnTo>
                  <a:lnTo>
                    <a:pt x="1231900" y="120395"/>
                  </a:lnTo>
                  <a:lnTo>
                    <a:pt x="1231900" y="106679"/>
                  </a:lnTo>
                  <a:lnTo>
                    <a:pt x="1219200" y="97535"/>
                  </a:lnTo>
                  <a:lnTo>
                    <a:pt x="1206500" y="84581"/>
                  </a:lnTo>
                  <a:lnTo>
                    <a:pt x="1206500" y="78485"/>
                  </a:lnTo>
                  <a:lnTo>
                    <a:pt x="1193800" y="73151"/>
                  </a:lnTo>
                  <a:lnTo>
                    <a:pt x="1193800" y="61721"/>
                  </a:lnTo>
                  <a:lnTo>
                    <a:pt x="1181100" y="56387"/>
                  </a:lnTo>
                  <a:lnTo>
                    <a:pt x="1168400" y="46481"/>
                  </a:lnTo>
                  <a:lnTo>
                    <a:pt x="1168400" y="35051"/>
                  </a:lnTo>
                  <a:lnTo>
                    <a:pt x="1143000" y="24383"/>
                  </a:lnTo>
                  <a:lnTo>
                    <a:pt x="1143000" y="18287"/>
                  </a:lnTo>
                  <a:lnTo>
                    <a:pt x="1130300" y="16763"/>
                  </a:lnTo>
                  <a:lnTo>
                    <a:pt x="1130300" y="12953"/>
                  </a:lnTo>
                  <a:lnTo>
                    <a:pt x="1117600" y="9143"/>
                  </a:lnTo>
                  <a:lnTo>
                    <a:pt x="1104900" y="6857"/>
                  </a:lnTo>
                  <a:lnTo>
                    <a:pt x="1104900" y="912113"/>
                  </a:lnTo>
                  <a:lnTo>
                    <a:pt x="1117600" y="909827"/>
                  </a:lnTo>
                  <a:lnTo>
                    <a:pt x="1117600" y="904493"/>
                  </a:lnTo>
                  <a:lnTo>
                    <a:pt x="1130300" y="902207"/>
                  </a:lnTo>
                  <a:lnTo>
                    <a:pt x="1143000" y="894587"/>
                  </a:lnTo>
                  <a:lnTo>
                    <a:pt x="1155700" y="883919"/>
                  </a:lnTo>
                  <a:lnTo>
                    <a:pt x="1155700" y="877823"/>
                  </a:lnTo>
                  <a:lnTo>
                    <a:pt x="1181100" y="861059"/>
                  </a:lnTo>
                  <a:lnTo>
                    <a:pt x="1181100" y="178307"/>
                  </a:lnTo>
                  <a:lnTo>
                    <a:pt x="1193800" y="172973"/>
                  </a:lnTo>
                  <a:lnTo>
                    <a:pt x="1201270" y="171853"/>
                  </a:lnTo>
                  <a:lnTo>
                    <a:pt x="1257300" y="153923"/>
                  </a:lnTo>
                  <a:close/>
                </a:path>
                <a:path w="1739900" h="1008379">
                  <a:moveTo>
                    <a:pt x="1219200" y="816101"/>
                  </a:moveTo>
                  <a:lnTo>
                    <a:pt x="1219200" y="169163"/>
                  </a:lnTo>
                  <a:lnTo>
                    <a:pt x="1201270" y="171853"/>
                  </a:lnTo>
                  <a:lnTo>
                    <a:pt x="1181100" y="178307"/>
                  </a:lnTo>
                  <a:lnTo>
                    <a:pt x="1181100" y="853439"/>
                  </a:lnTo>
                  <a:lnTo>
                    <a:pt x="1193800" y="848105"/>
                  </a:lnTo>
                  <a:lnTo>
                    <a:pt x="1193800" y="834389"/>
                  </a:lnTo>
                  <a:lnTo>
                    <a:pt x="1219200" y="816101"/>
                  </a:lnTo>
                  <a:close/>
                </a:path>
                <a:path w="1739900" h="1008379">
                  <a:moveTo>
                    <a:pt x="1460500" y="866393"/>
                  </a:moveTo>
                  <a:lnTo>
                    <a:pt x="1460500" y="151637"/>
                  </a:lnTo>
                  <a:lnTo>
                    <a:pt x="1447800" y="148589"/>
                  </a:lnTo>
                  <a:lnTo>
                    <a:pt x="1447800" y="146303"/>
                  </a:lnTo>
                  <a:lnTo>
                    <a:pt x="1435100" y="142493"/>
                  </a:lnTo>
                  <a:lnTo>
                    <a:pt x="1422400" y="140969"/>
                  </a:lnTo>
                  <a:lnTo>
                    <a:pt x="1409700" y="138683"/>
                  </a:lnTo>
                  <a:lnTo>
                    <a:pt x="1409700" y="134873"/>
                  </a:lnTo>
                  <a:lnTo>
                    <a:pt x="1346200" y="134873"/>
                  </a:lnTo>
                  <a:lnTo>
                    <a:pt x="1346200" y="138683"/>
                  </a:lnTo>
                  <a:lnTo>
                    <a:pt x="1308100" y="142710"/>
                  </a:lnTo>
                  <a:lnTo>
                    <a:pt x="1282700" y="148523"/>
                  </a:lnTo>
                  <a:lnTo>
                    <a:pt x="1257300" y="156464"/>
                  </a:lnTo>
                  <a:lnTo>
                    <a:pt x="1219200" y="166877"/>
                  </a:lnTo>
                  <a:lnTo>
                    <a:pt x="1219200" y="800861"/>
                  </a:lnTo>
                  <a:lnTo>
                    <a:pt x="1231900" y="791717"/>
                  </a:lnTo>
                  <a:lnTo>
                    <a:pt x="1231900" y="784097"/>
                  </a:lnTo>
                  <a:lnTo>
                    <a:pt x="1239661" y="778044"/>
                  </a:lnTo>
                  <a:lnTo>
                    <a:pt x="1244600" y="763523"/>
                  </a:lnTo>
                  <a:lnTo>
                    <a:pt x="1244600" y="812291"/>
                  </a:lnTo>
                  <a:lnTo>
                    <a:pt x="1257300" y="816101"/>
                  </a:lnTo>
                  <a:lnTo>
                    <a:pt x="1270000" y="821435"/>
                  </a:lnTo>
                  <a:lnTo>
                    <a:pt x="1270000" y="827531"/>
                  </a:lnTo>
                  <a:lnTo>
                    <a:pt x="1282700" y="829055"/>
                  </a:lnTo>
                  <a:lnTo>
                    <a:pt x="1295400" y="834389"/>
                  </a:lnTo>
                  <a:lnTo>
                    <a:pt x="1295400" y="838199"/>
                  </a:lnTo>
                  <a:lnTo>
                    <a:pt x="1308100" y="840485"/>
                  </a:lnTo>
                  <a:lnTo>
                    <a:pt x="1320800" y="845819"/>
                  </a:lnTo>
                  <a:lnTo>
                    <a:pt x="1333500" y="849629"/>
                  </a:lnTo>
                  <a:lnTo>
                    <a:pt x="1333500" y="851915"/>
                  </a:lnTo>
                  <a:lnTo>
                    <a:pt x="1346200" y="853439"/>
                  </a:lnTo>
                  <a:lnTo>
                    <a:pt x="1358900" y="857249"/>
                  </a:lnTo>
                  <a:lnTo>
                    <a:pt x="1358900" y="861059"/>
                  </a:lnTo>
                  <a:lnTo>
                    <a:pt x="1371600" y="861059"/>
                  </a:lnTo>
                  <a:lnTo>
                    <a:pt x="1371600" y="864869"/>
                  </a:lnTo>
                  <a:lnTo>
                    <a:pt x="1384300" y="864869"/>
                  </a:lnTo>
                  <a:lnTo>
                    <a:pt x="1397000" y="866393"/>
                  </a:lnTo>
                  <a:lnTo>
                    <a:pt x="1409700" y="866393"/>
                  </a:lnTo>
                  <a:lnTo>
                    <a:pt x="1422400" y="870203"/>
                  </a:lnTo>
                  <a:lnTo>
                    <a:pt x="1435100" y="870203"/>
                  </a:lnTo>
                  <a:lnTo>
                    <a:pt x="1447800" y="866393"/>
                  </a:lnTo>
                  <a:lnTo>
                    <a:pt x="1460500" y="866393"/>
                  </a:lnTo>
                  <a:close/>
                </a:path>
                <a:path w="1739900" h="1008379">
                  <a:moveTo>
                    <a:pt x="1244600" y="812291"/>
                  </a:moveTo>
                  <a:lnTo>
                    <a:pt x="1244600" y="774191"/>
                  </a:lnTo>
                  <a:lnTo>
                    <a:pt x="1239661" y="778044"/>
                  </a:lnTo>
                  <a:lnTo>
                    <a:pt x="1231900" y="800861"/>
                  </a:lnTo>
                  <a:lnTo>
                    <a:pt x="1231900" y="804671"/>
                  </a:lnTo>
                  <a:lnTo>
                    <a:pt x="1244600" y="812291"/>
                  </a:lnTo>
                  <a:close/>
                </a:path>
                <a:path w="1739900" h="1008379">
                  <a:moveTo>
                    <a:pt x="1473200" y="864869"/>
                  </a:moveTo>
                  <a:lnTo>
                    <a:pt x="1473200" y="157733"/>
                  </a:lnTo>
                  <a:lnTo>
                    <a:pt x="1460500" y="155447"/>
                  </a:lnTo>
                  <a:lnTo>
                    <a:pt x="1460500" y="864869"/>
                  </a:lnTo>
                  <a:lnTo>
                    <a:pt x="1473200" y="864869"/>
                  </a:lnTo>
                  <a:close/>
                </a:path>
                <a:path w="1739900" h="1008379">
                  <a:moveTo>
                    <a:pt x="1485900" y="861059"/>
                  </a:moveTo>
                  <a:lnTo>
                    <a:pt x="1485900" y="169163"/>
                  </a:lnTo>
                  <a:lnTo>
                    <a:pt x="1473200" y="159257"/>
                  </a:lnTo>
                  <a:lnTo>
                    <a:pt x="1473200" y="861059"/>
                  </a:lnTo>
                  <a:lnTo>
                    <a:pt x="1485900" y="861059"/>
                  </a:lnTo>
                  <a:close/>
                </a:path>
                <a:path w="1739900" h="1008379">
                  <a:moveTo>
                    <a:pt x="1562100" y="799337"/>
                  </a:moveTo>
                  <a:lnTo>
                    <a:pt x="1562100" y="362711"/>
                  </a:lnTo>
                  <a:lnTo>
                    <a:pt x="1524000" y="351281"/>
                  </a:lnTo>
                  <a:lnTo>
                    <a:pt x="1511300" y="388619"/>
                  </a:lnTo>
                  <a:lnTo>
                    <a:pt x="1511300" y="202691"/>
                  </a:lnTo>
                  <a:lnTo>
                    <a:pt x="1498600" y="197357"/>
                  </a:lnTo>
                  <a:lnTo>
                    <a:pt x="1498600" y="179831"/>
                  </a:lnTo>
                  <a:lnTo>
                    <a:pt x="1485900" y="178307"/>
                  </a:lnTo>
                  <a:lnTo>
                    <a:pt x="1485900" y="857249"/>
                  </a:lnTo>
                  <a:lnTo>
                    <a:pt x="1511300" y="847476"/>
                  </a:lnTo>
                  <a:lnTo>
                    <a:pt x="1524000" y="833894"/>
                  </a:lnTo>
                  <a:lnTo>
                    <a:pt x="1536700" y="817512"/>
                  </a:lnTo>
                  <a:lnTo>
                    <a:pt x="1562100" y="799337"/>
                  </a:lnTo>
                  <a:close/>
                </a:path>
                <a:path w="1739900" h="1008379">
                  <a:moveTo>
                    <a:pt x="1524000" y="324771"/>
                  </a:moveTo>
                  <a:lnTo>
                    <a:pt x="1524000" y="266811"/>
                  </a:lnTo>
                  <a:lnTo>
                    <a:pt x="1511300" y="234695"/>
                  </a:lnTo>
                  <a:lnTo>
                    <a:pt x="1511300" y="356615"/>
                  </a:lnTo>
                  <a:lnTo>
                    <a:pt x="1524000" y="324771"/>
                  </a:lnTo>
                  <a:close/>
                </a:path>
                <a:path w="1739900" h="1008379">
                  <a:moveTo>
                    <a:pt x="1651000" y="640841"/>
                  </a:moveTo>
                  <a:lnTo>
                    <a:pt x="1651000" y="403859"/>
                  </a:lnTo>
                  <a:lnTo>
                    <a:pt x="1638300" y="400049"/>
                  </a:lnTo>
                  <a:lnTo>
                    <a:pt x="1625600" y="392429"/>
                  </a:lnTo>
                  <a:lnTo>
                    <a:pt x="1612900" y="388619"/>
                  </a:lnTo>
                  <a:lnTo>
                    <a:pt x="1612900" y="383285"/>
                  </a:lnTo>
                  <a:lnTo>
                    <a:pt x="1600200" y="381761"/>
                  </a:lnTo>
                  <a:lnTo>
                    <a:pt x="1587500" y="377951"/>
                  </a:lnTo>
                  <a:lnTo>
                    <a:pt x="1574800" y="370331"/>
                  </a:lnTo>
                  <a:lnTo>
                    <a:pt x="1562100" y="366521"/>
                  </a:lnTo>
                  <a:lnTo>
                    <a:pt x="1562100" y="780287"/>
                  </a:lnTo>
                  <a:lnTo>
                    <a:pt x="1574800" y="774191"/>
                  </a:lnTo>
                  <a:lnTo>
                    <a:pt x="1574800" y="691895"/>
                  </a:lnTo>
                  <a:lnTo>
                    <a:pt x="1587500" y="683513"/>
                  </a:lnTo>
                  <a:lnTo>
                    <a:pt x="1587500" y="680465"/>
                  </a:lnTo>
                  <a:lnTo>
                    <a:pt x="1600200" y="675131"/>
                  </a:lnTo>
                  <a:lnTo>
                    <a:pt x="1612900" y="667511"/>
                  </a:lnTo>
                  <a:lnTo>
                    <a:pt x="1625600" y="661415"/>
                  </a:lnTo>
                  <a:lnTo>
                    <a:pt x="1625600" y="653795"/>
                  </a:lnTo>
                  <a:lnTo>
                    <a:pt x="1638300" y="648461"/>
                  </a:lnTo>
                  <a:lnTo>
                    <a:pt x="1651000" y="640841"/>
                  </a:lnTo>
                  <a:close/>
                </a:path>
                <a:path w="1739900" h="1008379">
                  <a:moveTo>
                    <a:pt x="1587500" y="745997"/>
                  </a:moveTo>
                  <a:lnTo>
                    <a:pt x="1587500" y="685799"/>
                  </a:lnTo>
                  <a:lnTo>
                    <a:pt x="1574800" y="691895"/>
                  </a:lnTo>
                  <a:lnTo>
                    <a:pt x="1574800" y="752093"/>
                  </a:lnTo>
                  <a:lnTo>
                    <a:pt x="1587500" y="745997"/>
                  </a:lnTo>
                  <a:close/>
                </a:path>
                <a:path w="1739900" h="1008379">
                  <a:moveTo>
                    <a:pt x="1600200" y="712469"/>
                  </a:moveTo>
                  <a:lnTo>
                    <a:pt x="1600200" y="675131"/>
                  </a:lnTo>
                  <a:lnTo>
                    <a:pt x="1587500" y="683513"/>
                  </a:lnTo>
                  <a:lnTo>
                    <a:pt x="1587500" y="721613"/>
                  </a:lnTo>
                  <a:lnTo>
                    <a:pt x="1600200" y="712469"/>
                  </a:lnTo>
                  <a:close/>
                </a:path>
                <a:path w="1739900" h="1008379">
                  <a:moveTo>
                    <a:pt x="1676400" y="624077"/>
                  </a:moveTo>
                  <a:lnTo>
                    <a:pt x="1676400" y="420623"/>
                  </a:lnTo>
                  <a:lnTo>
                    <a:pt x="1663700" y="416813"/>
                  </a:lnTo>
                  <a:lnTo>
                    <a:pt x="1663700" y="413765"/>
                  </a:lnTo>
                  <a:lnTo>
                    <a:pt x="1651000" y="406145"/>
                  </a:lnTo>
                  <a:lnTo>
                    <a:pt x="1651000" y="637031"/>
                  </a:lnTo>
                  <a:lnTo>
                    <a:pt x="1676400" y="624077"/>
                  </a:lnTo>
                  <a:close/>
                </a:path>
                <a:path w="1739900" h="1008379">
                  <a:moveTo>
                    <a:pt x="1689100" y="605027"/>
                  </a:moveTo>
                  <a:lnTo>
                    <a:pt x="1689100" y="432053"/>
                  </a:lnTo>
                  <a:lnTo>
                    <a:pt x="1676400" y="426719"/>
                  </a:lnTo>
                  <a:lnTo>
                    <a:pt x="1676400" y="616457"/>
                  </a:lnTo>
                  <a:lnTo>
                    <a:pt x="1689100" y="605027"/>
                  </a:lnTo>
                  <a:close/>
                </a:path>
                <a:path w="1739900" h="1008379">
                  <a:moveTo>
                    <a:pt x="1701800" y="592073"/>
                  </a:moveTo>
                  <a:lnTo>
                    <a:pt x="1701800" y="441959"/>
                  </a:lnTo>
                  <a:lnTo>
                    <a:pt x="1689100" y="438149"/>
                  </a:lnTo>
                  <a:lnTo>
                    <a:pt x="1689100" y="599693"/>
                  </a:lnTo>
                  <a:lnTo>
                    <a:pt x="1701800" y="592073"/>
                  </a:lnTo>
                  <a:close/>
                </a:path>
                <a:path w="1739900" h="1008379">
                  <a:moveTo>
                    <a:pt x="1714500" y="580643"/>
                  </a:moveTo>
                  <a:lnTo>
                    <a:pt x="1714500" y="454913"/>
                  </a:lnTo>
                  <a:lnTo>
                    <a:pt x="1701800" y="452627"/>
                  </a:lnTo>
                  <a:lnTo>
                    <a:pt x="1701800" y="588263"/>
                  </a:lnTo>
                  <a:lnTo>
                    <a:pt x="1714500" y="580643"/>
                  </a:lnTo>
                  <a:close/>
                </a:path>
                <a:path w="1739900" h="1008379">
                  <a:moveTo>
                    <a:pt x="1727200" y="560069"/>
                  </a:moveTo>
                  <a:lnTo>
                    <a:pt x="1727200" y="470153"/>
                  </a:lnTo>
                  <a:lnTo>
                    <a:pt x="1714500" y="466343"/>
                  </a:lnTo>
                  <a:lnTo>
                    <a:pt x="1714500" y="563879"/>
                  </a:lnTo>
                  <a:lnTo>
                    <a:pt x="1727200" y="560069"/>
                  </a:lnTo>
                  <a:close/>
                </a:path>
                <a:path w="1739900" h="1008379">
                  <a:moveTo>
                    <a:pt x="1739900" y="515111"/>
                  </a:moveTo>
                  <a:lnTo>
                    <a:pt x="1727200" y="507491"/>
                  </a:lnTo>
                  <a:lnTo>
                    <a:pt x="1727200" y="518921"/>
                  </a:lnTo>
                  <a:lnTo>
                    <a:pt x="1739900" y="51511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3507" y="3950970"/>
              <a:ext cx="1739900" cy="1009015"/>
            </a:xfrm>
            <a:custGeom>
              <a:avLst/>
              <a:gdLst/>
              <a:ahLst/>
              <a:cxnLst/>
              <a:rect l="l" t="t" r="r" b="b"/>
              <a:pathLst>
                <a:path w="1739900" h="1009014">
                  <a:moveTo>
                    <a:pt x="12700" y="431291"/>
                  </a:moveTo>
                  <a:lnTo>
                    <a:pt x="12700" y="430529"/>
                  </a:lnTo>
                  <a:lnTo>
                    <a:pt x="0" y="436625"/>
                  </a:lnTo>
                  <a:lnTo>
                    <a:pt x="12700" y="431291"/>
                  </a:lnTo>
                  <a:close/>
                </a:path>
                <a:path w="1739900" h="1009014">
                  <a:moveTo>
                    <a:pt x="12700" y="532638"/>
                  </a:moveTo>
                  <a:lnTo>
                    <a:pt x="0" y="526541"/>
                  </a:lnTo>
                  <a:lnTo>
                    <a:pt x="0" y="527304"/>
                  </a:lnTo>
                  <a:lnTo>
                    <a:pt x="12700" y="532638"/>
                  </a:lnTo>
                  <a:close/>
                </a:path>
                <a:path w="1739900" h="1009014">
                  <a:moveTo>
                    <a:pt x="25400" y="416051"/>
                  </a:moveTo>
                  <a:lnTo>
                    <a:pt x="12700" y="417575"/>
                  </a:lnTo>
                  <a:lnTo>
                    <a:pt x="12700" y="418338"/>
                  </a:lnTo>
                  <a:lnTo>
                    <a:pt x="25400" y="416051"/>
                  </a:lnTo>
                  <a:close/>
                </a:path>
                <a:path w="1739900" h="1009014">
                  <a:moveTo>
                    <a:pt x="25400" y="555497"/>
                  </a:moveTo>
                  <a:lnTo>
                    <a:pt x="25400" y="554735"/>
                  </a:lnTo>
                  <a:lnTo>
                    <a:pt x="12700" y="549401"/>
                  </a:lnTo>
                  <a:lnTo>
                    <a:pt x="12700" y="550163"/>
                  </a:lnTo>
                  <a:lnTo>
                    <a:pt x="25400" y="555497"/>
                  </a:lnTo>
                  <a:close/>
                </a:path>
                <a:path w="1739900" h="1009014">
                  <a:moveTo>
                    <a:pt x="38100" y="401573"/>
                  </a:moveTo>
                  <a:lnTo>
                    <a:pt x="38100" y="400811"/>
                  </a:lnTo>
                  <a:lnTo>
                    <a:pt x="25400" y="406145"/>
                  </a:lnTo>
                  <a:lnTo>
                    <a:pt x="25400" y="406907"/>
                  </a:lnTo>
                  <a:lnTo>
                    <a:pt x="38100" y="401573"/>
                  </a:lnTo>
                  <a:close/>
                </a:path>
                <a:path w="1739900" h="1009014">
                  <a:moveTo>
                    <a:pt x="38100" y="578357"/>
                  </a:moveTo>
                  <a:lnTo>
                    <a:pt x="38100" y="577595"/>
                  </a:lnTo>
                  <a:lnTo>
                    <a:pt x="25400" y="569976"/>
                  </a:lnTo>
                  <a:lnTo>
                    <a:pt x="25400" y="570737"/>
                  </a:lnTo>
                  <a:lnTo>
                    <a:pt x="38100" y="578357"/>
                  </a:lnTo>
                  <a:close/>
                </a:path>
                <a:path w="1739900" h="1009014">
                  <a:moveTo>
                    <a:pt x="50800" y="395477"/>
                  </a:moveTo>
                  <a:lnTo>
                    <a:pt x="50800" y="394715"/>
                  </a:lnTo>
                  <a:lnTo>
                    <a:pt x="38100" y="397001"/>
                  </a:lnTo>
                  <a:lnTo>
                    <a:pt x="38100" y="397763"/>
                  </a:lnTo>
                  <a:lnTo>
                    <a:pt x="50800" y="395477"/>
                  </a:lnTo>
                  <a:close/>
                </a:path>
                <a:path w="1739900" h="1009014">
                  <a:moveTo>
                    <a:pt x="47064" y="595928"/>
                  </a:moveTo>
                  <a:lnTo>
                    <a:pt x="38100" y="581405"/>
                  </a:lnTo>
                  <a:lnTo>
                    <a:pt x="38100" y="582167"/>
                  </a:lnTo>
                  <a:lnTo>
                    <a:pt x="46317" y="595480"/>
                  </a:lnTo>
                  <a:lnTo>
                    <a:pt x="47064" y="595928"/>
                  </a:lnTo>
                  <a:close/>
                </a:path>
                <a:path w="1739900" h="1009014">
                  <a:moveTo>
                    <a:pt x="47064" y="596690"/>
                  </a:moveTo>
                  <a:lnTo>
                    <a:pt x="46317" y="595480"/>
                  </a:lnTo>
                  <a:lnTo>
                    <a:pt x="38100" y="590549"/>
                  </a:lnTo>
                  <a:lnTo>
                    <a:pt x="38100" y="591311"/>
                  </a:lnTo>
                  <a:lnTo>
                    <a:pt x="47064" y="596690"/>
                  </a:lnTo>
                  <a:close/>
                </a:path>
                <a:path w="1739900" h="1009014">
                  <a:moveTo>
                    <a:pt x="50800" y="743711"/>
                  </a:moveTo>
                  <a:lnTo>
                    <a:pt x="50800" y="735329"/>
                  </a:lnTo>
                  <a:lnTo>
                    <a:pt x="38100" y="728471"/>
                  </a:lnTo>
                  <a:lnTo>
                    <a:pt x="50800" y="743711"/>
                  </a:lnTo>
                  <a:close/>
                </a:path>
                <a:path w="1739900" h="1009014">
                  <a:moveTo>
                    <a:pt x="47811" y="597139"/>
                  </a:moveTo>
                  <a:lnTo>
                    <a:pt x="47064" y="595928"/>
                  </a:lnTo>
                  <a:lnTo>
                    <a:pt x="46317" y="595480"/>
                  </a:lnTo>
                  <a:lnTo>
                    <a:pt x="47064" y="596690"/>
                  </a:lnTo>
                  <a:lnTo>
                    <a:pt x="47811" y="597139"/>
                  </a:lnTo>
                  <a:close/>
                </a:path>
                <a:path w="1739900" h="1009014">
                  <a:moveTo>
                    <a:pt x="50800" y="598931"/>
                  </a:moveTo>
                  <a:lnTo>
                    <a:pt x="50800" y="598169"/>
                  </a:lnTo>
                  <a:lnTo>
                    <a:pt x="47064" y="595928"/>
                  </a:lnTo>
                  <a:lnTo>
                    <a:pt x="47811" y="597139"/>
                  </a:lnTo>
                  <a:lnTo>
                    <a:pt x="50800" y="598931"/>
                  </a:lnTo>
                  <a:close/>
                </a:path>
                <a:path w="1739900" h="1009014">
                  <a:moveTo>
                    <a:pt x="50800" y="602741"/>
                  </a:moveTo>
                  <a:lnTo>
                    <a:pt x="50800" y="601979"/>
                  </a:lnTo>
                  <a:lnTo>
                    <a:pt x="47811" y="597139"/>
                  </a:lnTo>
                  <a:lnTo>
                    <a:pt x="47064" y="596690"/>
                  </a:lnTo>
                  <a:lnTo>
                    <a:pt x="50800" y="602741"/>
                  </a:lnTo>
                  <a:close/>
                </a:path>
                <a:path w="1739900" h="1009014">
                  <a:moveTo>
                    <a:pt x="76200" y="384047"/>
                  </a:moveTo>
                  <a:lnTo>
                    <a:pt x="63500" y="384809"/>
                  </a:lnTo>
                  <a:lnTo>
                    <a:pt x="63500" y="387095"/>
                  </a:lnTo>
                  <a:lnTo>
                    <a:pt x="50800" y="389381"/>
                  </a:lnTo>
                  <a:lnTo>
                    <a:pt x="50800" y="390143"/>
                  </a:lnTo>
                  <a:lnTo>
                    <a:pt x="63500" y="387857"/>
                  </a:lnTo>
                  <a:lnTo>
                    <a:pt x="76200" y="384047"/>
                  </a:lnTo>
                  <a:close/>
                </a:path>
                <a:path w="1739900" h="1009014">
                  <a:moveTo>
                    <a:pt x="73176" y="784751"/>
                  </a:moveTo>
                  <a:lnTo>
                    <a:pt x="63500" y="767333"/>
                  </a:lnTo>
                  <a:lnTo>
                    <a:pt x="50800" y="763523"/>
                  </a:lnTo>
                  <a:lnTo>
                    <a:pt x="50800" y="764285"/>
                  </a:lnTo>
                  <a:lnTo>
                    <a:pt x="63500" y="768095"/>
                  </a:lnTo>
                  <a:lnTo>
                    <a:pt x="63500" y="779526"/>
                  </a:lnTo>
                  <a:lnTo>
                    <a:pt x="73176" y="784751"/>
                  </a:lnTo>
                  <a:close/>
                </a:path>
                <a:path w="1739900" h="1009014">
                  <a:moveTo>
                    <a:pt x="101600" y="374903"/>
                  </a:moveTo>
                  <a:lnTo>
                    <a:pt x="101600" y="374141"/>
                  </a:lnTo>
                  <a:lnTo>
                    <a:pt x="88900" y="376427"/>
                  </a:lnTo>
                  <a:lnTo>
                    <a:pt x="76200" y="377951"/>
                  </a:lnTo>
                  <a:lnTo>
                    <a:pt x="76200" y="381761"/>
                  </a:lnTo>
                  <a:lnTo>
                    <a:pt x="63500" y="384047"/>
                  </a:lnTo>
                  <a:lnTo>
                    <a:pt x="63500" y="384809"/>
                  </a:lnTo>
                  <a:lnTo>
                    <a:pt x="76200" y="382523"/>
                  </a:lnTo>
                  <a:lnTo>
                    <a:pt x="88900" y="378713"/>
                  </a:lnTo>
                  <a:lnTo>
                    <a:pt x="88900" y="377189"/>
                  </a:lnTo>
                  <a:lnTo>
                    <a:pt x="101600" y="374903"/>
                  </a:lnTo>
                  <a:close/>
                </a:path>
                <a:path w="1739900" h="1009014">
                  <a:moveTo>
                    <a:pt x="76200" y="790193"/>
                  </a:moveTo>
                  <a:lnTo>
                    <a:pt x="76200" y="786383"/>
                  </a:lnTo>
                  <a:lnTo>
                    <a:pt x="73176" y="784751"/>
                  </a:lnTo>
                  <a:lnTo>
                    <a:pt x="76200" y="790193"/>
                  </a:lnTo>
                  <a:close/>
                </a:path>
                <a:path w="1739900" h="1009014">
                  <a:moveTo>
                    <a:pt x="114300" y="822960"/>
                  </a:moveTo>
                  <a:lnTo>
                    <a:pt x="114300" y="822197"/>
                  </a:lnTo>
                  <a:lnTo>
                    <a:pt x="76200" y="797813"/>
                  </a:lnTo>
                  <a:lnTo>
                    <a:pt x="114300" y="822960"/>
                  </a:lnTo>
                  <a:close/>
                </a:path>
                <a:path w="1739900" h="1009014">
                  <a:moveTo>
                    <a:pt x="127000" y="366536"/>
                  </a:moveTo>
                  <a:lnTo>
                    <a:pt x="127000" y="364997"/>
                  </a:lnTo>
                  <a:lnTo>
                    <a:pt x="114300" y="366521"/>
                  </a:lnTo>
                  <a:lnTo>
                    <a:pt x="114300" y="368807"/>
                  </a:lnTo>
                  <a:lnTo>
                    <a:pt x="101600" y="370331"/>
                  </a:lnTo>
                  <a:lnTo>
                    <a:pt x="101600" y="371093"/>
                  </a:lnTo>
                  <a:lnTo>
                    <a:pt x="114300" y="368852"/>
                  </a:lnTo>
                  <a:lnTo>
                    <a:pt x="127000" y="366536"/>
                  </a:lnTo>
                  <a:close/>
                </a:path>
                <a:path w="1739900" h="1009014">
                  <a:moveTo>
                    <a:pt x="127000" y="828294"/>
                  </a:moveTo>
                  <a:lnTo>
                    <a:pt x="127000" y="827532"/>
                  </a:lnTo>
                  <a:lnTo>
                    <a:pt x="114300" y="823721"/>
                  </a:lnTo>
                  <a:lnTo>
                    <a:pt x="114300" y="824483"/>
                  </a:lnTo>
                  <a:lnTo>
                    <a:pt x="127000" y="828294"/>
                  </a:lnTo>
                  <a:close/>
                </a:path>
                <a:path w="1739900" h="1009014">
                  <a:moveTo>
                    <a:pt x="139700" y="359663"/>
                  </a:moveTo>
                  <a:lnTo>
                    <a:pt x="127000" y="362711"/>
                  </a:lnTo>
                  <a:lnTo>
                    <a:pt x="127000" y="363641"/>
                  </a:lnTo>
                  <a:lnTo>
                    <a:pt x="139700" y="359663"/>
                  </a:lnTo>
                  <a:close/>
                </a:path>
                <a:path w="1739900" h="1009014">
                  <a:moveTo>
                    <a:pt x="266700" y="843533"/>
                  </a:moveTo>
                  <a:lnTo>
                    <a:pt x="266700" y="842771"/>
                  </a:lnTo>
                  <a:lnTo>
                    <a:pt x="254000" y="846582"/>
                  </a:lnTo>
                  <a:lnTo>
                    <a:pt x="190500" y="846582"/>
                  </a:lnTo>
                  <a:lnTo>
                    <a:pt x="177800" y="842771"/>
                  </a:lnTo>
                  <a:lnTo>
                    <a:pt x="165100" y="840485"/>
                  </a:lnTo>
                  <a:lnTo>
                    <a:pt x="152400" y="838961"/>
                  </a:lnTo>
                  <a:lnTo>
                    <a:pt x="139700" y="835151"/>
                  </a:lnTo>
                  <a:lnTo>
                    <a:pt x="127000" y="832866"/>
                  </a:lnTo>
                  <a:lnTo>
                    <a:pt x="127000" y="833627"/>
                  </a:lnTo>
                  <a:lnTo>
                    <a:pt x="139700" y="835913"/>
                  </a:lnTo>
                  <a:lnTo>
                    <a:pt x="152400" y="839723"/>
                  </a:lnTo>
                  <a:lnTo>
                    <a:pt x="165100" y="841247"/>
                  </a:lnTo>
                  <a:lnTo>
                    <a:pt x="177800" y="843533"/>
                  </a:lnTo>
                  <a:lnTo>
                    <a:pt x="190500" y="847344"/>
                  </a:lnTo>
                  <a:lnTo>
                    <a:pt x="254000" y="847343"/>
                  </a:lnTo>
                  <a:lnTo>
                    <a:pt x="266700" y="843533"/>
                  </a:lnTo>
                  <a:close/>
                </a:path>
                <a:path w="1739900" h="1009014">
                  <a:moveTo>
                    <a:pt x="173566" y="354330"/>
                  </a:moveTo>
                  <a:lnTo>
                    <a:pt x="139700" y="358901"/>
                  </a:lnTo>
                  <a:lnTo>
                    <a:pt x="145344" y="358901"/>
                  </a:lnTo>
                  <a:lnTo>
                    <a:pt x="152400" y="357949"/>
                  </a:lnTo>
                  <a:lnTo>
                    <a:pt x="152400" y="357377"/>
                  </a:lnTo>
                  <a:lnTo>
                    <a:pt x="165100" y="355853"/>
                  </a:lnTo>
                  <a:lnTo>
                    <a:pt x="173566" y="354330"/>
                  </a:lnTo>
                  <a:close/>
                </a:path>
                <a:path w="1739900" h="1009014">
                  <a:moveTo>
                    <a:pt x="145344" y="358901"/>
                  </a:moveTo>
                  <a:lnTo>
                    <a:pt x="139700" y="358901"/>
                  </a:lnTo>
                  <a:lnTo>
                    <a:pt x="139700" y="359663"/>
                  </a:lnTo>
                  <a:lnTo>
                    <a:pt x="145344" y="358901"/>
                  </a:lnTo>
                  <a:close/>
                </a:path>
                <a:path w="1739900" h="1009014">
                  <a:moveTo>
                    <a:pt x="152400" y="359663"/>
                  </a:moveTo>
                  <a:lnTo>
                    <a:pt x="152400" y="358901"/>
                  </a:lnTo>
                  <a:lnTo>
                    <a:pt x="145344" y="358901"/>
                  </a:lnTo>
                  <a:lnTo>
                    <a:pt x="139700" y="359663"/>
                  </a:lnTo>
                  <a:lnTo>
                    <a:pt x="152400" y="359663"/>
                  </a:lnTo>
                  <a:close/>
                </a:path>
                <a:path w="1739900" h="1009014">
                  <a:moveTo>
                    <a:pt x="165100" y="231647"/>
                  </a:moveTo>
                  <a:lnTo>
                    <a:pt x="165100" y="227837"/>
                  </a:lnTo>
                  <a:lnTo>
                    <a:pt x="152400" y="235457"/>
                  </a:lnTo>
                  <a:lnTo>
                    <a:pt x="165100" y="231647"/>
                  </a:lnTo>
                  <a:close/>
                </a:path>
                <a:path w="1739900" h="1009014">
                  <a:moveTo>
                    <a:pt x="190500" y="352805"/>
                  </a:moveTo>
                  <a:lnTo>
                    <a:pt x="190500" y="352043"/>
                  </a:lnTo>
                  <a:lnTo>
                    <a:pt x="173566" y="354330"/>
                  </a:lnTo>
                  <a:lnTo>
                    <a:pt x="165100" y="355853"/>
                  </a:lnTo>
                  <a:lnTo>
                    <a:pt x="152400" y="357377"/>
                  </a:lnTo>
                  <a:lnTo>
                    <a:pt x="152400" y="357949"/>
                  </a:lnTo>
                  <a:lnTo>
                    <a:pt x="173566" y="355092"/>
                  </a:lnTo>
                  <a:lnTo>
                    <a:pt x="177800" y="354329"/>
                  </a:lnTo>
                  <a:lnTo>
                    <a:pt x="190500" y="352805"/>
                  </a:lnTo>
                  <a:close/>
                </a:path>
                <a:path w="1739900" h="1009014">
                  <a:moveTo>
                    <a:pt x="173566" y="355092"/>
                  </a:moveTo>
                  <a:lnTo>
                    <a:pt x="152400" y="357949"/>
                  </a:lnTo>
                  <a:lnTo>
                    <a:pt x="152400" y="358139"/>
                  </a:lnTo>
                  <a:lnTo>
                    <a:pt x="165100" y="356615"/>
                  </a:lnTo>
                  <a:lnTo>
                    <a:pt x="173566" y="355092"/>
                  </a:lnTo>
                  <a:close/>
                </a:path>
                <a:path w="1739900" h="1009014">
                  <a:moveTo>
                    <a:pt x="177800" y="214883"/>
                  </a:moveTo>
                  <a:lnTo>
                    <a:pt x="177800" y="214121"/>
                  </a:lnTo>
                  <a:lnTo>
                    <a:pt x="165100" y="216407"/>
                  </a:lnTo>
                  <a:lnTo>
                    <a:pt x="165100" y="217169"/>
                  </a:lnTo>
                  <a:lnTo>
                    <a:pt x="177800" y="214883"/>
                  </a:lnTo>
                  <a:close/>
                </a:path>
                <a:path w="1739900" h="1009014">
                  <a:moveTo>
                    <a:pt x="190500" y="352043"/>
                  </a:moveTo>
                  <a:lnTo>
                    <a:pt x="177800" y="353567"/>
                  </a:lnTo>
                  <a:lnTo>
                    <a:pt x="173566" y="354330"/>
                  </a:lnTo>
                  <a:lnTo>
                    <a:pt x="190500" y="352043"/>
                  </a:lnTo>
                  <a:close/>
                </a:path>
                <a:path w="1739900" h="1009014">
                  <a:moveTo>
                    <a:pt x="190500" y="352805"/>
                  </a:moveTo>
                  <a:lnTo>
                    <a:pt x="177800" y="354329"/>
                  </a:lnTo>
                  <a:lnTo>
                    <a:pt x="173566" y="355092"/>
                  </a:lnTo>
                  <a:lnTo>
                    <a:pt x="190500" y="352805"/>
                  </a:lnTo>
                  <a:close/>
                </a:path>
                <a:path w="1739900" h="1009014">
                  <a:moveTo>
                    <a:pt x="190500" y="203453"/>
                  </a:moveTo>
                  <a:lnTo>
                    <a:pt x="177800" y="203453"/>
                  </a:lnTo>
                  <a:lnTo>
                    <a:pt x="177800" y="209549"/>
                  </a:lnTo>
                  <a:lnTo>
                    <a:pt x="190500" y="203453"/>
                  </a:lnTo>
                  <a:close/>
                </a:path>
                <a:path w="1739900" h="1009014">
                  <a:moveTo>
                    <a:pt x="203200" y="196595"/>
                  </a:moveTo>
                  <a:lnTo>
                    <a:pt x="203200" y="195833"/>
                  </a:lnTo>
                  <a:lnTo>
                    <a:pt x="190500" y="197357"/>
                  </a:lnTo>
                  <a:lnTo>
                    <a:pt x="190500" y="198119"/>
                  </a:lnTo>
                  <a:lnTo>
                    <a:pt x="203200" y="196595"/>
                  </a:lnTo>
                  <a:close/>
                </a:path>
                <a:path w="1739900" h="1009014">
                  <a:moveTo>
                    <a:pt x="215900" y="190499"/>
                  </a:moveTo>
                  <a:lnTo>
                    <a:pt x="215900" y="189737"/>
                  </a:lnTo>
                  <a:lnTo>
                    <a:pt x="203200" y="192023"/>
                  </a:lnTo>
                  <a:lnTo>
                    <a:pt x="203200" y="192785"/>
                  </a:lnTo>
                  <a:lnTo>
                    <a:pt x="215900" y="190499"/>
                  </a:lnTo>
                  <a:close/>
                </a:path>
                <a:path w="1739900" h="1009014">
                  <a:moveTo>
                    <a:pt x="228600" y="185165"/>
                  </a:moveTo>
                  <a:lnTo>
                    <a:pt x="228600" y="184403"/>
                  </a:lnTo>
                  <a:lnTo>
                    <a:pt x="215900" y="184403"/>
                  </a:lnTo>
                  <a:lnTo>
                    <a:pt x="215900" y="185165"/>
                  </a:lnTo>
                  <a:lnTo>
                    <a:pt x="228600" y="185165"/>
                  </a:lnTo>
                  <a:close/>
                </a:path>
                <a:path w="1739900" h="1009014">
                  <a:moveTo>
                    <a:pt x="254000" y="181355"/>
                  </a:moveTo>
                  <a:lnTo>
                    <a:pt x="254000" y="180593"/>
                  </a:lnTo>
                  <a:lnTo>
                    <a:pt x="228600" y="180593"/>
                  </a:lnTo>
                  <a:lnTo>
                    <a:pt x="228600" y="181355"/>
                  </a:lnTo>
                  <a:lnTo>
                    <a:pt x="254000" y="181355"/>
                  </a:lnTo>
                  <a:close/>
                </a:path>
                <a:path w="1739900" h="1009014">
                  <a:moveTo>
                    <a:pt x="304800" y="179831"/>
                  </a:moveTo>
                  <a:lnTo>
                    <a:pt x="304800" y="179069"/>
                  </a:lnTo>
                  <a:lnTo>
                    <a:pt x="254000" y="179069"/>
                  </a:lnTo>
                  <a:lnTo>
                    <a:pt x="254000" y="179831"/>
                  </a:lnTo>
                  <a:lnTo>
                    <a:pt x="304800" y="179831"/>
                  </a:lnTo>
                  <a:close/>
                </a:path>
                <a:path w="1739900" h="1009014">
                  <a:moveTo>
                    <a:pt x="292758" y="839554"/>
                  </a:moveTo>
                  <a:lnTo>
                    <a:pt x="292100" y="838961"/>
                  </a:lnTo>
                  <a:lnTo>
                    <a:pt x="279400" y="840485"/>
                  </a:lnTo>
                  <a:lnTo>
                    <a:pt x="266700" y="840485"/>
                  </a:lnTo>
                  <a:lnTo>
                    <a:pt x="266700" y="841247"/>
                  </a:lnTo>
                  <a:lnTo>
                    <a:pt x="279400" y="841247"/>
                  </a:lnTo>
                  <a:lnTo>
                    <a:pt x="292100" y="839723"/>
                  </a:lnTo>
                  <a:lnTo>
                    <a:pt x="292758" y="839554"/>
                  </a:lnTo>
                  <a:close/>
                </a:path>
                <a:path w="1739900" h="1009014">
                  <a:moveTo>
                    <a:pt x="381000" y="816101"/>
                  </a:moveTo>
                  <a:lnTo>
                    <a:pt x="292100" y="838961"/>
                  </a:lnTo>
                  <a:lnTo>
                    <a:pt x="295063" y="838961"/>
                  </a:lnTo>
                  <a:lnTo>
                    <a:pt x="330200" y="829926"/>
                  </a:lnTo>
                  <a:lnTo>
                    <a:pt x="331611" y="829563"/>
                  </a:lnTo>
                  <a:lnTo>
                    <a:pt x="377580" y="817743"/>
                  </a:lnTo>
                  <a:lnTo>
                    <a:pt x="381000" y="816101"/>
                  </a:lnTo>
                  <a:close/>
                </a:path>
                <a:path w="1739900" h="1009014">
                  <a:moveTo>
                    <a:pt x="295063" y="838961"/>
                  </a:moveTo>
                  <a:lnTo>
                    <a:pt x="292100" y="838961"/>
                  </a:lnTo>
                  <a:lnTo>
                    <a:pt x="292758" y="839554"/>
                  </a:lnTo>
                  <a:lnTo>
                    <a:pt x="295063" y="838961"/>
                  </a:lnTo>
                  <a:close/>
                </a:path>
                <a:path w="1739900" h="1009014">
                  <a:moveTo>
                    <a:pt x="292946" y="839723"/>
                  </a:moveTo>
                  <a:lnTo>
                    <a:pt x="292758" y="839554"/>
                  </a:lnTo>
                  <a:lnTo>
                    <a:pt x="292100" y="839723"/>
                  </a:lnTo>
                  <a:lnTo>
                    <a:pt x="292946" y="839723"/>
                  </a:lnTo>
                  <a:close/>
                </a:path>
                <a:path w="1739900" h="1009014">
                  <a:moveTo>
                    <a:pt x="304800" y="850391"/>
                  </a:moveTo>
                  <a:lnTo>
                    <a:pt x="292946" y="839723"/>
                  </a:lnTo>
                  <a:lnTo>
                    <a:pt x="292100" y="839723"/>
                  </a:lnTo>
                  <a:lnTo>
                    <a:pt x="304800" y="850391"/>
                  </a:lnTo>
                  <a:close/>
                </a:path>
                <a:path w="1739900" h="1009014">
                  <a:moveTo>
                    <a:pt x="342900" y="829817"/>
                  </a:moveTo>
                  <a:lnTo>
                    <a:pt x="330200" y="829926"/>
                  </a:lnTo>
                  <a:lnTo>
                    <a:pt x="330200" y="832865"/>
                  </a:lnTo>
                  <a:lnTo>
                    <a:pt x="317500" y="835151"/>
                  </a:lnTo>
                  <a:lnTo>
                    <a:pt x="304800" y="838961"/>
                  </a:lnTo>
                  <a:lnTo>
                    <a:pt x="295063" y="838961"/>
                  </a:lnTo>
                  <a:lnTo>
                    <a:pt x="292758" y="839554"/>
                  </a:lnTo>
                  <a:lnTo>
                    <a:pt x="292946" y="839723"/>
                  </a:lnTo>
                  <a:lnTo>
                    <a:pt x="304800" y="839723"/>
                  </a:lnTo>
                  <a:lnTo>
                    <a:pt x="317500" y="835913"/>
                  </a:lnTo>
                  <a:lnTo>
                    <a:pt x="330200" y="833627"/>
                  </a:lnTo>
                  <a:lnTo>
                    <a:pt x="342900" y="829817"/>
                  </a:lnTo>
                  <a:close/>
                </a:path>
                <a:path w="1739900" h="1009014">
                  <a:moveTo>
                    <a:pt x="330200" y="182879"/>
                  </a:moveTo>
                  <a:lnTo>
                    <a:pt x="330200" y="182117"/>
                  </a:lnTo>
                  <a:lnTo>
                    <a:pt x="317500" y="180593"/>
                  </a:lnTo>
                  <a:lnTo>
                    <a:pt x="304800" y="180593"/>
                  </a:lnTo>
                  <a:lnTo>
                    <a:pt x="304800" y="181355"/>
                  </a:lnTo>
                  <a:lnTo>
                    <a:pt x="317500" y="181355"/>
                  </a:lnTo>
                  <a:lnTo>
                    <a:pt x="330200" y="182879"/>
                  </a:lnTo>
                  <a:close/>
                </a:path>
                <a:path w="1739900" h="1009014">
                  <a:moveTo>
                    <a:pt x="381000" y="928115"/>
                  </a:moveTo>
                  <a:lnTo>
                    <a:pt x="381000" y="927354"/>
                  </a:lnTo>
                  <a:lnTo>
                    <a:pt x="355600" y="912113"/>
                  </a:lnTo>
                  <a:lnTo>
                    <a:pt x="342900" y="900683"/>
                  </a:lnTo>
                  <a:lnTo>
                    <a:pt x="342900" y="895349"/>
                  </a:lnTo>
                  <a:lnTo>
                    <a:pt x="317500" y="872489"/>
                  </a:lnTo>
                  <a:lnTo>
                    <a:pt x="304800" y="861821"/>
                  </a:lnTo>
                  <a:lnTo>
                    <a:pt x="330200" y="884682"/>
                  </a:lnTo>
                  <a:lnTo>
                    <a:pt x="330200" y="896111"/>
                  </a:lnTo>
                  <a:lnTo>
                    <a:pt x="342900" y="901445"/>
                  </a:lnTo>
                  <a:lnTo>
                    <a:pt x="355600" y="912876"/>
                  </a:lnTo>
                  <a:lnTo>
                    <a:pt x="381000" y="928115"/>
                  </a:lnTo>
                  <a:close/>
                </a:path>
                <a:path w="1739900" h="1009014">
                  <a:moveTo>
                    <a:pt x="355600" y="186689"/>
                  </a:moveTo>
                  <a:lnTo>
                    <a:pt x="355600" y="185927"/>
                  </a:lnTo>
                  <a:lnTo>
                    <a:pt x="342900" y="184403"/>
                  </a:lnTo>
                  <a:lnTo>
                    <a:pt x="330200" y="184403"/>
                  </a:lnTo>
                  <a:lnTo>
                    <a:pt x="330200" y="185165"/>
                  </a:lnTo>
                  <a:lnTo>
                    <a:pt x="342900" y="185165"/>
                  </a:lnTo>
                  <a:lnTo>
                    <a:pt x="355600" y="186689"/>
                  </a:lnTo>
                  <a:close/>
                </a:path>
                <a:path w="1739900" h="1009014">
                  <a:moveTo>
                    <a:pt x="331611" y="829563"/>
                  </a:moveTo>
                  <a:lnTo>
                    <a:pt x="330200" y="829817"/>
                  </a:lnTo>
                  <a:lnTo>
                    <a:pt x="330993" y="829722"/>
                  </a:lnTo>
                  <a:lnTo>
                    <a:pt x="331611" y="829563"/>
                  </a:lnTo>
                  <a:close/>
                </a:path>
                <a:path w="1739900" h="1009014">
                  <a:moveTo>
                    <a:pt x="330623" y="829817"/>
                  </a:moveTo>
                  <a:lnTo>
                    <a:pt x="330200" y="829817"/>
                  </a:lnTo>
                  <a:lnTo>
                    <a:pt x="330623" y="829817"/>
                  </a:lnTo>
                  <a:close/>
                </a:path>
                <a:path w="1739900" h="1009014">
                  <a:moveTo>
                    <a:pt x="381000" y="816863"/>
                  </a:moveTo>
                  <a:lnTo>
                    <a:pt x="377580" y="817743"/>
                  </a:lnTo>
                  <a:lnTo>
                    <a:pt x="368300" y="822197"/>
                  </a:lnTo>
                  <a:lnTo>
                    <a:pt x="355600" y="823721"/>
                  </a:lnTo>
                  <a:lnTo>
                    <a:pt x="342900" y="827532"/>
                  </a:lnTo>
                  <a:lnTo>
                    <a:pt x="331611" y="829563"/>
                  </a:lnTo>
                  <a:lnTo>
                    <a:pt x="330993" y="829722"/>
                  </a:lnTo>
                  <a:lnTo>
                    <a:pt x="342900" y="828293"/>
                  </a:lnTo>
                  <a:lnTo>
                    <a:pt x="355600" y="824483"/>
                  </a:lnTo>
                  <a:lnTo>
                    <a:pt x="368300" y="822960"/>
                  </a:lnTo>
                  <a:lnTo>
                    <a:pt x="381000" y="816863"/>
                  </a:lnTo>
                  <a:close/>
                </a:path>
                <a:path w="1739900" h="1009014">
                  <a:moveTo>
                    <a:pt x="381000" y="192785"/>
                  </a:moveTo>
                  <a:lnTo>
                    <a:pt x="381000" y="192023"/>
                  </a:lnTo>
                  <a:lnTo>
                    <a:pt x="368300" y="189737"/>
                  </a:lnTo>
                  <a:lnTo>
                    <a:pt x="355600" y="189737"/>
                  </a:lnTo>
                  <a:lnTo>
                    <a:pt x="355600" y="190499"/>
                  </a:lnTo>
                  <a:lnTo>
                    <a:pt x="368300" y="190499"/>
                  </a:lnTo>
                  <a:lnTo>
                    <a:pt x="381000" y="192785"/>
                  </a:lnTo>
                  <a:close/>
                </a:path>
                <a:path w="1739900" h="1009014">
                  <a:moveTo>
                    <a:pt x="381000" y="816863"/>
                  </a:moveTo>
                  <a:lnTo>
                    <a:pt x="381000" y="816101"/>
                  </a:lnTo>
                  <a:lnTo>
                    <a:pt x="377580" y="817743"/>
                  </a:lnTo>
                  <a:lnTo>
                    <a:pt x="381000" y="816863"/>
                  </a:lnTo>
                  <a:close/>
                </a:path>
                <a:path w="1739900" h="1009014">
                  <a:moveTo>
                    <a:pt x="403074" y="199771"/>
                  </a:moveTo>
                  <a:lnTo>
                    <a:pt x="393700" y="195833"/>
                  </a:lnTo>
                  <a:lnTo>
                    <a:pt x="381000" y="193547"/>
                  </a:lnTo>
                  <a:lnTo>
                    <a:pt x="381000" y="194309"/>
                  </a:lnTo>
                  <a:lnTo>
                    <a:pt x="393700" y="196595"/>
                  </a:lnTo>
                  <a:lnTo>
                    <a:pt x="402522" y="200301"/>
                  </a:lnTo>
                  <a:lnTo>
                    <a:pt x="403074" y="199771"/>
                  </a:lnTo>
                  <a:close/>
                </a:path>
                <a:path w="1739900" h="1009014">
                  <a:moveTo>
                    <a:pt x="409968" y="953543"/>
                  </a:moveTo>
                  <a:lnTo>
                    <a:pt x="406400" y="950628"/>
                  </a:lnTo>
                  <a:lnTo>
                    <a:pt x="393700" y="939854"/>
                  </a:lnTo>
                  <a:lnTo>
                    <a:pt x="381000" y="928115"/>
                  </a:lnTo>
                  <a:lnTo>
                    <a:pt x="381000" y="936497"/>
                  </a:lnTo>
                  <a:lnTo>
                    <a:pt x="393700" y="946103"/>
                  </a:lnTo>
                  <a:lnTo>
                    <a:pt x="409968" y="953543"/>
                  </a:lnTo>
                  <a:close/>
                </a:path>
                <a:path w="1739900" h="1009014">
                  <a:moveTo>
                    <a:pt x="403513" y="200717"/>
                  </a:moveTo>
                  <a:lnTo>
                    <a:pt x="402522" y="200301"/>
                  </a:lnTo>
                  <a:lnTo>
                    <a:pt x="393700" y="208787"/>
                  </a:lnTo>
                  <a:lnTo>
                    <a:pt x="396240" y="207263"/>
                  </a:lnTo>
                  <a:lnTo>
                    <a:pt x="403513" y="200717"/>
                  </a:lnTo>
                  <a:close/>
                </a:path>
                <a:path w="1739900" h="1009014">
                  <a:moveTo>
                    <a:pt x="396240" y="207263"/>
                  </a:moveTo>
                  <a:lnTo>
                    <a:pt x="393700" y="208787"/>
                  </a:lnTo>
                  <a:lnTo>
                    <a:pt x="393700" y="209549"/>
                  </a:lnTo>
                  <a:lnTo>
                    <a:pt x="396240" y="207263"/>
                  </a:lnTo>
                  <a:close/>
                </a:path>
                <a:path w="1739900" h="1009014">
                  <a:moveTo>
                    <a:pt x="406400" y="201929"/>
                  </a:moveTo>
                  <a:lnTo>
                    <a:pt x="405652" y="201616"/>
                  </a:lnTo>
                  <a:lnTo>
                    <a:pt x="396240" y="207263"/>
                  </a:lnTo>
                  <a:lnTo>
                    <a:pt x="393700" y="209549"/>
                  </a:lnTo>
                  <a:lnTo>
                    <a:pt x="406400" y="201929"/>
                  </a:lnTo>
                  <a:close/>
                </a:path>
                <a:path w="1739900" h="1009014">
                  <a:moveTo>
                    <a:pt x="404090" y="200198"/>
                  </a:moveTo>
                  <a:lnTo>
                    <a:pt x="403074" y="199771"/>
                  </a:lnTo>
                  <a:lnTo>
                    <a:pt x="402522" y="200301"/>
                  </a:lnTo>
                  <a:lnTo>
                    <a:pt x="403513" y="200717"/>
                  </a:lnTo>
                  <a:lnTo>
                    <a:pt x="404090" y="200198"/>
                  </a:lnTo>
                  <a:close/>
                </a:path>
                <a:path w="1739900" h="1009014">
                  <a:moveTo>
                    <a:pt x="406400" y="198119"/>
                  </a:moveTo>
                  <a:lnTo>
                    <a:pt x="406400" y="196572"/>
                  </a:lnTo>
                  <a:lnTo>
                    <a:pt x="403074" y="199771"/>
                  </a:lnTo>
                  <a:lnTo>
                    <a:pt x="404090" y="200198"/>
                  </a:lnTo>
                  <a:lnTo>
                    <a:pt x="406400" y="198119"/>
                  </a:lnTo>
                  <a:close/>
                </a:path>
                <a:path w="1739900" h="1009014">
                  <a:moveTo>
                    <a:pt x="406400" y="201167"/>
                  </a:moveTo>
                  <a:lnTo>
                    <a:pt x="404090" y="200198"/>
                  </a:lnTo>
                  <a:lnTo>
                    <a:pt x="403513" y="200717"/>
                  </a:lnTo>
                  <a:lnTo>
                    <a:pt x="405652" y="201616"/>
                  </a:lnTo>
                  <a:lnTo>
                    <a:pt x="406400" y="201167"/>
                  </a:lnTo>
                  <a:close/>
                </a:path>
                <a:path w="1739900" h="1009014">
                  <a:moveTo>
                    <a:pt x="406400" y="201929"/>
                  </a:moveTo>
                  <a:lnTo>
                    <a:pt x="406400" y="201167"/>
                  </a:lnTo>
                  <a:lnTo>
                    <a:pt x="405652" y="201616"/>
                  </a:lnTo>
                  <a:lnTo>
                    <a:pt x="406400" y="201929"/>
                  </a:lnTo>
                  <a:close/>
                </a:path>
                <a:path w="1739900" h="1009014">
                  <a:moveTo>
                    <a:pt x="419100" y="179069"/>
                  </a:moveTo>
                  <a:lnTo>
                    <a:pt x="419100" y="170783"/>
                  </a:lnTo>
                  <a:lnTo>
                    <a:pt x="406400" y="183689"/>
                  </a:lnTo>
                  <a:lnTo>
                    <a:pt x="406400" y="190499"/>
                  </a:lnTo>
                  <a:lnTo>
                    <a:pt x="419100" y="179069"/>
                  </a:lnTo>
                  <a:close/>
                </a:path>
                <a:path w="1739900" h="1009014">
                  <a:moveTo>
                    <a:pt x="444500" y="976883"/>
                  </a:moveTo>
                  <a:lnTo>
                    <a:pt x="444500" y="976121"/>
                  </a:lnTo>
                  <a:lnTo>
                    <a:pt x="431800" y="968630"/>
                  </a:lnTo>
                  <a:lnTo>
                    <a:pt x="419100" y="957719"/>
                  </a:lnTo>
                  <a:lnTo>
                    <a:pt x="409968" y="953543"/>
                  </a:lnTo>
                  <a:lnTo>
                    <a:pt x="419100" y="961004"/>
                  </a:lnTo>
                  <a:lnTo>
                    <a:pt x="431800" y="971549"/>
                  </a:lnTo>
                  <a:lnTo>
                    <a:pt x="444500" y="976883"/>
                  </a:lnTo>
                  <a:close/>
                </a:path>
                <a:path w="1739900" h="1009014">
                  <a:moveTo>
                    <a:pt x="431800" y="158495"/>
                  </a:moveTo>
                  <a:lnTo>
                    <a:pt x="419100" y="169925"/>
                  </a:lnTo>
                  <a:lnTo>
                    <a:pt x="419100" y="170783"/>
                  </a:lnTo>
                  <a:lnTo>
                    <a:pt x="431800" y="158495"/>
                  </a:lnTo>
                  <a:close/>
                </a:path>
                <a:path w="1739900" h="1009014">
                  <a:moveTo>
                    <a:pt x="469900" y="117347"/>
                  </a:moveTo>
                  <a:lnTo>
                    <a:pt x="469900" y="116585"/>
                  </a:lnTo>
                  <a:lnTo>
                    <a:pt x="444500" y="131825"/>
                  </a:lnTo>
                  <a:lnTo>
                    <a:pt x="444500" y="140969"/>
                  </a:lnTo>
                  <a:lnTo>
                    <a:pt x="431800" y="148589"/>
                  </a:lnTo>
                  <a:lnTo>
                    <a:pt x="431800" y="149351"/>
                  </a:lnTo>
                  <a:lnTo>
                    <a:pt x="444500" y="141731"/>
                  </a:lnTo>
                  <a:lnTo>
                    <a:pt x="457200" y="132587"/>
                  </a:lnTo>
                  <a:lnTo>
                    <a:pt x="457200" y="124967"/>
                  </a:lnTo>
                  <a:lnTo>
                    <a:pt x="469900" y="117347"/>
                  </a:lnTo>
                  <a:close/>
                </a:path>
                <a:path w="1739900" h="1009014">
                  <a:moveTo>
                    <a:pt x="482600" y="992123"/>
                  </a:moveTo>
                  <a:lnTo>
                    <a:pt x="482600" y="991361"/>
                  </a:lnTo>
                  <a:lnTo>
                    <a:pt x="457200" y="983741"/>
                  </a:lnTo>
                  <a:lnTo>
                    <a:pt x="444500" y="978407"/>
                  </a:lnTo>
                  <a:lnTo>
                    <a:pt x="457200" y="984504"/>
                  </a:lnTo>
                  <a:lnTo>
                    <a:pt x="482600" y="992123"/>
                  </a:lnTo>
                  <a:close/>
                </a:path>
                <a:path w="1739900" h="1009014">
                  <a:moveTo>
                    <a:pt x="508000" y="81533"/>
                  </a:moveTo>
                  <a:lnTo>
                    <a:pt x="508000" y="80771"/>
                  </a:lnTo>
                  <a:lnTo>
                    <a:pt x="482600" y="99821"/>
                  </a:lnTo>
                  <a:lnTo>
                    <a:pt x="469900" y="108965"/>
                  </a:lnTo>
                  <a:lnTo>
                    <a:pt x="469900" y="109727"/>
                  </a:lnTo>
                  <a:lnTo>
                    <a:pt x="482600" y="100583"/>
                  </a:lnTo>
                  <a:lnTo>
                    <a:pt x="508000" y="81533"/>
                  </a:lnTo>
                  <a:close/>
                </a:path>
                <a:path w="1739900" h="1009014">
                  <a:moveTo>
                    <a:pt x="508000" y="1001267"/>
                  </a:moveTo>
                  <a:lnTo>
                    <a:pt x="508000" y="1000505"/>
                  </a:lnTo>
                  <a:lnTo>
                    <a:pt x="495300" y="998982"/>
                  </a:lnTo>
                  <a:lnTo>
                    <a:pt x="482600" y="996695"/>
                  </a:lnTo>
                  <a:lnTo>
                    <a:pt x="482600" y="997457"/>
                  </a:lnTo>
                  <a:lnTo>
                    <a:pt x="495300" y="999744"/>
                  </a:lnTo>
                  <a:lnTo>
                    <a:pt x="508000" y="1001267"/>
                  </a:lnTo>
                  <a:close/>
                </a:path>
                <a:path w="1739900" h="1009014">
                  <a:moveTo>
                    <a:pt x="533400" y="66293"/>
                  </a:moveTo>
                  <a:lnTo>
                    <a:pt x="533400" y="65531"/>
                  </a:lnTo>
                  <a:lnTo>
                    <a:pt x="520700" y="69341"/>
                  </a:lnTo>
                  <a:lnTo>
                    <a:pt x="508000" y="76961"/>
                  </a:lnTo>
                  <a:lnTo>
                    <a:pt x="508000" y="77723"/>
                  </a:lnTo>
                  <a:lnTo>
                    <a:pt x="520700" y="70103"/>
                  </a:lnTo>
                  <a:lnTo>
                    <a:pt x="533400" y="66293"/>
                  </a:lnTo>
                  <a:close/>
                </a:path>
                <a:path w="1739900" h="1009014">
                  <a:moveTo>
                    <a:pt x="520700" y="1006601"/>
                  </a:moveTo>
                  <a:lnTo>
                    <a:pt x="508000" y="1002791"/>
                  </a:lnTo>
                  <a:lnTo>
                    <a:pt x="508000" y="1003554"/>
                  </a:lnTo>
                  <a:lnTo>
                    <a:pt x="520700" y="1006601"/>
                  </a:lnTo>
                  <a:close/>
                </a:path>
                <a:path w="1739900" h="1009014">
                  <a:moveTo>
                    <a:pt x="533400" y="1006601"/>
                  </a:moveTo>
                  <a:lnTo>
                    <a:pt x="533400" y="1005839"/>
                  </a:lnTo>
                  <a:lnTo>
                    <a:pt x="520700" y="1005839"/>
                  </a:lnTo>
                  <a:lnTo>
                    <a:pt x="520700" y="1006601"/>
                  </a:lnTo>
                  <a:lnTo>
                    <a:pt x="533400" y="1006601"/>
                  </a:lnTo>
                  <a:close/>
                </a:path>
                <a:path w="1739900" h="1009014">
                  <a:moveTo>
                    <a:pt x="546100" y="55625"/>
                  </a:moveTo>
                  <a:lnTo>
                    <a:pt x="546100" y="54863"/>
                  </a:lnTo>
                  <a:lnTo>
                    <a:pt x="533400" y="58673"/>
                  </a:lnTo>
                  <a:lnTo>
                    <a:pt x="533400" y="59435"/>
                  </a:lnTo>
                  <a:lnTo>
                    <a:pt x="546100" y="55625"/>
                  </a:lnTo>
                  <a:close/>
                </a:path>
                <a:path w="1739900" h="1009014">
                  <a:moveTo>
                    <a:pt x="584200" y="1006601"/>
                  </a:moveTo>
                  <a:lnTo>
                    <a:pt x="571500" y="1008126"/>
                  </a:lnTo>
                  <a:lnTo>
                    <a:pt x="533400" y="1008126"/>
                  </a:lnTo>
                  <a:lnTo>
                    <a:pt x="533400" y="1008888"/>
                  </a:lnTo>
                  <a:lnTo>
                    <a:pt x="571500" y="1008887"/>
                  </a:lnTo>
                  <a:lnTo>
                    <a:pt x="584200" y="1006601"/>
                  </a:lnTo>
                  <a:close/>
                </a:path>
                <a:path w="1739900" h="1009014">
                  <a:moveTo>
                    <a:pt x="571500" y="44195"/>
                  </a:moveTo>
                  <a:lnTo>
                    <a:pt x="571500" y="43433"/>
                  </a:lnTo>
                  <a:lnTo>
                    <a:pt x="558800" y="44957"/>
                  </a:lnTo>
                  <a:lnTo>
                    <a:pt x="546100" y="48767"/>
                  </a:lnTo>
                  <a:lnTo>
                    <a:pt x="546100" y="49529"/>
                  </a:lnTo>
                  <a:lnTo>
                    <a:pt x="558800" y="45719"/>
                  </a:lnTo>
                  <a:lnTo>
                    <a:pt x="571500" y="44195"/>
                  </a:lnTo>
                  <a:close/>
                </a:path>
                <a:path w="1739900" h="1009014">
                  <a:moveTo>
                    <a:pt x="584200" y="34289"/>
                  </a:moveTo>
                  <a:lnTo>
                    <a:pt x="571500" y="37337"/>
                  </a:lnTo>
                  <a:lnTo>
                    <a:pt x="571500" y="38099"/>
                  </a:lnTo>
                  <a:lnTo>
                    <a:pt x="584200" y="34289"/>
                  </a:lnTo>
                  <a:close/>
                </a:path>
                <a:path w="1739900" h="1009014">
                  <a:moveTo>
                    <a:pt x="609600" y="28955"/>
                  </a:moveTo>
                  <a:lnTo>
                    <a:pt x="609600" y="28193"/>
                  </a:lnTo>
                  <a:lnTo>
                    <a:pt x="596900" y="30479"/>
                  </a:lnTo>
                  <a:lnTo>
                    <a:pt x="584200" y="32003"/>
                  </a:lnTo>
                  <a:lnTo>
                    <a:pt x="584200" y="32765"/>
                  </a:lnTo>
                  <a:lnTo>
                    <a:pt x="596900" y="31241"/>
                  </a:lnTo>
                  <a:lnTo>
                    <a:pt x="609600" y="28955"/>
                  </a:lnTo>
                  <a:close/>
                </a:path>
                <a:path w="1739900" h="1009014">
                  <a:moveTo>
                    <a:pt x="609600" y="1001267"/>
                  </a:moveTo>
                  <a:lnTo>
                    <a:pt x="609600" y="1000505"/>
                  </a:lnTo>
                  <a:lnTo>
                    <a:pt x="596900" y="1002791"/>
                  </a:lnTo>
                  <a:lnTo>
                    <a:pt x="596900" y="1003553"/>
                  </a:lnTo>
                  <a:lnTo>
                    <a:pt x="609600" y="1001267"/>
                  </a:lnTo>
                  <a:close/>
                </a:path>
                <a:path w="1739900" h="1009014">
                  <a:moveTo>
                    <a:pt x="635000" y="23621"/>
                  </a:moveTo>
                  <a:lnTo>
                    <a:pt x="635000" y="22859"/>
                  </a:lnTo>
                  <a:lnTo>
                    <a:pt x="622300" y="22859"/>
                  </a:lnTo>
                  <a:lnTo>
                    <a:pt x="609600" y="24383"/>
                  </a:lnTo>
                  <a:lnTo>
                    <a:pt x="609600" y="25145"/>
                  </a:lnTo>
                  <a:lnTo>
                    <a:pt x="622300" y="23621"/>
                  </a:lnTo>
                  <a:lnTo>
                    <a:pt x="635000" y="23621"/>
                  </a:lnTo>
                  <a:close/>
                </a:path>
                <a:path w="1739900" h="1009014">
                  <a:moveTo>
                    <a:pt x="635000" y="989837"/>
                  </a:moveTo>
                  <a:lnTo>
                    <a:pt x="635000" y="989076"/>
                  </a:lnTo>
                  <a:lnTo>
                    <a:pt x="622300" y="995171"/>
                  </a:lnTo>
                  <a:lnTo>
                    <a:pt x="609600" y="998982"/>
                  </a:lnTo>
                  <a:lnTo>
                    <a:pt x="609600" y="999743"/>
                  </a:lnTo>
                  <a:lnTo>
                    <a:pt x="622300" y="995933"/>
                  </a:lnTo>
                  <a:lnTo>
                    <a:pt x="635000" y="989837"/>
                  </a:lnTo>
                  <a:close/>
                </a:path>
                <a:path w="1739900" h="1009014">
                  <a:moveTo>
                    <a:pt x="647700" y="21335"/>
                  </a:moveTo>
                  <a:lnTo>
                    <a:pt x="647700" y="20573"/>
                  </a:lnTo>
                  <a:lnTo>
                    <a:pt x="635000" y="20573"/>
                  </a:lnTo>
                  <a:lnTo>
                    <a:pt x="635000" y="21335"/>
                  </a:lnTo>
                  <a:lnTo>
                    <a:pt x="647700" y="21335"/>
                  </a:lnTo>
                  <a:close/>
                </a:path>
                <a:path w="1739900" h="1009014">
                  <a:moveTo>
                    <a:pt x="647700" y="984503"/>
                  </a:moveTo>
                  <a:lnTo>
                    <a:pt x="647700" y="983741"/>
                  </a:lnTo>
                  <a:lnTo>
                    <a:pt x="635000" y="987551"/>
                  </a:lnTo>
                  <a:lnTo>
                    <a:pt x="635000" y="988313"/>
                  </a:lnTo>
                  <a:lnTo>
                    <a:pt x="647700" y="984503"/>
                  </a:lnTo>
                  <a:close/>
                </a:path>
                <a:path w="1739900" h="1009014">
                  <a:moveTo>
                    <a:pt x="723900" y="25145"/>
                  </a:moveTo>
                  <a:lnTo>
                    <a:pt x="723900" y="24383"/>
                  </a:lnTo>
                  <a:lnTo>
                    <a:pt x="711200" y="22859"/>
                  </a:lnTo>
                  <a:lnTo>
                    <a:pt x="698500" y="20573"/>
                  </a:lnTo>
                  <a:lnTo>
                    <a:pt x="685800" y="20573"/>
                  </a:lnTo>
                  <a:lnTo>
                    <a:pt x="673100" y="19049"/>
                  </a:lnTo>
                  <a:lnTo>
                    <a:pt x="647700" y="19049"/>
                  </a:lnTo>
                  <a:lnTo>
                    <a:pt x="647700" y="19811"/>
                  </a:lnTo>
                  <a:lnTo>
                    <a:pt x="673100" y="19811"/>
                  </a:lnTo>
                  <a:lnTo>
                    <a:pt x="685800" y="21335"/>
                  </a:lnTo>
                  <a:lnTo>
                    <a:pt x="698500" y="21335"/>
                  </a:lnTo>
                  <a:lnTo>
                    <a:pt x="711200" y="23621"/>
                  </a:lnTo>
                  <a:lnTo>
                    <a:pt x="723900" y="25145"/>
                  </a:lnTo>
                  <a:close/>
                </a:path>
                <a:path w="1739900" h="1009014">
                  <a:moveTo>
                    <a:pt x="673100" y="967739"/>
                  </a:moveTo>
                  <a:lnTo>
                    <a:pt x="673100" y="966977"/>
                  </a:lnTo>
                  <a:lnTo>
                    <a:pt x="660400" y="972311"/>
                  </a:lnTo>
                  <a:lnTo>
                    <a:pt x="647700" y="978407"/>
                  </a:lnTo>
                  <a:lnTo>
                    <a:pt x="673100" y="967739"/>
                  </a:lnTo>
                  <a:close/>
                </a:path>
                <a:path w="1739900" h="1009014">
                  <a:moveTo>
                    <a:pt x="685800" y="954023"/>
                  </a:moveTo>
                  <a:lnTo>
                    <a:pt x="673100" y="960882"/>
                  </a:lnTo>
                  <a:lnTo>
                    <a:pt x="673100" y="961643"/>
                  </a:lnTo>
                  <a:lnTo>
                    <a:pt x="685800" y="954023"/>
                  </a:lnTo>
                  <a:close/>
                </a:path>
                <a:path w="1739900" h="1009014">
                  <a:moveTo>
                    <a:pt x="687222" y="952664"/>
                  </a:moveTo>
                  <a:lnTo>
                    <a:pt x="685800" y="953261"/>
                  </a:lnTo>
                  <a:lnTo>
                    <a:pt x="685800" y="954023"/>
                  </a:lnTo>
                  <a:lnTo>
                    <a:pt x="687222" y="952664"/>
                  </a:lnTo>
                  <a:close/>
                </a:path>
                <a:path w="1739900" h="1009014">
                  <a:moveTo>
                    <a:pt x="711200" y="934973"/>
                  </a:moveTo>
                  <a:lnTo>
                    <a:pt x="711200" y="931649"/>
                  </a:lnTo>
                  <a:lnTo>
                    <a:pt x="698500" y="941887"/>
                  </a:lnTo>
                  <a:lnTo>
                    <a:pt x="687222" y="952664"/>
                  </a:lnTo>
                  <a:lnTo>
                    <a:pt x="698500" y="947927"/>
                  </a:lnTo>
                  <a:lnTo>
                    <a:pt x="711200" y="934973"/>
                  </a:lnTo>
                  <a:close/>
                </a:path>
                <a:path w="1739900" h="1009014">
                  <a:moveTo>
                    <a:pt x="736600" y="909065"/>
                  </a:moveTo>
                  <a:lnTo>
                    <a:pt x="736600" y="908303"/>
                  </a:lnTo>
                  <a:lnTo>
                    <a:pt x="723900" y="915923"/>
                  </a:lnTo>
                  <a:lnTo>
                    <a:pt x="711200" y="925829"/>
                  </a:lnTo>
                  <a:lnTo>
                    <a:pt x="711200" y="931649"/>
                  </a:lnTo>
                  <a:lnTo>
                    <a:pt x="723900" y="921359"/>
                  </a:lnTo>
                  <a:lnTo>
                    <a:pt x="736600" y="909065"/>
                  </a:lnTo>
                  <a:close/>
                </a:path>
                <a:path w="1739900" h="1009014">
                  <a:moveTo>
                    <a:pt x="736600" y="31241"/>
                  </a:moveTo>
                  <a:lnTo>
                    <a:pt x="736600" y="30479"/>
                  </a:lnTo>
                  <a:lnTo>
                    <a:pt x="723900" y="28193"/>
                  </a:lnTo>
                  <a:lnTo>
                    <a:pt x="723900" y="28955"/>
                  </a:lnTo>
                  <a:lnTo>
                    <a:pt x="736600" y="31241"/>
                  </a:lnTo>
                  <a:close/>
                </a:path>
                <a:path w="1739900" h="1009014">
                  <a:moveTo>
                    <a:pt x="800100" y="57889"/>
                  </a:moveTo>
                  <a:lnTo>
                    <a:pt x="800100" y="54863"/>
                  </a:lnTo>
                  <a:lnTo>
                    <a:pt x="787400" y="48767"/>
                  </a:lnTo>
                  <a:lnTo>
                    <a:pt x="774700" y="44957"/>
                  </a:lnTo>
                  <a:lnTo>
                    <a:pt x="774700" y="41147"/>
                  </a:lnTo>
                  <a:lnTo>
                    <a:pt x="762000" y="35813"/>
                  </a:lnTo>
                  <a:lnTo>
                    <a:pt x="749300" y="33527"/>
                  </a:lnTo>
                  <a:lnTo>
                    <a:pt x="736600" y="32003"/>
                  </a:lnTo>
                  <a:lnTo>
                    <a:pt x="736600" y="32765"/>
                  </a:lnTo>
                  <a:lnTo>
                    <a:pt x="749300" y="34289"/>
                  </a:lnTo>
                  <a:lnTo>
                    <a:pt x="762000" y="36575"/>
                  </a:lnTo>
                  <a:lnTo>
                    <a:pt x="762000" y="41909"/>
                  </a:lnTo>
                  <a:lnTo>
                    <a:pt x="774700" y="45719"/>
                  </a:lnTo>
                  <a:lnTo>
                    <a:pt x="800100" y="57889"/>
                  </a:lnTo>
                  <a:close/>
                </a:path>
                <a:path w="1739900" h="1009014">
                  <a:moveTo>
                    <a:pt x="749300" y="890015"/>
                  </a:moveTo>
                  <a:lnTo>
                    <a:pt x="736600" y="899159"/>
                  </a:lnTo>
                  <a:lnTo>
                    <a:pt x="736600" y="899921"/>
                  </a:lnTo>
                  <a:lnTo>
                    <a:pt x="749300" y="890015"/>
                  </a:lnTo>
                  <a:close/>
                </a:path>
                <a:path w="1739900" h="1009014">
                  <a:moveTo>
                    <a:pt x="774700" y="858011"/>
                  </a:moveTo>
                  <a:lnTo>
                    <a:pt x="774700" y="846581"/>
                  </a:lnTo>
                  <a:lnTo>
                    <a:pt x="762000" y="858011"/>
                  </a:lnTo>
                  <a:lnTo>
                    <a:pt x="762000" y="867155"/>
                  </a:lnTo>
                  <a:lnTo>
                    <a:pt x="749300" y="878585"/>
                  </a:lnTo>
                  <a:lnTo>
                    <a:pt x="762000" y="867917"/>
                  </a:lnTo>
                  <a:lnTo>
                    <a:pt x="774700" y="858011"/>
                  </a:lnTo>
                  <a:close/>
                </a:path>
                <a:path w="1739900" h="1009014">
                  <a:moveTo>
                    <a:pt x="800100" y="811529"/>
                  </a:moveTo>
                  <a:lnTo>
                    <a:pt x="800100" y="810767"/>
                  </a:lnTo>
                  <a:lnTo>
                    <a:pt x="787400" y="823721"/>
                  </a:lnTo>
                  <a:lnTo>
                    <a:pt x="774700" y="835151"/>
                  </a:lnTo>
                  <a:lnTo>
                    <a:pt x="774700" y="846581"/>
                  </a:lnTo>
                  <a:lnTo>
                    <a:pt x="787400" y="835913"/>
                  </a:lnTo>
                  <a:lnTo>
                    <a:pt x="787400" y="824483"/>
                  </a:lnTo>
                  <a:lnTo>
                    <a:pt x="800100" y="811529"/>
                  </a:lnTo>
                  <a:close/>
                </a:path>
                <a:path w="1739900" h="1009014">
                  <a:moveTo>
                    <a:pt x="803979" y="59837"/>
                  </a:moveTo>
                  <a:lnTo>
                    <a:pt x="800100" y="57889"/>
                  </a:lnTo>
                  <a:lnTo>
                    <a:pt x="800100" y="58673"/>
                  </a:lnTo>
                  <a:lnTo>
                    <a:pt x="803979" y="59837"/>
                  </a:lnTo>
                  <a:close/>
                </a:path>
                <a:path w="1739900" h="1009014">
                  <a:moveTo>
                    <a:pt x="838200" y="829817"/>
                  </a:moveTo>
                  <a:lnTo>
                    <a:pt x="825500" y="823721"/>
                  </a:lnTo>
                  <a:lnTo>
                    <a:pt x="800100" y="805433"/>
                  </a:lnTo>
                  <a:lnTo>
                    <a:pt x="812800" y="815339"/>
                  </a:lnTo>
                  <a:lnTo>
                    <a:pt x="825500" y="824483"/>
                  </a:lnTo>
                  <a:lnTo>
                    <a:pt x="838200" y="829817"/>
                  </a:lnTo>
                  <a:close/>
                </a:path>
                <a:path w="1739900" h="1009014">
                  <a:moveTo>
                    <a:pt x="838200" y="77366"/>
                  </a:moveTo>
                  <a:lnTo>
                    <a:pt x="838200" y="73151"/>
                  </a:lnTo>
                  <a:lnTo>
                    <a:pt x="812800" y="62483"/>
                  </a:lnTo>
                  <a:lnTo>
                    <a:pt x="803979" y="59837"/>
                  </a:lnTo>
                  <a:lnTo>
                    <a:pt x="825500" y="70646"/>
                  </a:lnTo>
                  <a:lnTo>
                    <a:pt x="838200" y="77366"/>
                  </a:lnTo>
                  <a:close/>
                </a:path>
                <a:path w="1739900" h="1009014">
                  <a:moveTo>
                    <a:pt x="825500" y="756665"/>
                  </a:moveTo>
                  <a:lnTo>
                    <a:pt x="812800" y="771143"/>
                  </a:lnTo>
                  <a:lnTo>
                    <a:pt x="812800" y="771905"/>
                  </a:lnTo>
                  <a:lnTo>
                    <a:pt x="825500" y="756665"/>
                  </a:lnTo>
                  <a:close/>
                </a:path>
                <a:path w="1739900" h="1009014">
                  <a:moveTo>
                    <a:pt x="870839" y="95242"/>
                  </a:moveTo>
                  <a:lnTo>
                    <a:pt x="850900" y="84085"/>
                  </a:lnTo>
                  <a:lnTo>
                    <a:pt x="838200" y="77366"/>
                  </a:lnTo>
                  <a:lnTo>
                    <a:pt x="838200" y="80771"/>
                  </a:lnTo>
                  <a:lnTo>
                    <a:pt x="850900" y="84581"/>
                  </a:lnTo>
                  <a:lnTo>
                    <a:pt x="863600" y="92201"/>
                  </a:lnTo>
                  <a:lnTo>
                    <a:pt x="870839" y="95242"/>
                  </a:lnTo>
                  <a:close/>
                </a:path>
                <a:path w="1739900" h="1009014">
                  <a:moveTo>
                    <a:pt x="841502" y="842399"/>
                  </a:moveTo>
                  <a:lnTo>
                    <a:pt x="838200" y="838961"/>
                  </a:lnTo>
                  <a:lnTo>
                    <a:pt x="838200" y="839723"/>
                  </a:lnTo>
                  <a:lnTo>
                    <a:pt x="841502" y="842399"/>
                  </a:lnTo>
                  <a:close/>
                </a:path>
                <a:path w="1739900" h="1009014">
                  <a:moveTo>
                    <a:pt x="858748" y="856368"/>
                  </a:moveTo>
                  <a:lnTo>
                    <a:pt x="841502" y="842399"/>
                  </a:lnTo>
                  <a:lnTo>
                    <a:pt x="850900" y="852179"/>
                  </a:lnTo>
                  <a:lnTo>
                    <a:pt x="858748" y="856368"/>
                  </a:lnTo>
                  <a:close/>
                </a:path>
                <a:path w="1739900" h="1009014">
                  <a:moveTo>
                    <a:pt x="887460" y="876600"/>
                  </a:moveTo>
                  <a:lnTo>
                    <a:pt x="876300" y="865736"/>
                  </a:lnTo>
                  <a:lnTo>
                    <a:pt x="858748" y="856368"/>
                  </a:lnTo>
                  <a:lnTo>
                    <a:pt x="863600" y="860297"/>
                  </a:lnTo>
                  <a:lnTo>
                    <a:pt x="863600" y="865631"/>
                  </a:lnTo>
                  <a:lnTo>
                    <a:pt x="876300" y="873251"/>
                  </a:lnTo>
                  <a:lnTo>
                    <a:pt x="887460" y="876600"/>
                  </a:lnTo>
                  <a:close/>
                </a:path>
                <a:path w="1739900" h="1009014">
                  <a:moveTo>
                    <a:pt x="876300" y="98297"/>
                  </a:moveTo>
                  <a:lnTo>
                    <a:pt x="876300" y="97535"/>
                  </a:lnTo>
                  <a:lnTo>
                    <a:pt x="870839" y="95242"/>
                  </a:lnTo>
                  <a:lnTo>
                    <a:pt x="876300" y="98297"/>
                  </a:lnTo>
                  <a:close/>
                </a:path>
                <a:path w="1739900" h="1009014">
                  <a:moveTo>
                    <a:pt x="927100" y="147065"/>
                  </a:moveTo>
                  <a:lnTo>
                    <a:pt x="889000" y="105155"/>
                  </a:lnTo>
                  <a:lnTo>
                    <a:pt x="889000" y="98297"/>
                  </a:lnTo>
                  <a:lnTo>
                    <a:pt x="876300" y="105917"/>
                  </a:lnTo>
                  <a:lnTo>
                    <a:pt x="889000" y="105917"/>
                  </a:lnTo>
                  <a:lnTo>
                    <a:pt x="927100" y="147065"/>
                  </a:lnTo>
                  <a:close/>
                </a:path>
                <a:path w="1739900" h="1009014">
                  <a:moveTo>
                    <a:pt x="927100" y="147065"/>
                  </a:moveTo>
                  <a:lnTo>
                    <a:pt x="889000" y="115061"/>
                  </a:lnTo>
                  <a:lnTo>
                    <a:pt x="876300" y="107441"/>
                  </a:lnTo>
                  <a:lnTo>
                    <a:pt x="876300" y="108203"/>
                  </a:lnTo>
                  <a:lnTo>
                    <a:pt x="889000" y="115823"/>
                  </a:lnTo>
                  <a:lnTo>
                    <a:pt x="927100" y="147065"/>
                  </a:lnTo>
                  <a:close/>
                </a:path>
                <a:path w="1739900" h="1009014">
                  <a:moveTo>
                    <a:pt x="901700" y="887729"/>
                  </a:moveTo>
                  <a:lnTo>
                    <a:pt x="901700" y="884681"/>
                  </a:lnTo>
                  <a:lnTo>
                    <a:pt x="889000" y="877061"/>
                  </a:lnTo>
                  <a:lnTo>
                    <a:pt x="887460" y="876600"/>
                  </a:lnTo>
                  <a:lnTo>
                    <a:pt x="889000" y="878099"/>
                  </a:lnTo>
                  <a:lnTo>
                    <a:pt x="901700" y="887729"/>
                  </a:lnTo>
                  <a:close/>
                </a:path>
                <a:path w="1739900" h="1009014">
                  <a:moveTo>
                    <a:pt x="914400" y="80009"/>
                  </a:moveTo>
                  <a:lnTo>
                    <a:pt x="914400" y="79247"/>
                  </a:lnTo>
                  <a:lnTo>
                    <a:pt x="901700" y="92201"/>
                  </a:lnTo>
                  <a:lnTo>
                    <a:pt x="889000" y="97535"/>
                  </a:lnTo>
                  <a:lnTo>
                    <a:pt x="889000" y="98297"/>
                  </a:lnTo>
                  <a:lnTo>
                    <a:pt x="901700" y="92963"/>
                  </a:lnTo>
                  <a:lnTo>
                    <a:pt x="914400" y="80009"/>
                  </a:lnTo>
                  <a:close/>
                </a:path>
                <a:path w="1739900" h="1009014">
                  <a:moveTo>
                    <a:pt x="914400" y="892301"/>
                  </a:moveTo>
                  <a:lnTo>
                    <a:pt x="914400" y="891539"/>
                  </a:lnTo>
                  <a:lnTo>
                    <a:pt x="901700" y="887729"/>
                  </a:lnTo>
                  <a:lnTo>
                    <a:pt x="901700" y="888491"/>
                  </a:lnTo>
                  <a:lnTo>
                    <a:pt x="914400" y="892301"/>
                  </a:lnTo>
                  <a:close/>
                </a:path>
                <a:path w="1739900" h="1009014">
                  <a:moveTo>
                    <a:pt x="939800" y="55625"/>
                  </a:moveTo>
                  <a:lnTo>
                    <a:pt x="939800" y="54863"/>
                  </a:lnTo>
                  <a:lnTo>
                    <a:pt x="914400" y="71627"/>
                  </a:lnTo>
                  <a:lnTo>
                    <a:pt x="914400" y="72389"/>
                  </a:lnTo>
                  <a:lnTo>
                    <a:pt x="939800" y="55625"/>
                  </a:lnTo>
                  <a:close/>
                </a:path>
                <a:path w="1739900" h="1009014">
                  <a:moveTo>
                    <a:pt x="939800" y="905255"/>
                  </a:moveTo>
                  <a:lnTo>
                    <a:pt x="939800" y="904493"/>
                  </a:lnTo>
                  <a:lnTo>
                    <a:pt x="914400" y="896873"/>
                  </a:lnTo>
                  <a:lnTo>
                    <a:pt x="914400" y="897635"/>
                  </a:lnTo>
                  <a:lnTo>
                    <a:pt x="939800" y="905255"/>
                  </a:lnTo>
                  <a:close/>
                </a:path>
                <a:path w="1739900" h="1009014">
                  <a:moveTo>
                    <a:pt x="952500" y="45719"/>
                  </a:moveTo>
                  <a:lnTo>
                    <a:pt x="952500" y="44957"/>
                  </a:lnTo>
                  <a:lnTo>
                    <a:pt x="939800" y="52577"/>
                  </a:lnTo>
                  <a:lnTo>
                    <a:pt x="939800" y="53339"/>
                  </a:lnTo>
                  <a:lnTo>
                    <a:pt x="952500" y="45719"/>
                  </a:lnTo>
                  <a:close/>
                </a:path>
                <a:path w="1739900" h="1009014">
                  <a:moveTo>
                    <a:pt x="952500" y="912876"/>
                  </a:moveTo>
                  <a:lnTo>
                    <a:pt x="952500" y="912113"/>
                  </a:lnTo>
                  <a:lnTo>
                    <a:pt x="939800" y="910589"/>
                  </a:lnTo>
                  <a:lnTo>
                    <a:pt x="939800" y="911351"/>
                  </a:lnTo>
                  <a:lnTo>
                    <a:pt x="952500" y="912876"/>
                  </a:lnTo>
                  <a:close/>
                </a:path>
                <a:path w="1739900" h="1009014">
                  <a:moveTo>
                    <a:pt x="965200" y="36575"/>
                  </a:moveTo>
                  <a:lnTo>
                    <a:pt x="965200" y="35813"/>
                  </a:lnTo>
                  <a:lnTo>
                    <a:pt x="952500" y="41147"/>
                  </a:lnTo>
                  <a:lnTo>
                    <a:pt x="952500" y="41909"/>
                  </a:lnTo>
                  <a:lnTo>
                    <a:pt x="965200" y="36575"/>
                  </a:lnTo>
                  <a:close/>
                </a:path>
                <a:path w="1739900" h="1009014">
                  <a:moveTo>
                    <a:pt x="965200" y="920495"/>
                  </a:moveTo>
                  <a:lnTo>
                    <a:pt x="965200" y="919733"/>
                  </a:lnTo>
                  <a:lnTo>
                    <a:pt x="952500" y="915923"/>
                  </a:lnTo>
                  <a:lnTo>
                    <a:pt x="952500" y="916685"/>
                  </a:lnTo>
                  <a:lnTo>
                    <a:pt x="965200" y="920495"/>
                  </a:lnTo>
                  <a:close/>
                </a:path>
                <a:path w="1739900" h="1009014">
                  <a:moveTo>
                    <a:pt x="977900" y="31241"/>
                  </a:moveTo>
                  <a:lnTo>
                    <a:pt x="977900" y="30479"/>
                  </a:lnTo>
                  <a:lnTo>
                    <a:pt x="965200" y="32003"/>
                  </a:lnTo>
                  <a:lnTo>
                    <a:pt x="965200" y="32765"/>
                  </a:lnTo>
                  <a:lnTo>
                    <a:pt x="977900" y="31241"/>
                  </a:lnTo>
                  <a:close/>
                </a:path>
                <a:path w="1739900" h="1009014">
                  <a:moveTo>
                    <a:pt x="971550" y="922401"/>
                  </a:moveTo>
                  <a:lnTo>
                    <a:pt x="965200" y="920495"/>
                  </a:lnTo>
                  <a:lnTo>
                    <a:pt x="965200" y="921257"/>
                  </a:lnTo>
                  <a:lnTo>
                    <a:pt x="971550" y="922401"/>
                  </a:lnTo>
                  <a:close/>
                </a:path>
                <a:path w="1739900" h="1009014">
                  <a:moveTo>
                    <a:pt x="990600" y="925829"/>
                  </a:moveTo>
                  <a:lnTo>
                    <a:pt x="990600" y="925067"/>
                  </a:lnTo>
                  <a:lnTo>
                    <a:pt x="977900" y="923543"/>
                  </a:lnTo>
                  <a:lnTo>
                    <a:pt x="971550" y="922401"/>
                  </a:lnTo>
                  <a:lnTo>
                    <a:pt x="977900" y="924305"/>
                  </a:lnTo>
                  <a:lnTo>
                    <a:pt x="990600" y="925829"/>
                  </a:lnTo>
                  <a:close/>
                </a:path>
                <a:path w="1739900" h="1009014">
                  <a:moveTo>
                    <a:pt x="990600" y="21335"/>
                  </a:moveTo>
                  <a:lnTo>
                    <a:pt x="990600" y="20573"/>
                  </a:lnTo>
                  <a:lnTo>
                    <a:pt x="977900" y="24383"/>
                  </a:lnTo>
                  <a:lnTo>
                    <a:pt x="977900" y="25145"/>
                  </a:lnTo>
                  <a:lnTo>
                    <a:pt x="990600" y="21335"/>
                  </a:lnTo>
                  <a:close/>
                </a:path>
                <a:path w="1739900" h="1009014">
                  <a:moveTo>
                    <a:pt x="1003300" y="17525"/>
                  </a:moveTo>
                  <a:lnTo>
                    <a:pt x="1003300" y="16763"/>
                  </a:lnTo>
                  <a:lnTo>
                    <a:pt x="990600" y="19049"/>
                  </a:lnTo>
                  <a:lnTo>
                    <a:pt x="990600" y="19811"/>
                  </a:lnTo>
                  <a:lnTo>
                    <a:pt x="1003300" y="17525"/>
                  </a:lnTo>
                  <a:close/>
                </a:path>
                <a:path w="1739900" h="1009014">
                  <a:moveTo>
                    <a:pt x="1003300" y="928115"/>
                  </a:moveTo>
                  <a:lnTo>
                    <a:pt x="1003300" y="927353"/>
                  </a:lnTo>
                  <a:lnTo>
                    <a:pt x="990600" y="927353"/>
                  </a:lnTo>
                  <a:lnTo>
                    <a:pt x="990600" y="928115"/>
                  </a:lnTo>
                  <a:lnTo>
                    <a:pt x="1003300" y="928115"/>
                  </a:lnTo>
                  <a:close/>
                </a:path>
                <a:path w="1739900" h="1009014">
                  <a:moveTo>
                    <a:pt x="1016000" y="9905"/>
                  </a:moveTo>
                  <a:lnTo>
                    <a:pt x="1003300" y="12953"/>
                  </a:lnTo>
                  <a:lnTo>
                    <a:pt x="1003300" y="13715"/>
                  </a:lnTo>
                  <a:lnTo>
                    <a:pt x="1016000" y="9905"/>
                  </a:lnTo>
                  <a:close/>
                </a:path>
                <a:path w="1739900" h="1009014">
                  <a:moveTo>
                    <a:pt x="1054100" y="933449"/>
                  </a:moveTo>
                  <a:lnTo>
                    <a:pt x="1054100" y="932687"/>
                  </a:lnTo>
                  <a:lnTo>
                    <a:pt x="1016000" y="932687"/>
                  </a:lnTo>
                  <a:lnTo>
                    <a:pt x="1003300" y="928877"/>
                  </a:lnTo>
                  <a:lnTo>
                    <a:pt x="1003300" y="929639"/>
                  </a:lnTo>
                  <a:lnTo>
                    <a:pt x="1016000" y="933449"/>
                  </a:lnTo>
                  <a:lnTo>
                    <a:pt x="1054100" y="933449"/>
                  </a:lnTo>
                  <a:close/>
                </a:path>
                <a:path w="1739900" h="1009014">
                  <a:moveTo>
                    <a:pt x="1028700" y="8381"/>
                  </a:moveTo>
                  <a:lnTo>
                    <a:pt x="1028700" y="7619"/>
                  </a:lnTo>
                  <a:lnTo>
                    <a:pt x="1016000" y="9143"/>
                  </a:lnTo>
                  <a:lnTo>
                    <a:pt x="1016000" y="9905"/>
                  </a:lnTo>
                  <a:lnTo>
                    <a:pt x="1028700" y="8381"/>
                  </a:lnTo>
                  <a:close/>
                </a:path>
                <a:path w="1739900" h="1009014">
                  <a:moveTo>
                    <a:pt x="1054100" y="4571"/>
                  </a:moveTo>
                  <a:lnTo>
                    <a:pt x="1054100" y="3809"/>
                  </a:lnTo>
                  <a:lnTo>
                    <a:pt x="1041400" y="3809"/>
                  </a:lnTo>
                  <a:lnTo>
                    <a:pt x="1028700" y="5333"/>
                  </a:lnTo>
                  <a:lnTo>
                    <a:pt x="1028700" y="6095"/>
                  </a:lnTo>
                  <a:lnTo>
                    <a:pt x="1041400" y="4571"/>
                  </a:lnTo>
                  <a:lnTo>
                    <a:pt x="1054100" y="4571"/>
                  </a:lnTo>
                  <a:close/>
                </a:path>
                <a:path w="1739900" h="1009014">
                  <a:moveTo>
                    <a:pt x="1079500" y="761"/>
                  </a:moveTo>
                  <a:lnTo>
                    <a:pt x="1079500" y="0"/>
                  </a:lnTo>
                  <a:lnTo>
                    <a:pt x="1054100" y="0"/>
                  </a:lnTo>
                  <a:lnTo>
                    <a:pt x="1054100" y="761"/>
                  </a:lnTo>
                  <a:lnTo>
                    <a:pt x="1079500" y="761"/>
                  </a:lnTo>
                  <a:close/>
                </a:path>
                <a:path w="1739900" h="1009014">
                  <a:moveTo>
                    <a:pt x="1066800" y="929639"/>
                  </a:moveTo>
                  <a:lnTo>
                    <a:pt x="1066800" y="928877"/>
                  </a:lnTo>
                  <a:lnTo>
                    <a:pt x="1054100" y="928877"/>
                  </a:lnTo>
                  <a:lnTo>
                    <a:pt x="1054100" y="929639"/>
                  </a:lnTo>
                  <a:lnTo>
                    <a:pt x="1066800" y="929639"/>
                  </a:lnTo>
                  <a:close/>
                </a:path>
                <a:path w="1739900" h="1009014">
                  <a:moveTo>
                    <a:pt x="1079500" y="925829"/>
                  </a:moveTo>
                  <a:lnTo>
                    <a:pt x="1079500" y="925067"/>
                  </a:lnTo>
                  <a:lnTo>
                    <a:pt x="1066800" y="927353"/>
                  </a:lnTo>
                  <a:lnTo>
                    <a:pt x="1066800" y="928115"/>
                  </a:lnTo>
                  <a:lnTo>
                    <a:pt x="1079500" y="925829"/>
                  </a:lnTo>
                  <a:close/>
                </a:path>
                <a:path w="1739900" h="1009014">
                  <a:moveTo>
                    <a:pt x="1130300" y="13715"/>
                  </a:moveTo>
                  <a:lnTo>
                    <a:pt x="1130300" y="12953"/>
                  </a:lnTo>
                  <a:lnTo>
                    <a:pt x="1104900" y="5333"/>
                  </a:lnTo>
                  <a:lnTo>
                    <a:pt x="1092200" y="3809"/>
                  </a:lnTo>
                  <a:lnTo>
                    <a:pt x="1079500" y="3809"/>
                  </a:lnTo>
                  <a:lnTo>
                    <a:pt x="1079500" y="4571"/>
                  </a:lnTo>
                  <a:lnTo>
                    <a:pt x="1092200" y="4571"/>
                  </a:lnTo>
                  <a:lnTo>
                    <a:pt x="1104900" y="6095"/>
                  </a:lnTo>
                  <a:lnTo>
                    <a:pt x="1104900" y="8381"/>
                  </a:lnTo>
                  <a:lnTo>
                    <a:pt x="1117600" y="9905"/>
                  </a:lnTo>
                  <a:lnTo>
                    <a:pt x="1130300" y="13715"/>
                  </a:lnTo>
                  <a:close/>
                </a:path>
                <a:path w="1739900" h="1009014">
                  <a:moveTo>
                    <a:pt x="1092200" y="922019"/>
                  </a:moveTo>
                  <a:lnTo>
                    <a:pt x="1092200" y="921257"/>
                  </a:lnTo>
                  <a:lnTo>
                    <a:pt x="1079500" y="923543"/>
                  </a:lnTo>
                  <a:lnTo>
                    <a:pt x="1079500" y="924305"/>
                  </a:lnTo>
                  <a:lnTo>
                    <a:pt x="1092200" y="922019"/>
                  </a:lnTo>
                  <a:close/>
                </a:path>
                <a:path w="1739900" h="1009014">
                  <a:moveTo>
                    <a:pt x="1104900" y="916685"/>
                  </a:moveTo>
                  <a:lnTo>
                    <a:pt x="1104900" y="915923"/>
                  </a:lnTo>
                  <a:lnTo>
                    <a:pt x="1092200" y="922019"/>
                  </a:lnTo>
                  <a:lnTo>
                    <a:pt x="1104900" y="916685"/>
                  </a:lnTo>
                  <a:close/>
                </a:path>
                <a:path w="1739900" h="1009014">
                  <a:moveTo>
                    <a:pt x="1117600" y="911351"/>
                  </a:moveTo>
                  <a:lnTo>
                    <a:pt x="1117600" y="910589"/>
                  </a:lnTo>
                  <a:lnTo>
                    <a:pt x="1104900" y="912113"/>
                  </a:lnTo>
                  <a:lnTo>
                    <a:pt x="1104900" y="912875"/>
                  </a:lnTo>
                  <a:lnTo>
                    <a:pt x="1117600" y="911351"/>
                  </a:lnTo>
                  <a:close/>
                </a:path>
                <a:path w="1739900" h="1009014">
                  <a:moveTo>
                    <a:pt x="1143000" y="896111"/>
                  </a:moveTo>
                  <a:lnTo>
                    <a:pt x="1143000" y="895349"/>
                  </a:lnTo>
                  <a:lnTo>
                    <a:pt x="1130300" y="902969"/>
                  </a:lnTo>
                  <a:lnTo>
                    <a:pt x="1117600" y="904493"/>
                  </a:lnTo>
                  <a:lnTo>
                    <a:pt x="1117600" y="905255"/>
                  </a:lnTo>
                  <a:lnTo>
                    <a:pt x="1130300" y="903731"/>
                  </a:lnTo>
                  <a:lnTo>
                    <a:pt x="1143000" y="896111"/>
                  </a:lnTo>
                  <a:close/>
                </a:path>
                <a:path w="1739900" h="1009014">
                  <a:moveTo>
                    <a:pt x="1143000" y="19811"/>
                  </a:moveTo>
                  <a:lnTo>
                    <a:pt x="1143000" y="19049"/>
                  </a:lnTo>
                  <a:lnTo>
                    <a:pt x="1130300" y="16763"/>
                  </a:lnTo>
                  <a:lnTo>
                    <a:pt x="1130300" y="17525"/>
                  </a:lnTo>
                  <a:lnTo>
                    <a:pt x="1143000" y="19811"/>
                  </a:lnTo>
                  <a:close/>
                </a:path>
                <a:path w="1739900" h="1009014">
                  <a:moveTo>
                    <a:pt x="1155700" y="30479"/>
                  </a:moveTo>
                  <a:lnTo>
                    <a:pt x="1143000" y="24383"/>
                  </a:lnTo>
                  <a:lnTo>
                    <a:pt x="1143000" y="25145"/>
                  </a:lnTo>
                  <a:lnTo>
                    <a:pt x="1155700" y="30479"/>
                  </a:lnTo>
                  <a:close/>
                </a:path>
                <a:path w="1739900" h="1009014">
                  <a:moveTo>
                    <a:pt x="1155700" y="884681"/>
                  </a:moveTo>
                  <a:lnTo>
                    <a:pt x="1155700" y="883919"/>
                  </a:lnTo>
                  <a:lnTo>
                    <a:pt x="1143000" y="890015"/>
                  </a:lnTo>
                  <a:lnTo>
                    <a:pt x="1155700" y="884681"/>
                  </a:lnTo>
                  <a:close/>
                </a:path>
                <a:path w="1739900" h="1009014">
                  <a:moveTo>
                    <a:pt x="1168400" y="36575"/>
                  </a:moveTo>
                  <a:lnTo>
                    <a:pt x="1168400" y="35813"/>
                  </a:lnTo>
                  <a:lnTo>
                    <a:pt x="1155700" y="30479"/>
                  </a:lnTo>
                  <a:lnTo>
                    <a:pt x="1168400" y="36575"/>
                  </a:lnTo>
                  <a:close/>
                </a:path>
                <a:path w="1739900" h="1009014">
                  <a:moveTo>
                    <a:pt x="1181100" y="861821"/>
                  </a:moveTo>
                  <a:lnTo>
                    <a:pt x="1155700" y="878585"/>
                  </a:lnTo>
                  <a:lnTo>
                    <a:pt x="1155700" y="879347"/>
                  </a:lnTo>
                  <a:lnTo>
                    <a:pt x="1181100" y="861821"/>
                  </a:lnTo>
                  <a:close/>
                </a:path>
                <a:path w="1739900" h="1009014">
                  <a:moveTo>
                    <a:pt x="1193800" y="62483"/>
                  </a:moveTo>
                  <a:lnTo>
                    <a:pt x="1181100" y="56387"/>
                  </a:lnTo>
                  <a:lnTo>
                    <a:pt x="1168400" y="47243"/>
                  </a:lnTo>
                  <a:lnTo>
                    <a:pt x="1168400" y="48005"/>
                  </a:lnTo>
                  <a:lnTo>
                    <a:pt x="1181100" y="57149"/>
                  </a:lnTo>
                  <a:lnTo>
                    <a:pt x="1193800" y="62483"/>
                  </a:lnTo>
                  <a:close/>
                </a:path>
                <a:path w="1739900" h="1009014">
                  <a:moveTo>
                    <a:pt x="1204383" y="171386"/>
                  </a:moveTo>
                  <a:lnTo>
                    <a:pt x="1193800" y="172973"/>
                  </a:lnTo>
                  <a:lnTo>
                    <a:pt x="1181100" y="179069"/>
                  </a:lnTo>
                  <a:lnTo>
                    <a:pt x="1204383" y="171386"/>
                  </a:lnTo>
                  <a:close/>
                </a:path>
                <a:path w="1739900" h="1009014">
                  <a:moveTo>
                    <a:pt x="1205752" y="171181"/>
                  </a:moveTo>
                  <a:lnTo>
                    <a:pt x="1204383" y="171386"/>
                  </a:lnTo>
                  <a:lnTo>
                    <a:pt x="1181100" y="179069"/>
                  </a:lnTo>
                  <a:lnTo>
                    <a:pt x="1205752" y="171181"/>
                  </a:lnTo>
                  <a:close/>
                </a:path>
                <a:path w="1739900" h="1009014">
                  <a:moveTo>
                    <a:pt x="1219200" y="169925"/>
                  </a:moveTo>
                  <a:lnTo>
                    <a:pt x="1219200" y="169163"/>
                  </a:lnTo>
                  <a:lnTo>
                    <a:pt x="1205752" y="171181"/>
                  </a:lnTo>
                  <a:lnTo>
                    <a:pt x="1181100" y="179069"/>
                  </a:lnTo>
                  <a:lnTo>
                    <a:pt x="1206500" y="173735"/>
                  </a:lnTo>
                  <a:lnTo>
                    <a:pt x="1219200" y="169925"/>
                  </a:lnTo>
                  <a:close/>
                </a:path>
                <a:path w="1739900" h="1009014">
                  <a:moveTo>
                    <a:pt x="1193800" y="848867"/>
                  </a:moveTo>
                  <a:lnTo>
                    <a:pt x="1193800" y="848105"/>
                  </a:lnTo>
                  <a:lnTo>
                    <a:pt x="1181100" y="854201"/>
                  </a:lnTo>
                  <a:lnTo>
                    <a:pt x="1193800" y="848867"/>
                  </a:lnTo>
                  <a:close/>
                </a:path>
                <a:path w="1739900" h="1009014">
                  <a:moveTo>
                    <a:pt x="1206500" y="80009"/>
                  </a:moveTo>
                  <a:lnTo>
                    <a:pt x="1206500" y="73913"/>
                  </a:lnTo>
                  <a:lnTo>
                    <a:pt x="1193800" y="67817"/>
                  </a:lnTo>
                  <a:lnTo>
                    <a:pt x="1193800" y="73913"/>
                  </a:lnTo>
                  <a:lnTo>
                    <a:pt x="1206500" y="80009"/>
                  </a:lnTo>
                  <a:close/>
                </a:path>
                <a:path w="1739900" h="1009014">
                  <a:moveTo>
                    <a:pt x="1206500" y="835913"/>
                  </a:moveTo>
                  <a:lnTo>
                    <a:pt x="1206500" y="826007"/>
                  </a:lnTo>
                  <a:lnTo>
                    <a:pt x="1193800" y="835151"/>
                  </a:lnTo>
                  <a:lnTo>
                    <a:pt x="1193800" y="841247"/>
                  </a:lnTo>
                  <a:lnTo>
                    <a:pt x="1206500" y="835913"/>
                  </a:lnTo>
                  <a:close/>
                </a:path>
                <a:path w="1739900" h="1009014">
                  <a:moveTo>
                    <a:pt x="1226820" y="163982"/>
                  </a:moveTo>
                  <a:lnTo>
                    <a:pt x="1204383" y="171386"/>
                  </a:lnTo>
                  <a:lnTo>
                    <a:pt x="1205752" y="171181"/>
                  </a:lnTo>
                  <a:lnTo>
                    <a:pt x="1223962" y="165353"/>
                  </a:lnTo>
                  <a:lnTo>
                    <a:pt x="1226820" y="163982"/>
                  </a:lnTo>
                  <a:close/>
                </a:path>
                <a:path w="1739900" h="1009014">
                  <a:moveTo>
                    <a:pt x="1219200" y="92963"/>
                  </a:moveTo>
                  <a:lnTo>
                    <a:pt x="1219200" y="92201"/>
                  </a:lnTo>
                  <a:lnTo>
                    <a:pt x="1206500" y="84581"/>
                  </a:lnTo>
                  <a:lnTo>
                    <a:pt x="1206500" y="85343"/>
                  </a:lnTo>
                  <a:lnTo>
                    <a:pt x="1219200" y="92963"/>
                  </a:lnTo>
                  <a:close/>
                </a:path>
                <a:path w="1739900" h="1009014">
                  <a:moveTo>
                    <a:pt x="1219200" y="816863"/>
                  </a:moveTo>
                  <a:lnTo>
                    <a:pt x="1219200" y="816101"/>
                  </a:lnTo>
                  <a:lnTo>
                    <a:pt x="1206500" y="826007"/>
                  </a:lnTo>
                  <a:lnTo>
                    <a:pt x="1219200" y="816863"/>
                  </a:lnTo>
                  <a:close/>
                </a:path>
                <a:path w="1739900" h="1009014">
                  <a:moveTo>
                    <a:pt x="1228725" y="163829"/>
                  </a:moveTo>
                  <a:lnTo>
                    <a:pt x="1223962" y="165353"/>
                  </a:lnTo>
                  <a:lnTo>
                    <a:pt x="1219200" y="167639"/>
                  </a:lnTo>
                  <a:lnTo>
                    <a:pt x="1219200" y="168401"/>
                  </a:lnTo>
                  <a:lnTo>
                    <a:pt x="1228725" y="163829"/>
                  </a:lnTo>
                  <a:close/>
                </a:path>
                <a:path w="1739900" h="1009014">
                  <a:moveTo>
                    <a:pt x="1231899" y="794856"/>
                  </a:moveTo>
                  <a:lnTo>
                    <a:pt x="1231899" y="792480"/>
                  </a:lnTo>
                  <a:lnTo>
                    <a:pt x="1219200" y="801623"/>
                  </a:lnTo>
                  <a:lnTo>
                    <a:pt x="1219200" y="804302"/>
                  </a:lnTo>
                  <a:lnTo>
                    <a:pt x="1231899" y="794856"/>
                  </a:lnTo>
                  <a:close/>
                </a:path>
                <a:path w="1739900" h="1009014">
                  <a:moveTo>
                    <a:pt x="1231899" y="162306"/>
                  </a:moveTo>
                  <a:lnTo>
                    <a:pt x="1226820" y="163982"/>
                  </a:lnTo>
                  <a:lnTo>
                    <a:pt x="1223962" y="165353"/>
                  </a:lnTo>
                  <a:lnTo>
                    <a:pt x="1228725" y="163829"/>
                  </a:lnTo>
                  <a:lnTo>
                    <a:pt x="1231899" y="162306"/>
                  </a:lnTo>
                  <a:close/>
                </a:path>
                <a:path w="1739900" h="1009014">
                  <a:moveTo>
                    <a:pt x="1246414" y="157516"/>
                  </a:moveTo>
                  <a:lnTo>
                    <a:pt x="1244600" y="157733"/>
                  </a:lnTo>
                  <a:lnTo>
                    <a:pt x="1231899" y="161544"/>
                  </a:lnTo>
                  <a:lnTo>
                    <a:pt x="1226820" y="163982"/>
                  </a:lnTo>
                  <a:lnTo>
                    <a:pt x="1246414" y="157516"/>
                  </a:lnTo>
                  <a:close/>
                </a:path>
                <a:path w="1739900" h="1009014">
                  <a:moveTo>
                    <a:pt x="1238069" y="160839"/>
                  </a:moveTo>
                  <a:lnTo>
                    <a:pt x="1231899" y="162306"/>
                  </a:lnTo>
                  <a:lnTo>
                    <a:pt x="1228725" y="163829"/>
                  </a:lnTo>
                  <a:lnTo>
                    <a:pt x="1238069" y="160839"/>
                  </a:lnTo>
                  <a:close/>
                </a:path>
                <a:path w="1739900" h="1009014">
                  <a:moveTo>
                    <a:pt x="1244600" y="130301"/>
                  </a:moveTo>
                  <a:lnTo>
                    <a:pt x="1231899" y="120395"/>
                  </a:lnTo>
                  <a:lnTo>
                    <a:pt x="1231899" y="121157"/>
                  </a:lnTo>
                  <a:lnTo>
                    <a:pt x="1244600" y="130301"/>
                  </a:lnTo>
                  <a:close/>
                </a:path>
                <a:path w="1739900" h="1009014">
                  <a:moveTo>
                    <a:pt x="1249680" y="157124"/>
                  </a:moveTo>
                  <a:lnTo>
                    <a:pt x="1246414" y="157516"/>
                  </a:lnTo>
                  <a:lnTo>
                    <a:pt x="1231899" y="162305"/>
                  </a:lnTo>
                  <a:lnTo>
                    <a:pt x="1238069" y="160839"/>
                  </a:lnTo>
                  <a:lnTo>
                    <a:pt x="1249680" y="157124"/>
                  </a:lnTo>
                  <a:close/>
                </a:path>
                <a:path w="1739900" h="1009014">
                  <a:moveTo>
                    <a:pt x="1238729" y="779942"/>
                  </a:moveTo>
                  <a:lnTo>
                    <a:pt x="1231899" y="784860"/>
                  </a:lnTo>
                  <a:lnTo>
                    <a:pt x="1231899" y="785746"/>
                  </a:lnTo>
                  <a:lnTo>
                    <a:pt x="1238729" y="779942"/>
                  </a:lnTo>
                  <a:close/>
                </a:path>
                <a:path w="1739900" h="1009014">
                  <a:moveTo>
                    <a:pt x="1239451" y="779423"/>
                  </a:moveTo>
                  <a:lnTo>
                    <a:pt x="1239252" y="779566"/>
                  </a:lnTo>
                  <a:lnTo>
                    <a:pt x="1231899" y="801624"/>
                  </a:lnTo>
                  <a:lnTo>
                    <a:pt x="1239451" y="779423"/>
                  </a:lnTo>
                  <a:close/>
                </a:path>
                <a:path w="1739900" h="1009014">
                  <a:moveTo>
                    <a:pt x="1270000" y="822959"/>
                  </a:moveTo>
                  <a:lnTo>
                    <a:pt x="1270000" y="822197"/>
                  </a:lnTo>
                  <a:lnTo>
                    <a:pt x="1257300" y="816101"/>
                  </a:lnTo>
                  <a:lnTo>
                    <a:pt x="1244600" y="812291"/>
                  </a:lnTo>
                  <a:lnTo>
                    <a:pt x="1231899" y="805433"/>
                  </a:lnTo>
                  <a:lnTo>
                    <a:pt x="1244600" y="813053"/>
                  </a:lnTo>
                  <a:lnTo>
                    <a:pt x="1257300" y="816863"/>
                  </a:lnTo>
                  <a:lnTo>
                    <a:pt x="1270000" y="822959"/>
                  </a:lnTo>
                  <a:close/>
                </a:path>
                <a:path w="1739900" h="1009014">
                  <a:moveTo>
                    <a:pt x="1346200" y="140207"/>
                  </a:moveTo>
                  <a:lnTo>
                    <a:pt x="1346200" y="139445"/>
                  </a:lnTo>
                  <a:lnTo>
                    <a:pt x="1333500" y="140969"/>
                  </a:lnTo>
                  <a:lnTo>
                    <a:pt x="1320800" y="140969"/>
                  </a:lnTo>
                  <a:lnTo>
                    <a:pt x="1282700" y="148442"/>
                  </a:lnTo>
                  <a:lnTo>
                    <a:pt x="1257300" y="156209"/>
                  </a:lnTo>
                  <a:lnTo>
                    <a:pt x="1249680" y="157124"/>
                  </a:lnTo>
                  <a:lnTo>
                    <a:pt x="1238069" y="160839"/>
                  </a:lnTo>
                  <a:lnTo>
                    <a:pt x="1257300" y="156269"/>
                  </a:lnTo>
                  <a:lnTo>
                    <a:pt x="1282700" y="150885"/>
                  </a:lnTo>
                  <a:lnTo>
                    <a:pt x="1295400" y="146068"/>
                  </a:lnTo>
                  <a:lnTo>
                    <a:pt x="1320800" y="141731"/>
                  </a:lnTo>
                  <a:lnTo>
                    <a:pt x="1333500" y="141731"/>
                  </a:lnTo>
                  <a:lnTo>
                    <a:pt x="1346200" y="140207"/>
                  </a:lnTo>
                  <a:close/>
                </a:path>
                <a:path w="1739900" h="1009014">
                  <a:moveTo>
                    <a:pt x="1239284" y="779471"/>
                  </a:moveTo>
                  <a:lnTo>
                    <a:pt x="1238729" y="779942"/>
                  </a:lnTo>
                  <a:lnTo>
                    <a:pt x="1239252" y="779566"/>
                  </a:lnTo>
                  <a:close/>
                </a:path>
                <a:path w="1739900" h="1009014">
                  <a:moveTo>
                    <a:pt x="1239496" y="779291"/>
                  </a:moveTo>
                  <a:lnTo>
                    <a:pt x="1239284" y="779471"/>
                  </a:lnTo>
                  <a:lnTo>
                    <a:pt x="1239451" y="779423"/>
                  </a:lnTo>
                  <a:lnTo>
                    <a:pt x="1239496" y="779291"/>
                  </a:lnTo>
                  <a:close/>
                </a:path>
                <a:path w="1739900" h="1009014">
                  <a:moveTo>
                    <a:pt x="1244600" y="764285"/>
                  </a:moveTo>
                  <a:lnTo>
                    <a:pt x="1244600" y="763523"/>
                  </a:lnTo>
                  <a:lnTo>
                    <a:pt x="1239284" y="779471"/>
                  </a:lnTo>
                  <a:lnTo>
                    <a:pt x="1239496" y="779291"/>
                  </a:lnTo>
                  <a:lnTo>
                    <a:pt x="1244600" y="764285"/>
                  </a:lnTo>
                  <a:close/>
                </a:path>
                <a:path w="1739900" h="1009014">
                  <a:moveTo>
                    <a:pt x="1244600" y="775715"/>
                  </a:moveTo>
                  <a:lnTo>
                    <a:pt x="1244600" y="774953"/>
                  </a:lnTo>
                  <a:lnTo>
                    <a:pt x="1239496" y="779291"/>
                  </a:lnTo>
                  <a:lnTo>
                    <a:pt x="1239451" y="779423"/>
                  </a:lnTo>
                  <a:lnTo>
                    <a:pt x="1244600" y="775715"/>
                  </a:lnTo>
                  <a:close/>
                </a:path>
                <a:path w="1739900" h="1009014">
                  <a:moveTo>
                    <a:pt x="1257300" y="145541"/>
                  </a:moveTo>
                  <a:lnTo>
                    <a:pt x="1257300" y="144779"/>
                  </a:lnTo>
                  <a:lnTo>
                    <a:pt x="1244600" y="135635"/>
                  </a:lnTo>
                  <a:lnTo>
                    <a:pt x="1244600" y="136397"/>
                  </a:lnTo>
                  <a:lnTo>
                    <a:pt x="1257300" y="145541"/>
                  </a:lnTo>
                  <a:close/>
                </a:path>
                <a:path w="1739900" h="1009014">
                  <a:moveTo>
                    <a:pt x="1257300" y="154685"/>
                  </a:moveTo>
                  <a:lnTo>
                    <a:pt x="1257300" y="153923"/>
                  </a:lnTo>
                  <a:lnTo>
                    <a:pt x="1246414" y="157516"/>
                  </a:lnTo>
                  <a:lnTo>
                    <a:pt x="1249680" y="157124"/>
                  </a:lnTo>
                  <a:lnTo>
                    <a:pt x="1257300" y="154685"/>
                  </a:lnTo>
                  <a:close/>
                </a:path>
                <a:path w="1739900" h="1009014">
                  <a:moveTo>
                    <a:pt x="1282700" y="829817"/>
                  </a:moveTo>
                  <a:lnTo>
                    <a:pt x="1270000" y="827531"/>
                  </a:lnTo>
                  <a:lnTo>
                    <a:pt x="1270000" y="828293"/>
                  </a:lnTo>
                  <a:lnTo>
                    <a:pt x="1282700" y="829817"/>
                  </a:lnTo>
                  <a:close/>
                </a:path>
                <a:path w="1739900" h="1009014">
                  <a:moveTo>
                    <a:pt x="1333500" y="851153"/>
                  </a:moveTo>
                  <a:lnTo>
                    <a:pt x="1333500" y="850391"/>
                  </a:lnTo>
                  <a:lnTo>
                    <a:pt x="1320800" y="846581"/>
                  </a:lnTo>
                  <a:lnTo>
                    <a:pt x="1308100" y="840485"/>
                  </a:lnTo>
                  <a:lnTo>
                    <a:pt x="1308100" y="838961"/>
                  </a:lnTo>
                  <a:lnTo>
                    <a:pt x="1295400" y="835151"/>
                  </a:lnTo>
                  <a:lnTo>
                    <a:pt x="1282700" y="829817"/>
                  </a:lnTo>
                  <a:lnTo>
                    <a:pt x="1295400" y="835913"/>
                  </a:lnTo>
                  <a:lnTo>
                    <a:pt x="1295400" y="839723"/>
                  </a:lnTo>
                  <a:lnTo>
                    <a:pt x="1308100" y="841247"/>
                  </a:lnTo>
                  <a:lnTo>
                    <a:pt x="1320800" y="847343"/>
                  </a:lnTo>
                  <a:lnTo>
                    <a:pt x="1333500" y="851153"/>
                  </a:lnTo>
                  <a:close/>
                </a:path>
                <a:path w="1739900" h="1009014">
                  <a:moveTo>
                    <a:pt x="1358900" y="858011"/>
                  </a:moveTo>
                  <a:lnTo>
                    <a:pt x="1346200" y="854201"/>
                  </a:lnTo>
                  <a:lnTo>
                    <a:pt x="1333500" y="851915"/>
                  </a:lnTo>
                  <a:lnTo>
                    <a:pt x="1333500" y="852677"/>
                  </a:lnTo>
                  <a:lnTo>
                    <a:pt x="1346200" y="854963"/>
                  </a:lnTo>
                  <a:lnTo>
                    <a:pt x="1358900" y="858011"/>
                  </a:lnTo>
                  <a:close/>
                </a:path>
                <a:path w="1739900" h="1009014">
                  <a:moveTo>
                    <a:pt x="1409700" y="136397"/>
                  </a:moveTo>
                  <a:lnTo>
                    <a:pt x="1409700" y="135635"/>
                  </a:lnTo>
                  <a:lnTo>
                    <a:pt x="1346200" y="135635"/>
                  </a:lnTo>
                  <a:lnTo>
                    <a:pt x="1346200" y="136397"/>
                  </a:lnTo>
                  <a:lnTo>
                    <a:pt x="1409700" y="136397"/>
                  </a:lnTo>
                  <a:close/>
                </a:path>
                <a:path w="1739900" h="1009014">
                  <a:moveTo>
                    <a:pt x="1371600" y="861821"/>
                  </a:moveTo>
                  <a:lnTo>
                    <a:pt x="1371600" y="861059"/>
                  </a:lnTo>
                  <a:lnTo>
                    <a:pt x="1358900" y="861059"/>
                  </a:lnTo>
                  <a:lnTo>
                    <a:pt x="1358900" y="861821"/>
                  </a:lnTo>
                  <a:lnTo>
                    <a:pt x="1371600" y="861821"/>
                  </a:lnTo>
                  <a:close/>
                </a:path>
                <a:path w="1739900" h="1009014">
                  <a:moveTo>
                    <a:pt x="1460500" y="867917"/>
                  </a:moveTo>
                  <a:lnTo>
                    <a:pt x="1460500" y="867155"/>
                  </a:lnTo>
                  <a:lnTo>
                    <a:pt x="1447800" y="867155"/>
                  </a:lnTo>
                  <a:lnTo>
                    <a:pt x="1435100" y="870965"/>
                  </a:lnTo>
                  <a:lnTo>
                    <a:pt x="1422400" y="870965"/>
                  </a:lnTo>
                  <a:lnTo>
                    <a:pt x="1409700" y="867155"/>
                  </a:lnTo>
                  <a:lnTo>
                    <a:pt x="1397000" y="867155"/>
                  </a:lnTo>
                  <a:lnTo>
                    <a:pt x="1384300" y="864869"/>
                  </a:lnTo>
                  <a:lnTo>
                    <a:pt x="1371600" y="864869"/>
                  </a:lnTo>
                  <a:lnTo>
                    <a:pt x="1371600" y="865631"/>
                  </a:lnTo>
                  <a:lnTo>
                    <a:pt x="1384300" y="865631"/>
                  </a:lnTo>
                  <a:lnTo>
                    <a:pt x="1397000" y="867917"/>
                  </a:lnTo>
                  <a:lnTo>
                    <a:pt x="1409700" y="867917"/>
                  </a:lnTo>
                  <a:lnTo>
                    <a:pt x="1422400" y="871727"/>
                  </a:lnTo>
                  <a:lnTo>
                    <a:pt x="1435100" y="871727"/>
                  </a:lnTo>
                  <a:lnTo>
                    <a:pt x="1447800" y="867917"/>
                  </a:lnTo>
                  <a:lnTo>
                    <a:pt x="1460500" y="867917"/>
                  </a:lnTo>
                  <a:close/>
                </a:path>
                <a:path w="1739900" h="1009014">
                  <a:moveTo>
                    <a:pt x="1447800" y="147065"/>
                  </a:moveTo>
                  <a:lnTo>
                    <a:pt x="1435100" y="143255"/>
                  </a:lnTo>
                  <a:lnTo>
                    <a:pt x="1422400" y="140969"/>
                  </a:lnTo>
                  <a:lnTo>
                    <a:pt x="1409700" y="139445"/>
                  </a:lnTo>
                  <a:lnTo>
                    <a:pt x="1409700" y="140207"/>
                  </a:lnTo>
                  <a:lnTo>
                    <a:pt x="1422400" y="141731"/>
                  </a:lnTo>
                  <a:lnTo>
                    <a:pt x="1435100" y="144017"/>
                  </a:lnTo>
                  <a:lnTo>
                    <a:pt x="1447800" y="147065"/>
                  </a:lnTo>
                  <a:close/>
                </a:path>
                <a:path w="1739900" h="1009014">
                  <a:moveTo>
                    <a:pt x="1460500" y="153161"/>
                  </a:moveTo>
                  <a:lnTo>
                    <a:pt x="1460500" y="152399"/>
                  </a:lnTo>
                  <a:lnTo>
                    <a:pt x="1447800" y="148589"/>
                  </a:lnTo>
                  <a:lnTo>
                    <a:pt x="1447800" y="149351"/>
                  </a:lnTo>
                  <a:lnTo>
                    <a:pt x="1460500" y="153161"/>
                  </a:lnTo>
                  <a:close/>
                </a:path>
                <a:path w="1739900" h="1009014">
                  <a:moveTo>
                    <a:pt x="1473200" y="158495"/>
                  </a:moveTo>
                  <a:lnTo>
                    <a:pt x="1473200" y="157733"/>
                  </a:lnTo>
                  <a:lnTo>
                    <a:pt x="1460500" y="156209"/>
                  </a:lnTo>
                  <a:lnTo>
                    <a:pt x="1460500" y="156971"/>
                  </a:lnTo>
                  <a:lnTo>
                    <a:pt x="1473200" y="158495"/>
                  </a:lnTo>
                  <a:close/>
                </a:path>
                <a:path w="1739900" h="1009014">
                  <a:moveTo>
                    <a:pt x="1473200" y="865631"/>
                  </a:moveTo>
                  <a:lnTo>
                    <a:pt x="1473200" y="864869"/>
                  </a:lnTo>
                  <a:lnTo>
                    <a:pt x="1460500" y="864869"/>
                  </a:lnTo>
                  <a:lnTo>
                    <a:pt x="1460500" y="865631"/>
                  </a:lnTo>
                  <a:lnTo>
                    <a:pt x="1473200" y="865631"/>
                  </a:lnTo>
                  <a:close/>
                </a:path>
                <a:path w="1739900" h="1009014">
                  <a:moveTo>
                    <a:pt x="1476375" y="162305"/>
                  </a:moveTo>
                  <a:lnTo>
                    <a:pt x="1473200" y="158495"/>
                  </a:lnTo>
                  <a:lnTo>
                    <a:pt x="1473200" y="160019"/>
                  </a:lnTo>
                  <a:lnTo>
                    <a:pt x="1476375" y="162305"/>
                  </a:lnTo>
                  <a:close/>
                </a:path>
                <a:path w="1739900" h="1009014">
                  <a:moveTo>
                    <a:pt x="1485900" y="861821"/>
                  </a:moveTo>
                  <a:lnTo>
                    <a:pt x="1485900" y="861059"/>
                  </a:lnTo>
                  <a:lnTo>
                    <a:pt x="1473200" y="861059"/>
                  </a:lnTo>
                  <a:lnTo>
                    <a:pt x="1473200" y="861821"/>
                  </a:lnTo>
                  <a:lnTo>
                    <a:pt x="1485900" y="861821"/>
                  </a:lnTo>
                  <a:close/>
                </a:path>
                <a:path w="1739900" h="1009014">
                  <a:moveTo>
                    <a:pt x="1485900" y="173735"/>
                  </a:moveTo>
                  <a:lnTo>
                    <a:pt x="1485900" y="169163"/>
                  </a:lnTo>
                  <a:lnTo>
                    <a:pt x="1476375" y="162305"/>
                  </a:lnTo>
                  <a:lnTo>
                    <a:pt x="1485900" y="173735"/>
                  </a:lnTo>
                  <a:close/>
                </a:path>
                <a:path w="1739900" h="1009014">
                  <a:moveTo>
                    <a:pt x="1498600" y="181355"/>
                  </a:moveTo>
                  <a:lnTo>
                    <a:pt x="1498600" y="180593"/>
                  </a:lnTo>
                  <a:lnTo>
                    <a:pt x="1485900" y="179069"/>
                  </a:lnTo>
                  <a:lnTo>
                    <a:pt x="1498600" y="181355"/>
                  </a:lnTo>
                  <a:close/>
                </a:path>
                <a:path w="1739900" h="1009014">
                  <a:moveTo>
                    <a:pt x="1498600" y="854963"/>
                  </a:moveTo>
                  <a:lnTo>
                    <a:pt x="1498600" y="854201"/>
                  </a:lnTo>
                  <a:lnTo>
                    <a:pt x="1485900" y="858011"/>
                  </a:lnTo>
                  <a:lnTo>
                    <a:pt x="1498600" y="854963"/>
                  </a:lnTo>
                  <a:close/>
                </a:path>
                <a:path w="1739900" h="1009014">
                  <a:moveTo>
                    <a:pt x="1511300" y="203453"/>
                  </a:moveTo>
                  <a:lnTo>
                    <a:pt x="1498600" y="197357"/>
                  </a:lnTo>
                  <a:lnTo>
                    <a:pt x="1498600" y="198119"/>
                  </a:lnTo>
                  <a:lnTo>
                    <a:pt x="1511300" y="203453"/>
                  </a:lnTo>
                  <a:close/>
                </a:path>
                <a:path w="1739900" h="1009014">
                  <a:moveTo>
                    <a:pt x="1511300" y="851153"/>
                  </a:moveTo>
                  <a:lnTo>
                    <a:pt x="1511300" y="850391"/>
                  </a:lnTo>
                  <a:lnTo>
                    <a:pt x="1498600" y="851915"/>
                  </a:lnTo>
                  <a:lnTo>
                    <a:pt x="1498600" y="852677"/>
                  </a:lnTo>
                  <a:lnTo>
                    <a:pt x="1511300" y="851153"/>
                  </a:lnTo>
                  <a:close/>
                </a:path>
                <a:path w="1739900" h="1009014">
                  <a:moveTo>
                    <a:pt x="1521530" y="359304"/>
                  </a:moveTo>
                  <a:lnTo>
                    <a:pt x="1511300" y="367283"/>
                  </a:lnTo>
                  <a:lnTo>
                    <a:pt x="1521254" y="360117"/>
                  </a:lnTo>
                  <a:lnTo>
                    <a:pt x="1521530" y="359304"/>
                  </a:lnTo>
                  <a:close/>
                </a:path>
                <a:path w="1739900" h="1009014">
                  <a:moveTo>
                    <a:pt x="1521326" y="360065"/>
                  </a:moveTo>
                  <a:lnTo>
                    <a:pt x="1511300" y="389381"/>
                  </a:lnTo>
                  <a:lnTo>
                    <a:pt x="1511300" y="390143"/>
                  </a:lnTo>
                  <a:lnTo>
                    <a:pt x="1521326" y="360065"/>
                  </a:lnTo>
                  <a:close/>
                </a:path>
                <a:path w="1739900" h="1009014">
                  <a:moveTo>
                    <a:pt x="1536700" y="829817"/>
                  </a:moveTo>
                  <a:lnTo>
                    <a:pt x="1524000" y="840485"/>
                  </a:lnTo>
                  <a:lnTo>
                    <a:pt x="1511300" y="846581"/>
                  </a:lnTo>
                  <a:lnTo>
                    <a:pt x="1511300" y="847343"/>
                  </a:lnTo>
                  <a:lnTo>
                    <a:pt x="1524000" y="841247"/>
                  </a:lnTo>
                  <a:lnTo>
                    <a:pt x="1536700" y="829817"/>
                  </a:lnTo>
                  <a:close/>
                </a:path>
                <a:path w="1739900" h="1009014">
                  <a:moveTo>
                    <a:pt x="1521597" y="359252"/>
                  </a:moveTo>
                  <a:lnTo>
                    <a:pt x="1521254" y="360117"/>
                  </a:lnTo>
                  <a:lnTo>
                    <a:pt x="1521597" y="359252"/>
                  </a:lnTo>
                  <a:close/>
                </a:path>
                <a:path w="1739900" h="1009014">
                  <a:moveTo>
                    <a:pt x="1524000" y="358139"/>
                  </a:moveTo>
                  <a:lnTo>
                    <a:pt x="1524000" y="357377"/>
                  </a:lnTo>
                  <a:lnTo>
                    <a:pt x="1521597" y="359252"/>
                  </a:lnTo>
                  <a:lnTo>
                    <a:pt x="1521326" y="360065"/>
                  </a:lnTo>
                  <a:lnTo>
                    <a:pt x="1524000" y="358139"/>
                  </a:lnTo>
                  <a:close/>
                </a:path>
                <a:path w="1739900" h="1009014">
                  <a:moveTo>
                    <a:pt x="1524000" y="352043"/>
                  </a:moveTo>
                  <a:lnTo>
                    <a:pt x="1521530" y="359304"/>
                  </a:lnTo>
                  <a:lnTo>
                    <a:pt x="1524000" y="352043"/>
                  </a:lnTo>
                  <a:close/>
                </a:path>
                <a:path w="1739900" h="1009014">
                  <a:moveTo>
                    <a:pt x="1562100" y="363473"/>
                  </a:moveTo>
                  <a:lnTo>
                    <a:pt x="1562100" y="362711"/>
                  </a:lnTo>
                  <a:lnTo>
                    <a:pt x="1549400" y="358901"/>
                  </a:lnTo>
                  <a:lnTo>
                    <a:pt x="1536700" y="355853"/>
                  </a:lnTo>
                  <a:lnTo>
                    <a:pt x="1524000" y="352043"/>
                  </a:lnTo>
                  <a:lnTo>
                    <a:pt x="1524000" y="352805"/>
                  </a:lnTo>
                  <a:lnTo>
                    <a:pt x="1536700" y="356615"/>
                  </a:lnTo>
                  <a:lnTo>
                    <a:pt x="1549400" y="359663"/>
                  </a:lnTo>
                  <a:lnTo>
                    <a:pt x="1562100" y="363473"/>
                  </a:lnTo>
                  <a:close/>
                </a:path>
                <a:path w="1739900" h="1009014">
                  <a:moveTo>
                    <a:pt x="1549400" y="816863"/>
                  </a:moveTo>
                  <a:lnTo>
                    <a:pt x="1549400" y="816101"/>
                  </a:lnTo>
                  <a:lnTo>
                    <a:pt x="1536700" y="822197"/>
                  </a:lnTo>
                  <a:lnTo>
                    <a:pt x="1549400" y="816863"/>
                  </a:lnTo>
                  <a:close/>
                </a:path>
                <a:path w="1739900" h="1009014">
                  <a:moveTo>
                    <a:pt x="1562100" y="800099"/>
                  </a:moveTo>
                  <a:lnTo>
                    <a:pt x="1562100" y="799337"/>
                  </a:lnTo>
                  <a:lnTo>
                    <a:pt x="1549400" y="805433"/>
                  </a:lnTo>
                  <a:lnTo>
                    <a:pt x="1562100" y="800099"/>
                  </a:lnTo>
                  <a:close/>
                </a:path>
                <a:path w="1739900" h="1009014">
                  <a:moveTo>
                    <a:pt x="1612900" y="384809"/>
                  </a:moveTo>
                  <a:lnTo>
                    <a:pt x="1612900" y="384047"/>
                  </a:lnTo>
                  <a:lnTo>
                    <a:pt x="1600200" y="381761"/>
                  </a:lnTo>
                  <a:lnTo>
                    <a:pt x="1587500" y="377951"/>
                  </a:lnTo>
                  <a:lnTo>
                    <a:pt x="1574800" y="370331"/>
                  </a:lnTo>
                  <a:lnTo>
                    <a:pt x="1562100" y="366521"/>
                  </a:lnTo>
                  <a:lnTo>
                    <a:pt x="1562100" y="367283"/>
                  </a:lnTo>
                  <a:lnTo>
                    <a:pt x="1574800" y="371093"/>
                  </a:lnTo>
                  <a:lnTo>
                    <a:pt x="1587500" y="378713"/>
                  </a:lnTo>
                  <a:lnTo>
                    <a:pt x="1600200" y="382523"/>
                  </a:lnTo>
                  <a:lnTo>
                    <a:pt x="1612900" y="384809"/>
                  </a:lnTo>
                  <a:close/>
                </a:path>
                <a:path w="1739900" h="1009014">
                  <a:moveTo>
                    <a:pt x="1574800" y="775715"/>
                  </a:moveTo>
                  <a:lnTo>
                    <a:pt x="1574800" y="774953"/>
                  </a:lnTo>
                  <a:lnTo>
                    <a:pt x="1562100" y="780287"/>
                  </a:lnTo>
                  <a:lnTo>
                    <a:pt x="1562100" y="781049"/>
                  </a:lnTo>
                  <a:lnTo>
                    <a:pt x="1574800" y="775715"/>
                  </a:lnTo>
                  <a:close/>
                </a:path>
                <a:path w="1739900" h="1009014">
                  <a:moveTo>
                    <a:pt x="1598543" y="676987"/>
                  </a:moveTo>
                  <a:lnTo>
                    <a:pt x="1595782" y="678047"/>
                  </a:lnTo>
                  <a:lnTo>
                    <a:pt x="1574800" y="691895"/>
                  </a:lnTo>
                  <a:lnTo>
                    <a:pt x="1577975" y="690562"/>
                  </a:lnTo>
                  <a:lnTo>
                    <a:pt x="1598543" y="676987"/>
                  </a:lnTo>
                  <a:close/>
                </a:path>
                <a:path w="1739900" h="1009014">
                  <a:moveTo>
                    <a:pt x="1577975" y="690562"/>
                  </a:moveTo>
                  <a:lnTo>
                    <a:pt x="1574800" y="691895"/>
                  </a:lnTo>
                  <a:lnTo>
                    <a:pt x="1574800" y="692657"/>
                  </a:lnTo>
                  <a:lnTo>
                    <a:pt x="1577975" y="690562"/>
                  </a:lnTo>
                  <a:close/>
                </a:path>
                <a:path w="1739900" h="1009014">
                  <a:moveTo>
                    <a:pt x="1587500" y="687323"/>
                  </a:moveTo>
                  <a:lnTo>
                    <a:pt x="1587500" y="686561"/>
                  </a:lnTo>
                  <a:lnTo>
                    <a:pt x="1577975" y="690562"/>
                  </a:lnTo>
                  <a:lnTo>
                    <a:pt x="1574800" y="692657"/>
                  </a:lnTo>
                  <a:lnTo>
                    <a:pt x="1587500" y="687323"/>
                  </a:lnTo>
                  <a:close/>
                </a:path>
                <a:path w="1739900" h="1009014">
                  <a:moveTo>
                    <a:pt x="1587500" y="752855"/>
                  </a:moveTo>
                  <a:lnTo>
                    <a:pt x="1574800" y="752855"/>
                  </a:lnTo>
                  <a:lnTo>
                    <a:pt x="1574800" y="761999"/>
                  </a:lnTo>
                  <a:lnTo>
                    <a:pt x="1587500" y="752855"/>
                  </a:lnTo>
                  <a:close/>
                </a:path>
                <a:path w="1739900" h="1009014">
                  <a:moveTo>
                    <a:pt x="1600200" y="675131"/>
                  </a:moveTo>
                  <a:lnTo>
                    <a:pt x="1587500" y="681227"/>
                  </a:lnTo>
                  <a:lnTo>
                    <a:pt x="1595782" y="678047"/>
                  </a:lnTo>
                  <a:lnTo>
                    <a:pt x="1600200" y="675131"/>
                  </a:lnTo>
                  <a:close/>
                </a:path>
                <a:path w="1739900" h="1009014">
                  <a:moveTo>
                    <a:pt x="1621393" y="663944"/>
                  </a:moveTo>
                  <a:lnTo>
                    <a:pt x="1612900" y="667511"/>
                  </a:lnTo>
                  <a:lnTo>
                    <a:pt x="1600200" y="675131"/>
                  </a:lnTo>
                  <a:lnTo>
                    <a:pt x="1595782" y="678047"/>
                  </a:lnTo>
                  <a:lnTo>
                    <a:pt x="1598543" y="676987"/>
                  </a:lnTo>
                  <a:lnTo>
                    <a:pt x="1600200" y="675893"/>
                  </a:lnTo>
                  <a:lnTo>
                    <a:pt x="1600200" y="676351"/>
                  </a:lnTo>
                  <a:lnTo>
                    <a:pt x="1612900" y="671474"/>
                  </a:lnTo>
                  <a:lnTo>
                    <a:pt x="1621393" y="663944"/>
                  </a:lnTo>
                  <a:close/>
                </a:path>
                <a:path w="1739900" h="1009014">
                  <a:moveTo>
                    <a:pt x="1600200" y="676351"/>
                  </a:moveTo>
                  <a:lnTo>
                    <a:pt x="1600200" y="675893"/>
                  </a:lnTo>
                  <a:lnTo>
                    <a:pt x="1598543" y="676987"/>
                  </a:lnTo>
                  <a:lnTo>
                    <a:pt x="1600200" y="676351"/>
                  </a:lnTo>
                  <a:close/>
                </a:path>
                <a:path w="1739900" h="1009014">
                  <a:moveTo>
                    <a:pt x="1651000" y="405383"/>
                  </a:moveTo>
                  <a:lnTo>
                    <a:pt x="1651000" y="404621"/>
                  </a:lnTo>
                  <a:lnTo>
                    <a:pt x="1638300" y="400811"/>
                  </a:lnTo>
                  <a:lnTo>
                    <a:pt x="1625600" y="393191"/>
                  </a:lnTo>
                  <a:lnTo>
                    <a:pt x="1612900" y="389381"/>
                  </a:lnTo>
                  <a:lnTo>
                    <a:pt x="1612900" y="390143"/>
                  </a:lnTo>
                  <a:lnTo>
                    <a:pt x="1625600" y="393953"/>
                  </a:lnTo>
                  <a:lnTo>
                    <a:pt x="1638300" y="401573"/>
                  </a:lnTo>
                  <a:lnTo>
                    <a:pt x="1651000" y="405383"/>
                  </a:lnTo>
                  <a:close/>
                </a:path>
                <a:path w="1739900" h="1009014">
                  <a:moveTo>
                    <a:pt x="1651000" y="641603"/>
                  </a:moveTo>
                  <a:lnTo>
                    <a:pt x="1651000" y="638555"/>
                  </a:lnTo>
                  <a:lnTo>
                    <a:pt x="1638300" y="648795"/>
                  </a:lnTo>
                  <a:lnTo>
                    <a:pt x="1625600" y="660215"/>
                  </a:lnTo>
                  <a:lnTo>
                    <a:pt x="1621393" y="663944"/>
                  </a:lnTo>
                  <a:lnTo>
                    <a:pt x="1625600" y="662177"/>
                  </a:lnTo>
                  <a:lnTo>
                    <a:pt x="1638300" y="654557"/>
                  </a:lnTo>
                  <a:lnTo>
                    <a:pt x="1638300" y="649223"/>
                  </a:lnTo>
                  <a:lnTo>
                    <a:pt x="1651000" y="641603"/>
                  </a:lnTo>
                  <a:close/>
                </a:path>
                <a:path w="1739900" h="1009014">
                  <a:moveTo>
                    <a:pt x="1676400" y="422147"/>
                  </a:moveTo>
                  <a:lnTo>
                    <a:pt x="1676400" y="421385"/>
                  </a:lnTo>
                  <a:lnTo>
                    <a:pt x="1651000" y="406145"/>
                  </a:lnTo>
                  <a:lnTo>
                    <a:pt x="1651000" y="406907"/>
                  </a:lnTo>
                  <a:lnTo>
                    <a:pt x="1663700" y="414527"/>
                  </a:lnTo>
                  <a:lnTo>
                    <a:pt x="1663700" y="418337"/>
                  </a:lnTo>
                  <a:lnTo>
                    <a:pt x="1676400" y="422147"/>
                  </a:lnTo>
                  <a:close/>
                </a:path>
                <a:path w="1739900" h="1009014">
                  <a:moveTo>
                    <a:pt x="1676400" y="624839"/>
                  </a:moveTo>
                  <a:lnTo>
                    <a:pt x="1651000" y="637793"/>
                  </a:lnTo>
                  <a:lnTo>
                    <a:pt x="1651000" y="638555"/>
                  </a:lnTo>
                  <a:lnTo>
                    <a:pt x="1676400" y="624839"/>
                  </a:lnTo>
                  <a:close/>
                </a:path>
                <a:path w="1739900" h="1009014">
                  <a:moveTo>
                    <a:pt x="1689100" y="433577"/>
                  </a:moveTo>
                  <a:lnTo>
                    <a:pt x="1689100" y="432815"/>
                  </a:lnTo>
                  <a:lnTo>
                    <a:pt x="1676400" y="426719"/>
                  </a:lnTo>
                  <a:lnTo>
                    <a:pt x="1676400" y="427481"/>
                  </a:lnTo>
                  <a:lnTo>
                    <a:pt x="1689100" y="433577"/>
                  </a:lnTo>
                  <a:close/>
                </a:path>
                <a:path w="1739900" h="1009014">
                  <a:moveTo>
                    <a:pt x="1689100" y="606551"/>
                  </a:moveTo>
                  <a:lnTo>
                    <a:pt x="1689100" y="605789"/>
                  </a:lnTo>
                  <a:lnTo>
                    <a:pt x="1676400" y="617219"/>
                  </a:lnTo>
                  <a:lnTo>
                    <a:pt x="1689100" y="606551"/>
                  </a:lnTo>
                  <a:close/>
                </a:path>
                <a:path w="1739900" h="1009014">
                  <a:moveTo>
                    <a:pt x="1701800" y="442721"/>
                  </a:moveTo>
                  <a:lnTo>
                    <a:pt x="1701800" y="441959"/>
                  </a:lnTo>
                  <a:lnTo>
                    <a:pt x="1689100" y="438149"/>
                  </a:lnTo>
                  <a:lnTo>
                    <a:pt x="1689100" y="438911"/>
                  </a:lnTo>
                  <a:lnTo>
                    <a:pt x="1701800" y="442721"/>
                  </a:lnTo>
                  <a:close/>
                </a:path>
                <a:path w="1739900" h="1009014">
                  <a:moveTo>
                    <a:pt x="1714500" y="455675"/>
                  </a:moveTo>
                  <a:lnTo>
                    <a:pt x="1714500" y="454913"/>
                  </a:lnTo>
                  <a:lnTo>
                    <a:pt x="1701800" y="453389"/>
                  </a:lnTo>
                  <a:lnTo>
                    <a:pt x="1701800" y="454151"/>
                  </a:lnTo>
                  <a:lnTo>
                    <a:pt x="1714500" y="455675"/>
                  </a:lnTo>
                  <a:close/>
                </a:path>
                <a:path w="1739900" h="1009014">
                  <a:moveTo>
                    <a:pt x="1727200" y="470915"/>
                  </a:moveTo>
                  <a:lnTo>
                    <a:pt x="1727200" y="466343"/>
                  </a:lnTo>
                  <a:lnTo>
                    <a:pt x="1714500" y="462533"/>
                  </a:lnTo>
                  <a:lnTo>
                    <a:pt x="1714500" y="467105"/>
                  </a:lnTo>
                  <a:lnTo>
                    <a:pt x="1727200" y="470915"/>
                  </a:lnTo>
                  <a:close/>
                </a:path>
                <a:path w="1739900" h="1009014">
                  <a:moveTo>
                    <a:pt x="1727200" y="564641"/>
                  </a:moveTo>
                  <a:lnTo>
                    <a:pt x="1727200" y="560831"/>
                  </a:lnTo>
                  <a:lnTo>
                    <a:pt x="1714500" y="564641"/>
                  </a:lnTo>
                  <a:lnTo>
                    <a:pt x="1714500" y="570737"/>
                  </a:lnTo>
                  <a:lnTo>
                    <a:pt x="1727200" y="564641"/>
                  </a:lnTo>
                  <a:close/>
                </a:path>
                <a:path w="1739900" h="1009014">
                  <a:moveTo>
                    <a:pt x="1739900" y="515873"/>
                  </a:moveTo>
                  <a:lnTo>
                    <a:pt x="1739900" y="493013"/>
                  </a:lnTo>
                  <a:lnTo>
                    <a:pt x="1727200" y="489203"/>
                  </a:lnTo>
                  <a:lnTo>
                    <a:pt x="1727200" y="508253"/>
                  </a:lnTo>
                  <a:lnTo>
                    <a:pt x="1739900" y="515873"/>
                  </a:lnTo>
                  <a:close/>
                </a:path>
                <a:path w="1739900" h="1009014">
                  <a:moveTo>
                    <a:pt x="1739900" y="538733"/>
                  </a:moveTo>
                  <a:lnTo>
                    <a:pt x="1739900" y="515873"/>
                  </a:lnTo>
                  <a:lnTo>
                    <a:pt x="1727200" y="518921"/>
                  </a:lnTo>
                  <a:lnTo>
                    <a:pt x="1727200" y="542543"/>
                  </a:lnTo>
                  <a:lnTo>
                    <a:pt x="1739900" y="5387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42345" y="3986796"/>
              <a:ext cx="868680" cy="258445"/>
            </a:xfrm>
            <a:custGeom>
              <a:avLst/>
              <a:gdLst/>
              <a:ahLst/>
              <a:cxnLst/>
              <a:rect l="l" t="t" r="r" b="b"/>
              <a:pathLst>
                <a:path w="868679" h="258445">
                  <a:moveTo>
                    <a:pt x="282702" y="98298"/>
                  </a:moveTo>
                  <a:lnTo>
                    <a:pt x="280416" y="98298"/>
                  </a:lnTo>
                  <a:lnTo>
                    <a:pt x="280416" y="92202"/>
                  </a:lnTo>
                  <a:lnTo>
                    <a:pt x="278130" y="92202"/>
                  </a:lnTo>
                  <a:lnTo>
                    <a:pt x="278130" y="88392"/>
                  </a:lnTo>
                  <a:lnTo>
                    <a:pt x="273558" y="88392"/>
                  </a:lnTo>
                  <a:lnTo>
                    <a:pt x="273558" y="85344"/>
                  </a:lnTo>
                  <a:lnTo>
                    <a:pt x="266700" y="83058"/>
                  </a:lnTo>
                  <a:lnTo>
                    <a:pt x="262890" y="81534"/>
                  </a:lnTo>
                  <a:lnTo>
                    <a:pt x="262890" y="75438"/>
                  </a:lnTo>
                  <a:lnTo>
                    <a:pt x="260604" y="75438"/>
                  </a:lnTo>
                  <a:lnTo>
                    <a:pt x="260604" y="73914"/>
                  </a:lnTo>
                  <a:lnTo>
                    <a:pt x="253746" y="73914"/>
                  </a:lnTo>
                  <a:lnTo>
                    <a:pt x="253746" y="70104"/>
                  </a:lnTo>
                  <a:lnTo>
                    <a:pt x="249174" y="67818"/>
                  </a:lnTo>
                  <a:lnTo>
                    <a:pt x="245364" y="64008"/>
                  </a:lnTo>
                  <a:lnTo>
                    <a:pt x="245364" y="62484"/>
                  </a:lnTo>
                  <a:lnTo>
                    <a:pt x="238506" y="62484"/>
                  </a:lnTo>
                  <a:lnTo>
                    <a:pt x="238506" y="58674"/>
                  </a:lnTo>
                  <a:lnTo>
                    <a:pt x="236220" y="58674"/>
                  </a:lnTo>
                  <a:lnTo>
                    <a:pt x="236220" y="56388"/>
                  </a:lnTo>
                  <a:lnTo>
                    <a:pt x="231648" y="56388"/>
                  </a:lnTo>
                  <a:lnTo>
                    <a:pt x="231648" y="54864"/>
                  </a:lnTo>
                  <a:lnTo>
                    <a:pt x="225552" y="51054"/>
                  </a:lnTo>
                  <a:lnTo>
                    <a:pt x="220980" y="49530"/>
                  </a:lnTo>
                  <a:lnTo>
                    <a:pt x="220980" y="47244"/>
                  </a:lnTo>
                  <a:lnTo>
                    <a:pt x="216408" y="47244"/>
                  </a:lnTo>
                  <a:lnTo>
                    <a:pt x="216408" y="45720"/>
                  </a:lnTo>
                  <a:lnTo>
                    <a:pt x="204978" y="41910"/>
                  </a:lnTo>
                  <a:lnTo>
                    <a:pt x="204978" y="38100"/>
                  </a:lnTo>
                  <a:lnTo>
                    <a:pt x="201168" y="38100"/>
                  </a:lnTo>
                  <a:lnTo>
                    <a:pt x="201168" y="35814"/>
                  </a:lnTo>
                  <a:lnTo>
                    <a:pt x="194310" y="35814"/>
                  </a:lnTo>
                  <a:lnTo>
                    <a:pt x="194310" y="34290"/>
                  </a:lnTo>
                  <a:lnTo>
                    <a:pt x="189738" y="32004"/>
                  </a:lnTo>
                  <a:lnTo>
                    <a:pt x="183642" y="30480"/>
                  </a:lnTo>
                  <a:lnTo>
                    <a:pt x="183642" y="26670"/>
                  </a:lnTo>
                  <a:lnTo>
                    <a:pt x="179070" y="26670"/>
                  </a:lnTo>
                  <a:lnTo>
                    <a:pt x="179070" y="25146"/>
                  </a:lnTo>
                  <a:lnTo>
                    <a:pt x="174498" y="25146"/>
                  </a:lnTo>
                  <a:lnTo>
                    <a:pt x="174498" y="22860"/>
                  </a:lnTo>
                  <a:lnTo>
                    <a:pt x="165354" y="22860"/>
                  </a:lnTo>
                  <a:lnTo>
                    <a:pt x="165354" y="21336"/>
                  </a:lnTo>
                  <a:lnTo>
                    <a:pt x="161544" y="21336"/>
                  </a:lnTo>
                  <a:lnTo>
                    <a:pt x="161544" y="19050"/>
                  </a:lnTo>
                  <a:lnTo>
                    <a:pt x="152400" y="19050"/>
                  </a:lnTo>
                  <a:lnTo>
                    <a:pt x="152400" y="17526"/>
                  </a:lnTo>
                  <a:lnTo>
                    <a:pt x="147828" y="17526"/>
                  </a:lnTo>
                  <a:lnTo>
                    <a:pt x="147828" y="13716"/>
                  </a:lnTo>
                  <a:lnTo>
                    <a:pt x="139446" y="13716"/>
                  </a:lnTo>
                  <a:lnTo>
                    <a:pt x="139446" y="11430"/>
                  </a:lnTo>
                  <a:lnTo>
                    <a:pt x="130302" y="11430"/>
                  </a:lnTo>
                  <a:lnTo>
                    <a:pt x="130302" y="9906"/>
                  </a:lnTo>
                  <a:lnTo>
                    <a:pt x="121920" y="9906"/>
                  </a:lnTo>
                  <a:lnTo>
                    <a:pt x="121920" y="7620"/>
                  </a:lnTo>
                  <a:lnTo>
                    <a:pt x="108204" y="7620"/>
                  </a:lnTo>
                  <a:lnTo>
                    <a:pt x="108204" y="6096"/>
                  </a:lnTo>
                  <a:lnTo>
                    <a:pt x="92964" y="6096"/>
                  </a:lnTo>
                  <a:lnTo>
                    <a:pt x="92964" y="2286"/>
                  </a:lnTo>
                  <a:lnTo>
                    <a:pt x="70866" y="2286"/>
                  </a:lnTo>
                  <a:lnTo>
                    <a:pt x="70866" y="0"/>
                  </a:lnTo>
                  <a:lnTo>
                    <a:pt x="41910" y="0"/>
                  </a:lnTo>
                  <a:lnTo>
                    <a:pt x="41910" y="2286"/>
                  </a:lnTo>
                  <a:lnTo>
                    <a:pt x="9144" y="2286"/>
                  </a:lnTo>
                  <a:lnTo>
                    <a:pt x="9144" y="6096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4572" y="9906"/>
                  </a:lnTo>
                  <a:lnTo>
                    <a:pt x="4572" y="11430"/>
                  </a:lnTo>
                  <a:lnTo>
                    <a:pt x="9144" y="13716"/>
                  </a:lnTo>
                  <a:lnTo>
                    <a:pt x="9144" y="17526"/>
                  </a:lnTo>
                  <a:lnTo>
                    <a:pt x="16002" y="19050"/>
                  </a:lnTo>
                  <a:lnTo>
                    <a:pt x="16002" y="21336"/>
                  </a:lnTo>
                  <a:lnTo>
                    <a:pt x="19812" y="22860"/>
                  </a:lnTo>
                  <a:lnTo>
                    <a:pt x="19812" y="25146"/>
                  </a:lnTo>
                  <a:lnTo>
                    <a:pt x="26670" y="26670"/>
                  </a:lnTo>
                  <a:lnTo>
                    <a:pt x="26670" y="32004"/>
                  </a:lnTo>
                  <a:lnTo>
                    <a:pt x="31242" y="34290"/>
                  </a:lnTo>
                  <a:lnTo>
                    <a:pt x="31242" y="38100"/>
                  </a:lnTo>
                  <a:lnTo>
                    <a:pt x="33528" y="38100"/>
                  </a:lnTo>
                  <a:lnTo>
                    <a:pt x="33528" y="41910"/>
                  </a:lnTo>
                  <a:lnTo>
                    <a:pt x="38100" y="43434"/>
                  </a:lnTo>
                  <a:lnTo>
                    <a:pt x="38100" y="49530"/>
                  </a:lnTo>
                  <a:lnTo>
                    <a:pt x="41910" y="49530"/>
                  </a:lnTo>
                  <a:lnTo>
                    <a:pt x="41910" y="56388"/>
                  </a:lnTo>
                  <a:lnTo>
                    <a:pt x="44196" y="56388"/>
                  </a:lnTo>
                  <a:lnTo>
                    <a:pt x="44196" y="60198"/>
                  </a:lnTo>
                  <a:lnTo>
                    <a:pt x="46482" y="60198"/>
                  </a:lnTo>
                  <a:lnTo>
                    <a:pt x="46482" y="92202"/>
                  </a:lnTo>
                  <a:lnTo>
                    <a:pt x="46482" y="94488"/>
                  </a:lnTo>
                  <a:lnTo>
                    <a:pt x="44196" y="94488"/>
                  </a:lnTo>
                  <a:lnTo>
                    <a:pt x="44196" y="99822"/>
                  </a:lnTo>
                  <a:lnTo>
                    <a:pt x="41910" y="105918"/>
                  </a:lnTo>
                  <a:lnTo>
                    <a:pt x="38100" y="109728"/>
                  </a:lnTo>
                  <a:lnTo>
                    <a:pt x="48768" y="109728"/>
                  </a:lnTo>
                  <a:lnTo>
                    <a:pt x="48768" y="107442"/>
                  </a:lnTo>
                  <a:lnTo>
                    <a:pt x="55626" y="107442"/>
                  </a:lnTo>
                  <a:lnTo>
                    <a:pt x="55626" y="105918"/>
                  </a:lnTo>
                  <a:lnTo>
                    <a:pt x="64008" y="105918"/>
                  </a:lnTo>
                  <a:lnTo>
                    <a:pt x="64008" y="103632"/>
                  </a:lnTo>
                  <a:lnTo>
                    <a:pt x="70866" y="103632"/>
                  </a:lnTo>
                  <a:lnTo>
                    <a:pt x="70866" y="99822"/>
                  </a:lnTo>
                  <a:lnTo>
                    <a:pt x="80010" y="99822"/>
                  </a:lnTo>
                  <a:lnTo>
                    <a:pt x="80010" y="98298"/>
                  </a:lnTo>
                  <a:lnTo>
                    <a:pt x="90678" y="98298"/>
                  </a:lnTo>
                  <a:lnTo>
                    <a:pt x="90678" y="96012"/>
                  </a:lnTo>
                  <a:lnTo>
                    <a:pt x="103632" y="96012"/>
                  </a:lnTo>
                  <a:lnTo>
                    <a:pt x="103632" y="94488"/>
                  </a:lnTo>
                  <a:lnTo>
                    <a:pt x="130302" y="94488"/>
                  </a:lnTo>
                  <a:lnTo>
                    <a:pt x="130302" y="92202"/>
                  </a:lnTo>
                  <a:lnTo>
                    <a:pt x="204978" y="92202"/>
                  </a:lnTo>
                  <a:lnTo>
                    <a:pt x="204978" y="94488"/>
                  </a:lnTo>
                  <a:lnTo>
                    <a:pt x="231648" y="94488"/>
                  </a:lnTo>
                  <a:lnTo>
                    <a:pt x="231648" y="96012"/>
                  </a:lnTo>
                  <a:lnTo>
                    <a:pt x="246888" y="96012"/>
                  </a:lnTo>
                  <a:lnTo>
                    <a:pt x="246888" y="98298"/>
                  </a:lnTo>
                  <a:lnTo>
                    <a:pt x="265176" y="98298"/>
                  </a:lnTo>
                  <a:lnTo>
                    <a:pt x="265176" y="99822"/>
                  </a:lnTo>
                  <a:lnTo>
                    <a:pt x="278130" y="99822"/>
                  </a:lnTo>
                  <a:lnTo>
                    <a:pt x="278130" y="103632"/>
                  </a:lnTo>
                  <a:lnTo>
                    <a:pt x="282702" y="103632"/>
                  </a:lnTo>
                  <a:lnTo>
                    <a:pt x="282702" y="98298"/>
                  </a:lnTo>
                  <a:close/>
                </a:path>
                <a:path w="868679" h="258445">
                  <a:moveTo>
                    <a:pt x="868680" y="167640"/>
                  </a:moveTo>
                  <a:lnTo>
                    <a:pt x="866394" y="167640"/>
                  </a:lnTo>
                  <a:lnTo>
                    <a:pt x="866394" y="154686"/>
                  </a:lnTo>
                  <a:lnTo>
                    <a:pt x="862584" y="154686"/>
                  </a:lnTo>
                  <a:lnTo>
                    <a:pt x="862584" y="148590"/>
                  </a:lnTo>
                  <a:lnTo>
                    <a:pt x="860298" y="148590"/>
                  </a:lnTo>
                  <a:lnTo>
                    <a:pt x="860298" y="141732"/>
                  </a:lnTo>
                  <a:lnTo>
                    <a:pt x="855726" y="137922"/>
                  </a:lnTo>
                  <a:lnTo>
                    <a:pt x="855726" y="134112"/>
                  </a:lnTo>
                  <a:lnTo>
                    <a:pt x="853440" y="134112"/>
                  </a:lnTo>
                  <a:lnTo>
                    <a:pt x="853440" y="131826"/>
                  </a:lnTo>
                  <a:lnTo>
                    <a:pt x="846582" y="131826"/>
                  </a:lnTo>
                  <a:lnTo>
                    <a:pt x="846582" y="126492"/>
                  </a:lnTo>
                  <a:lnTo>
                    <a:pt x="842772" y="126492"/>
                  </a:lnTo>
                  <a:lnTo>
                    <a:pt x="842772" y="124206"/>
                  </a:lnTo>
                  <a:lnTo>
                    <a:pt x="838200" y="124206"/>
                  </a:lnTo>
                  <a:lnTo>
                    <a:pt x="838200" y="122682"/>
                  </a:lnTo>
                  <a:lnTo>
                    <a:pt x="829056" y="122682"/>
                  </a:lnTo>
                  <a:lnTo>
                    <a:pt x="829056" y="120396"/>
                  </a:lnTo>
                  <a:lnTo>
                    <a:pt x="818388" y="120396"/>
                  </a:lnTo>
                  <a:lnTo>
                    <a:pt x="818388" y="118872"/>
                  </a:lnTo>
                  <a:lnTo>
                    <a:pt x="803148" y="118872"/>
                  </a:lnTo>
                  <a:lnTo>
                    <a:pt x="803148" y="116586"/>
                  </a:lnTo>
                  <a:lnTo>
                    <a:pt x="776478" y="116586"/>
                  </a:lnTo>
                  <a:lnTo>
                    <a:pt x="776478" y="118872"/>
                  </a:lnTo>
                  <a:lnTo>
                    <a:pt x="758952" y="118872"/>
                  </a:lnTo>
                  <a:lnTo>
                    <a:pt x="758952" y="120396"/>
                  </a:lnTo>
                  <a:lnTo>
                    <a:pt x="742950" y="120396"/>
                  </a:lnTo>
                  <a:lnTo>
                    <a:pt x="742950" y="122682"/>
                  </a:lnTo>
                  <a:lnTo>
                    <a:pt x="727710" y="122682"/>
                  </a:lnTo>
                  <a:lnTo>
                    <a:pt x="727710" y="124206"/>
                  </a:lnTo>
                  <a:lnTo>
                    <a:pt x="719328" y="124206"/>
                  </a:lnTo>
                  <a:lnTo>
                    <a:pt x="719328" y="126492"/>
                  </a:lnTo>
                  <a:lnTo>
                    <a:pt x="710184" y="126492"/>
                  </a:lnTo>
                  <a:lnTo>
                    <a:pt x="710184" y="130302"/>
                  </a:lnTo>
                  <a:lnTo>
                    <a:pt x="699516" y="130302"/>
                  </a:lnTo>
                  <a:lnTo>
                    <a:pt x="699516" y="131826"/>
                  </a:lnTo>
                  <a:lnTo>
                    <a:pt x="688086" y="131826"/>
                  </a:lnTo>
                  <a:lnTo>
                    <a:pt x="688086" y="134112"/>
                  </a:lnTo>
                  <a:lnTo>
                    <a:pt x="683514" y="134112"/>
                  </a:lnTo>
                  <a:lnTo>
                    <a:pt x="683514" y="135636"/>
                  </a:lnTo>
                  <a:lnTo>
                    <a:pt x="670560" y="135636"/>
                  </a:lnTo>
                  <a:lnTo>
                    <a:pt x="670560" y="137922"/>
                  </a:lnTo>
                  <a:lnTo>
                    <a:pt x="665988" y="137922"/>
                  </a:lnTo>
                  <a:lnTo>
                    <a:pt x="665988" y="141732"/>
                  </a:lnTo>
                  <a:lnTo>
                    <a:pt x="659130" y="141732"/>
                  </a:lnTo>
                  <a:lnTo>
                    <a:pt x="659130" y="143256"/>
                  </a:lnTo>
                  <a:lnTo>
                    <a:pt x="650748" y="143256"/>
                  </a:lnTo>
                  <a:lnTo>
                    <a:pt x="650748" y="144780"/>
                  </a:lnTo>
                  <a:lnTo>
                    <a:pt x="641604" y="144780"/>
                  </a:lnTo>
                  <a:lnTo>
                    <a:pt x="641604" y="147066"/>
                  </a:lnTo>
                  <a:lnTo>
                    <a:pt x="637794" y="147066"/>
                  </a:lnTo>
                  <a:lnTo>
                    <a:pt x="637794" y="148590"/>
                  </a:lnTo>
                  <a:lnTo>
                    <a:pt x="630936" y="148590"/>
                  </a:lnTo>
                  <a:lnTo>
                    <a:pt x="630936" y="150876"/>
                  </a:lnTo>
                  <a:lnTo>
                    <a:pt x="624078" y="150876"/>
                  </a:lnTo>
                  <a:lnTo>
                    <a:pt x="624078" y="154686"/>
                  </a:lnTo>
                  <a:lnTo>
                    <a:pt x="617220" y="154686"/>
                  </a:lnTo>
                  <a:lnTo>
                    <a:pt x="617220" y="156210"/>
                  </a:lnTo>
                  <a:lnTo>
                    <a:pt x="611124" y="156210"/>
                  </a:lnTo>
                  <a:lnTo>
                    <a:pt x="611124" y="158496"/>
                  </a:lnTo>
                  <a:lnTo>
                    <a:pt x="621792" y="162306"/>
                  </a:lnTo>
                  <a:lnTo>
                    <a:pt x="621792" y="166116"/>
                  </a:lnTo>
                  <a:lnTo>
                    <a:pt x="626364" y="167640"/>
                  </a:lnTo>
                  <a:lnTo>
                    <a:pt x="626364" y="171450"/>
                  </a:lnTo>
                  <a:lnTo>
                    <a:pt x="630936" y="173736"/>
                  </a:lnTo>
                  <a:lnTo>
                    <a:pt x="630936" y="179070"/>
                  </a:lnTo>
                  <a:lnTo>
                    <a:pt x="635508" y="179070"/>
                  </a:lnTo>
                  <a:lnTo>
                    <a:pt x="635508" y="190500"/>
                  </a:lnTo>
                  <a:lnTo>
                    <a:pt x="637794" y="190500"/>
                  </a:lnTo>
                  <a:lnTo>
                    <a:pt x="637794" y="194310"/>
                  </a:lnTo>
                  <a:lnTo>
                    <a:pt x="635508" y="194310"/>
                  </a:lnTo>
                  <a:lnTo>
                    <a:pt x="635508" y="203454"/>
                  </a:lnTo>
                  <a:lnTo>
                    <a:pt x="635508" y="204978"/>
                  </a:lnTo>
                  <a:lnTo>
                    <a:pt x="630936" y="204978"/>
                  </a:lnTo>
                  <a:lnTo>
                    <a:pt x="630936" y="211074"/>
                  </a:lnTo>
                  <a:lnTo>
                    <a:pt x="628650" y="211074"/>
                  </a:lnTo>
                  <a:lnTo>
                    <a:pt x="628650" y="216408"/>
                  </a:lnTo>
                  <a:lnTo>
                    <a:pt x="637794" y="216408"/>
                  </a:lnTo>
                  <a:lnTo>
                    <a:pt x="637794" y="212598"/>
                  </a:lnTo>
                  <a:lnTo>
                    <a:pt x="643890" y="212598"/>
                  </a:lnTo>
                  <a:lnTo>
                    <a:pt x="643890" y="211074"/>
                  </a:lnTo>
                  <a:lnTo>
                    <a:pt x="653034" y="211074"/>
                  </a:lnTo>
                  <a:lnTo>
                    <a:pt x="653034" y="208788"/>
                  </a:lnTo>
                  <a:lnTo>
                    <a:pt x="659130" y="208788"/>
                  </a:lnTo>
                  <a:lnTo>
                    <a:pt x="659130" y="207264"/>
                  </a:lnTo>
                  <a:lnTo>
                    <a:pt x="672846" y="207264"/>
                  </a:lnTo>
                  <a:lnTo>
                    <a:pt x="672846" y="204978"/>
                  </a:lnTo>
                  <a:lnTo>
                    <a:pt x="683514" y="204978"/>
                  </a:lnTo>
                  <a:lnTo>
                    <a:pt x="683514" y="203454"/>
                  </a:lnTo>
                  <a:lnTo>
                    <a:pt x="745236" y="203454"/>
                  </a:lnTo>
                  <a:lnTo>
                    <a:pt x="745236" y="204978"/>
                  </a:lnTo>
                  <a:lnTo>
                    <a:pt x="756666" y="204978"/>
                  </a:lnTo>
                  <a:lnTo>
                    <a:pt x="756666" y="207264"/>
                  </a:lnTo>
                  <a:lnTo>
                    <a:pt x="765048" y="207264"/>
                  </a:lnTo>
                  <a:lnTo>
                    <a:pt x="765048" y="208788"/>
                  </a:lnTo>
                  <a:lnTo>
                    <a:pt x="771906" y="208788"/>
                  </a:lnTo>
                  <a:lnTo>
                    <a:pt x="771906" y="211074"/>
                  </a:lnTo>
                  <a:lnTo>
                    <a:pt x="776478" y="211074"/>
                  </a:lnTo>
                  <a:lnTo>
                    <a:pt x="776478" y="212598"/>
                  </a:lnTo>
                  <a:lnTo>
                    <a:pt x="784860" y="212598"/>
                  </a:lnTo>
                  <a:lnTo>
                    <a:pt x="784860" y="216408"/>
                  </a:lnTo>
                  <a:lnTo>
                    <a:pt x="789432" y="216408"/>
                  </a:lnTo>
                  <a:lnTo>
                    <a:pt x="789432" y="218694"/>
                  </a:lnTo>
                  <a:lnTo>
                    <a:pt x="796290" y="220218"/>
                  </a:lnTo>
                  <a:lnTo>
                    <a:pt x="796290" y="222504"/>
                  </a:lnTo>
                  <a:lnTo>
                    <a:pt x="800862" y="222504"/>
                  </a:lnTo>
                  <a:lnTo>
                    <a:pt x="804672" y="224028"/>
                  </a:lnTo>
                  <a:lnTo>
                    <a:pt x="804672" y="227838"/>
                  </a:lnTo>
                  <a:lnTo>
                    <a:pt x="816102" y="231648"/>
                  </a:lnTo>
                  <a:lnTo>
                    <a:pt x="816102" y="233172"/>
                  </a:lnTo>
                  <a:lnTo>
                    <a:pt x="820674" y="233172"/>
                  </a:lnTo>
                  <a:lnTo>
                    <a:pt x="820674" y="235458"/>
                  </a:lnTo>
                  <a:lnTo>
                    <a:pt x="826770" y="236982"/>
                  </a:lnTo>
                  <a:lnTo>
                    <a:pt x="826770" y="240792"/>
                  </a:lnTo>
                  <a:lnTo>
                    <a:pt x="831342" y="243078"/>
                  </a:lnTo>
                  <a:lnTo>
                    <a:pt x="831342" y="244602"/>
                  </a:lnTo>
                  <a:lnTo>
                    <a:pt x="838200" y="246888"/>
                  </a:lnTo>
                  <a:lnTo>
                    <a:pt x="838200" y="252222"/>
                  </a:lnTo>
                  <a:lnTo>
                    <a:pt x="840486" y="252222"/>
                  </a:lnTo>
                  <a:lnTo>
                    <a:pt x="840486" y="254508"/>
                  </a:lnTo>
                  <a:lnTo>
                    <a:pt x="844296" y="256032"/>
                  </a:lnTo>
                  <a:lnTo>
                    <a:pt x="844296" y="258318"/>
                  </a:lnTo>
                  <a:lnTo>
                    <a:pt x="848868" y="258318"/>
                  </a:lnTo>
                  <a:lnTo>
                    <a:pt x="848868" y="248412"/>
                  </a:lnTo>
                  <a:lnTo>
                    <a:pt x="853440" y="248412"/>
                  </a:lnTo>
                  <a:lnTo>
                    <a:pt x="853440" y="243078"/>
                  </a:lnTo>
                  <a:lnTo>
                    <a:pt x="855726" y="243078"/>
                  </a:lnTo>
                  <a:lnTo>
                    <a:pt x="855726" y="233172"/>
                  </a:lnTo>
                  <a:lnTo>
                    <a:pt x="858012" y="233172"/>
                  </a:lnTo>
                  <a:lnTo>
                    <a:pt x="858012" y="227838"/>
                  </a:lnTo>
                  <a:lnTo>
                    <a:pt x="860298" y="227838"/>
                  </a:lnTo>
                  <a:lnTo>
                    <a:pt x="860298" y="218694"/>
                  </a:lnTo>
                  <a:lnTo>
                    <a:pt x="862584" y="218694"/>
                  </a:lnTo>
                  <a:lnTo>
                    <a:pt x="862584" y="204978"/>
                  </a:lnTo>
                  <a:lnTo>
                    <a:pt x="866394" y="204978"/>
                  </a:lnTo>
                  <a:lnTo>
                    <a:pt x="866394" y="192024"/>
                  </a:lnTo>
                  <a:lnTo>
                    <a:pt x="868680" y="192024"/>
                  </a:lnTo>
                  <a:lnTo>
                    <a:pt x="868680" y="16764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0461" y="4322064"/>
              <a:ext cx="181355" cy="1668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4973" y="3964686"/>
              <a:ext cx="163068" cy="1104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16437" y="4295406"/>
              <a:ext cx="72390" cy="137160"/>
            </a:xfrm>
            <a:custGeom>
              <a:avLst/>
              <a:gdLst/>
              <a:ahLst/>
              <a:cxnLst/>
              <a:rect l="l" t="t" r="r" b="b"/>
              <a:pathLst>
                <a:path w="72389" h="137160">
                  <a:moveTo>
                    <a:pt x="2819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8194" y="137160"/>
                  </a:lnTo>
                  <a:lnTo>
                    <a:pt x="28194" y="0"/>
                  </a:lnTo>
                  <a:close/>
                </a:path>
                <a:path w="72389" h="137160">
                  <a:moveTo>
                    <a:pt x="72390" y="0"/>
                  </a:moveTo>
                  <a:lnTo>
                    <a:pt x="44196" y="0"/>
                  </a:lnTo>
                  <a:lnTo>
                    <a:pt x="44196" y="137160"/>
                  </a:lnTo>
                  <a:lnTo>
                    <a:pt x="72390" y="13716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8681" y="4469892"/>
              <a:ext cx="464820" cy="134620"/>
            </a:xfrm>
            <a:custGeom>
              <a:avLst/>
              <a:gdLst/>
              <a:ahLst/>
              <a:cxnLst/>
              <a:rect l="l" t="t" r="r" b="b"/>
              <a:pathLst>
                <a:path w="464819" h="134620">
                  <a:moveTo>
                    <a:pt x="464820" y="131825"/>
                  </a:moveTo>
                  <a:lnTo>
                    <a:pt x="464820" y="6857"/>
                  </a:lnTo>
                  <a:lnTo>
                    <a:pt x="464058" y="4571"/>
                  </a:lnTo>
                  <a:lnTo>
                    <a:pt x="463295" y="3047"/>
                  </a:lnTo>
                  <a:lnTo>
                    <a:pt x="461009" y="761"/>
                  </a:lnTo>
                  <a:lnTo>
                    <a:pt x="458723" y="761"/>
                  </a:lnTo>
                  <a:lnTo>
                    <a:pt x="456438" y="0"/>
                  </a:lnTo>
                  <a:lnTo>
                    <a:pt x="6857" y="0"/>
                  </a:lnTo>
                  <a:lnTo>
                    <a:pt x="5333" y="761"/>
                  </a:lnTo>
                  <a:lnTo>
                    <a:pt x="3809" y="761"/>
                  </a:lnTo>
                  <a:lnTo>
                    <a:pt x="2285" y="1523"/>
                  </a:lnTo>
                  <a:lnTo>
                    <a:pt x="1523" y="2285"/>
                  </a:lnTo>
                  <a:lnTo>
                    <a:pt x="0" y="5333"/>
                  </a:lnTo>
                  <a:lnTo>
                    <a:pt x="0" y="126491"/>
                  </a:lnTo>
                  <a:lnTo>
                    <a:pt x="0" y="128777"/>
                  </a:lnTo>
                  <a:lnTo>
                    <a:pt x="1524" y="131825"/>
                  </a:lnTo>
                  <a:lnTo>
                    <a:pt x="2286" y="132587"/>
                  </a:lnTo>
                  <a:lnTo>
                    <a:pt x="3810" y="133349"/>
                  </a:lnTo>
                  <a:lnTo>
                    <a:pt x="4572" y="134111"/>
                  </a:lnTo>
                  <a:lnTo>
                    <a:pt x="462534" y="134111"/>
                  </a:lnTo>
                  <a:lnTo>
                    <a:pt x="464058" y="133349"/>
                  </a:lnTo>
                  <a:lnTo>
                    <a:pt x="464820" y="131825"/>
                  </a:lnTo>
                  <a:close/>
                </a:path>
              </a:pathLst>
            </a:custGeom>
            <a:solidFill>
              <a:srgbClr val="E5E0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7157" y="4468900"/>
              <a:ext cx="467995" cy="135890"/>
            </a:xfrm>
            <a:custGeom>
              <a:avLst/>
              <a:gdLst/>
              <a:ahLst/>
              <a:cxnLst/>
              <a:rect l="l" t="t" r="r" b="b"/>
              <a:pathLst>
                <a:path w="467994" h="135889">
                  <a:moveTo>
                    <a:pt x="467868" y="0"/>
                  </a:moveTo>
                  <a:lnTo>
                    <a:pt x="465582" y="0"/>
                  </a:lnTo>
                  <a:lnTo>
                    <a:pt x="465582" y="130543"/>
                  </a:lnTo>
                  <a:lnTo>
                    <a:pt x="464820" y="132829"/>
                  </a:lnTo>
                  <a:lnTo>
                    <a:pt x="463296" y="133591"/>
                  </a:lnTo>
                  <a:lnTo>
                    <a:pt x="460248" y="133591"/>
                  </a:lnTo>
                  <a:lnTo>
                    <a:pt x="9906" y="133591"/>
                  </a:lnTo>
                  <a:lnTo>
                    <a:pt x="5334" y="133591"/>
                  </a:lnTo>
                  <a:lnTo>
                    <a:pt x="3048" y="131305"/>
                  </a:lnTo>
                  <a:lnTo>
                    <a:pt x="3048" y="127495"/>
                  </a:lnTo>
                  <a:lnTo>
                    <a:pt x="3035" y="7861"/>
                  </a:lnTo>
                  <a:lnTo>
                    <a:pt x="9906" y="7861"/>
                  </a:lnTo>
                  <a:lnTo>
                    <a:pt x="9906" y="6337"/>
                  </a:lnTo>
                  <a:lnTo>
                    <a:pt x="9906" y="2527"/>
                  </a:lnTo>
                  <a:lnTo>
                    <a:pt x="455676" y="2527"/>
                  </a:lnTo>
                  <a:lnTo>
                    <a:pt x="455676" y="6337"/>
                  </a:lnTo>
                  <a:lnTo>
                    <a:pt x="455676" y="10147"/>
                  </a:lnTo>
                  <a:lnTo>
                    <a:pt x="465569" y="10147"/>
                  </a:lnTo>
                  <a:lnTo>
                    <a:pt x="465569" y="130543"/>
                  </a:lnTo>
                  <a:lnTo>
                    <a:pt x="465582" y="0"/>
                  </a:lnTo>
                  <a:lnTo>
                    <a:pt x="455676" y="0"/>
                  </a:lnTo>
                  <a:lnTo>
                    <a:pt x="455676" y="241"/>
                  </a:lnTo>
                  <a:lnTo>
                    <a:pt x="9906" y="241"/>
                  </a:lnTo>
                  <a:lnTo>
                    <a:pt x="0" y="241"/>
                  </a:lnTo>
                  <a:lnTo>
                    <a:pt x="0" y="6337"/>
                  </a:lnTo>
                  <a:lnTo>
                    <a:pt x="0" y="7861"/>
                  </a:lnTo>
                  <a:lnTo>
                    <a:pt x="0" y="127495"/>
                  </a:lnTo>
                  <a:lnTo>
                    <a:pt x="762" y="129781"/>
                  </a:lnTo>
                  <a:lnTo>
                    <a:pt x="762" y="132067"/>
                  </a:lnTo>
                  <a:lnTo>
                    <a:pt x="2286" y="133591"/>
                  </a:lnTo>
                  <a:lnTo>
                    <a:pt x="3048" y="135115"/>
                  </a:lnTo>
                  <a:lnTo>
                    <a:pt x="4572" y="135877"/>
                  </a:lnTo>
                  <a:lnTo>
                    <a:pt x="9906" y="135877"/>
                  </a:lnTo>
                  <a:lnTo>
                    <a:pt x="460248" y="135877"/>
                  </a:lnTo>
                  <a:lnTo>
                    <a:pt x="464058" y="135877"/>
                  </a:lnTo>
                  <a:lnTo>
                    <a:pt x="466344" y="135115"/>
                  </a:lnTo>
                  <a:lnTo>
                    <a:pt x="467868" y="132829"/>
                  </a:lnTo>
                  <a:lnTo>
                    <a:pt x="467868" y="130543"/>
                  </a:lnTo>
                  <a:lnTo>
                    <a:pt x="467868" y="10147"/>
                  </a:lnTo>
                  <a:lnTo>
                    <a:pt x="467868" y="6337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58681" y="4424934"/>
              <a:ext cx="464820" cy="52069"/>
            </a:xfrm>
            <a:custGeom>
              <a:avLst/>
              <a:gdLst/>
              <a:ahLst/>
              <a:cxnLst/>
              <a:rect l="l" t="t" r="r" b="b"/>
              <a:pathLst>
                <a:path w="464819" h="52070">
                  <a:moveTo>
                    <a:pt x="464820" y="51816"/>
                  </a:moveTo>
                  <a:lnTo>
                    <a:pt x="464820" y="48768"/>
                  </a:lnTo>
                  <a:lnTo>
                    <a:pt x="460908" y="43865"/>
                  </a:lnTo>
                  <a:lnTo>
                    <a:pt x="455447" y="36842"/>
                  </a:lnTo>
                  <a:lnTo>
                    <a:pt x="451104" y="32766"/>
                  </a:lnTo>
                  <a:lnTo>
                    <a:pt x="447294" y="28194"/>
                  </a:lnTo>
                  <a:lnTo>
                    <a:pt x="442722" y="23622"/>
                  </a:lnTo>
                  <a:lnTo>
                    <a:pt x="421386" y="2286"/>
                  </a:lnTo>
                  <a:lnTo>
                    <a:pt x="419862" y="0"/>
                  </a:lnTo>
                  <a:lnTo>
                    <a:pt x="42671" y="0"/>
                  </a:lnTo>
                  <a:lnTo>
                    <a:pt x="41148" y="2286"/>
                  </a:lnTo>
                  <a:lnTo>
                    <a:pt x="38862" y="4572"/>
                  </a:lnTo>
                  <a:lnTo>
                    <a:pt x="33832" y="7886"/>
                  </a:lnTo>
                  <a:lnTo>
                    <a:pt x="26250" y="18681"/>
                  </a:lnTo>
                  <a:lnTo>
                    <a:pt x="21336" y="22860"/>
                  </a:lnTo>
                  <a:lnTo>
                    <a:pt x="16764" y="27432"/>
                  </a:lnTo>
                  <a:lnTo>
                    <a:pt x="13716" y="32004"/>
                  </a:lnTo>
                  <a:lnTo>
                    <a:pt x="9905" y="35814"/>
                  </a:lnTo>
                  <a:lnTo>
                    <a:pt x="3810" y="43434"/>
                  </a:lnTo>
                  <a:lnTo>
                    <a:pt x="1523" y="45720"/>
                  </a:lnTo>
                  <a:lnTo>
                    <a:pt x="761" y="48006"/>
                  </a:lnTo>
                  <a:lnTo>
                    <a:pt x="0" y="48768"/>
                  </a:lnTo>
                  <a:lnTo>
                    <a:pt x="0" y="50292"/>
                  </a:lnTo>
                  <a:lnTo>
                    <a:pt x="1523" y="47244"/>
                  </a:lnTo>
                  <a:lnTo>
                    <a:pt x="2286" y="46482"/>
                  </a:lnTo>
                  <a:lnTo>
                    <a:pt x="3810" y="45720"/>
                  </a:lnTo>
                  <a:lnTo>
                    <a:pt x="5334" y="45720"/>
                  </a:lnTo>
                  <a:lnTo>
                    <a:pt x="6858" y="44958"/>
                  </a:lnTo>
                  <a:lnTo>
                    <a:pt x="456438" y="44958"/>
                  </a:lnTo>
                  <a:lnTo>
                    <a:pt x="458723" y="45720"/>
                  </a:lnTo>
                  <a:lnTo>
                    <a:pt x="461009" y="45720"/>
                  </a:lnTo>
                  <a:lnTo>
                    <a:pt x="463295" y="48006"/>
                  </a:lnTo>
                  <a:lnTo>
                    <a:pt x="464058" y="49530"/>
                  </a:lnTo>
                  <a:lnTo>
                    <a:pt x="464820" y="51816"/>
                  </a:lnTo>
                  <a:close/>
                </a:path>
              </a:pathLst>
            </a:custGeom>
            <a:solidFill>
              <a:srgbClr val="B5A5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7157" y="4423422"/>
              <a:ext cx="467995" cy="55880"/>
            </a:xfrm>
            <a:custGeom>
              <a:avLst/>
              <a:gdLst/>
              <a:ahLst/>
              <a:cxnLst/>
              <a:rect l="l" t="t" r="r" b="b"/>
              <a:pathLst>
                <a:path w="467994" h="55879">
                  <a:moveTo>
                    <a:pt x="467868" y="45478"/>
                  </a:moveTo>
                  <a:lnTo>
                    <a:pt x="464527" y="45478"/>
                  </a:lnTo>
                  <a:lnTo>
                    <a:pt x="461111" y="39674"/>
                  </a:lnTo>
                  <a:lnTo>
                    <a:pt x="461086" y="45478"/>
                  </a:lnTo>
                  <a:lnTo>
                    <a:pt x="455676" y="45478"/>
                  </a:lnTo>
                  <a:lnTo>
                    <a:pt x="455676" y="45720"/>
                  </a:lnTo>
                  <a:lnTo>
                    <a:pt x="9906" y="45720"/>
                  </a:lnTo>
                  <a:lnTo>
                    <a:pt x="6197" y="45720"/>
                  </a:lnTo>
                  <a:lnTo>
                    <a:pt x="12712" y="37846"/>
                  </a:lnTo>
                  <a:lnTo>
                    <a:pt x="22771" y="26263"/>
                  </a:lnTo>
                  <a:lnTo>
                    <a:pt x="33058" y="14884"/>
                  </a:lnTo>
                  <a:lnTo>
                    <a:pt x="43434" y="3810"/>
                  </a:lnTo>
                  <a:lnTo>
                    <a:pt x="44958" y="3048"/>
                  </a:lnTo>
                  <a:lnTo>
                    <a:pt x="44958" y="2286"/>
                  </a:lnTo>
                  <a:lnTo>
                    <a:pt x="420624" y="2286"/>
                  </a:lnTo>
                  <a:lnTo>
                    <a:pt x="420624" y="3048"/>
                  </a:lnTo>
                  <a:lnTo>
                    <a:pt x="422148" y="3810"/>
                  </a:lnTo>
                  <a:lnTo>
                    <a:pt x="425196" y="6096"/>
                  </a:lnTo>
                  <a:lnTo>
                    <a:pt x="428244" y="9144"/>
                  </a:lnTo>
                  <a:lnTo>
                    <a:pt x="431292" y="12954"/>
                  </a:lnTo>
                  <a:lnTo>
                    <a:pt x="439674" y="21336"/>
                  </a:lnTo>
                  <a:lnTo>
                    <a:pt x="443484" y="25908"/>
                  </a:lnTo>
                  <a:lnTo>
                    <a:pt x="448056" y="30480"/>
                  </a:lnTo>
                  <a:lnTo>
                    <a:pt x="453504" y="36499"/>
                  </a:lnTo>
                  <a:lnTo>
                    <a:pt x="458749" y="42887"/>
                  </a:lnTo>
                  <a:lnTo>
                    <a:pt x="461086" y="45478"/>
                  </a:lnTo>
                  <a:lnTo>
                    <a:pt x="461086" y="39662"/>
                  </a:lnTo>
                  <a:lnTo>
                    <a:pt x="454571" y="35966"/>
                  </a:lnTo>
                  <a:lnTo>
                    <a:pt x="449580" y="28956"/>
                  </a:lnTo>
                  <a:lnTo>
                    <a:pt x="445770" y="24384"/>
                  </a:lnTo>
                  <a:lnTo>
                    <a:pt x="441198" y="19812"/>
                  </a:lnTo>
                  <a:lnTo>
                    <a:pt x="436346" y="13271"/>
                  </a:lnTo>
                  <a:lnTo>
                    <a:pt x="429856" y="8204"/>
                  </a:lnTo>
                  <a:lnTo>
                    <a:pt x="423672" y="3048"/>
                  </a:lnTo>
                  <a:lnTo>
                    <a:pt x="422148" y="762"/>
                  </a:lnTo>
                  <a:lnTo>
                    <a:pt x="420624" y="0"/>
                  </a:lnTo>
                  <a:lnTo>
                    <a:pt x="44958" y="0"/>
                  </a:lnTo>
                  <a:lnTo>
                    <a:pt x="43434" y="762"/>
                  </a:lnTo>
                  <a:lnTo>
                    <a:pt x="41910" y="3048"/>
                  </a:lnTo>
                  <a:lnTo>
                    <a:pt x="36017" y="8001"/>
                  </a:lnTo>
                  <a:lnTo>
                    <a:pt x="30683" y="13652"/>
                  </a:lnTo>
                  <a:lnTo>
                    <a:pt x="25908" y="19812"/>
                  </a:lnTo>
                  <a:lnTo>
                    <a:pt x="10782" y="34899"/>
                  </a:lnTo>
                  <a:lnTo>
                    <a:pt x="7912" y="40805"/>
                  </a:lnTo>
                  <a:lnTo>
                    <a:pt x="3035" y="45720"/>
                  </a:lnTo>
                  <a:lnTo>
                    <a:pt x="0" y="45720"/>
                  </a:lnTo>
                  <a:lnTo>
                    <a:pt x="0" y="51816"/>
                  </a:lnTo>
                  <a:lnTo>
                    <a:pt x="0" y="53340"/>
                  </a:lnTo>
                  <a:lnTo>
                    <a:pt x="3048" y="53340"/>
                  </a:lnTo>
                  <a:lnTo>
                    <a:pt x="9906" y="53340"/>
                  </a:lnTo>
                  <a:lnTo>
                    <a:pt x="9906" y="51816"/>
                  </a:lnTo>
                  <a:lnTo>
                    <a:pt x="9906" y="48006"/>
                  </a:lnTo>
                  <a:lnTo>
                    <a:pt x="455676" y="48006"/>
                  </a:lnTo>
                  <a:lnTo>
                    <a:pt x="455676" y="51816"/>
                  </a:lnTo>
                  <a:lnTo>
                    <a:pt x="455676" y="55626"/>
                  </a:lnTo>
                  <a:lnTo>
                    <a:pt x="465582" y="55626"/>
                  </a:lnTo>
                  <a:lnTo>
                    <a:pt x="467868" y="55626"/>
                  </a:lnTo>
                  <a:lnTo>
                    <a:pt x="467868" y="51816"/>
                  </a:lnTo>
                  <a:lnTo>
                    <a:pt x="467868" y="51054"/>
                  </a:lnTo>
                  <a:lnTo>
                    <a:pt x="467868" y="454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65539" y="4475226"/>
              <a:ext cx="450850" cy="79375"/>
            </a:xfrm>
            <a:custGeom>
              <a:avLst/>
              <a:gdLst/>
              <a:ahLst/>
              <a:cxnLst/>
              <a:rect l="l" t="t" r="r" b="b"/>
              <a:pathLst>
                <a:path w="450850" h="79375">
                  <a:moveTo>
                    <a:pt x="450342" y="76961"/>
                  </a:moveTo>
                  <a:lnTo>
                    <a:pt x="450342" y="6095"/>
                  </a:lnTo>
                  <a:lnTo>
                    <a:pt x="448056" y="1523"/>
                  </a:lnTo>
                  <a:lnTo>
                    <a:pt x="446531" y="761"/>
                  </a:lnTo>
                  <a:lnTo>
                    <a:pt x="445008" y="761"/>
                  </a:lnTo>
                  <a:lnTo>
                    <a:pt x="442722" y="0"/>
                  </a:lnTo>
                  <a:lnTo>
                    <a:pt x="4571" y="0"/>
                  </a:lnTo>
                  <a:lnTo>
                    <a:pt x="3047" y="761"/>
                  </a:lnTo>
                  <a:lnTo>
                    <a:pt x="761" y="3047"/>
                  </a:lnTo>
                  <a:lnTo>
                    <a:pt x="0" y="4571"/>
                  </a:lnTo>
                  <a:lnTo>
                    <a:pt x="0" y="72389"/>
                  </a:lnTo>
                  <a:lnTo>
                    <a:pt x="0" y="74675"/>
                  </a:lnTo>
                  <a:lnTo>
                    <a:pt x="1524" y="77723"/>
                  </a:lnTo>
                  <a:lnTo>
                    <a:pt x="2286" y="78485"/>
                  </a:lnTo>
                  <a:lnTo>
                    <a:pt x="3048" y="78485"/>
                  </a:lnTo>
                  <a:lnTo>
                    <a:pt x="4572" y="79247"/>
                  </a:lnTo>
                  <a:lnTo>
                    <a:pt x="448056" y="79247"/>
                  </a:lnTo>
                  <a:lnTo>
                    <a:pt x="449580" y="78485"/>
                  </a:lnTo>
                  <a:lnTo>
                    <a:pt x="450342" y="76961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64015" y="4471542"/>
              <a:ext cx="453390" cy="85090"/>
            </a:xfrm>
            <a:custGeom>
              <a:avLst/>
              <a:gdLst/>
              <a:ahLst/>
              <a:cxnLst/>
              <a:rect l="l" t="t" r="r" b="b"/>
              <a:pathLst>
                <a:path w="453389" h="85089">
                  <a:moveTo>
                    <a:pt x="453390" y="9791"/>
                  </a:moveTo>
                  <a:lnTo>
                    <a:pt x="451700" y="3530"/>
                  </a:lnTo>
                  <a:lnTo>
                    <a:pt x="449681" y="4152"/>
                  </a:lnTo>
                  <a:lnTo>
                    <a:pt x="444246" y="2171"/>
                  </a:lnTo>
                  <a:lnTo>
                    <a:pt x="442722" y="2171"/>
                  </a:lnTo>
                  <a:lnTo>
                    <a:pt x="9906" y="2171"/>
                  </a:lnTo>
                  <a:lnTo>
                    <a:pt x="7620" y="2171"/>
                  </a:lnTo>
                  <a:lnTo>
                    <a:pt x="4470" y="4508"/>
                  </a:lnTo>
                  <a:lnTo>
                    <a:pt x="3886" y="0"/>
                  </a:lnTo>
                  <a:lnTo>
                    <a:pt x="0" y="8267"/>
                  </a:lnTo>
                  <a:lnTo>
                    <a:pt x="0" y="9791"/>
                  </a:lnTo>
                  <a:lnTo>
                    <a:pt x="0" y="76085"/>
                  </a:lnTo>
                  <a:lnTo>
                    <a:pt x="3048" y="76085"/>
                  </a:lnTo>
                  <a:lnTo>
                    <a:pt x="3048" y="9791"/>
                  </a:lnTo>
                  <a:lnTo>
                    <a:pt x="3048" y="7505"/>
                  </a:lnTo>
                  <a:lnTo>
                    <a:pt x="4572" y="5981"/>
                  </a:lnTo>
                  <a:lnTo>
                    <a:pt x="5334" y="5981"/>
                  </a:lnTo>
                  <a:lnTo>
                    <a:pt x="6096" y="5219"/>
                  </a:lnTo>
                  <a:lnTo>
                    <a:pt x="9906" y="5219"/>
                  </a:lnTo>
                  <a:lnTo>
                    <a:pt x="442722" y="5219"/>
                  </a:lnTo>
                  <a:lnTo>
                    <a:pt x="444246" y="5219"/>
                  </a:lnTo>
                  <a:lnTo>
                    <a:pt x="446532" y="5981"/>
                  </a:lnTo>
                  <a:lnTo>
                    <a:pt x="448056" y="5981"/>
                  </a:lnTo>
                  <a:lnTo>
                    <a:pt x="450342" y="8267"/>
                  </a:lnTo>
                  <a:lnTo>
                    <a:pt x="450342" y="12077"/>
                  </a:lnTo>
                  <a:lnTo>
                    <a:pt x="450342" y="78371"/>
                  </a:lnTo>
                  <a:lnTo>
                    <a:pt x="450342" y="80657"/>
                  </a:lnTo>
                  <a:lnTo>
                    <a:pt x="448818" y="81419"/>
                  </a:lnTo>
                  <a:lnTo>
                    <a:pt x="446532" y="81419"/>
                  </a:lnTo>
                  <a:lnTo>
                    <a:pt x="9144" y="81419"/>
                  </a:lnTo>
                  <a:lnTo>
                    <a:pt x="9144" y="84467"/>
                  </a:lnTo>
                  <a:lnTo>
                    <a:pt x="446532" y="84467"/>
                  </a:lnTo>
                  <a:lnTo>
                    <a:pt x="449580" y="84467"/>
                  </a:lnTo>
                  <a:lnTo>
                    <a:pt x="451866" y="82943"/>
                  </a:lnTo>
                  <a:lnTo>
                    <a:pt x="453390" y="80657"/>
                  </a:lnTo>
                  <a:lnTo>
                    <a:pt x="453390" y="78371"/>
                  </a:lnTo>
                  <a:lnTo>
                    <a:pt x="453390" y="12077"/>
                  </a:lnTo>
                  <a:lnTo>
                    <a:pt x="453390" y="9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4015" y="4475226"/>
              <a:ext cx="451866" cy="1219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454287" y="4587950"/>
              <a:ext cx="668655" cy="147955"/>
            </a:xfrm>
            <a:custGeom>
              <a:avLst/>
              <a:gdLst/>
              <a:ahLst/>
              <a:cxnLst/>
              <a:rect l="l" t="t" r="r" b="b"/>
              <a:pathLst>
                <a:path w="668655" h="147954">
                  <a:moveTo>
                    <a:pt x="668134" y="134227"/>
                  </a:moveTo>
                  <a:lnTo>
                    <a:pt x="667512" y="126543"/>
                  </a:lnTo>
                  <a:lnTo>
                    <a:pt x="665226" y="118923"/>
                  </a:lnTo>
                  <a:lnTo>
                    <a:pt x="646623" y="62631"/>
                  </a:lnTo>
                  <a:lnTo>
                    <a:pt x="628650" y="6147"/>
                  </a:lnTo>
                  <a:lnTo>
                    <a:pt x="627888" y="4623"/>
                  </a:lnTo>
                  <a:lnTo>
                    <a:pt x="627888" y="3861"/>
                  </a:lnTo>
                  <a:lnTo>
                    <a:pt x="625602" y="1575"/>
                  </a:lnTo>
                  <a:lnTo>
                    <a:pt x="623316" y="51"/>
                  </a:lnTo>
                  <a:lnTo>
                    <a:pt x="573786" y="51"/>
                  </a:lnTo>
                  <a:lnTo>
                    <a:pt x="488075" y="751"/>
                  </a:lnTo>
                  <a:lnTo>
                    <a:pt x="402336" y="813"/>
                  </a:lnTo>
                  <a:lnTo>
                    <a:pt x="376428" y="51"/>
                  </a:lnTo>
                  <a:lnTo>
                    <a:pt x="64008" y="51"/>
                  </a:lnTo>
                  <a:lnTo>
                    <a:pt x="56920" y="229"/>
                  </a:lnTo>
                  <a:lnTo>
                    <a:pt x="38386" y="0"/>
                  </a:lnTo>
                  <a:lnTo>
                    <a:pt x="31242" y="813"/>
                  </a:lnTo>
                  <a:lnTo>
                    <a:pt x="28956" y="2337"/>
                  </a:lnTo>
                  <a:lnTo>
                    <a:pt x="27432" y="3099"/>
                  </a:lnTo>
                  <a:lnTo>
                    <a:pt x="25146" y="7671"/>
                  </a:lnTo>
                  <a:lnTo>
                    <a:pt x="24384" y="13767"/>
                  </a:lnTo>
                  <a:lnTo>
                    <a:pt x="21336" y="28245"/>
                  </a:lnTo>
                  <a:lnTo>
                    <a:pt x="18288" y="46533"/>
                  </a:lnTo>
                  <a:lnTo>
                    <a:pt x="9144" y="87681"/>
                  </a:lnTo>
                  <a:lnTo>
                    <a:pt x="6096" y="105969"/>
                  </a:lnTo>
                  <a:lnTo>
                    <a:pt x="3048" y="118161"/>
                  </a:lnTo>
                  <a:lnTo>
                    <a:pt x="2286" y="122733"/>
                  </a:lnTo>
                  <a:lnTo>
                    <a:pt x="0" y="132639"/>
                  </a:lnTo>
                  <a:lnTo>
                    <a:pt x="762" y="140259"/>
                  </a:lnTo>
                  <a:lnTo>
                    <a:pt x="3048" y="145593"/>
                  </a:lnTo>
                  <a:lnTo>
                    <a:pt x="6096" y="147117"/>
                  </a:lnTo>
                  <a:lnTo>
                    <a:pt x="6858" y="147117"/>
                  </a:lnTo>
                  <a:lnTo>
                    <a:pt x="9144" y="147879"/>
                  </a:lnTo>
                  <a:lnTo>
                    <a:pt x="649986" y="147879"/>
                  </a:lnTo>
                  <a:lnTo>
                    <a:pt x="659130" y="147879"/>
                  </a:lnTo>
                  <a:lnTo>
                    <a:pt x="666457" y="143879"/>
                  </a:lnTo>
                  <a:lnTo>
                    <a:pt x="668134" y="134227"/>
                  </a:lnTo>
                  <a:close/>
                </a:path>
              </a:pathLst>
            </a:custGeom>
            <a:solidFill>
              <a:srgbClr val="CEC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53525" y="4586414"/>
              <a:ext cx="669290" cy="151130"/>
            </a:xfrm>
            <a:custGeom>
              <a:avLst/>
              <a:gdLst/>
              <a:ahLst/>
              <a:cxnLst/>
              <a:rect l="l" t="t" r="r" b="b"/>
              <a:pathLst>
                <a:path w="669289" h="151129">
                  <a:moveTo>
                    <a:pt x="669036" y="125806"/>
                  </a:moveTo>
                  <a:lnTo>
                    <a:pt x="667512" y="120472"/>
                  </a:lnTo>
                  <a:lnTo>
                    <a:pt x="632460" y="13030"/>
                  </a:lnTo>
                  <a:lnTo>
                    <a:pt x="630936" y="7696"/>
                  </a:lnTo>
                  <a:lnTo>
                    <a:pt x="630174" y="6172"/>
                  </a:lnTo>
                  <a:lnTo>
                    <a:pt x="628434" y="635"/>
                  </a:lnTo>
                  <a:lnTo>
                    <a:pt x="623976" y="0"/>
                  </a:lnTo>
                  <a:lnTo>
                    <a:pt x="618744" y="76"/>
                  </a:lnTo>
                  <a:lnTo>
                    <a:pt x="615696" y="76"/>
                  </a:lnTo>
                  <a:lnTo>
                    <a:pt x="613156" y="76"/>
                  </a:lnTo>
                  <a:lnTo>
                    <a:pt x="613156" y="469"/>
                  </a:lnTo>
                  <a:lnTo>
                    <a:pt x="509016" y="469"/>
                  </a:lnTo>
                  <a:lnTo>
                    <a:pt x="509016" y="889"/>
                  </a:lnTo>
                  <a:lnTo>
                    <a:pt x="354076" y="889"/>
                  </a:lnTo>
                  <a:lnTo>
                    <a:pt x="354076" y="495"/>
                  </a:lnTo>
                  <a:lnTo>
                    <a:pt x="94996" y="495"/>
                  </a:lnTo>
                  <a:lnTo>
                    <a:pt x="94996" y="76"/>
                  </a:lnTo>
                  <a:lnTo>
                    <a:pt x="40386" y="76"/>
                  </a:lnTo>
                  <a:lnTo>
                    <a:pt x="37338" y="76"/>
                  </a:lnTo>
                  <a:lnTo>
                    <a:pt x="31280" y="1943"/>
                  </a:lnTo>
                  <a:lnTo>
                    <a:pt x="28511" y="711"/>
                  </a:lnTo>
                  <a:lnTo>
                    <a:pt x="25146" y="6934"/>
                  </a:lnTo>
                  <a:lnTo>
                    <a:pt x="25146" y="9220"/>
                  </a:lnTo>
                  <a:lnTo>
                    <a:pt x="23622" y="15316"/>
                  </a:lnTo>
                  <a:lnTo>
                    <a:pt x="18783" y="41262"/>
                  </a:lnTo>
                  <a:lnTo>
                    <a:pt x="13525" y="67602"/>
                  </a:lnTo>
                  <a:lnTo>
                    <a:pt x="7975" y="93903"/>
                  </a:lnTo>
                  <a:lnTo>
                    <a:pt x="2286" y="119710"/>
                  </a:lnTo>
                  <a:lnTo>
                    <a:pt x="1524" y="124282"/>
                  </a:lnTo>
                  <a:lnTo>
                    <a:pt x="762" y="127330"/>
                  </a:lnTo>
                  <a:lnTo>
                    <a:pt x="0" y="134188"/>
                  </a:lnTo>
                  <a:lnTo>
                    <a:pt x="0" y="141808"/>
                  </a:lnTo>
                  <a:lnTo>
                    <a:pt x="3048" y="147904"/>
                  </a:lnTo>
                  <a:lnTo>
                    <a:pt x="6096" y="149428"/>
                  </a:lnTo>
                  <a:lnTo>
                    <a:pt x="7620" y="149428"/>
                  </a:lnTo>
                  <a:lnTo>
                    <a:pt x="9144" y="150190"/>
                  </a:lnTo>
                  <a:lnTo>
                    <a:pt x="11430" y="150190"/>
                  </a:lnTo>
                  <a:lnTo>
                    <a:pt x="12954" y="150952"/>
                  </a:lnTo>
                  <a:lnTo>
                    <a:pt x="14478" y="150952"/>
                  </a:lnTo>
                  <a:lnTo>
                    <a:pt x="650748" y="150952"/>
                  </a:lnTo>
                  <a:lnTo>
                    <a:pt x="657606" y="150952"/>
                  </a:lnTo>
                  <a:lnTo>
                    <a:pt x="659892" y="150190"/>
                  </a:lnTo>
                  <a:lnTo>
                    <a:pt x="662940" y="149428"/>
                  </a:lnTo>
                  <a:lnTo>
                    <a:pt x="665226" y="147142"/>
                  </a:lnTo>
                  <a:lnTo>
                    <a:pt x="666750" y="144856"/>
                  </a:lnTo>
                  <a:lnTo>
                    <a:pt x="667512" y="141808"/>
                  </a:lnTo>
                  <a:lnTo>
                    <a:pt x="666750" y="141554"/>
                  </a:lnTo>
                  <a:lnTo>
                    <a:pt x="666750" y="134950"/>
                  </a:lnTo>
                  <a:lnTo>
                    <a:pt x="665226" y="141046"/>
                  </a:lnTo>
                  <a:lnTo>
                    <a:pt x="664464" y="144094"/>
                  </a:lnTo>
                  <a:lnTo>
                    <a:pt x="661416" y="147650"/>
                  </a:lnTo>
                  <a:lnTo>
                    <a:pt x="657834" y="150152"/>
                  </a:lnTo>
                  <a:lnTo>
                    <a:pt x="653034" y="147904"/>
                  </a:lnTo>
                  <a:lnTo>
                    <a:pt x="650748" y="148666"/>
                  </a:lnTo>
                  <a:lnTo>
                    <a:pt x="650748" y="147904"/>
                  </a:lnTo>
                  <a:lnTo>
                    <a:pt x="14478" y="147904"/>
                  </a:lnTo>
                  <a:lnTo>
                    <a:pt x="13716" y="147904"/>
                  </a:lnTo>
                  <a:lnTo>
                    <a:pt x="12954" y="148666"/>
                  </a:lnTo>
                  <a:lnTo>
                    <a:pt x="11430" y="147904"/>
                  </a:lnTo>
                  <a:lnTo>
                    <a:pt x="9055" y="147967"/>
                  </a:lnTo>
                  <a:lnTo>
                    <a:pt x="6870" y="146646"/>
                  </a:lnTo>
                  <a:lnTo>
                    <a:pt x="4572" y="146380"/>
                  </a:lnTo>
                  <a:lnTo>
                    <a:pt x="2286" y="141808"/>
                  </a:lnTo>
                  <a:lnTo>
                    <a:pt x="2286" y="134188"/>
                  </a:lnTo>
                  <a:lnTo>
                    <a:pt x="3048" y="127330"/>
                  </a:lnTo>
                  <a:lnTo>
                    <a:pt x="3810" y="125044"/>
                  </a:lnTo>
                  <a:lnTo>
                    <a:pt x="5334" y="119710"/>
                  </a:lnTo>
                  <a:lnTo>
                    <a:pt x="15595" y="67805"/>
                  </a:lnTo>
                  <a:lnTo>
                    <a:pt x="21005" y="41935"/>
                  </a:lnTo>
                  <a:lnTo>
                    <a:pt x="26670" y="16078"/>
                  </a:lnTo>
                  <a:lnTo>
                    <a:pt x="27432" y="9220"/>
                  </a:lnTo>
                  <a:lnTo>
                    <a:pt x="27432" y="7696"/>
                  </a:lnTo>
                  <a:lnTo>
                    <a:pt x="28194" y="6934"/>
                  </a:lnTo>
                  <a:lnTo>
                    <a:pt x="28956" y="5410"/>
                  </a:lnTo>
                  <a:lnTo>
                    <a:pt x="32004" y="3886"/>
                  </a:lnTo>
                  <a:lnTo>
                    <a:pt x="34290" y="3124"/>
                  </a:lnTo>
                  <a:lnTo>
                    <a:pt x="37338" y="2362"/>
                  </a:lnTo>
                  <a:lnTo>
                    <a:pt x="40386" y="2362"/>
                  </a:lnTo>
                  <a:lnTo>
                    <a:pt x="40386" y="3149"/>
                  </a:lnTo>
                  <a:lnTo>
                    <a:pt x="94996" y="3149"/>
                  </a:lnTo>
                  <a:lnTo>
                    <a:pt x="94996" y="3302"/>
                  </a:lnTo>
                  <a:lnTo>
                    <a:pt x="354076" y="3302"/>
                  </a:lnTo>
                  <a:lnTo>
                    <a:pt x="354076" y="3505"/>
                  </a:lnTo>
                  <a:lnTo>
                    <a:pt x="509016" y="3505"/>
                  </a:lnTo>
                  <a:lnTo>
                    <a:pt x="509016" y="3340"/>
                  </a:lnTo>
                  <a:lnTo>
                    <a:pt x="613156" y="3340"/>
                  </a:lnTo>
                  <a:lnTo>
                    <a:pt x="613156" y="2679"/>
                  </a:lnTo>
                  <a:lnTo>
                    <a:pt x="615696" y="2679"/>
                  </a:lnTo>
                  <a:lnTo>
                    <a:pt x="615696" y="2362"/>
                  </a:lnTo>
                  <a:lnTo>
                    <a:pt x="618744" y="2362"/>
                  </a:lnTo>
                  <a:lnTo>
                    <a:pt x="622185" y="1778"/>
                  </a:lnTo>
                  <a:lnTo>
                    <a:pt x="626668" y="3403"/>
                  </a:lnTo>
                  <a:lnTo>
                    <a:pt x="627888" y="6934"/>
                  </a:lnTo>
                  <a:lnTo>
                    <a:pt x="627888" y="7696"/>
                  </a:lnTo>
                  <a:lnTo>
                    <a:pt x="630174" y="13792"/>
                  </a:lnTo>
                  <a:lnTo>
                    <a:pt x="638187" y="40335"/>
                  </a:lnTo>
                  <a:lnTo>
                    <a:pt x="647077" y="67157"/>
                  </a:lnTo>
                  <a:lnTo>
                    <a:pt x="665226" y="120472"/>
                  </a:lnTo>
                  <a:lnTo>
                    <a:pt x="666750" y="126568"/>
                  </a:lnTo>
                  <a:lnTo>
                    <a:pt x="669036" y="125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7113" y="4613910"/>
              <a:ext cx="121919" cy="9067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488577" y="4634484"/>
              <a:ext cx="395605" cy="69850"/>
            </a:xfrm>
            <a:custGeom>
              <a:avLst/>
              <a:gdLst/>
              <a:ahLst/>
              <a:cxnLst/>
              <a:rect l="l" t="t" r="r" b="b"/>
              <a:pathLst>
                <a:path w="395605" h="69850">
                  <a:moveTo>
                    <a:pt x="44957" y="69342"/>
                  </a:moveTo>
                  <a:lnTo>
                    <a:pt x="44957" y="64770"/>
                  </a:lnTo>
                  <a:lnTo>
                    <a:pt x="44195" y="60960"/>
                  </a:lnTo>
                  <a:lnTo>
                    <a:pt x="44195" y="6096"/>
                  </a:lnTo>
                  <a:lnTo>
                    <a:pt x="42671" y="7620"/>
                  </a:lnTo>
                  <a:lnTo>
                    <a:pt x="41147" y="7620"/>
                  </a:lnTo>
                  <a:lnTo>
                    <a:pt x="39623" y="6858"/>
                  </a:lnTo>
                  <a:lnTo>
                    <a:pt x="39623" y="6096"/>
                  </a:lnTo>
                  <a:lnTo>
                    <a:pt x="38861" y="4572"/>
                  </a:lnTo>
                  <a:lnTo>
                    <a:pt x="38861" y="2286"/>
                  </a:lnTo>
                  <a:lnTo>
                    <a:pt x="38099" y="762"/>
                  </a:lnTo>
                  <a:lnTo>
                    <a:pt x="37337" y="0"/>
                  </a:lnTo>
                  <a:lnTo>
                    <a:pt x="35813" y="0"/>
                  </a:lnTo>
                  <a:lnTo>
                    <a:pt x="34289" y="762"/>
                  </a:lnTo>
                  <a:lnTo>
                    <a:pt x="24383" y="762"/>
                  </a:lnTo>
                  <a:lnTo>
                    <a:pt x="22859" y="0"/>
                  </a:lnTo>
                  <a:lnTo>
                    <a:pt x="21335" y="0"/>
                  </a:lnTo>
                  <a:lnTo>
                    <a:pt x="20573" y="762"/>
                  </a:lnTo>
                  <a:lnTo>
                    <a:pt x="19811" y="2286"/>
                  </a:lnTo>
                  <a:lnTo>
                    <a:pt x="19811" y="4572"/>
                  </a:lnTo>
                  <a:lnTo>
                    <a:pt x="19049" y="6096"/>
                  </a:lnTo>
                  <a:lnTo>
                    <a:pt x="19049" y="6858"/>
                  </a:lnTo>
                  <a:lnTo>
                    <a:pt x="17525" y="6858"/>
                  </a:lnTo>
                  <a:lnTo>
                    <a:pt x="16763" y="7620"/>
                  </a:lnTo>
                  <a:lnTo>
                    <a:pt x="15239" y="6858"/>
                  </a:lnTo>
                  <a:lnTo>
                    <a:pt x="12953" y="7620"/>
                  </a:lnTo>
                  <a:lnTo>
                    <a:pt x="11429" y="8382"/>
                  </a:lnTo>
                  <a:lnTo>
                    <a:pt x="9905" y="11430"/>
                  </a:lnTo>
                  <a:lnTo>
                    <a:pt x="9143" y="16002"/>
                  </a:lnTo>
                  <a:lnTo>
                    <a:pt x="7619" y="22860"/>
                  </a:lnTo>
                  <a:lnTo>
                    <a:pt x="6095" y="31242"/>
                  </a:lnTo>
                  <a:lnTo>
                    <a:pt x="4571" y="41148"/>
                  </a:lnTo>
                  <a:lnTo>
                    <a:pt x="3025" y="47307"/>
                  </a:lnTo>
                  <a:lnTo>
                    <a:pt x="1476" y="53968"/>
                  </a:lnTo>
                  <a:lnTo>
                    <a:pt x="332" y="60696"/>
                  </a:lnTo>
                  <a:lnTo>
                    <a:pt x="0" y="67056"/>
                  </a:lnTo>
                  <a:lnTo>
                    <a:pt x="761" y="68580"/>
                  </a:lnTo>
                  <a:lnTo>
                    <a:pt x="761" y="69342"/>
                  </a:lnTo>
                  <a:lnTo>
                    <a:pt x="44957" y="69342"/>
                  </a:lnTo>
                  <a:close/>
                </a:path>
                <a:path w="395605" h="69850">
                  <a:moveTo>
                    <a:pt x="154218" y="2174"/>
                  </a:moveTo>
                  <a:lnTo>
                    <a:pt x="149351" y="1524"/>
                  </a:lnTo>
                  <a:lnTo>
                    <a:pt x="144779" y="1524"/>
                  </a:lnTo>
                  <a:lnTo>
                    <a:pt x="144017" y="2286"/>
                  </a:lnTo>
                  <a:lnTo>
                    <a:pt x="144017" y="3048"/>
                  </a:lnTo>
                  <a:lnTo>
                    <a:pt x="143255" y="5334"/>
                  </a:lnTo>
                  <a:lnTo>
                    <a:pt x="142493" y="6858"/>
                  </a:lnTo>
                  <a:lnTo>
                    <a:pt x="142493" y="8382"/>
                  </a:lnTo>
                  <a:lnTo>
                    <a:pt x="137921" y="8382"/>
                  </a:lnTo>
                  <a:lnTo>
                    <a:pt x="137159" y="6858"/>
                  </a:lnTo>
                  <a:lnTo>
                    <a:pt x="137159" y="5334"/>
                  </a:lnTo>
                  <a:lnTo>
                    <a:pt x="136397" y="3048"/>
                  </a:lnTo>
                  <a:lnTo>
                    <a:pt x="136397" y="1524"/>
                  </a:lnTo>
                  <a:lnTo>
                    <a:pt x="119633" y="1524"/>
                  </a:lnTo>
                  <a:lnTo>
                    <a:pt x="119633" y="762"/>
                  </a:lnTo>
                  <a:lnTo>
                    <a:pt x="118871" y="1524"/>
                  </a:lnTo>
                  <a:lnTo>
                    <a:pt x="118109" y="1524"/>
                  </a:lnTo>
                  <a:lnTo>
                    <a:pt x="118109" y="3048"/>
                  </a:lnTo>
                  <a:lnTo>
                    <a:pt x="117347" y="5334"/>
                  </a:lnTo>
                  <a:lnTo>
                    <a:pt x="117347" y="6858"/>
                  </a:lnTo>
                  <a:lnTo>
                    <a:pt x="115823" y="8382"/>
                  </a:lnTo>
                  <a:lnTo>
                    <a:pt x="114299" y="8382"/>
                  </a:lnTo>
                  <a:lnTo>
                    <a:pt x="113537" y="7620"/>
                  </a:lnTo>
                  <a:lnTo>
                    <a:pt x="113537" y="6858"/>
                  </a:lnTo>
                  <a:lnTo>
                    <a:pt x="112775" y="5334"/>
                  </a:lnTo>
                  <a:lnTo>
                    <a:pt x="112775" y="3048"/>
                  </a:lnTo>
                  <a:lnTo>
                    <a:pt x="112013" y="2286"/>
                  </a:lnTo>
                  <a:lnTo>
                    <a:pt x="112013" y="1524"/>
                  </a:lnTo>
                  <a:lnTo>
                    <a:pt x="111251" y="762"/>
                  </a:lnTo>
                  <a:lnTo>
                    <a:pt x="110489" y="762"/>
                  </a:lnTo>
                  <a:lnTo>
                    <a:pt x="109727" y="1524"/>
                  </a:lnTo>
                  <a:lnTo>
                    <a:pt x="95249" y="1524"/>
                  </a:lnTo>
                  <a:lnTo>
                    <a:pt x="95249" y="762"/>
                  </a:lnTo>
                  <a:lnTo>
                    <a:pt x="94487" y="1524"/>
                  </a:lnTo>
                  <a:lnTo>
                    <a:pt x="93725" y="1524"/>
                  </a:lnTo>
                  <a:lnTo>
                    <a:pt x="93725" y="3048"/>
                  </a:lnTo>
                  <a:lnTo>
                    <a:pt x="92963" y="4572"/>
                  </a:lnTo>
                  <a:lnTo>
                    <a:pt x="92963" y="6858"/>
                  </a:lnTo>
                  <a:lnTo>
                    <a:pt x="92201" y="7620"/>
                  </a:lnTo>
                  <a:lnTo>
                    <a:pt x="89153" y="7620"/>
                  </a:lnTo>
                  <a:lnTo>
                    <a:pt x="89153" y="6858"/>
                  </a:lnTo>
                  <a:lnTo>
                    <a:pt x="87629" y="2286"/>
                  </a:lnTo>
                  <a:lnTo>
                    <a:pt x="87629" y="762"/>
                  </a:lnTo>
                  <a:lnTo>
                    <a:pt x="86867" y="762"/>
                  </a:lnTo>
                  <a:lnTo>
                    <a:pt x="86105" y="0"/>
                  </a:lnTo>
                  <a:lnTo>
                    <a:pt x="85343" y="762"/>
                  </a:lnTo>
                  <a:lnTo>
                    <a:pt x="70865" y="762"/>
                  </a:lnTo>
                  <a:lnTo>
                    <a:pt x="70865" y="0"/>
                  </a:lnTo>
                  <a:lnTo>
                    <a:pt x="70103" y="762"/>
                  </a:lnTo>
                  <a:lnTo>
                    <a:pt x="69341" y="2286"/>
                  </a:lnTo>
                  <a:lnTo>
                    <a:pt x="68579" y="4572"/>
                  </a:lnTo>
                  <a:lnTo>
                    <a:pt x="68579" y="6096"/>
                  </a:lnTo>
                  <a:lnTo>
                    <a:pt x="67817" y="6858"/>
                  </a:lnTo>
                  <a:lnTo>
                    <a:pt x="67817" y="7620"/>
                  </a:lnTo>
                  <a:lnTo>
                    <a:pt x="65531" y="7620"/>
                  </a:lnTo>
                  <a:lnTo>
                    <a:pt x="64769" y="6858"/>
                  </a:lnTo>
                  <a:lnTo>
                    <a:pt x="64769" y="6096"/>
                  </a:lnTo>
                  <a:lnTo>
                    <a:pt x="64007" y="4572"/>
                  </a:lnTo>
                  <a:lnTo>
                    <a:pt x="64007" y="2286"/>
                  </a:lnTo>
                  <a:lnTo>
                    <a:pt x="63245" y="1524"/>
                  </a:lnTo>
                  <a:lnTo>
                    <a:pt x="63245" y="762"/>
                  </a:lnTo>
                  <a:lnTo>
                    <a:pt x="44957" y="762"/>
                  </a:lnTo>
                  <a:lnTo>
                    <a:pt x="44957" y="2286"/>
                  </a:lnTo>
                  <a:lnTo>
                    <a:pt x="44195" y="4572"/>
                  </a:lnTo>
                  <a:lnTo>
                    <a:pt x="44195" y="57150"/>
                  </a:lnTo>
                  <a:lnTo>
                    <a:pt x="65531" y="57150"/>
                  </a:lnTo>
                  <a:lnTo>
                    <a:pt x="67055" y="69342"/>
                  </a:lnTo>
                  <a:lnTo>
                    <a:pt x="152704" y="69342"/>
                  </a:lnTo>
                  <a:lnTo>
                    <a:pt x="152704" y="2324"/>
                  </a:lnTo>
                  <a:lnTo>
                    <a:pt x="154218" y="2174"/>
                  </a:lnTo>
                  <a:close/>
                </a:path>
                <a:path w="395605" h="69850">
                  <a:moveTo>
                    <a:pt x="158191" y="69342"/>
                  </a:moveTo>
                  <a:lnTo>
                    <a:pt x="158191" y="2705"/>
                  </a:lnTo>
                  <a:lnTo>
                    <a:pt x="152704" y="2324"/>
                  </a:lnTo>
                  <a:lnTo>
                    <a:pt x="152704" y="69342"/>
                  </a:lnTo>
                  <a:lnTo>
                    <a:pt x="158191" y="69342"/>
                  </a:lnTo>
                  <a:close/>
                </a:path>
                <a:path w="395605" h="69850">
                  <a:moveTo>
                    <a:pt x="236988" y="9101"/>
                  </a:moveTo>
                  <a:lnTo>
                    <a:pt x="235457" y="4572"/>
                  </a:lnTo>
                  <a:lnTo>
                    <a:pt x="235457" y="3048"/>
                  </a:lnTo>
                  <a:lnTo>
                    <a:pt x="234695" y="3048"/>
                  </a:lnTo>
                  <a:lnTo>
                    <a:pt x="234695" y="2286"/>
                  </a:lnTo>
                  <a:lnTo>
                    <a:pt x="233171" y="2286"/>
                  </a:lnTo>
                  <a:lnTo>
                    <a:pt x="231647" y="3048"/>
                  </a:lnTo>
                  <a:lnTo>
                    <a:pt x="220979" y="3048"/>
                  </a:lnTo>
                  <a:lnTo>
                    <a:pt x="220217" y="2286"/>
                  </a:lnTo>
                  <a:lnTo>
                    <a:pt x="217931" y="2286"/>
                  </a:lnTo>
                  <a:lnTo>
                    <a:pt x="217169" y="3048"/>
                  </a:lnTo>
                  <a:lnTo>
                    <a:pt x="217169" y="3810"/>
                  </a:lnTo>
                  <a:lnTo>
                    <a:pt x="216407" y="6096"/>
                  </a:lnTo>
                  <a:lnTo>
                    <a:pt x="215645" y="7620"/>
                  </a:lnTo>
                  <a:lnTo>
                    <a:pt x="215645" y="8382"/>
                  </a:lnTo>
                  <a:lnTo>
                    <a:pt x="214883" y="8382"/>
                  </a:lnTo>
                  <a:lnTo>
                    <a:pt x="214121" y="9144"/>
                  </a:lnTo>
                  <a:lnTo>
                    <a:pt x="213359" y="9144"/>
                  </a:lnTo>
                  <a:lnTo>
                    <a:pt x="211835" y="7620"/>
                  </a:lnTo>
                  <a:lnTo>
                    <a:pt x="211835" y="6096"/>
                  </a:lnTo>
                  <a:lnTo>
                    <a:pt x="211073" y="4572"/>
                  </a:lnTo>
                  <a:lnTo>
                    <a:pt x="211073" y="2286"/>
                  </a:lnTo>
                  <a:lnTo>
                    <a:pt x="192785" y="2286"/>
                  </a:lnTo>
                  <a:lnTo>
                    <a:pt x="192023" y="3810"/>
                  </a:lnTo>
                  <a:lnTo>
                    <a:pt x="192023" y="5334"/>
                  </a:lnTo>
                  <a:lnTo>
                    <a:pt x="191261" y="7620"/>
                  </a:lnTo>
                  <a:lnTo>
                    <a:pt x="191261" y="8382"/>
                  </a:lnTo>
                  <a:lnTo>
                    <a:pt x="188213" y="8382"/>
                  </a:lnTo>
                  <a:lnTo>
                    <a:pt x="187451" y="7620"/>
                  </a:lnTo>
                  <a:lnTo>
                    <a:pt x="187451" y="5334"/>
                  </a:lnTo>
                  <a:lnTo>
                    <a:pt x="186689" y="3810"/>
                  </a:lnTo>
                  <a:lnTo>
                    <a:pt x="186689" y="2286"/>
                  </a:lnTo>
                  <a:lnTo>
                    <a:pt x="168401" y="2286"/>
                  </a:lnTo>
                  <a:lnTo>
                    <a:pt x="168401" y="3810"/>
                  </a:lnTo>
                  <a:lnTo>
                    <a:pt x="167639" y="5334"/>
                  </a:lnTo>
                  <a:lnTo>
                    <a:pt x="167639" y="7620"/>
                  </a:lnTo>
                  <a:lnTo>
                    <a:pt x="166877" y="8382"/>
                  </a:lnTo>
                  <a:lnTo>
                    <a:pt x="163829" y="8382"/>
                  </a:lnTo>
                  <a:lnTo>
                    <a:pt x="163829" y="7620"/>
                  </a:lnTo>
                  <a:lnTo>
                    <a:pt x="163067" y="5334"/>
                  </a:lnTo>
                  <a:lnTo>
                    <a:pt x="162305" y="3810"/>
                  </a:lnTo>
                  <a:lnTo>
                    <a:pt x="162305" y="1524"/>
                  </a:lnTo>
                  <a:lnTo>
                    <a:pt x="160781" y="1524"/>
                  </a:lnTo>
                  <a:lnTo>
                    <a:pt x="154218" y="2174"/>
                  </a:lnTo>
                  <a:lnTo>
                    <a:pt x="158191" y="2705"/>
                  </a:lnTo>
                  <a:lnTo>
                    <a:pt x="158191" y="69342"/>
                  </a:lnTo>
                  <a:lnTo>
                    <a:pt x="234683" y="69342"/>
                  </a:lnTo>
                  <a:lnTo>
                    <a:pt x="234683" y="9080"/>
                  </a:lnTo>
                  <a:lnTo>
                    <a:pt x="236988" y="9101"/>
                  </a:lnTo>
                  <a:close/>
                </a:path>
                <a:path w="395605" h="69850">
                  <a:moveTo>
                    <a:pt x="237324" y="69342"/>
                  </a:moveTo>
                  <a:lnTo>
                    <a:pt x="237324" y="10096"/>
                  </a:lnTo>
                  <a:lnTo>
                    <a:pt x="234683" y="9080"/>
                  </a:lnTo>
                  <a:lnTo>
                    <a:pt x="234683" y="69342"/>
                  </a:lnTo>
                  <a:lnTo>
                    <a:pt x="237324" y="69342"/>
                  </a:lnTo>
                  <a:close/>
                </a:path>
                <a:path w="395605" h="69850">
                  <a:moveTo>
                    <a:pt x="395477" y="68580"/>
                  </a:moveTo>
                  <a:lnTo>
                    <a:pt x="395477" y="64008"/>
                  </a:lnTo>
                  <a:lnTo>
                    <a:pt x="393953" y="57912"/>
                  </a:lnTo>
                  <a:lnTo>
                    <a:pt x="393191" y="49530"/>
                  </a:lnTo>
                  <a:lnTo>
                    <a:pt x="391879" y="40409"/>
                  </a:lnTo>
                  <a:lnTo>
                    <a:pt x="390220" y="30756"/>
                  </a:lnTo>
                  <a:lnTo>
                    <a:pt x="388712" y="21155"/>
                  </a:lnTo>
                  <a:lnTo>
                    <a:pt x="387857" y="12192"/>
                  </a:lnTo>
                  <a:lnTo>
                    <a:pt x="387095" y="11430"/>
                  </a:lnTo>
                  <a:lnTo>
                    <a:pt x="387095" y="9144"/>
                  </a:lnTo>
                  <a:lnTo>
                    <a:pt x="384047" y="9144"/>
                  </a:lnTo>
                  <a:lnTo>
                    <a:pt x="384047" y="8382"/>
                  </a:lnTo>
                  <a:lnTo>
                    <a:pt x="383285" y="7620"/>
                  </a:lnTo>
                  <a:lnTo>
                    <a:pt x="383285" y="5334"/>
                  </a:lnTo>
                  <a:lnTo>
                    <a:pt x="382523" y="4572"/>
                  </a:lnTo>
                  <a:lnTo>
                    <a:pt x="382523" y="3810"/>
                  </a:lnTo>
                  <a:lnTo>
                    <a:pt x="381761" y="3810"/>
                  </a:lnTo>
                  <a:lnTo>
                    <a:pt x="372052" y="4606"/>
                  </a:lnTo>
                  <a:lnTo>
                    <a:pt x="363207" y="4324"/>
                  </a:lnTo>
                  <a:lnTo>
                    <a:pt x="354304" y="3784"/>
                  </a:lnTo>
                  <a:lnTo>
                    <a:pt x="342137" y="3810"/>
                  </a:lnTo>
                  <a:lnTo>
                    <a:pt x="342137" y="3048"/>
                  </a:lnTo>
                  <a:lnTo>
                    <a:pt x="341375" y="3810"/>
                  </a:lnTo>
                  <a:lnTo>
                    <a:pt x="340613" y="3810"/>
                  </a:lnTo>
                  <a:lnTo>
                    <a:pt x="339851" y="5334"/>
                  </a:lnTo>
                  <a:lnTo>
                    <a:pt x="339851" y="6858"/>
                  </a:lnTo>
                  <a:lnTo>
                    <a:pt x="339089" y="9144"/>
                  </a:lnTo>
                  <a:lnTo>
                    <a:pt x="339089" y="9906"/>
                  </a:lnTo>
                  <a:lnTo>
                    <a:pt x="338327" y="9906"/>
                  </a:lnTo>
                  <a:lnTo>
                    <a:pt x="337565" y="10668"/>
                  </a:lnTo>
                  <a:lnTo>
                    <a:pt x="336803" y="10668"/>
                  </a:lnTo>
                  <a:lnTo>
                    <a:pt x="334517" y="9906"/>
                  </a:lnTo>
                  <a:lnTo>
                    <a:pt x="334517" y="7620"/>
                  </a:lnTo>
                  <a:lnTo>
                    <a:pt x="333755" y="5334"/>
                  </a:lnTo>
                  <a:lnTo>
                    <a:pt x="333755" y="3810"/>
                  </a:lnTo>
                  <a:lnTo>
                    <a:pt x="332993" y="3048"/>
                  </a:lnTo>
                  <a:lnTo>
                    <a:pt x="331469" y="3048"/>
                  </a:lnTo>
                  <a:lnTo>
                    <a:pt x="329945" y="3810"/>
                  </a:lnTo>
                  <a:lnTo>
                    <a:pt x="319277" y="3810"/>
                  </a:lnTo>
                  <a:lnTo>
                    <a:pt x="318515" y="3048"/>
                  </a:lnTo>
                  <a:lnTo>
                    <a:pt x="316229" y="3048"/>
                  </a:lnTo>
                  <a:lnTo>
                    <a:pt x="314705" y="4572"/>
                  </a:lnTo>
                  <a:lnTo>
                    <a:pt x="314705" y="6858"/>
                  </a:lnTo>
                  <a:lnTo>
                    <a:pt x="313943" y="9144"/>
                  </a:lnTo>
                  <a:lnTo>
                    <a:pt x="313943" y="9906"/>
                  </a:lnTo>
                  <a:lnTo>
                    <a:pt x="310895" y="9906"/>
                  </a:lnTo>
                  <a:lnTo>
                    <a:pt x="310133" y="9144"/>
                  </a:lnTo>
                  <a:lnTo>
                    <a:pt x="310133" y="6858"/>
                  </a:lnTo>
                  <a:lnTo>
                    <a:pt x="309371" y="4572"/>
                  </a:lnTo>
                  <a:lnTo>
                    <a:pt x="309371" y="3048"/>
                  </a:lnTo>
                  <a:lnTo>
                    <a:pt x="305561" y="3048"/>
                  </a:lnTo>
                  <a:lnTo>
                    <a:pt x="303275" y="3810"/>
                  </a:lnTo>
                  <a:lnTo>
                    <a:pt x="300989" y="3810"/>
                  </a:lnTo>
                  <a:lnTo>
                    <a:pt x="298703" y="3048"/>
                  </a:lnTo>
                  <a:lnTo>
                    <a:pt x="291083" y="3048"/>
                  </a:lnTo>
                  <a:lnTo>
                    <a:pt x="291083" y="4572"/>
                  </a:lnTo>
                  <a:lnTo>
                    <a:pt x="290321" y="6858"/>
                  </a:lnTo>
                  <a:lnTo>
                    <a:pt x="290321" y="8382"/>
                  </a:lnTo>
                  <a:lnTo>
                    <a:pt x="288797" y="9906"/>
                  </a:lnTo>
                  <a:lnTo>
                    <a:pt x="288035" y="9906"/>
                  </a:lnTo>
                  <a:lnTo>
                    <a:pt x="286511" y="9144"/>
                  </a:lnTo>
                  <a:lnTo>
                    <a:pt x="286511" y="8382"/>
                  </a:lnTo>
                  <a:lnTo>
                    <a:pt x="285749" y="6858"/>
                  </a:lnTo>
                  <a:lnTo>
                    <a:pt x="284987" y="4572"/>
                  </a:lnTo>
                  <a:lnTo>
                    <a:pt x="284987" y="3048"/>
                  </a:lnTo>
                  <a:lnTo>
                    <a:pt x="284225" y="2286"/>
                  </a:lnTo>
                  <a:lnTo>
                    <a:pt x="282701" y="2286"/>
                  </a:lnTo>
                  <a:lnTo>
                    <a:pt x="281177" y="3048"/>
                  </a:lnTo>
                  <a:lnTo>
                    <a:pt x="270509" y="3048"/>
                  </a:lnTo>
                  <a:lnTo>
                    <a:pt x="269747" y="2286"/>
                  </a:lnTo>
                  <a:lnTo>
                    <a:pt x="267461" y="2286"/>
                  </a:lnTo>
                  <a:lnTo>
                    <a:pt x="267461" y="3048"/>
                  </a:lnTo>
                  <a:lnTo>
                    <a:pt x="266699" y="4572"/>
                  </a:lnTo>
                  <a:lnTo>
                    <a:pt x="265937" y="6858"/>
                  </a:lnTo>
                  <a:lnTo>
                    <a:pt x="265937" y="8382"/>
                  </a:lnTo>
                  <a:lnTo>
                    <a:pt x="264413" y="9906"/>
                  </a:lnTo>
                  <a:lnTo>
                    <a:pt x="262889" y="9906"/>
                  </a:lnTo>
                  <a:lnTo>
                    <a:pt x="262127" y="9144"/>
                  </a:lnTo>
                  <a:lnTo>
                    <a:pt x="262127" y="8382"/>
                  </a:lnTo>
                  <a:lnTo>
                    <a:pt x="261365" y="6858"/>
                  </a:lnTo>
                  <a:lnTo>
                    <a:pt x="261365" y="4572"/>
                  </a:lnTo>
                  <a:lnTo>
                    <a:pt x="260603" y="3810"/>
                  </a:lnTo>
                  <a:lnTo>
                    <a:pt x="260603" y="3048"/>
                  </a:lnTo>
                  <a:lnTo>
                    <a:pt x="259841" y="2286"/>
                  </a:lnTo>
                  <a:lnTo>
                    <a:pt x="258317" y="3048"/>
                  </a:lnTo>
                  <a:lnTo>
                    <a:pt x="243839" y="3048"/>
                  </a:lnTo>
                  <a:lnTo>
                    <a:pt x="243839" y="2286"/>
                  </a:lnTo>
                  <a:lnTo>
                    <a:pt x="243077" y="3048"/>
                  </a:lnTo>
                  <a:lnTo>
                    <a:pt x="242315" y="3048"/>
                  </a:lnTo>
                  <a:lnTo>
                    <a:pt x="242315" y="4572"/>
                  </a:lnTo>
                  <a:lnTo>
                    <a:pt x="241553" y="6096"/>
                  </a:lnTo>
                  <a:lnTo>
                    <a:pt x="241553" y="9144"/>
                  </a:lnTo>
                  <a:lnTo>
                    <a:pt x="236988" y="9101"/>
                  </a:lnTo>
                  <a:lnTo>
                    <a:pt x="237324" y="10096"/>
                  </a:lnTo>
                  <a:lnTo>
                    <a:pt x="237324" y="69342"/>
                  </a:lnTo>
                  <a:lnTo>
                    <a:pt x="329183" y="69342"/>
                  </a:lnTo>
                  <a:lnTo>
                    <a:pt x="329183" y="57150"/>
                  </a:lnTo>
                  <a:lnTo>
                    <a:pt x="351281" y="57150"/>
                  </a:lnTo>
                  <a:lnTo>
                    <a:pt x="352805" y="69342"/>
                  </a:lnTo>
                  <a:lnTo>
                    <a:pt x="394715" y="69342"/>
                  </a:lnTo>
                  <a:lnTo>
                    <a:pt x="395477" y="68580"/>
                  </a:lnTo>
                  <a:close/>
                </a:path>
                <a:path w="395605" h="69850">
                  <a:moveTo>
                    <a:pt x="329945" y="69342"/>
                  </a:moveTo>
                  <a:lnTo>
                    <a:pt x="329183" y="57150"/>
                  </a:lnTo>
                  <a:lnTo>
                    <a:pt x="329183" y="69342"/>
                  </a:lnTo>
                  <a:lnTo>
                    <a:pt x="329945" y="693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05747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5747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1524"/>
                  </a:move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81363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81363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56979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857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56979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857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32595" y="4636008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5334"/>
                  </a:move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32595" y="4636008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1523" y="7620"/>
                  </a:lnTo>
                  <a:lnTo>
                    <a:pt x="4571" y="7620"/>
                  </a:lnTo>
                  <a:lnTo>
                    <a:pt x="8381" y="7620"/>
                  </a:lnTo>
                  <a:lnTo>
                    <a:pt x="12191" y="7620"/>
                  </a:lnTo>
                  <a:lnTo>
                    <a:pt x="1600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5334"/>
                  </a:ln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05430" y="4635500"/>
              <a:ext cx="19685" cy="8255"/>
            </a:xfrm>
            <a:custGeom>
              <a:avLst/>
              <a:gdLst/>
              <a:ahLst/>
              <a:cxnLst/>
              <a:rect l="l" t="t" r="r" b="b"/>
              <a:pathLst>
                <a:path w="19685" h="8254">
                  <a:moveTo>
                    <a:pt x="19545" y="6604"/>
                  </a:moveTo>
                  <a:lnTo>
                    <a:pt x="19545" y="1270"/>
                  </a:ln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4305" y="7366"/>
                  </a:lnTo>
                  <a:lnTo>
                    <a:pt x="5067" y="8128"/>
                  </a:lnTo>
                  <a:lnTo>
                    <a:pt x="17259" y="8128"/>
                  </a:lnTo>
                  <a:lnTo>
                    <a:pt x="18021" y="7366"/>
                  </a:lnTo>
                  <a:lnTo>
                    <a:pt x="18783" y="7366"/>
                  </a:lnTo>
                  <a:lnTo>
                    <a:pt x="19545" y="660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05430" y="4635500"/>
              <a:ext cx="19685" cy="8255"/>
            </a:xfrm>
            <a:custGeom>
              <a:avLst/>
              <a:gdLst/>
              <a:ahLst/>
              <a:cxnLst/>
              <a:rect l="l" t="t" r="r" b="b"/>
              <a:pathLst>
                <a:path w="19685" h="8254">
                  <a:moveTo>
                    <a:pt x="19545" y="1270"/>
                  </a:move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4305" y="7366"/>
                  </a:lnTo>
                  <a:lnTo>
                    <a:pt x="5067" y="8128"/>
                  </a:lnTo>
                  <a:lnTo>
                    <a:pt x="17259" y="8128"/>
                  </a:lnTo>
                  <a:lnTo>
                    <a:pt x="18021" y="7366"/>
                  </a:lnTo>
                  <a:lnTo>
                    <a:pt x="18783" y="7366"/>
                  </a:lnTo>
                  <a:lnTo>
                    <a:pt x="19545" y="6604"/>
                  </a:lnTo>
                  <a:lnTo>
                    <a:pt x="19545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81046" y="4635500"/>
              <a:ext cx="20320" cy="8255"/>
            </a:xfrm>
            <a:custGeom>
              <a:avLst/>
              <a:gdLst/>
              <a:ahLst/>
              <a:cxnLst/>
              <a:rect l="l" t="t" r="r" b="b"/>
              <a:pathLst>
                <a:path w="20319" h="8254">
                  <a:moveTo>
                    <a:pt x="20307" y="5842"/>
                  </a:moveTo>
                  <a:lnTo>
                    <a:pt x="20307" y="5080"/>
                  </a:lnTo>
                  <a:lnTo>
                    <a:pt x="19545" y="3556"/>
                  </a:lnTo>
                  <a:lnTo>
                    <a:pt x="19545" y="1270"/>
                  </a:ln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7353" y="7366"/>
                  </a:lnTo>
                  <a:lnTo>
                    <a:pt x="10401" y="8128"/>
                  </a:lnTo>
                  <a:lnTo>
                    <a:pt x="14973" y="8128"/>
                  </a:lnTo>
                  <a:lnTo>
                    <a:pt x="17259" y="7366"/>
                  </a:lnTo>
                  <a:lnTo>
                    <a:pt x="18783" y="7366"/>
                  </a:lnTo>
                  <a:lnTo>
                    <a:pt x="20307" y="5842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81046" y="4635500"/>
              <a:ext cx="20320" cy="8890"/>
            </a:xfrm>
            <a:custGeom>
              <a:avLst/>
              <a:gdLst/>
              <a:ahLst/>
              <a:cxnLst/>
              <a:rect l="l" t="t" r="r" b="b"/>
              <a:pathLst>
                <a:path w="20319" h="8889">
                  <a:moveTo>
                    <a:pt x="19545" y="1270"/>
                  </a:move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4305" y="7366"/>
                  </a:lnTo>
                  <a:lnTo>
                    <a:pt x="9448" y="7048"/>
                  </a:lnTo>
                  <a:lnTo>
                    <a:pt x="8737" y="8610"/>
                  </a:lnTo>
                  <a:lnTo>
                    <a:pt x="14973" y="8128"/>
                  </a:lnTo>
                  <a:lnTo>
                    <a:pt x="17259" y="7366"/>
                  </a:lnTo>
                  <a:lnTo>
                    <a:pt x="18783" y="7366"/>
                  </a:lnTo>
                  <a:lnTo>
                    <a:pt x="19545" y="6604"/>
                  </a:lnTo>
                  <a:lnTo>
                    <a:pt x="20307" y="5842"/>
                  </a:lnTo>
                  <a:lnTo>
                    <a:pt x="20307" y="5080"/>
                  </a:lnTo>
                  <a:lnTo>
                    <a:pt x="19545" y="3556"/>
                  </a:lnTo>
                  <a:lnTo>
                    <a:pt x="19545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57919" y="463508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9049" y="6261"/>
                  </a:moveTo>
                  <a:lnTo>
                    <a:pt x="19049" y="4737"/>
                  </a:lnTo>
                  <a:lnTo>
                    <a:pt x="18287" y="3213"/>
                  </a:lnTo>
                  <a:lnTo>
                    <a:pt x="18287" y="927"/>
                  </a:lnTo>
                  <a:lnTo>
                    <a:pt x="18287" y="165"/>
                  </a:lnTo>
                  <a:lnTo>
                    <a:pt x="17525" y="165"/>
                  </a:lnTo>
                  <a:lnTo>
                    <a:pt x="10426" y="1295"/>
                  </a:lnTo>
                  <a:lnTo>
                    <a:pt x="8318" y="0"/>
                  </a:lnTo>
                  <a:lnTo>
                    <a:pt x="761" y="165"/>
                  </a:lnTo>
                  <a:lnTo>
                    <a:pt x="761" y="927"/>
                  </a:lnTo>
                  <a:lnTo>
                    <a:pt x="0" y="2451"/>
                  </a:lnTo>
                  <a:lnTo>
                    <a:pt x="0" y="4737"/>
                  </a:lnTo>
                  <a:lnTo>
                    <a:pt x="761" y="5499"/>
                  </a:lnTo>
                  <a:lnTo>
                    <a:pt x="761" y="7023"/>
                  </a:lnTo>
                  <a:lnTo>
                    <a:pt x="3047" y="7023"/>
                  </a:lnTo>
                  <a:lnTo>
                    <a:pt x="4571" y="7785"/>
                  </a:lnTo>
                  <a:lnTo>
                    <a:pt x="16001" y="7785"/>
                  </a:lnTo>
                  <a:lnTo>
                    <a:pt x="16763" y="7023"/>
                  </a:lnTo>
                  <a:lnTo>
                    <a:pt x="17525" y="7023"/>
                  </a:lnTo>
                  <a:lnTo>
                    <a:pt x="18287" y="6261"/>
                  </a:lnTo>
                  <a:lnTo>
                    <a:pt x="19049" y="6261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57919" y="463508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927"/>
                  </a:moveTo>
                  <a:lnTo>
                    <a:pt x="18287" y="165"/>
                  </a:lnTo>
                  <a:lnTo>
                    <a:pt x="17525" y="165"/>
                  </a:lnTo>
                  <a:lnTo>
                    <a:pt x="10426" y="1295"/>
                  </a:lnTo>
                  <a:lnTo>
                    <a:pt x="8318" y="0"/>
                  </a:lnTo>
                  <a:lnTo>
                    <a:pt x="1523" y="165"/>
                  </a:lnTo>
                  <a:lnTo>
                    <a:pt x="761" y="165"/>
                  </a:lnTo>
                  <a:lnTo>
                    <a:pt x="761" y="927"/>
                  </a:lnTo>
                  <a:lnTo>
                    <a:pt x="0" y="2451"/>
                  </a:lnTo>
                  <a:lnTo>
                    <a:pt x="0" y="4737"/>
                  </a:lnTo>
                  <a:lnTo>
                    <a:pt x="761" y="5499"/>
                  </a:lnTo>
                  <a:lnTo>
                    <a:pt x="761" y="7023"/>
                  </a:lnTo>
                  <a:lnTo>
                    <a:pt x="3047" y="7023"/>
                  </a:lnTo>
                  <a:lnTo>
                    <a:pt x="4571" y="7785"/>
                  </a:lnTo>
                  <a:lnTo>
                    <a:pt x="16001" y="7785"/>
                  </a:lnTo>
                  <a:lnTo>
                    <a:pt x="16763" y="7023"/>
                  </a:lnTo>
                  <a:lnTo>
                    <a:pt x="17525" y="7023"/>
                  </a:lnTo>
                  <a:lnTo>
                    <a:pt x="18287" y="6261"/>
                  </a:lnTo>
                  <a:lnTo>
                    <a:pt x="19049" y="6261"/>
                  </a:lnTo>
                  <a:lnTo>
                    <a:pt x="19049" y="4737"/>
                  </a:lnTo>
                  <a:lnTo>
                    <a:pt x="18287" y="3213"/>
                  </a:lnTo>
                  <a:lnTo>
                    <a:pt x="18287" y="9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33535" y="463448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9050" y="6858"/>
                  </a:moveTo>
                  <a:lnTo>
                    <a:pt x="19050" y="1524"/>
                  </a:lnTo>
                  <a:lnTo>
                    <a:pt x="18288" y="762"/>
                  </a:lnTo>
                  <a:lnTo>
                    <a:pt x="1524" y="762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2" y="6096"/>
                  </a:lnTo>
                  <a:lnTo>
                    <a:pt x="762" y="6858"/>
                  </a:lnTo>
                  <a:lnTo>
                    <a:pt x="1524" y="7620"/>
                  </a:lnTo>
                  <a:lnTo>
                    <a:pt x="12484" y="7683"/>
                  </a:lnTo>
                  <a:lnTo>
                    <a:pt x="8813" y="8420"/>
                  </a:lnTo>
                  <a:lnTo>
                    <a:pt x="17526" y="7620"/>
                  </a:lnTo>
                  <a:lnTo>
                    <a:pt x="18288" y="6858"/>
                  </a:lnTo>
                  <a:lnTo>
                    <a:pt x="19050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33535" y="463448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9050" y="1524"/>
                  </a:moveTo>
                  <a:lnTo>
                    <a:pt x="18288" y="762"/>
                  </a:lnTo>
                  <a:lnTo>
                    <a:pt x="12954" y="762"/>
                  </a:lnTo>
                  <a:lnTo>
                    <a:pt x="7620" y="762"/>
                  </a:lnTo>
                  <a:lnTo>
                    <a:pt x="2285" y="762"/>
                  </a:lnTo>
                  <a:lnTo>
                    <a:pt x="1524" y="762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2" y="6096"/>
                  </a:lnTo>
                  <a:lnTo>
                    <a:pt x="762" y="6858"/>
                  </a:lnTo>
                  <a:lnTo>
                    <a:pt x="1524" y="7620"/>
                  </a:lnTo>
                  <a:lnTo>
                    <a:pt x="4571" y="7620"/>
                  </a:lnTo>
                  <a:lnTo>
                    <a:pt x="12484" y="7683"/>
                  </a:lnTo>
                  <a:lnTo>
                    <a:pt x="8813" y="8420"/>
                  </a:lnTo>
                  <a:lnTo>
                    <a:pt x="17526" y="7620"/>
                  </a:lnTo>
                  <a:lnTo>
                    <a:pt x="18288" y="6858"/>
                  </a:lnTo>
                  <a:lnTo>
                    <a:pt x="19050" y="6858"/>
                  </a:lnTo>
                  <a:lnTo>
                    <a:pt x="19050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09151" y="463448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5239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09151" y="463448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762"/>
                  </a:moveTo>
                  <a:lnTo>
                    <a:pt x="16763" y="0"/>
                  </a:lnTo>
                  <a:lnTo>
                    <a:pt x="15239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56039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56039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762"/>
                  </a:moveTo>
                  <a:lnTo>
                    <a:pt x="16763" y="0"/>
                  </a:lnTo>
                  <a:lnTo>
                    <a:pt x="15239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79661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79661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1523" y="7620"/>
                  </a:lnTo>
                  <a:lnTo>
                    <a:pt x="6857" y="7620"/>
                  </a:lnTo>
                  <a:lnTo>
                    <a:pt x="10159" y="7620"/>
                  </a:lnTo>
                  <a:lnTo>
                    <a:pt x="1346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04045" y="463753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04045" y="4637532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762"/>
                  </a:move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8153" y="7835"/>
                  </a:lnTo>
                  <a:lnTo>
                    <a:pt x="7289" y="7683"/>
                  </a:lnTo>
                  <a:lnTo>
                    <a:pt x="1371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30893" y="463753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857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30893" y="463753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857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9049" y="6096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15272" y="4647933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668" y="7886"/>
                  </a:moveTo>
                  <a:lnTo>
                    <a:pt x="18668" y="1790"/>
                  </a:lnTo>
                  <a:lnTo>
                    <a:pt x="17906" y="1028"/>
                  </a:lnTo>
                  <a:lnTo>
                    <a:pt x="16382" y="1028"/>
                  </a:lnTo>
                  <a:lnTo>
                    <a:pt x="14858" y="1790"/>
                  </a:lnTo>
                  <a:lnTo>
                    <a:pt x="4190" y="1790"/>
                  </a:lnTo>
                  <a:lnTo>
                    <a:pt x="685" y="0"/>
                  </a:lnTo>
                  <a:lnTo>
                    <a:pt x="0" y="1015"/>
                  </a:lnTo>
                  <a:lnTo>
                    <a:pt x="380" y="4838"/>
                  </a:lnTo>
                  <a:lnTo>
                    <a:pt x="380" y="7124"/>
                  </a:lnTo>
                  <a:lnTo>
                    <a:pt x="1142" y="7124"/>
                  </a:lnTo>
                  <a:lnTo>
                    <a:pt x="1142" y="7886"/>
                  </a:lnTo>
                  <a:lnTo>
                    <a:pt x="2666" y="7886"/>
                  </a:lnTo>
                  <a:lnTo>
                    <a:pt x="4190" y="8648"/>
                  </a:lnTo>
                  <a:lnTo>
                    <a:pt x="15620" y="8648"/>
                  </a:lnTo>
                  <a:lnTo>
                    <a:pt x="17144" y="7886"/>
                  </a:lnTo>
                  <a:lnTo>
                    <a:pt x="18668" y="788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15272" y="4647933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668" y="1790"/>
                  </a:moveTo>
                  <a:lnTo>
                    <a:pt x="17906" y="1028"/>
                  </a:lnTo>
                  <a:lnTo>
                    <a:pt x="16382" y="1028"/>
                  </a:lnTo>
                  <a:lnTo>
                    <a:pt x="14858" y="1790"/>
                  </a:lnTo>
                  <a:lnTo>
                    <a:pt x="4190" y="1790"/>
                  </a:lnTo>
                  <a:lnTo>
                    <a:pt x="685" y="0"/>
                  </a:lnTo>
                  <a:lnTo>
                    <a:pt x="0" y="1015"/>
                  </a:lnTo>
                  <a:lnTo>
                    <a:pt x="380" y="4838"/>
                  </a:lnTo>
                  <a:lnTo>
                    <a:pt x="380" y="7124"/>
                  </a:lnTo>
                  <a:lnTo>
                    <a:pt x="1142" y="7124"/>
                  </a:lnTo>
                  <a:lnTo>
                    <a:pt x="1142" y="7886"/>
                  </a:lnTo>
                  <a:lnTo>
                    <a:pt x="2666" y="7886"/>
                  </a:lnTo>
                  <a:lnTo>
                    <a:pt x="4190" y="8648"/>
                  </a:lnTo>
                  <a:lnTo>
                    <a:pt x="15620" y="8648"/>
                  </a:lnTo>
                  <a:lnTo>
                    <a:pt x="17144" y="7886"/>
                  </a:lnTo>
                  <a:lnTo>
                    <a:pt x="18668" y="7886"/>
                  </a:lnTo>
                  <a:lnTo>
                    <a:pt x="18668" y="17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91269" y="464851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60">
                  <a:moveTo>
                    <a:pt x="18287" y="6540"/>
                  </a:moveTo>
                  <a:lnTo>
                    <a:pt x="18287" y="3492"/>
                  </a:lnTo>
                  <a:lnTo>
                    <a:pt x="17525" y="1968"/>
                  </a:lnTo>
                  <a:lnTo>
                    <a:pt x="17525" y="1206"/>
                  </a:lnTo>
                  <a:lnTo>
                    <a:pt x="17525" y="444"/>
                  </a:lnTo>
                  <a:lnTo>
                    <a:pt x="16763" y="444"/>
                  </a:lnTo>
                  <a:lnTo>
                    <a:pt x="6896" y="1955"/>
                  </a:lnTo>
                  <a:lnTo>
                    <a:pt x="10337" y="0"/>
                  </a:lnTo>
                  <a:lnTo>
                    <a:pt x="761" y="444"/>
                  </a:lnTo>
                  <a:lnTo>
                    <a:pt x="0" y="444"/>
                  </a:lnTo>
                  <a:lnTo>
                    <a:pt x="0" y="6540"/>
                  </a:lnTo>
                  <a:lnTo>
                    <a:pt x="761" y="7302"/>
                  </a:lnTo>
                  <a:lnTo>
                    <a:pt x="2285" y="7302"/>
                  </a:lnTo>
                  <a:lnTo>
                    <a:pt x="6578" y="6642"/>
                  </a:lnTo>
                  <a:lnTo>
                    <a:pt x="11188" y="9740"/>
                  </a:lnTo>
                  <a:lnTo>
                    <a:pt x="15239" y="7302"/>
                  </a:lnTo>
                  <a:lnTo>
                    <a:pt x="17525" y="7302"/>
                  </a:lnTo>
                  <a:lnTo>
                    <a:pt x="17525" y="6540"/>
                  </a:lnTo>
                  <a:lnTo>
                    <a:pt x="18287" y="6540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91269" y="464851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60">
                  <a:moveTo>
                    <a:pt x="17525" y="1206"/>
                  </a:moveTo>
                  <a:lnTo>
                    <a:pt x="17525" y="444"/>
                  </a:lnTo>
                  <a:lnTo>
                    <a:pt x="16763" y="444"/>
                  </a:lnTo>
                  <a:lnTo>
                    <a:pt x="6896" y="1955"/>
                  </a:lnTo>
                  <a:lnTo>
                    <a:pt x="10337" y="0"/>
                  </a:lnTo>
                  <a:lnTo>
                    <a:pt x="761" y="444"/>
                  </a:lnTo>
                  <a:lnTo>
                    <a:pt x="0" y="444"/>
                  </a:lnTo>
                  <a:lnTo>
                    <a:pt x="0" y="6540"/>
                  </a:lnTo>
                  <a:lnTo>
                    <a:pt x="761" y="7302"/>
                  </a:lnTo>
                  <a:lnTo>
                    <a:pt x="2285" y="7302"/>
                  </a:lnTo>
                  <a:lnTo>
                    <a:pt x="6578" y="6642"/>
                  </a:lnTo>
                  <a:lnTo>
                    <a:pt x="11188" y="9740"/>
                  </a:lnTo>
                  <a:lnTo>
                    <a:pt x="15239" y="7302"/>
                  </a:lnTo>
                  <a:lnTo>
                    <a:pt x="17525" y="7302"/>
                  </a:lnTo>
                  <a:lnTo>
                    <a:pt x="17525" y="6540"/>
                  </a:lnTo>
                  <a:lnTo>
                    <a:pt x="18287" y="6540"/>
                  </a:lnTo>
                  <a:lnTo>
                    <a:pt x="18287" y="3492"/>
                  </a:lnTo>
                  <a:lnTo>
                    <a:pt x="17525" y="1968"/>
                  </a:lnTo>
                  <a:lnTo>
                    <a:pt x="17525" y="1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66123" y="46482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001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66123" y="46482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001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42501" y="4648200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5">
                  <a:moveTo>
                    <a:pt x="18287" y="6096"/>
                  </a:moveTo>
                  <a:lnTo>
                    <a:pt x="18287" y="2286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42501" y="4648200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5">
                  <a:moveTo>
                    <a:pt x="17525" y="762"/>
                  </a:moveTo>
                  <a:lnTo>
                    <a:pt x="17525" y="0"/>
                  </a:lnTo>
                  <a:lnTo>
                    <a:pt x="16763" y="0"/>
                  </a:lnTo>
                  <a:lnTo>
                    <a:pt x="11429" y="0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2286"/>
                  </a:lnTo>
                  <a:lnTo>
                    <a:pt x="17525" y="1524"/>
                  </a:lnTo>
                  <a:lnTo>
                    <a:pt x="17525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15691" y="4647438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155" y="6883"/>
                  </a:moveTo>
                  <a:lnTo>
                    <a:pt x="1126" y="6347"/>
                  </a:lnTo>
                  <a:lnTo>
                    <a:pt x="0" y="5245"/>
                  </a:lnTo>
                  <a:lnTo>
                    <a:pt x="1155" y="6883"/>
                  </a:lnTo>
                  <a:close/>
                </a:path>
                <a:path w="19685" h="7620">
                  <a:moveTo>
                    <a:pt x="19189" y="6858"/>
                  </a:moveTo>
                  <a:lnTo>
                    <a:pt x="19189" y="762"/>
                  </a:lnTo>
                  <a:lnTo>
                    <a:pt x="18427" y="0"/>
                  </a:lnTo>
                  <a:lnTo>
                    <a:pt x="17665" y="0"/>
                  </a:lnTo>
                  <a:lnTo>
                    <a:pt x="16903" y="762"/>
                  </a:lnTo>
                  <a:lnTo>
                    <a:pt x="2425" y="762"/>
                  </a:lnTo>
                  <a:lnTo>
                    <a:pt x="1663" y="0"/>
                  </a:lnTo>
                  <a:lnTo>
                    <a:pt x="901" y="762"/>
                  </a:lnTo>
                  <a:lnTo>
                    <a:pt x="901" y="2286"/>
                  </a:lnTo>
                  <a:lnTo>
                    <a:pt x="1126" y="6347"/>
                  </a:lnTo>
                  <a:lnTo>
                    <a:pt x="2425" y="7620"/>
                  </a:lnTo>
                  <a:lnTo>
                    <a:pt x="17665" y="7620"/>
                  </a:lnTo>
                  <a:lnTo>
                    <a:pt x="18427" y="6858"/>
                  </a:lnTo>
                  <a:lnTo>
                    <a:pt x="19189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15691" y="4647438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9189" y="762"/>
                  </a:moveTo>
                  <a:lnTo>
                    <a:pt x="18427" y="0"/>
                  </a:lnTo>
                  <a:lnTo>
                    <a:pt x="17665" y="0"/>
                  </a:lnTo>
                  <a:lnTo>
                    <a:pt x="16903" y="762"/>
                  </a:lnTo>
                  <a:lnTo>
                    <a:pt x="2425" y="762"/>
                  </a:lnTo>
                  <a:lnTo>
                    <a:pt x="1663" y="0"/>
                  </a:lnTo>
                  <a:lnTo>
                    <a:pt x="901" y="762"/>
                  </a:lnTo>
                  <a:lnTo>
                    <a:pt x="901" y="2286"/>
                  </a:lnTo>
                  <a:lnTo>
                    <a:pt x="1155" y="6883"/>
                  </a:lnTo>
                  <a:lnTo>
                    <a:pt x="0" y="5245"/>
                  </a:lnTo>
                  <a:lnTo>
                    <a:pt x="2425" y="7620"/>
                  </a:lnTo>
                  <a:lnTo>
                    <a:pt x="4711" y="7620"/>
                  </a:lnTo>
                  <a:lnTo>
                    <a:pt x="9029" y="7620"/>
                  </a:lnTo>
                  <a:lnTo>
                    <a:pt x="13347" y="7620"/>
                  </a:lnTo>
                  <a:lnTo>
                    <a:pt x="17665" y="7620"/>
                  </a:lnTo>
                  <a:lnTo>
                    <a:pt x="18427" y="6858"/>
                  </a:lnTo>
                  <a:lnTo>
                    <a:pt x="19189" y="6858"/>
                  </a:lnTo>
                  <a:lnTo>
                    <a:pt x="19189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592209" y="4647438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92209" y="4647438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66923" y="4646676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155" y="6883"/>
                  </a:moveTo>
                  <a:lnTo>
                    <a:pt x="1126" y="6347"/>
                  </a:lnTo>
                  <a:lnTo>
                    <a:pt x="0" y="5245"/>
                  </a:lnTo>
                  <a:lnTo>
                    <a:pt x="1155" y="6883"/>
                  </a:lnTo>
                  <a:close/>
                </a:path>
                <a:path w="19685" h="7620">
                  <a:moveTo>
                    <a:pt x="19189" y="6858"/>
                  </a:moveTo>
                  <a:lnTo>
                    <a:pt x="19189" y="762"/>
                  </a:lnTo>
                  <a:lnTo>
                    <a:pt x="18427" y="0"/>
                  </a:lnTo>
                  <a:lnTo>
                    <a:pt x="17665" y="0"/>
                  </a:lnTo>
                  <a:lnTo>
                    <a:pt x="16903" y="762"/>
                  </a:lnTo>
                  <a:lnTo>
                    <a:pt x="2425" y="762"/>
                  </a:lnTo>
                  <a:lnTo>
                    <a:pt x="1663" y="0"/>
                  </a:lnTo>
                  <a:lnTo>
                    <a:pt x="901" y="762"/>
                  </a:lnTo>
                  <a:lnTo>
                    <a:pt x="901" y="2286"/>
                  </a:lnTo>
                  <a:lnTo>
                    <a:pt x="1126" y="6347"/>
                  </a:lnTo>
                  <a:lnTo>
                    <a:pt x="2425" y="7620"/>
                  </a:lnTo>
                  <a:lnTo>
                    <a:pt x="17665" y="7620"/>
                  </a:lnTo>
                  <a:lnTo>
                    <a:pt x="18427" y="6858"/>
                  </a:lnTo>
                  <a:lnTo>
                    <a:pt x="19189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66923" y="4646676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9189" y="1524"/>
                  </a:moveTo>
                  <a:lnTo>
                    <a:pt x="19189" y="762"/>
                  </a:lnTo>
                  <a:lnTo>
                    <a:pt x="18427" y="0"/>
                  </a:lnTo>
                  <a:lnTo>
                    <a:pt x="17665" y="0"/>
                  </a:lnTo>
                  <a:lnTo>
                    <a:pt x="16903" y="762"/>
                  </a:lnTo>
                  <a:lnTo>
                    <a:pt x="2425" y="762"/>
                  </a:lnTo>
                  <a:lnTo>
                    <a:pt x="1663" y="0"/>
                  </a:lnTo>
                  <a:lnTo>
                    <a:pt x="901" y="762"/>
                  </a:lnTo>
                  <a:lnTo>
                    <a:pt x="901" y="2286"/>
                  </a:lnTo>
                  <a:lnTo>
                    <a:pt x="1155" y="6883"/>
                  </a:lnTo>
                  <a:lnTo>
                    <a:pt x="0" y="5245"/>
                  </a:lnTo>
                  <a:lnTo>
                    <a:pt x="2425" y="7620"/>
                  </a:lnTo>
                  <a:lnTo>
                    <a:pt x="5473" y="7620"/>
                  </a:lnTo>
                  <a:lnTo>
                    <a:pt x="9537" y="7620"/>
                  </a:lnTo>
                  <a:lnTo>
                    <a:pt x="13601" y="7620"/>
                  </a:lnTo>
                  <a:lnTo>
                    <a:pt x="17665" y="7620"/>
                  </a:lnTo>
                  <a:lnTo>
                    <a:pt x="18427" y="6858"/>
                  </a:lnTo>
                  <a:lnTo>
                    <a:pt x="19189" y="6858"/>
                  </a:lnTo>
                  <a:lnTo>
                    <a:pt x="19189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43441" y="464667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43441" y="464667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00769" y="4645367"/>
              <a:ext cx="34290" cy="8255"/>
            </a:xfrm>
            <a:custGeom>
              <a:avLst/>
              <a:gdLst/>
              <a:ahLst/>
              <a:cxnLst/>
              <a:rect l="l" t="t" r="r" b="b"/>
              <a:pathLst>
                <a:path w="34289" h="8254">
                  <a:moveTo>
                    <a:pt x="34289" y="6642"/>
                  </a:moveTo>
                  <a:lnTo>
                    <a:pt x="34289" y="3594"/>
                  </a:lnTo>
                  <a:lnTo>
                    <a:pt x="33527" y="2832"/>
                  </a:lnTo>
                  <a:lnTo>
                    <a:pt x="33527" y="2070"/>
                  </a:lnTo>
                  <a:lnTo>
                    <a:pt x="33527" y="1308"/>
                  </a:lnTo>
                  <a:lnTo>
                    <a:pt x="32765" y="546"/>
                  </a:lnTo>
                  <a:lnTo>
                    <a:pt x="29717" y="546"/>
                  </a:lnTo>
                  <a:lnTo>
                    <a:pt x="25907" y="1308"/>
                  </a:lnTo>
                  <a:lnTo>
                    <a:pt x="14477" y="1308"/>
                  </a:lnTo>
                  <a:lnTo>
                    <a:pt x="10985" y="0"/>
                  </a:lnTo>
                  <a:lnTo>
                    <a:pt x="6184" y="723"/>
                  </a:lnTo>
                  <a:lnTo>
                    <a:pt x="2285" y="546"/>
                  </a:lnTo>
                  <a:lnTo>
                    <a:pt x="761" y="546"/>
                  </a:lnTo>
                  <a:lnTo>
                    <a:pt x="0" y="2832"/>
                  </a:lnTo>
                  <a:lnTo>
                    <a:pt x="0" y="5118"/>
                  </a:lnTo>
                  <a:lnTo>
                    <a:pt x="761" y="5880"/>
                  </a:lnTo>
                  <a:lnTo>
                    <a:pt x="761" y="6642"/>
                  </a:lnTo>
                  <a:lnTo>
                    <a:pt x="1523" y="7404"/>
                  </a:lnTo>
                  <a:lnTo>
                    <a:pt x="8381" y="7404"/>
                  </a:lnTo>
                  <a:lnTo>
                    <a:pt x="12191" y="8166"/>
                  </a:lnTo>
                  <a:lnTo>
                    <a:pt x="31241" y="8166"/>
                  </a:lnTo>
                  <a:lnTo>
                    <a:pt x="32765" y="7404"/>
                  </a:lnTo>
                  <a:lnTo>
                    <a:pt x="33527" y="7404"/>
                  </a:lnTo>
                  <a:lnTo>
                    <a:pt x="34289" y="6642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00769" y="4645367"/>
              <a:ext cx="34290" cy="8255"/>
            </a:xfrm>
            <a:custGeom>
              <a:avLst/>
              <a:gdLst/>
              <a:ahLst/>
              <a:cxnLst/>
              <a:rect l="l" t="t" r="r" b="b"/>
              <a:pathLst>
                <a:path w="34289" h="8254">
                  <a:moveTo>
                    <a:pt x="33527" y="2070"/>
                  </a:moveTo>
                  <a:lnTo>
                    <a:pt x="33527" y="1308"/>
                  </a:lnTo>
                  <a:lnTo>
                    <a:pt x="32765" y="546"/>
                  </a:lnTo>
                  <a:lnTo>
                    <a:pt x="29717" y="546"/>
                  </a:lnTo>
                  <a:lnTo>
                    <a:pt x="25907" y="1308"/>
                  </a:lnTo>
                  <a:lnTo>
                    <a:pt x="14477" y="1308"/>
                  </a:lnTo>
                  <a:lnTo>
                    <a:pt x="10985" y="0"/>
                  </a:lnTo>
                  <a:lnTo>
                    <a:pt x="6184" y="723"/>
                  </a:lnTo>
                  <a:lnTo>
                    <a:pt x="2285" y="546"/>
                  </a:lnTo>
                  <a:lnTo>
                    <a:pt x="761" y="546"/>
                  </a:lnTo>
                  <a:lnTo>
                    <a:pt x="0" y="2832"/>
                  </a:lnTo>
                  <a:lnTo>
                    <a:pt x="0" y="5118"/>
                  </a:lnTo>
                  <a:lnTo>
                    <a:pt x="761" y="5880"/>
                  </a:lnTo>
                  <a:lnTo>
                    <a:pt x="761" y="6642"/>
                  </a:lnTo>
                  <a:lnTo>
                    <a:pt x="1523" y="7404"/>
                  </a:lnTo>
                  <a:lnTo>
                    <a:pt x="8381" y="7404"/>
                  </a:lnTo>
                  <a:lnTo>
                    <a:pt x="12191" y="8166"/>
                  </a:lnTo>
                  <a:lnTo>
                    <a:pt x="31241" y="8166"/>
                  </a:lnTo>
                  <a:lnTo>
                    <a:pt x="32765" y="7404"/>
                  </a:lnTo>
                  <a:lnTo>
                    <a:pt x="33527" y="7404"/>
                  </a:lnTo>
                  <a:lnTo>
                    <a:pt x="34289" y="6642"/>
                  </a:lnTo>
                  <a:lnTo>
                    <a:pt x="34289" y="3594"/>
                  </a:lnTo>
                  <a:lnTo>
                    <a:pt x="33527" y="2832"/>
                  </a:lnTo>
                  <a:lnTo>
                    <a:pt x="33527" y="20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65945" y="464896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765945" y="464896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8635" y="7620"/>
                  </a:lnTo>
                  <a:lnTo>
                    <a:pt x="1269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790329" y="464972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3715" y="0"/>
                  </a:lnTo>
                  <a:lnTo>
                    <a:pt x="11429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790329" y="464972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3715" y="0"/>
                  </a:lnTo>
                  <a:lnTo>
                    <a:pt x="11429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813951" y="4649724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2285" y="762"/>
                  </a:lnTo>
                  <a:lnTo>
                    <a:pt x="1523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813951" y="4649724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2285" y="762"/>
                  </a:lnTo>
                  <a:lnTo>
                    <a:pt x="1523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1523" y="7620"/>
                  </a:lnTo>
                  <a:lnTo>
                    <a:pt x="4571" y="7620"/>
                  </a:lnTo>
                  <a:lnTo>
                    <a:pt x="8381" y="7620"/>
                  </a:lnTo>
                  <a:lnTo>
                    <a:pt x="12191" y="7620"/>
                  </a:lnTo>
                  <a:lnTo>
                    <a:pt x="1600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740799" y="4648962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096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740799" y="4648962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762"/>
                  </a:lnTo>
                  <a:lnTo>
                    <a:pt x="12191" y="762"/>
                  </a:lnTo>
                  <a:lnTo>
                    <a:pt x="685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743847" y="4664202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828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743847" y="4664202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2191" y="762"/>
                  </a:lnTo>
                  <a:lnTo>
                    <a:pt x="685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719463" y="4664202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783" y="7556"/>
                  </a:moveTo>
                  <a:lnTo>
                    <a:pt x="18287" y="4572"/>
                  </a:ln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3715" y="7620"/>
                  </a:lnTo>
                  <a:lnTo>
                    <a:pt x="16014" y="7937"/>
                  </a:lnTo>
                  <a:lnTo>
                    <a:pt x="18783" y="755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719463" y="4664202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4571" y="7620"/>
                  </a:lnTo>
                  <a:lnTo>
                    <a:pt x="7619" y="7620"/>
                  </a:lnTo>
                  <a:lnTo>
                    <a:pt x="10667" y="7620"/>
                  </a:lnTo>
                  <a:lnTo>
                    <a:pt x="15239" y="7620"/>
                  </a:lnTo>
                  <a:lnTo>
                    <a:pt x="18224" y="8115"/>
                  </a:lnTo>
                  <a:lnTo>
                    <a:pt x="18605" y="5346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95079" y="466420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6299" y="6629"/>
                  </a:lnTo>
                  <a:lnTo>
                    <a:pt x="1137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95079" y="466420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1937" y="0"/>
                  </a:lnTo>
                  <a:lnTo>
                    <a:pt x="6349" y="0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6299" y="6629"/>
                  </a:lnTo>
                  <a:lnTo>
                    <a:pt x="1137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70301" y="466344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681" y="6096"/>
                  </a:moveTo>
                  <a:lnTo>
                    <a:pt x="18681" y="762"/>
                  </a:lnTo>
                  <a:lnTo>
                    <a:pt x="17919" y="762"/>
                  </a:lnTo>
                  <a:lnTo>
                    <a:pt x="17919" y="0"/>
                  </a:lnTo>
                  <a:lnTo>
                    <a:pt x="17157" y="0"/>
                  </a:lnTo>
                  <a:lnTo>
                    <a:pt x="16395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0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53"/>
                  </a:lnTo>
                  <a:lnTo>
                    <a:pt x="4203" y="7620"/>
                  </a:lnTo>
                  <a:lnTo>
                    <a:pt x="17157" y="7620"/>
                  </a:lnTo>
                  <a:lnTo>
                    <a:pt x="18681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70200" y="4663440"/>
              <a:ext cx="19685" cy="9525"/>
            </a:xfrm>
            <a:custGeom>
              <a:avLst/>
              <a:gdLst/>
              <a:ahLst/>
              <a:cxnLst/>
              <a:rect l="l" t="t" r="r" b="b"/>
              <a:pathLst>
                <a:path w="19685" h="9525">
                  <a:moveTo>
                    <a:pt x="18783" y="762"/>
                  </a:moveTo>
                  <a:lnTo>
                    <a:pt x="18021" y="762"/>
                  </a:lnTo>
                  <a:lnTo>
                    <a:pt x="18021" y="0"/>
                  </a:lnTo>
                  <a:lnTo>
                    <a:pt x="17259" y="0"/>
                  </a:lnTo>
                  <a:lnTo>
                    <a:pt x="16497" y="762"/>
                  </a:lnTo>
                  <a:lnTo>
                    <a:pt x="2019" y="762"/>
                  </a:lnTo>
                  <a:lnTo>
                    <a:pt x="1257" y="0"/>
                  </a:lnTo>
                  <a:lnTo>
                    <a:pt x="495" y="0"/>
                  </a:lnTo>
                  <a:lnTo>
                    <a:pt x="495" y="2286"/>
                  </a:lnTo>
                  <a:lnTo>
                    <a:pt x="0" y="8013"/>
                  </a:lnTo>
                  <a:lnTo>
                    <a:pt x="1409" y="7835"/>
                  </a:lnTo>
                  <a:lnTo>
                    <a:pt x="6591" y="7620"/>
                  </a:lnTo>
                  <a:lnTo>
                    <a:pt x="11925" y="7620"/>
                  </a:lnTo>
                  <a:lnTo>
                    <a:pt x="16395" y="7454"/>
                  </a:lnTo>
                  <a:lnTo>
                    <a:pt x="19380" y="8915"/>
                  </a:lnTo>
                  <a:lnTo>
                    <a:pt x="18783" y="3048"/>
                  </a:lnTo>
                  <a:lnTo>
                    <a:pt x="18783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44787" y="466344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44787" y="466344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20403" y="4662678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20403" y="4662678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762"/>
                  </a:lnTo>
                  <a:lnTo>
                    <a:pt x="12191" y="762"/>
                  </a:lnTo>
                  <a:lnTo>
                    <a:pt x="685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96019" y="4662678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9049" y="5334"/>
                  </a:move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1429" y="7620"/>
                  </a:lnTo>
                  <a:lnTo>
                    <a:pt x="14427" y="7848"/>
                  </a:lnTo>
                  <a:lnTo>
                    <a:pt x="17170" y="7785"/>
                  </a:lnTo>
                  <a:lnTo>
                    <a:pt x="19049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596019" y="4662678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6146" y="6578"/>
                  </a:lnTo>
                  <a:lnTo>
                    <a:pt x="990" y="8064"/>
                  </a:lnTo>
                  <a:lnTo>
                    <a:pt x="9143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9049" y="5334"/>
                  </a:lnTo>
                  <a:lnTo>
                    <a:pt x="19049" y="4572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571635" y="466191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571635" y="466191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546489" y="4661916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9278" y="6578"/>
                  </a:moveTo>
                  <a:lnTo>
                    <a:pt x="19049" y="4572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783" y="7086"/>
                  </a:lnTo>
                  <a:lnTo>
                    <a:pt x="19278" y="657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546489" y="4661916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9049" y="6096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794139" y="466496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8381" y="7620"/>
                  </a:lnTo>
                  <a:lnTo>
                    <a:pt x="13715" y="7620"/>
                  </a:lnTo>
                  <a:lnTo>
                    <a:pt x="15239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94139" y="466496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8381" y="7620"/>
                  </a:lnTo>
                  <a:lnTo>
                    <a:pt x="13715" y="7620"/>
                  </a:lnTo>
                  <a:lnTo>
                    <a:pt x="15239" y="6858"/>
                  </a:lnTo>
                  <a:lnTo>
                    <a:pt x="17525" y="6858"/>
                  </a:lnTo>
                  <a:lnTo>
                    <a:pt x="17525" y="6096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818523" y="4664964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757" y="8153"/>
                  </a:moveTo>
                  <a:lnTo>
                    <a:pt x="18287" y="4572"/>
                  </a:lnTo>
                  <a:lnTo>
                    <a:pt x="18287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2953" y="7620"/>
                  </a:lnTo>
                  <a:lnTo>
                    <a:pt x="15227" y="7747"/>
                  </a:lnTo>
                  <a:lnTo>
                    <a:pt x="18757" y="8153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818523" y="4664964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1524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2953" y="7620"/>
                  </a:lnTo>
                  <a:lnTo>
                    <a:pt x="15227" y="7747"/>
                  </a:lnTo>
                  <a:lnTo>
                    <a:pt x="18757" y="8153"/>
                  </a:lnTo>
                  <a:lnTo>
                    <a:pt x="18287" y="4572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842145" y="4664964"/>
              <a:ext cx="34290" cy="8890"/>
            </a:xfrm>
            <a:custGeom>
              <a:avLst/>
              <a:gdLst/>
              <a:ahLst/>
              <a:cxnLst/>
              <a:rect l="l" t="t" r="r" b="b"/>
              <a:pathLst>
                <a:path w="34289" h="8889">
                  <a:moveTo>
                    <a:pt x="34289" y="6096"/>
                  </a:moveTo>
                  <a:lnTo>
                    <a:pt x="34289" y="5334"/>
                  </a:lnTo>
                  <a:lnTo>
                    <a:pt x="33527" y="3810"/>
                  </a:lnTo>
                  <a:lnTo>
                    <a:pt x="33527" y="1524"/>
                  </a:lnTo>
                  <a:lnTo>
                    <a:pt x="32765" y="762"/>
                  </a:lnTo>
                  <a:lnTo>
                    <a:pt x="25907" y="762"/>
                  </a:lnTo>
                  <a:lnTo>
                    <a:pt x="22097" y="1524"/>
                  </a:lnTo>
                  <a:lnTo>
                    <a:pt x="18287" y="762"/>
                  </a:lnTo>
                  <a:lnTo>
                    <a:pt x="3047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3047" y="7620"/>
                  </a:lnTo>
                  <a:lnTo>
                    <a:pt x="8610" y="7861"/>
                  </a:lnTo>
                  <a:lnTo>
                    <a:pt x="15506" y="6946"/>
                  </a:lnTo>
                  <a:lnTo>
                    <a:pt x="20573" y="8382"/>
                  </a:lnTo>
                  <a:lnTo>
                    <a:pt x="28955" y="8382"/>
                  </a:lnTo>
                  <a:lnTo>
                    <a:pt x="31241" y="7620"/>
                  </a:lnTo>
                  <a:lnTo>
                    <a:pt x="32003" y="7620"/>
                  </a:lnTo>
                  <a:lnTo>
                    <a:pt x="33527" y="6858"/>
                  </a:lnTo>
                  <a:lnTo>
                    <a:pt x="3428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842145" y="4664964"/>
              <a:ext cx="34290" cy="8890"/>
            </a:xfrm>
            <a:custGeom>
              <a:avLst/>
              <a:gdLst/>
              <a:ahLst/>
              <a:cxnLst/>
              <a:rect l="l" t="t" r="r" b="b"/>
              <a:pathLst>
                <a:path w="34289" h="8889">
                  <a:moveTo>
                    <a:pt x="33527" y="1524"/>
                  </a:moveTo>
                  <a:lnTo>
                    <a:pt x="32765" y="762"/>
                  </a:lnTo>
                  <a:lnTo>
                    <a:pt x="25907" y="762"/>
                  </a:lnTo>
                  <a:lnTo>
                    <a:pt x="22097" y="1524"/>
                  </a:lnTo>
                  <a:lnTo>
                    <a:pt x="18287" y="762"/>
                  </a:lnTo>
                  <a:lnTo>
                    <a:pt x="3047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3047" y="7620"/>
                  </a:lnTo>
                  <a:lnTo>
                    <a:pt x="8610" y="7861"/>
                  </a:lnTo>
                  <a:lnTo>
                    <a:pt x="15506" y="6946"/>
                  </a:lnTo>
                  <a:lnTo>
                    <a:pt x="20573" y="8382"/>
                  </a:lnTo>
                  <a:lnTo>
                    <a:pt x="28955" y="8382"/>
                  </a:lnTo>
                  <a:lnTo>
                    <a:pt x="31241" y="7620"/>
                  </a:lnTo>
                  <a:lnTo>
                    <a:pt x="32003" y="7620"/>
                  </a:lnTo>
                  <a:lnTo>
                    <a:pt x="33527" y="6858"/>
                  </a:lnTo>
                  <a:lnTo>
                    <a:pt x="34289" y="6096"/>
                  </a:lnTo>
                  <a:lnTo>
                    <a:pt x="34289" y="5334"/>
                  </a:lnTo>
                  <a:lnTo>
                    <a:pt x="33527" y="3810"/>
                  </a:lnTo>
                  <a:lnTo>
                    <a:pt x="3352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768993" y="466496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3809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768993" y="466496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3809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29369" y="467639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29369" y="467639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704985" y="467639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704985" y="467639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680601" y="467563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680601" y="467563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1524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10413" y="762"/>
                  </a:lnTo>
                  <a:lnTo>
                    <a:pt x="5587" y="762"/>
                  </a:lnTo>
                  <a:lnTo>
                    <a:pt x="761" y="762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656217" y="4675187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540"/>
                  </a:moveTo>
                  <a:lnTo>
                    <a:pt x="18287" y="3492"/>
                  </a:lnTo>
                  <a:lnTo>
                    <a:pt x="17525" y="1968"/>
                  </a:lnTo>
                  <a:lnTo>
                    <a:pt x="17525" y="1206"/>
                  </a:lnTo>
                  <a:lnTo>
                    <a:pt x="17525" y="444"/>
                  </a:lnTo>
                  <a:lnTo>
                    <a:pt x="16763" y="444"/>
                  </a:lnTo>
                  <a:lnTo>
                    <a:pt x="6896" y="1955"/>
                  </a:lnTo>
                  <a:lnTo>
                    <a:pt x="10337" y="0"/>
                  </a:lnTo>
                  <a:lnTo>
                    <a:pt x="761" y="444"/>
                  </a:lnTo>
                  <a:lnTo>
                    <a:pt x="0" y="444"/>
                  </a:lnTo>
                  <a:lnTo>
                    <a:pt x="0" y="7302"/>
                  </a:lnTo>
                  <a:lnTo>
                    <a:pt x="1523" y="7302"/>
                  </a:lnTo>
                  <a:lnTo>
                    <a:pt x="8724" y="6858"/>
                  </a:lnTo>
                  <a:lnTo>
                    <a:pt x="5740" y="8331"/>
                  </a:lnTo>
                  <a:lnTo>
                    <a:pt x="10667" y="8064"/>
                  </a:lnTo>
                  <a:lnTo>
                    <a:pt x="13715" y="8064"/>
                  </a:lnTo>
                  <a:lnTo>
                    <a:pt x="15239" y="7302"/>
                  </a:lnTo>
                  <a:lnTo>
                    <a:pt x="17525" y="7302"/>
                  </a:lnTo>
                  <a:lnTo>
                    <a:pt x="18287" y="6540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656217" y="4675187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7525" y="1206"/>
                  </a:moveTo>
                  <a:lnTo>
                    <a:pt x="17525" y="444"/>
                  </a:lnTo>
                  <a:lnTo>
                    <a:pt x="16763" y="444"/>
                  </a:lnTo>
                  <a:lnTo>
                    <a:pt x="6896" y="1955"/>
                  </a:lnTo>
                  <a:lnTo>
                    <a:pt x="10337" y="0"/>
                  </a:lnTo>
                  <a:lnTo>
                    <a:pt x="761" y="444"/>
                  </a:lnTo>
                  <a:lnTo>
                    <a:pt x="0" y="444"/>
                  </a:lnTo>
                  <a:lnTo>
                    <a:pt x="0" y="1206"/>
                  </a:lnTo>
                  <a:lnTo>
                    <a:pt x="0" y="2984"/>
                  </a:lnTo>
                  <a:lnTo>
                    <a:pt x="0" y="4762"/>
                  </a:lnTo>
                  <a:lnTo>
                    <a:pt x="0" y="6540"/>
                  </a:lnTo>
                  <a:lnTo>
                    <a:pt x="0" y="7302"/>
                  </a:lnTo>
                  <a:lnTo>
                    <a:pt x="1523" y="7302"/>
                  </a:lnTo>
                  <a:lnTo>
                    <a:pt x="8724" y="6858"/>
                  </a:lnTo>
                  <a:lnTo>
                    <a:pt x="5740" y="8331"/>
                  </a:lnTo>
                  <a:lnTo>
                    <a:pt x="10667" y="8064"/>
                  </a:lnTo>
                  <a:lnTo>
                    <a:pt x="13715" y="8064"/>
                  </a:lnTo>
                  <a:lnTo>
                    <a:pt x="15239" y="7302"/>
                  </a:lnTo>
                  <a:lnTo>
                    <a:pt x="17525" y="7302"/>
                  </a:lnTo>
                  <a:lnTo>
                    <a:pt x="18287" y="6540"/>
                  </a:lnTo>
                  <a:lnTo>
                    <a:pt x="18287" y="3492"/>
                  </a:lnTo>
                  <a:lnTo>
                    <a:pt x="17525" y="1968"/>
                  </a:lnTo>
                  <a:lnTo>
                    <a:pt x="17525" y="1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630309" y="4675632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5">
                  <a:moveTo>
                    <a:pt x="18287" y="6096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630309" y="4675632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5">
                  <a:moveTo>
                    <a:pt x="18287" y="762"/>
                  </a:moveTo>
                  <a:lnTo>
                    <a:pt x="18287" y="0"/>
                  </a:lnTo>
                  <a:lnTo>
                    <a:pt x="17525" y="0"/>
                  </a:lnTo>
                  <a:lnTo>
                    <a:pt x="11937" y="0"/>
                  </a:lnTo>
                  <a:lnTo>
                    <a:pt x="6349" y="0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6095" y="6858"/>
                  </a:lnTo>
                  <a:lnTo>
                    <a:pt x="9905" y="6858"/>
                  </a:lnTo>
                  <a:lnTo>
                    <a:pt x="13715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605531" y="467487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681" y="6096"/>
                  </a:moveTo>
                  <a:lnTo>
                    <a:pt x="18681" y="762"/>
                  </a:lnTo>
                  <a:lnTo>
                    <a:pt x="17919" y="762"/>
                  </a:lnTo>
                  <a:lnTo>
                    <a:pt x="17919" y="0"/>
                  </a:lnTo>
                  <a:lnTo>
                    <a:pt x="17157" y="0"/>
                  </a:lnTo>
                  <a:lnTo>
                    <a:pt x="16395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0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53"/>
                  </a:lnTo>
                  <a:lnTo>
                    <a:pt x="4203" y="7620"/>
                  </a:lnTo>
                  <a:lnTo>
                    <a:pt x="17157" y="7620"/>
                  </a:lnTo>
                  <a:lnTo>
                    <a:pt x="18681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605430" y="4674870"/>
              <a:ext cx="19685" cy="9525"/>
            </a:xfrm>
            <a:custGeom>
              <a:avLst/>
              <a:gdLst/>
              <a:ahLst/>
              <a:cxnLst/>
              <a:rect l="l" t="t" r="r" b="b"/>
              <a:pathLst>
                <a:path w="19685" h="9525">
                  <a:moveTo>
                    <a:pt x="18783" y="762"/>
                  </a:moveTo>
                  <a:lnTo>
                    <a:pt x="18021" y="762"/>
                  </a:lnTo>
                  <a:lnTo>
                    <a:pt x="18021" y="0"/>
                  </a:lnTo>
                  <a:lnTo>
                    <a:pt x="17259" y="0"/>
                  </a:lnTo>
                  <a:lnTo>
                    <a:pt x="16497" y="762"/>
                  </a:lnTo>
                  <a:lnTo>
                    <a:pt x="2019" y="762"/>
                  </a:lnTo>
                  <a:lnTo>
                    <a:pt x="1257" y="0"/>
                  </a:lnTo>
                  <a:lnTo>
                    <a:pt x="495" y="0"/>
                  </a:lnTo>
                  <a:lnTo>
                    <a:pt x="495" y="2286"/>
                  </a:lnTo>
                  <a:lnTo>
                    <a:pt x="0" y="8013"/>
                  </a:lnTo>
                  <a:lnTo>
                    <a:pt x="1409" y="7835"/>
                  </a:lnTo>
                  <a:lnTo>
                    <a:pt x="6591" y="7620"/>
                  </a:lnTo>
                  <a:lnTo>
                    <a:pt x="11925" y="7620"/>
                  </a:lnTo>
                  <a:lnTo>
                    <a:pt x="16395" y="7454"/>
                  </a:lnTo>
                  <a:lnTo>
                    <a:pt x="19380" y="8915"/>
                  </a:lnTo>
                  <a:lnTo>
                    <a:pt x="18783" y="3048"/>
                  </a:lnTo>
                  <a:lnTo>
                    <a:pt x="18783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581541" y="46748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857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5239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581541" y="4674870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762"/>
                  </a:move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9651" y="6400"/>
                  </a:lnTo>
                  <a:lnTo>
                    <a:pt x="6349" y="8077"/>
                  </a:lnTo>
                  <a:lnTo>
                    <a:pt x="13715" y="7620"/>
                  </a:lnTo>
                  <a:lnTo>
                    <a:pt x="15239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556636" y="4674108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808" y="6096"/>
                  </a:moveTo>
                  <a:lnTo>
                    <a:pt x="18808" y="762"/>
                  </a:lnTo>
                  <a:lnTo>
                    <a:pt x="18046" y="762"/>
                  </a:lnTo>
                  <a:lnTo>
                    <a:pt x="18046" y="0"/>
                  </a:lnTo>
                  <a:lnTo>
                    <a:pt x="16522" y="0"/>
                  </a:lnTo>
                  <a:lnTo>
                    <a:pt x="14236" y="762"/>
                  </a:lnTo>
                  <a:lnTo>
                    <a:pt x="4330" y="762"/>
                  </a:lnTo>
                  <a:lnTo>
                    <a:pt x="3568" y="0"/>
                  </a:lnTo>
                  <a:lnTo>
                    <a:pt x="520" y="0"/>
                  </a:lnTo>
                  <a:lnTo>
                    <a:pt x="520" y="2286"/>
                  </a:lnTo>
                  <a:lnTo>
                    <a:pt x="457" y="5511"/>
                  </a:lnTo>
                  <a:lnTo>
                    <a:pt x="0" y="8128"/>
                  </a:lnTo>
                  <a:lnTo>
                    <a:pt x="4330" y="7620"/>
                  </a:lnTo>
                  <a:lnTo>
                    <a:pt x="17284" y="7620"/>
                  </a:lnTo>
                  <a:lnTo>
                    <a:pt x="18808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556636" y="4674108"/>
              <a:ext cx="19685" cy="10160"/>
            </a:xfrm>
            <a:custGeom>
              <a:avLst/>
              <a:gdLst/>
              <a:ahLst/>
              <a:cxnLst/>
              <a:rect l="l" t="t" r="r" b="b"/>
              <a:pathLst>
                <a:path w="19685" h="10160">
                  <a:moveTo>
                    <a:pt x="18808" y="762"/>
                  </a:moveTo>
                  <a:lnTo>
                    <a:pt x="18046" y="762"/>
                  </a:lnTo>
                  <a:lnTo>
                    <a:pt x="18046" y="0"/>
                  </a:lnTo>
                  <a:lnTo>
                    <a:pt x="16522" y="0"/>
                  </a:lnTo>
                  <a:lnTo>
                    <a:pt x="14236" y="762"/>
                  </a:lnTo>
                  <a:lnTo>
                    <a:pt x="4330" y="762"/>
                  </a:lnTo>
                  <a:lnTo>
                    <a:pt x="3568" y="0"/>
                  </a:lnTo>
                  <a:lnTo>
                    <a:pt x="520" y="0"/>
                  </a:lnTo>
                  <a:lnTo>
                    <a:pt x="520" y="2286"/>
                  </a:lnTo>
                  <a:lnTo>
                    <a:pt x="457" y="5511"/>
                  </a:lnTo>
                  <a:lnTo>
                    <a:pt x="0" y="8128"/>
                  </a:lnTo>
                  <a:lnTo>
                    <a:pt x="4330" y="7620"/>
                  </a:lnTo>
                  <a:lnTo>
                    <a:pt x="9664" y="7620"/>
                  </a:lnTo>
                  <a:lnTo>
                    <a:pt x="14808" y="7023"/>
                  </a:lnTo>
                  <a:lnTo>
                    <a:pt x="19659" y="9829"/>
                  </a:lnTo>
                  <a:lnTo>
                    <a:pt x="18808" y="3048"/>
                  </a:lnTo>
                  <a:lnTo>
                    <a:pt x="18808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495435" y="4672812"/>
              <a:ext cx="53340" cy="9525"/>
            </a:xfrm>
            <a:custGeom>
              <a:avLst/>
              <a:gdLst/>
              <a:ahLst/>
              <a:cxnLst/>
              <a:rect l="l" t="t" r="r" b="b"/>
              <a:pathLst>
                <a:path w="53339" h="9525">
                  <a:moveTo>
                    <a:pt x="53340" y="7391"/>
                  </a:moveTo>
                  <a:lnTo>
                    <a:pt x="53340" y="5867"/>
                  </a:lnTo>
                  <a:lnTo>
                    <a:pt x="52578" y="4343"/>
                  </a:lnTo>
                  <a:lnTo>
                    <a:pt x="52578" y="2819"/>
                  </a:lnTo>
                  <a:lnTo>
                    <a:pt x="51816" y="2057"/>
                  </a:lnTo>
                  <a:lnTo>
                    <a:pt x="51054" y="2057"/>
                  </a:lnTo>
                  <a:lnTo>
                    <a:pt x="50292" y="1295"/>
                  </a:lnTo>
                  <a:lnTo>
                    <a:pt x="48768" y="1295"/>
                  </a:lnTo>
                  <a:lnTo>
                    <a:pt x="40995" y="1825"/>
                  </a:lnTo>
                  <a:lnTo>
                    <a:pt x="35418" y="1957"/>
                  </a:lnTo>
                  <a:lnTo>
                    <a:pt x="29849" y="1757"/>
                  </a:lnTo>
                  <a:lnTo>
                    <a:pt x="22098" y="1295"/>
                  </a:lnTo>
                  <a:lnTo>
                    <a:pt x="16002" y="1295"/>
                  </a:lnTo>
                  <a:lnTo>
                    <a:pt x="7721" y="1892"/>
                  </a:lnTo>
                  <a:lnTo>
                    <a:pt x="8102" y="0"/>
                  </a:lnTo>
                  <a:lnTo>
                    <a:pt x="762" y="533"/>
                  </a:lnTo>
                  <a:lnTo>
                    <a:pt x="0" y="1295"/>
                  </a:lnTo>
                  <a:lnTo>
                    <a:pt x="0" y="5867"/>
                  </a:lnTo>
                  <a:lnTo>
                    <a:pt x="1524" y="7391"/>
                  </a:lnTo>
                  <a:lnTo>
                    <a:pt x="5334" y="7391"/>
                  </a:lnTo>
                  <a:lnTo>
                    <a:pt x="7620" y="8153"/>
                  </a:lnTo>
                  <a:lnTo>
                    <a:pt x="18288" y="8153"/>
                  </a:lnTo>
                  <a:lnTo>
                    <a:pt x="33423" y="8810"/>
                  </a:lnTo>
                  <a:lnTo>
                    <a:pt x="40869" y="8992"/>
                  </a:lnTo>
                  <a:lnTo>
                    <a:pt x="48768" y="8915"/>
                  </a:lnTo>
                  <a:lnTo>
                    <a:pt x="50292" y="8153"/>
                  </a:lnTo>
                  <a:lnTo>
                    <a:pt x="51816" y="8153"/>
                  </a:lnTo>
                  <a:lnTo>
                    <a:pt x="53340" y="7391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495435" y="4672812"/>
              <a:ext cx="53340" cy="9525"/>
            </a:xfrm>
            <a:custGeom>
              <a:avLst/>
              <a:gdLst/>
              <a:ahLst/>
              <a:cxnLst/>
              <a:rect l="l" t="t" r="r" b="b"/>
              <a:pathLst>
                <a:path w="53339" h="9525">
                  <a:moveTo>
                    <a:pt x="51816" y="2057"/>
                  </a:moveTo>
                  <a:lnTo>
                    <a:pt x="51054" y="2057"/>
                  </a:lnTo>
                  <a:lnTo>
                    <a:pt x="50292" y="1295"/>
                  </a:lnTo>
                  <a:lnTo>
                    <a:pt x="48768" y="1295"/>
                  </a:lnTo>
                  <a:lnTo>
                    <a:pt x="40995" y="1825"/>
                  </a:lnTo>
                  <a:lnTo>
                    <a:pt x="35418" y="1957"/>
                  </a:lnTo>
                  <a:lnTo>
                    <a:pt x="29849" y="1757"/>
                  </a:lnTo>
                  <a:lnTo>
                    <a:pt x="22098" y="1295"/>
                  </a:lnTo>
                  <a:lnTo>
                    <a:pt x="16002" y="1295"/>
                  </a:lnTo>
                  <a:lnTo>
                    <a:pt x="7721" y="1892"/>
                  </a:lnTo>
                  <a:lnTo>
                    <a:pt x="8102" y="0"/>
                  </a:lnTo>
                  <a:lnTo>
                    <a:pt x="762" y="533"/>
                  </a:lnTo>
                  <a:lnTo>
                    <a:pt x="0" y="1295"/>
                  </a:lnTo>
                  <a:lnTo>
                    <a:pt x="0" y="5867"/>
                  </a:lnTo>
                  <a:lnTo>
                    <a:pt x="762" y="6629"/>
                  </a:lnTo>
                  <a:lnTo>
                    <a:pt x="1524" y="7391"/>
                  </a:lnTo>
                  <a:lnTo>
                    <a:pt x="5334" y="7391"/>
                  </a:lnTo>
                  <a:lnTo>
                    <a:pt x="7620" y="8153"/>
                  </a:lnTo>
                  <a:lnTo>
                    <a:pt x="18288" y="8153"/>
                  </a:lnTo>
                  <a:lnTo>
                    <a:pt x="26029" y="8490"/>
                  </a:lnTo>
                  <a:lnTo>
                    <a:pt x="33423" y="8810"/>
                  </a:lnTo>
                  <a:lnTo>
                    <a:pt x="40869" y="8992"/>
                  </a:lnTo>
                  <a:lnTo>
                    <a:pt x="48768" y="8915"/>
                  </a:lnTo>
                  <a:lnTo>
                    <a:pt x="50292" y="8153"/>
                  </a:lnTo>
                  <a:lnTo>
                    <a:pt x="51816" y="8153"/>
                  </a:lnTo>
                  <a:lnTo>
                    <a:pt x="53340" y="7391"/>
                  </a:lnTo>
                  <a:lnTo>
                    <a:pt x="53340" y="5867"/>
                  </a:lnTo>
                  <a:lnTo>
                    <a:pt x="52578" y="4343"/>
                  </a:lnTo>
                  <a:lnTo>
                    <a:pt x="52578" y="2819"/>
                  </a:lnTo>
                  <a:lnTo>
                    <a:pt x="51816" y="20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779267" y="467639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681" y="6096"/>
                  </a:moveTo>
                  <a:lnTo>
                    <a:pt x="18681" y="1524"/>
                  </a:lnTo>
                  <a:lnTo>
                    <a:pt x="17157" y="0"/>
                  </a:lnTo>
                  <a:lnTo>
                    <a:pt x="16395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762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53"/>
                  </a:lnTo>
                  <a:lnTo>
                    <a:pt x="4203" y="7620"/>
                  </a:lnTo>
                  <a:lnTo>
                    <a:pt x="8775" y="7620"/>
                  </a:lnTo>
                  <a:lnTo>
                    <a:pt x="11823" y="8382"/>
                  </a:lnTo>
                  <a:lnTo>
                    <a:pt x="14109" y="7620"/>
                  </a:lnTo>
                  <a:lnTo>
                    <a:pt x="17157" y="7620"/>
                  </a:lnTo>
                  <a:lnTo>
                    <a:pt x="18681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779267" y="467639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681" y="1524"/>
                  </a:moveTo>
                  <a:lnTo>
                    <a:pt x="17157" y="0"/>
                  </a:lnTo>
                  <a:lnTo>
                    <a:pt x="16395" y="762"/>
                  </a:lnTo>
                  <a:lnTo>
                    <a:pt x="11569" y="762"/>
                  </a:lnTo>
                  <a:lnTo>
                    <a:pt x="6743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762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53"/>
                  </a:lnTo>
                  <a:lnTo>
                    <a:pt x="4203" y="7620"/>
                  </a:lnTo>
                  <a:lnTo>
                    <a:pt x="8775" y="7620"/>
                  </a:lnTo>
                  <a:lnTo>
                    <a:pt x="11823" y="8382"/>
                  </a:lnTo>
                  <a:lnTo>
                    <a:pt x="14109" y="7620"/>
                  </a:lnTo>
                  <a:lnTo>
                    <a:pt x="17157" y="7620"/>
                  </a:lnTo>
                  <a:lnTo>
                    <a:pt x="18681" y="6096"/>
                  </a:lnTo>
                  <a:lnTo>
                    <a:pt x="18681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803283" y="4677156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2285" y="7620"/>
                  </a:lnTo>
                  <a:lnTo>
                    <a:pt x="17525" y="7620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803283" y="4677156"/>
              <a:ext cx="19685" cy="8255"/>
            </a:xfrm>
            <a:custGeom>
              <a:avLst/>
              <a:gdLst/>
              <a:ahLst/>
              <a:cxnLst/>
              <a:rect l="l" t="t" r="r" b="b"/>
              <a:pathLst>
                <a:path w="19685" h="8254">
                  <a:moveTo>
                    <a:pt x="18287" y="762"/>
                  </a:move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2285" y="7620"/>
                  </a:lnTo>
                  <a:lnTo>
                    <a:pt x="5333" y="7620"/>
                  </a:lnTo>
                  <a:lnTo>
                    <a:pt x="8381" y="7620"/>
                  </a:lnTo>
                  <a:lnTo>
                    <a:pt x="11429" y="7620"/>
                  </a:lnTo>
                  <a:lnTo>
                    <a:pt x="16001" y="7620"/>
                  </a:lnTo>
                  <a:lnTo>
                    <a:pt x="19024" y="8115"/>
                  </a:lnTo>
                  <a:lnTo>
                    <a:pt x="19329" y="5295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829191" y="4677918"/>
              <a:ext cx="50800" cy="8890"/>
            </a:xfrm>
            <a:custGeom>
              <a:avLst/>
              <a:gdLst/>
              <a:ahLst/>
              <a:cxnLst/>
              <a:rect l="l" t="t" r="r" b="b"/>
              <a:pathLst>
                <a:path w="50800" h="8889">
                  <a:moveTo>
                    <a:pt x="50292" y="6096"/>
                  </a:moveTo>
                  <a:lnTo>
                    <a:pt x="49530" y="5334"/>
                  </a:lnTo>
                  <a:lnTo>
                    <a:pt x="49530" y="3810"/>
                  </a:lnTo>
                  <a:lnTo>
                    <a:pt x="48768" y="2286"/>
                  </a:lnTo>
                  <a:lnTo>
                    <a:pt x="48768" y="1524"/>
                  </a:lnTo>
                  <a:lnTo>
                    <a:pt x="48006" y="762"/>
                  </a:lnTo>
                  <a:lnTo>
                    <a:pt x="35950" y="860"/>
                  </a:lnTo>
                  <a:lnTo>
                    <a:pt x="12567" y="172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762" y="5334"/>
                  </a:lnTo>
                  <a:lnTo>
                    <a:pt x="762" y="6096"/>
                  </a:lnTo>
                  <a:lnTo>
                    <a:pt x="1524" y="6096"/>
                  </a:lnTo>
                  <a:lnTo>
                    <a:pt x="2286" y="6858"/>
                  </a:lnTo>
                  <a:lnTo>
                    <a:pt x="9525" y="6743"/>
                  </a:lnTo>
                  <a:lnTo>
                    <a:pt x="13195" y="6832"/>
                  </a:lnTo>
                  <a:lnTo>
                    <a:pt x="20574" y="7620"/>
                  </a:lnTo>
                  <a:lnTo>
                    <a:pt x="27432" y="7620"/>
                  </a:lnTo>
                  <a:lnTo>
                    <a:pt x="31432" y="7150"/>
                  </a:lnTo>
                  <a:lnTo>
                    <a:pt x="45758" y="8521"/>
                  </a:lnTo>
                  <a:lnTo>
                    <a:pt x="48768" y="6858"/>
                  </a:lnTo>
                  <a:lnTo>
                    <a:pt x="49530" y="6858"/>
                  </a:lnTo>
                  <a:lnTo>
                    <a:pt x="50292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829191" y="4677918"/>
              <a:ext cx="50800" cy="8890"/>
            </a:xfrm>
            <a:custGeom>
              <a:avLst/>
              <a:gdLst/>
              <a:ahLst/>
              <a:cxnLst/>
              <a:rect l="l" t="t" r="r" b="b"/>
              <a:pathLst>
                <a:path w="50800" h="8889">
                  <a:moveTo>
                    <a:pt x="48768" y="1524"/>
                  </a:moveTo>
                  <a:lnTo>
                    <a:pt x="48006" y="762"/>
                  </a:lnTo>
                  <a:lnTo>
                    <a:pt x="35950" y="860"/>
                  </a:lnTo>
                  <a:lnTo>
                    <a:pt x="24217" y="561"/>
                  </a:lnTo>
                  <a:lnTo>
                    <a:pt x="12567" y="172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762" y="5334"/>
                  </a:lnTo>
                  <a:lnTo>
                    <a:pt x="762" y="6096"/>
                  </a:lnTo>
                  <a:lnTo>
                    <a:pt x="1524" y="6096"/>
                  </a:lnTo>
                  <a:lnTo>
                    <a:pt x="2286" y="6858"/>
                  </a:lnTo>
                  <a:lnTo>
                    <a:pt x="9525" y="6743"/>
                  </a:lnTo>
                  <a:lnTo>
                    <a:pt x="13195" y="6832"/>
                  </a:lnTo>
                  <a:lnTo>
                    <a:pt x="20574" y="7620"/>
                  </a:lnTo>
                  <a:lnTo>
                    <a:pt x="27432" y="7620"/>
                  </a:lnTo>
                  <a:lnTo>
                    <a:pt x="31432" y="7150"/>
                  </a:lnTo>
                  <a:lnTo>
                    <a:pt x="45758" y="8521"/>
                  </a:lnTo>
                  <a:lnTo>
                    <a:pt x="48768" y="6858"/>
                  </a:lnTo>
                  <a:lnTo>
                    <a:pt x="49530" y="6858"/>
                  </a:lnTo>
                  <a:lnTo>
                    <a:pt x="50292" y="6096"/>
                  </a:lnTo>
                  <a:lnTo>
                    <a:pt x="49530" y="5334"/>
                  </a:lnTo>
                  <a:lnTo>
                    <a:pt x="49530" y="3810"/>
                  </a:lnTo>
                  <a:lnTo>
                    <a:pt x="48768" y="2286"/>
                  </a:lnTo>
                  <a:lnTo>
                    <a:pt x="48768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754515" y="467715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754515" y="467715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8287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838335" y="4650486"/>
              <a:ext cx="36195" cy="7620"/>
            </a:xfrm>
            <a:custGeom>
              <a:avLst/>
              <a:gdLst/>
              <a:ahLst/>
              <a:cxnLst/>
              <a:rect l="l" t="t" r="r" b="b"/>
              <a:pathLst>
                <a:path w="36194" h="7620">
                  <a:moveTo>
                    <a:pt x="35813" y="6096"/>
                  </a:moveTo>
                  <a:lnTo>
                    <a:pt x="35813" y="3048"/>
                  </a:lnTo>
                  <a:lnTo>
                    <a:pt x="35051" y="1524"/>
                  </a:lnTo>
                  <a:lnTo>
                    <a:pt x="35051" y="762"/>
                  </a:lnTo>
                  <a:lnTo>
                    <a:pt x="35051" y="0"/>
                  </a:lnTo>
                  <a:lnTo>
                    <a:pt x="26297" y="226"/>
                  </a:lnTo>
                  <a:lnTo>
                    <a:pt x="18330" y="157"/>
                  </a:lnTo>
                  <a:lnTo>
                    <a:pt x="10342" y="8"/>
                  </a:lnTo>
                  <a:lnTo>
                    <a:pt x="761" y="0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761" y="4572"/>
                  </a:lnTo>
                  <a:lnTo>
                    <a:pt x="761" y="6096"/>
                  </a:lnTo>
                  <a:lnTo>
                    <a:pt x="1523" y="6096"/>
                  </a:lnTo>
                  <a:lnTo>
                    <a:pt x="2285" y="6858"/>
                  </a:lnTo>
                  <a:lnTo>
                    <a:pt x="8445" y="7099"/>
                  </a:lnTo>
                  <a:lnTo>
                    <a:pt x="16573" y="6172"/>
                  </a:lnTo>
                  <a:lnTo>
                    <a:pt x="22097" y="7620"/>
                  </a:lnTo>
                  <a:lnTo>
                    <a:pt x="30479" y="7620"/>
                  </a:lnTo>
                  <a:lnTo>
                    <a:pt x="32765" y="6858"/>
                  </a:lnTo>
                  <a:lnTo>
                    <a:pt x="35051" y="6858"/>
                  </a:lnTo>
                  <a:lnTo>
                    <a:pt x="35813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838335" y="4650486"/>
              <a:ext cx="36195" cy="7620"/>
            </a:xfrm>
            <a:custGeom>
              <a:avLst/>
              <a:gdLst/>
              <a:ahLst/>
              <a:cxnLst/>
              <a:rect l="l" t="t" r="r" b="b"/>
              <a:pathLst>
                <a:path w="36194" h="7620">
                  <a:moveTo>
                    <a:pt x="35051" y="762"/>
                  </a:moveTo>
                  <a:lnTo>
                    <a:pt x="35051" y="0"/>
                  </a:lnTo>
                  <a:lnTo>
                    <a:pt x="34289" y="0"/>
                  </a:lnTo>
                  <a:lnTo>
                    <a:pt x="26297" y="226"/>
                  </a:lnTo>
                  <a:lnTo>
                    <a:pt x="18330" y="157"/>
                  </a:lnTo>
                  <a:lnTo>
                    <a:pt x="10342" y="8"/>
                  </a:lnTo>
                  <a:lnTo>
                    <a:pt x="2285" y="0"/>
                  </a:lnTo>
                  <a:lnTo>
                    <a:pt x="761" y="0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761" y="4572"/>
                  </a:lnTo>
                  <a:lnTo>
                    <a:pt x="761" y="6096"/>
                  </a:lnTo>
                  <a:lnTo>
                    <a:pt x="1523" y="6096"/>
                  </a:lnTo>
                  <a:lnTo>
                    <a:pt x="2285" y="6858"/>
                  </a:lnTo>
                  <a:lnTo>
                    <a:pt x="8445" y="7099"/>
                  </a:lnTo>
                  <a:lnTo>
                    <a:pt x="16573" y="6172"/>
                  </a:lnTo>
                  <a:lnTo>
                    <a:pt x="22097" y="7620"/>
                  </a:lnTo>
                  <a:lnTo>
                    <a:pt x="30479" y="7620"/>
                  </a:lnTo>
                  <a:lnTo>
                    <a:pt x="32765" y="6858"/>
                  </a:lnTo>
                  <a:lnTo>
                    <a:pt x="35051" y="6858"/>
                  </a:lnTo>
                  <a:lnTo>
                    <a:pt x="35813" y="6096"/>
                  </a:lnTo>
                  <a:lnTo>
                    <a:pt x="35813" y="3048"/>
                  </a:lnTo>
                  <a:lnTo>
                    <a:pt x="35051" y="1524"/>
                  </a:lnTo>
                  <a:lnTo>
                    <a:pt x="35051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830715" y="4638294"/>
              <a:ext cx="41275" cy="7620"/>
            </a:xfrm>
            <a:custGeom>
              <a:avLst/>
              <a:gdLst/>
              <a:ahLst/>
              <a:cxnLst/>
              <a:rect l="l" t="t" r="r" b="b"/>
              <a:pathLst>
                <a:path w="41275" h="7620">
                  <a:moveTo>
                    <a:pt x="41148" y="6096"/>
                  </a:moveTo>
                  <a:lnTo>
                    <a:pt x="41148" y="3048"/>
                  </a:lnTo>
                  <a:lnTo>
                    <a:pt x="40386" y="1524"/>
                  </a:lnTo>
                  <a:lnTo>
                    <a:pt x="40386" y="762"/>
                  </a:lnTo>
                  <a:lnTo>
                    <a:pt x="39624" y="762"/>
                  </a:lnTo>
                  <a:lnTo>
                    <a:pt x="38862" y="0"/>
                  </a:lnTo>
                  <a:lnTo>
                    <a:pt x="37338" y="0"/>
                  </a:lnTo>
                  <a:lnTo>
                    <a:pt x="35052" y="762"/>
                  </a:lnTo>
                  <a:lnTo>
                    <a:pt x="16764" y="762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2" y="6096"/>
                  </a:lnTo>
                  <a:lnTo>
                    <a:pt x="2286" y="6858"/>
                  </a:lnTo>
                  <a:lnTo>
                    <a:pt x="9906" y="6858"/>
                  </a:lnTo>
                  <a:lnTo>
                    <a:pt x="14478" y="7620"/>
                  </a:lnTo>
                  <a:lnTo>
                    <a:pt x="37338" y="7620"/>
                  </a:lnTo>
                  <a:lnTo>
                    <a:pt x="39624" y="6858"/>
                  </a:lnTo>
                  <a:lnTo>
                    <a:pt x="40386" y="6858"/>
                  </a:lnTo>
                  <a:lnTo>
                    <a:pt x="41148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830715" y="4638294"/>
              <a:ext cx="41275" cy="7620"/>
            </a:xfrm>
            <a:custGeom>
              <a:avLst/>
              <a:gdLst/>
              <a:ahLst/>
              <a:cxnLst/>
              <a:rect l="l" t="t" r="r" b="b"/>
              <a:pathLst>
                <a:path w="41275" h="7620">
                  <a:moveTo>
                    <a:pt x="40386" y="762"/>
                  </a:moveTo>
                  <a:lnTo>
                    <a:pt x="39624" y="762"/>
                  </a:lnTo>
                  <a:lnTo>
                    <a:pt x="38862" y="0"/>
                  </a:lnTo>
                  <a:lnTo>
                    <a:pt x="37338" y="0"/>
                  </a:lnTo>
                  <a:lnTo>
                    <a:pt x="35052" y="762"/>
                  </a:lnTo>
                  <a:lnTo>
                    <a:pt x="16764" y="762"/>
                  </a:lnTo>
                  <a:lnTo>
                    <a:pt x="12192" y="0"/>
                  </a:lnTo>
                  <a:lnTo>
                    <a:pt x="8636" y="0"/>
                  </a:lnTo>
                  <a:lnTo>
                    <a:pt x="5080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2" y="6096"/>
                  </a:lnTo>
                  <a:lnTo>
                    <a:pt x="2286" y="6858"/>
                  </a:lnTo>
                  <a:lnTo>
                    <a:pt x="9906" y="6858"/>
                  </a:lnTo>
                  <a:lnTo>
                    <a:pt x="14478" y="7620"/>
                  </a:lnTo>
                  <a:lnTo>
                    <a:pt x="37338" y="7620"/>
                  </a:lnTo>
                  <a:lnTo>
                    <a:pt x="39624" y="6858"/>
                  </a:lnTo>
                  <a:lnTo>
                    <a:pt x="40386" y="6858"/>
                  </a:lnTo>
                  <a:lnTo>
                    <a:pt x="41148" y="6096"/>
                  </a:lnTo>
                  <a:lnTo>
                    <a:pt x="41148" y="3048"/>
                  </a:lnTo>
                  <a:lnTo>
                    <a:pt x="40386" y="1524"/>
                  </a:lnTo>
                  <a:lnTo>
                    <a:pt x="40386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845955" y="4689132"/>
              <a:ext cx="34290" cy="8890"/>
            </a:xfrm>
            <a:custGeom>
              <a:avLst/>
              <a:gdLst/>
              <a:ahLst/>
              <a:cxnLst/>
              <a:rect l="l" t="t" r="r" b="b"/>
              <a:pathLst>
                <a:path w="34289" h="8889">
                  <a:moveTo>
                    <a:pt x="34289" y="6311"/>
                  </a:moveTo>
                  <a:lnTo>
                    <a:pt x="34289" y="3263"/>
                  </a:lnTo>
                  <a:lnTo>
                    <a:pt x="33527" y="2501"/>
                  </a:lnTo>
                  <a:lnTo>
                    <a:pt x="33527" y="1739"/>
                  </a:lnTo>
                  <a:lnTo>
                    <a:pt x="33527" y="977"/>
                  </a:lnTo>
                  <a:lnTo>
                    <a:pt x="32765" y="215"/>
                  </a:lnTo>
                  <a:lnTo>
                    <a:pt x="27063" y="0"/>
                  </a:lnTo>
                  <a:lnTo>
                    <a:pt x="25704" y="1600"/>
                  </a:lnTo>
                  <a:lnTo>
                    <a:pt x="18287" y="977"/>
                  </a:lnTo>
                  <a:lnTo>
                    <a:pt x="14477" y="977"/>
                  </a:lnTo>
                  <a:lnTo>
                    <a:pt x="10667" y="215"/>
                  </a:lnTo>
                  <a:lnTo>
                    <a:pt x="0" y="215"/>
                  </a:lnTo>
                  <a:lnTo>
                    <a:pt x="0" y="5549"/>
                  </a:lnTo>
                  <a:lnTo>
                    <a:pt x="761" y="6311"/>
                  </a:lnTo>
                  <a:lnTo>
                    <a:pt x="761" y="7073"/>
                  </a:lnTo>
                  <a:lnTo>
                    <a:pt x="3047" y="7073"/>
                  </a:lnTo>
                  <a:lnTo>
                    <a:pt x="10198" y="6794"/>
                  </a:lnTo>
                  <a:lnTo>
                    <a:pt x="13068" y="8470"/>
                  </a:lnTo>
                  <a:lnTo>
                    <a:pt x="21335" y="7835"/>
                  </a:lnTo>
                  <a:lnTo>
                    <a:pt x="31241" y="7835"/>
                  </a:lnTo>
                  <a:lnTo>
                    <a:pt x="32765" y="7073"/>
                  </a:lnTo>
                  <a:lnTo>
                    <a:pt x="33527" y="7073"/>
                  </a:lnTo>
                  <a:lnTo>
                    <a:pt x="34289" y="6311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845955" y="4689132"/>
              <a:ext cx="34290" cy="8890"/>
            </a:xfrm>
            <a:custGeom>
              <a:avLst/>
              <a:gdLst/>
              <a:ahLst/>
              <a:cxnLst/>
              <a:rect l="l" t="t" r="r" b="b"/>
              <a:pathLst>
                <a:path w="34289" h="8889">
                  <a:moveTo>
                    <a:pt x="33527" y="1739"/>
                  </a:moveTo>
                  <a:lnTo>
                    <a:pt x="33527" y="977"/>
                  </a:lnTo>
                  <a:lnTo>
                    <a:pt x="32765" y="215"/>
                  </a:lnTo>
                  <a:lnTo>
                    <a:pt x="27063" y="0"/>
                  </a:lnTo>
                  <a:lnTo>
                    <a:pt x="25704" y="1600"/>
                  </a:lnTo>
                  <a:lnTo>
                    <a:pt x="18287" y="977"/>
                  </a:lnTo>
                  <a:lnTo>
                    <a:pt x="14477" y="977"/>
                  </a:lnTo>
                  <a:lnTo>
                    <a:pt x="10667" y="215"/>
                  </a:lnTo>
                  <a:lnTo>
                    <a:pt x="7619" y="215"/>
                  </a:lnTo>
                  <a:lnTo>
                    <a:pt x="4571" y="215"/>
                  </a:lnTo>
                  <a:lnTo>
                    <a:pt x="1523" y="215"/>
                  </a:lnTo>
                  <a:lnTo>
                    <a:pt x="0" y="215"/>
                  </a:lnTo>
                  <a:lnTo>
                    <a:pt x="0" y="5549"/>
                  </a:lnTo>
                  <a:lnTo>
                    <a:pt x="761" y="6311"/>
                  </a:lnTo>
                  <a:lnTo>
                    <a:pt x="761" y="7073"/>
                  </a:lnTo>
                  <a:lnTo>
                    <a:pt x="3047" y="7073"/>
                  </a:lnTo>
                  <a:lnTo>
                    <a:pt x="10198" y="6794"/>
                  </a:lnTo>
                  <a:lnTo>
                    <a:pt x="13068" y="8470"/>
                  </a:lnTo>
                  <a:lnTo>
                    <a:pt x="21335" y="7835"/>
                  </a:lnTo>
                  <a:lnTo>
                    <a:pt x="31241" y="7835"/>
                  </a:lnTo>
                  <a:lnTo>
                    <a:pt x="32765" y="7073"/>
                  </a:lnTo>
                  <a:lnTo>
                    <a:pt x="33527" y="7073"/>
                  </a:lnTo>
                  <a:lnTo>
                    <a:pt x="34289" y="6311"/>
                  </a:lnTo>
                  <a:lnTo>
                    <a:pt x="34289" y="3263"/>
                  </a:lnTo>
                  <a:lnTo>
                    <a:pt x="33527" y="2501"/>
                  </a:lnTo>
                  <a:lnTo>
                    <a:pt x="33527" y="17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780423" y="4689348"/>
              <a:ext cx="34290" cy="7620"/>
            </a:xfrm>
            <a:custGeom>
              <a:avLst/>
              <a:gdLst/>
              <a:ahLst/>
              <a:cxnLst/>
              <a:rect l="l" t="t" r="r" b="b"/>
              <a:pathLst>
                <a:path w="34289" h="7620">
                  <a:moveTo>
                    <a:pt x="34289" y="6858"/>
                  </a:moveTo>
                  <a:lnTo>
                    <a:pt x="34289" y="3048"/>
                  </a:lnTo>
                  <a:lnTo>
                    <a:pt x="33527" y="2286"/>
                  </a:lnTo>
                  <a:lnTo>
                    <a:pt x="33527" y="1524"/>
                  </a:lnTo>
                  <a:lnTo>
                    <a:pt x="32765" y="762"/>
                  </a:lnTo>
                  <a:lnTo>
                    <a:pt x="6857" y="762"/>
                  </a:lnTo>
                  <a:lnTo>
                    <a:pt x="5333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5333" y="6858"/>
                  </a:lnTo>
                  <a:lnTo>
                    <a:pt x="7619" y="7620"/>
                  </a:lnTo>
                  <a:lnTo>
                    <a:pt x="31241" y="7620"/>
                  </a:lnTo>
                  <a:lnTo>
                    <a:pt x="32765" y="6858"/>
                  </a:lnTo>
                  <a:lnTo>
                    <a:pt x="34289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780423" y="4689348"/>
              <a:ext cx="34290" cy="7620"/>
            </a:xfrm>
            <a:custGeom>
              <a:avLst/>
              <a:gdLst/>
              <a:ahLst/>
              <a:cxnLst/>
              <a:rect l="l" t="t" r="r" b="b"/>
              <a:pathLst>
                <a:path w="34289" h="7620">
                  <a:moveTo>
                    <a:pt x="33527" y="1524"/>
                  </a:moveTo>
                  <a:lnTo>
                    <a:pt x="32765" y="762"/>
                  </a:lnTo>
                  <a:lnTo>
                    <a:pt x="32003" y="762"/>
                  </a:lnTo>
                  <a:lnTo>
                    <a:pt x="23621" y="762"/>
                  </a:lnTo>
                  <a:lnTo>
                    <a:pt x="15239" y="762"/>
                  </a:lnTo>
                  <a:lnTo>
                    <a:pt x="6857" y="762"/>
                  </a:lnTo>
                  <a:lnTo>
                    <a:pt x="5333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858"/>
                  </a:lnTo>
                  <a:lnTo>
                    <a:pt x="5333" y="6858"/>
                  </a:lnTo>
                  <a:lnTo>
                    <a:pt x="7619" y="7620"/>
                  </a:lnTo>
                  <a:lnTo>
                    <a:pt x="31241" y="7620"/>
                  </a:lnTo>
                  <a:lnTo>
                    <a:pt x="32765" y="6858"/>
                  </a:lnTo>
                  <a:lnTo>
                    <a:pt x="34289" y="6858"/>
                  </a:lnTo>
                  <a:lnTo>
                    <a:pt x="34289" y="3048"/>
                  </a:lnTo>
                  <a:lnTo>
                    <a:pt x="33527" y="2286"/>
                  </a:lnTo>
                  <a:lnTo>
                    <a:pt x="3352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498483" y="4659630"/>
              <a:ext cx="39370" cy="8890"/>
            </a:xfrm>
            <a:custGeom>
              <a:avLst/>
              <a:gdLst/>
              <a:ahLst/>
              <a:cxnLst/>
              <a:rect l="l" t="t" r="r" b="b"/>
              <a:pathLst>
                <a:path w="39369" h="8889">
                  <a:moveTo>
                    <a:pt x="38862" y="6858"/>
                  </a:moveTo>
                  <a:lnTo>
                    <a:pt x="38862" y="3810"/>
                  </a:lnTo>
                  <a:lnTo>
                    <a:pt x="38100" y="2286"/>
                  </a:lnTo>
                  <a:lnTo>
                    <a:pt x="38100" y="1524"/>
                  </a:lnTo>
                  <a:lnTo>
                    <a:pt x="37338" y="762"/>
                  </a:lnTo>
                  <a:lnTo>
                    <a:pt x="19783" y="814"/>
                  </a:lnTo>
                  <a:lnTo>
                    <a:pt x="11184" y="64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762" y="4572"/>
                  </a:lnTo>
                  <a:lnTo>
                    <a:pt x="762" y="6096"/>
                  </a:lnTo>
                  <a:lnTo>
                    <a:pt x="1524" y="6858"/>
                  </a:lnTo>
                  <a:lnTo>
                    <a:pt x="3809" y="6858"/>
                  </a:lnTo>
                  <a:lnTo>
                    <a:pt x="5333" y="7620"/>
                  </a:lnTo>
                  <a:lnTo>
                    <a:pt x="16990" y="7639"/>
                  </a:lnTo>
                  <a:lnTo>
                    <a:pt x="23245" y="8158"/>
                  </a:lnTo>
                  <a:lnTo>
                    <a:pt x="29498" y="8407"/>
                  </a:lnTo>
                  <a:lnTo>
                    <a:pt x="37338" y="7620"/>
                  </a:lnTo>
                  <a:lnTo>
                    <a:pt x="38100" y="6858"/>
                  </a:lnTo>
                  <a:lnTo>
                    <a:pt x="38862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498483" y="4659630"/>
              <a:ext cx="39370" cy="8890"/>
            </a:xfrm>
            <a:custGeom>
              <a:avLst/>
              <a:gdLst/>
              <a:ahLst/>
              <a:cxnLst/>
              <a:rect l="l" t="t" r="r" b="b"/>
              <a:pathLst>
                <a:path w="39369" h="8889">
                  <a:moveTo>
                    <a:pt x="38100" y="1524"/>
                  </a:moveTo>
                  <a:lnTo>
                    <a:pt x="37338" y="762"/>
                  </a:lnTo>
                  <a:lnTo>
                    <a:pt x="28396" y="769"/>
                  </a:lnTo>
                  <a:lnTo>
                    <a:pt x="19783" y="814"/>
                  </a:lnTo>
                  <a:lnTo>
                    <a:pt x="11184" y="64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762" y="4572"/>
                  </a:lnTo>
                  <a:lnTo>
                    <a:pt x="762" y="6096"/>
                  </a:lnTo>
                  <a:lnTo>
                    <a:pt x="1524" y="6858"/>
                  </a:lnTo>
                  <a:lnTo>
                    <a:pt x="3809" y="6858"/>
                  </a:lnTo>
                  <a:lnTo>
                    <a:pt x="5333" y="7620"/>
                  </a:lnTo>
                  <a:lnTo>
                    <a:pt x="9143" y="7620"/>
                  </a:lnTo>
                  <a:lnTo>
                    <a:pt x="16990" y="7639"/>
                  </a:lnTo>
                  <a:lnTo>
                    <a:pt x="23245" y="8158"/>
                  </a:lnTo>
                  <a:lnTo>
                    <a:pt x="29498" y="8407"/>
                  </a:lnTo>
                  <a:lnTo>
                    <a:pt x="37338" y="7620"/>
                  </a:lnTo>
                  <a:lnTo>
                    <a:pt x="38100" y="6858"/>
                  </a:lnTo>
                  <a:lnTo>
                    <a:pt x="38862" y="6858"/>
                  </a:lnTo>
                  <a:lnTo>
                    <a:pt x="38862" y="3810"/>
                  </a:lnTo>
                  <a:lnTo>
                    <a:pt x="38100" y="2286"/>
                  </a:lnTo>
                  <a:lnTo>
                    <a:pt x="38100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493149" y="4686896"/>
              <a:ext cx="36195" cy="8890"/>
            </a:xfrm>
            <a:custGeom>
              <a:avLst/>
              <a:gdLst/>
              <a:ahLst/>
              <a:cxnLst/>
              <a:rect l="l" t="t" r="r" b="b"/>
              <a:pathLst>
                <a:path w="36194" h="8889">
                  <a:moveTo>
                    <a:pt x="35813" y="6261"/>
                  </a:moveTo>
                  <a:lnTo>
                    <a:pt x="35813" y="3213"/>
                  </a:lnTo>
                  <a:lnTo>
                    <a:pt x="35051" y="2451"/>
                  </a:lnTo>
                  <a:lnTo>
                    <a:pt x="35051" y="1689"/>
                  </a:lnTo>
                  <a:lnTo>
                    <a:pt x="35051" y="927"/>
                  </a:lnTo>
                  <a:lnTo>
                    <a:pt x="34289" y="165"/>
                  </a:lnTo>
                  <a:lnTo>
                    <a:pt x="28867" y="0"/>
                  </a:lnTo>
                  <a:lnTo>
                    <a:pt x="25933" y="1587"/>
                  </a:lnTo>
                  <a:lnTo>
                    <a:pt x="19049" y="927"/>
                  </a:lnTo>
                  <a:lnTo>
                    <a:pt x="14477" y="927"/>
                  </a:lnTo>
                  <a:lnTo>
                    <a:pt x="10667" y="165"/>
                  </a:lnTo>
                  <a:lnTo>
                    <a:pt x="0" y="165"/>
                  </a:lnTo>
                  <a:lnTo>
                    <a:pt x="0" y="5499"/>
                  </a:lnTo>
                  <a:lnTo>
                    <a:pt x="761" y="6261"/>
                  </a:lnTo>
                  <a:lnTo>
                    <a:pt x="761" y="7023"/>
                  </a:lnTo>
                  <a:lnTo>
                    <a:pt x="3047" y="7023"/>
                  </a:lnTo>
                  <a:lnTo>
                    <a:pt x="10325" y="6807"/>
                  </a:lnTo>
                  <a:lnTo>
                    <a:pt x="13525" y="8420"/>
                  </a:lnTo>
                  <a:lnTo>
                    <a:pt x="22097" y="7785"/>
                  </a:lnTo>
                  <a:lnTo>
                    <a:pt x="32765" y="7785"/>
                  </a:lnTo>
                  <a:lnTo>
                    <a:pt x="34289" y="7023"/>
                  </a:lnTo>
                  <a:lnTo>
                    <a:pt x="35051" y="7023"/>
                  </a:lnTo>
                  <a:lnTo>
                    <a:pt x="35813" y="6261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493149" y="4686896"/>
              <a:ext cx="36195" cy="8890"/>
            </a:xfrm>
            <a:custGeom>
              <a:avLst/>
              <a:gdLst/>
              <a:ahLst/>
              <a:cxnLst/>
              <a:rect l="l" t="t" r="r" b="b"/>
              <a:pathLst>
                <a:path w="36194" h="8889">
                  <a:moveTo>
                    <a:pt x="35051" y="1689"/>
                  </a:moveTo>
                  <a:lnTo>
                    <a:pt x="35051" y="927"/>
                  </a:lnTo>
                  <a:lnTo>
                    <a:pt x="34289" y="165"/>
                  </a:lnTo>
                  <a:lnTo>
                    <a:pt x="28867" y="0"/>
                  </a:lnTo>
                  <a:lnTo>
                    <a:pt x="25933" y="1587"/>
                  </a:lnTo>
                  <a:lnTo>
                    <a:pt x="19049" y="927"/>
                  </a:lnTo>
                  <a:lnTo>
                    <a:pt x="14477" y="927"/>
                  </a:lnTo>
                  <a:lnTo>
                    <a:pt x="10667" y="165"/>
                  </a:lnTo>
                  <a:lnTo>
                    <a:pt x="7619" y="165"/>
                  </a:lnTo>
                  <a:lnTo>
                    <a:pt x="4571" y="165"/>
                  </a:lnTo>
                  <a:lnTo>
                    <a:pt x="1523" y="165"/>
                  </a:lnTo>
                  <a:lnTo>
                    <a:pt x="0" y="165"/>
                  </a:lnTo>
                  <a:lnTo>
                    <a:pt x="0" y="5499"/>
                  </a:lnTo>
                  <a:lnTo>
                    <a:pt x="761" y="6261"/>
                  </a:lnTo>
                  <a:lnTo>
                    <a:pt x="761" y="7023"/>
                  </a:lnTo>
                  <a:lnTo>
                    <a:pt x="3047" y="7023"/>
                  </a:lnTo>
                  <a:lnTo>
                    <a:pt x="10325" y="6807"/>
                  </a:lnTo>
                  <a:lnTo>
                    <a:pt x="13525" y="8420"/>
                  </a:lnTo>
                  <a:lnTo>
                    <a:pt x="22097" y="7785"/>
                  </a:lnTo>
                  <a:lnTo>
                    <a:pt x="32765" y="7785"/>
                  </a:lnTo>
                  <a:lnTo>
                    <a:pt x="34289" y="7023"/>
                  </a:lnTo>
                  <a:lnTo>
                    <a:pt x="35051" y="7023"/>
                  </a:lnTo>
                  <a:lnTo>
                    <a:pt x="35813" y="6261"/>
                  </a:lnTo>
                  <a:lnTo>
                    <a:pt x="35813" y="3213"/>
                  </a:lnTo>
                  <a:lnTo>
                    <a:pt x="35051" y="2451"/>
                  </a:lnTo>
                  <a:lnTo>
                    <a:pt x="35051" y="16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558160" y="4688586"/>
              <a:ext cx="37465" cy="7620"/>
            </a:xfrm>
            <a:custGeom>
              <a:avLst/>
              <a:gdLst/>
              <a:ahLst/>
              <a:cxnLst/>
              <a:rect l="l" t="t" r="r" b="b"/>
              <a:pathLst>
                <a:path w="37464" h="7620">
                  <a:moveTo>
                    <a:pt x="37096" y="5334"/>
                  </a:moveTo>
                  <a:lnTo>
                    <a:pt x="36334" y="4572"/>
                  </a:lnTo>
                  <a:lnTo>
                    <a:pt x="36334" y="1524"/>
                  </a:lnTo>
                  <a:lnTo>
                    <a:pt x="35572" y="762"/>
                  </a:lnTo>
                  <a:lnTo>
                    <a:pt x="34810" y="0"/>
                  </a:lnTo>
                  <a:lnTo>
                    <a:pt x="25373" y="739"/>
                  </a:lnTo>
                  <a:lnTo>
                    <a:pt x="17632" y="609"/>
                  </a:lnTo>
                  <a:lnTo>
                    <a:pt x="10098" y="175"/>
                  </a:lnTo>
                  <a:lnTo>
                    <a:pt x="520" y="0"/>
                  </a:lnTo>
                  <a:lnTo>
                    <a:pt x="520" y="3048"/>
                  </a:lnTo>
                  <a:lnTo>
                    <a:pt x="0" y="7175"/>
                  </a:lnTo>
                  <a:lnTo>
                    <a:pt x="5854" y="6858"/>
                  </a:lnTo>
                  <a:lnTo>
                    <a:pt x="8902" y="6858"/>
                  </a:lnTo>
                  <a:lnTo>
                    <a:pt x="12712" y="7620"/>
                  </a:lnTo>
                  <a:lnTo>
                    <a:pt x="33286" y="7620"/>
                  </a:lnTo>
                  <a:lnTo>
                    <a:pt x="34810" y="6858"/>
                  </a:lnTo>
                  <a:lnTo>
                    <a:pt x="35572" y="6858"/>
                  </a:lnTo>
                  <a:lnTo>
                    <a:pt x="37096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558160" y="4688586"/>
              <a:ext cx="37465" cy="7620"/>
            </a:xfrm>
            <a:custGeom>
              <a:avLst/>
              <a:gdLst/>
              <a:ahLst/>
              <a:cxnLst/>
              <a:rect l="l" t="t" r="r" b="b"/>
              <a:pathLst>
                <a:path w="37464" h="7620">
                  <a:moveTo>
                    <a:pt x="35572" y="762"/>
                  </a:moveTo>
                  <a:lnTo>
                    <a:pt x="34810" y="0"/>
                  </a:lnTo>
                  <a:lnTo>
                    <a:pt x="25373" y="739"/>
                  </a:lnTo>
                  <a:lnTo>
                    <a:pt x="17632" y="609"/>
                  </a:lnTo>
                  <a:lnTo>
                    <a:pt x="10098" y="175"/>
                  </a:lnTo>
                  <a:lnTo>
                    <a:pt x="1282" y="0"/>
                  </a:lnTo>
                  <a:lnTo>
                    <a:pt x="520" y="0"/>
                  </a:lnTo>
                  <a:lnTo>
                    <a:pt x="520" y="3048"/>
                  </a:lnTo>
                  <a:lnTo>
                    <a:pt x="0" y="7175"/>
                  </a:lnTo>
                  <a:lnTo>
                    <a:pt x="2501" y="7061"/>
                  </a:lnTo>
                  <a:lnTo>
                    <a:pt x="5854" y="6858"/>
                  </a:lnTo>
                  <a:lnTo>
                    <a:pt x="8902" y="6858"/>
                  </a:lnTo>
                  <a:lnTo>
                    <a:pt x="12712" y="7620"/>
                  </a:lnTo>
                  <a:lnTo>
                    <a:pt x="33286" y="7620"/>
                  </a:lnTo>
                  <a:lnTo>
                    <a:pt x="34810" y="6858"/>
                  </a:lnTo>
                  <a:lnTo>
                    <a:pt x="35572" y="6858"/>
                  </a:lnTo>
                  <a:lnTo>
                    <a:pt x="37096" y="5334"/>
                  </a:lnTo>
                  <a:lnTo>
                    <a:pt x="36334" y="4572"/>
                  </a:lnTo>
                  <a:lnTo>
                    <a:pt x="36334" y="1524"/>
                  </a:lnTo>
                  <a:lnTo>
                    <a:pt x="35572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598813" y="4689360"/>
              <a:ext cx="177800" cy="6985"/>
            </a:xfrm>
            <a:custGeom>
              <a:avLst/>
              <a:gdLst/>
              <a:ahLst/>
              <a:cxnLst/>
              <a:rect l="l" t="t" r="r" b="b"/>
              <a:pathLst>
                <a:path w="177800" h="6985">
                  <a:moveTo>
                    <a:pt x="177800" y="2413"/>
                  </a:moveTo>
                  <a:lnTo>
                    <a:pt x="176530" y="2413"/>
                  </a:lnTo>
                  <a:lnTo>
                    <a:pt x="176530" y="0"/>
                  </a:lnTo>
                  <a:lnTo>
                    <a:pt x="2540" y="0"/>
                  </a:lnTo>
                  <a:lnTo>
                    <a:pt x="1270" y="0"/>
                  </a:lnTo>
                  <a:lnTo>
                    <a:pt x="1270" y="381"/>
                  </a:lnTo>
                  <a:lnTo>
                    <a:pt x="0" y="381"/>
                  </a:lnTo>
                  <a:lnTo>
                    <a:pt x="0" y="6096"/>
                  </a:lnTo>
                  <a:lnTo>
                    <a:pt x="1270" y="6096"/>
                  </a:lnTo>
                  <a:lnTo>
                    <a:pt x="1270" y="6858"/>
                  </a:lnTo>
                  <a:lnTo>
                    <a:pt x="2540" y="6858"/>
                  </a:lnTo>
                  <a:lnTo>
                    <a:pt x="176530" y="6858"/>
                  </a:lnTo>
                  <a:lnTo>
                    <a:pt x="177800" y="6858"/>
                  </a:lnTo>
                  <a:lnTo>
                    <a:pt x="177800" y="2413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598305" y="4689348"/>
              <a:ext cx="178435" cy="6985"/>
            </a:xfrm>
            <a:custGeom>
              <a:avLst/>
              <a:gdLst/>
              <a:ahLst/>
              <a:cxnLst/>
              <a:rect l="l" t="t" r="r" b="b"/>
              <a:pathLst>
                <a:path w="178435" h="6985">
                  <a:moveTo>
                    <a:pt x="3048" y="0"/>
                  </a:moveTo>
                  <a:lnTo>
                    <a:pt x="176784" y="0"/>
                  </a:lnTo>
                  <a:lnTo>
                    <a:pt x="177546" y="761"/>
                  </a:lnTo>
                  <a:lnTo>
                    <a:pt x="177546" y="2285"/>
                  </a:lnTo>
                  <a:lnTo>
                    <a:pt x="178308" y="3047"/>
                  </a:lnTo>
                  <a:lnTo>
                    <a:pt x="178308" y="6857"/>
                  </a:lnTo>
                  <a:lnTo>
                    <a:pt x="176022" y="6857"/>
                  </a:lnTo>
                  <a:lnTo>
                    <a:pt x="156210" y="6857"/>
                  </a:lnTo>
                  <a:lnTo>
                    <a:pt x="136398" y="6857"/>
                  </a:lnTo>
                  <a:lnTo>
                    <a:pt x="116586" y="6857"/>
                  </a:lnTo>
                  <a:lnTo>
                    <a:pt x="96774" y="6857"/>
                  </a:lnTo>
                  <a:lnTo>
                    <a:pt x="80772" y="6857"/>
                  </a:lnTo>
                  <a:lnTo>
                    <a:pt x="61150" y="6857"/>
                  </a:lnTo>
                  <a:lnTo>
                    <a:pt x="41529" y="6857"/>
                  </a:lnTo>
                  <a:lnTo>
                    <a:pt x="21907" y="6857"/>
                  </a:lnTo>
                  <a:lnTo>
                    <a:pt x="2286" y="6858"/>
                  </a:lnTo>
                  <a:lnTo>
                    <a:pt x="1524" y="6096"/>
                  </a:lnTo>
                  <a:lnTo>
                    <a:pt x="0" y="6096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762" y="762"/>
                  </a:lnTo>
                  <a:lnTo>
                    <a:pt x="1524" y="0"/>
                  </a:lnTo>
                  <a:lnTo>
                    <a:pt x="30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72041" y="4610100"/>
              <a:ext cx="104139" cy="19050"/>
            </a:xfrm>
            <a:custGeom>
              <a:avLst/>
              <a:gdLst/>
              <a:ahLst/>
              <a:cxnLst/>
              <a:rect l="l" t="t" r="r" b="b"/>
              <a:pathLst>
                <a:path w="104139" h="19050">
                  <a:moveTo>
                    <a:pt x="103631" y="19050"/>
                  </a:moveTo>
                  <a:lnTo>
                    <a:pt x="103631" y="10668"/>
                  </a:lnTo>
                  <a:lnTo>
                    <a:pt x="102869" y="8382"/>
                  </a:lnTo>
                  <a:lnTo>
                    <a:pt x="102869" y="6858"/>
                  </a:lnTo>
                  <a:lnTo>
                    <a:pt x="99821" y="6858"/>
                  </a:lnTo>
                  <a:lnTo>
                    <a:pt x="99821" y="6096"/>
                  </a:lnTo>
                  <a:lnTo>
                    <a:pt x="99059" y="4572"/>
                  </a:lnTo>
                  <a:lnTo>
                    <a:pt x="98297" y="2286"/>
                  </a:lnTo>
                  <a:lnTo>
                    <a:pt x="98297" y="762"/>
                  </a:lnTo>
                  <a:lnTo>
                    <a:pt x="97535" y="0"/>
                  </a:lnTo>
                  <a:lnTo>
                    <a:pt x="96773" y="0"/>
                  </a:lnTo>
                  <a:lnTo>
                    <a:pt x="96011" y="762"/>
                  </a:lnTo>
                  <a:lnTo>
                    <a:pt x="81533" y="762"/>
                  </a:lnTo>
                  <a:lnTo>
                    <a:pt x="80771" y="0"/>
                  </a:lnTo>
                  <a:lnTo>
                    <a:pt x="80771" y="762"/>
                  </a:lnTo>
                  <a:lnTo>
                    <a:pt x="80009" y="762"/>
                  </a:lnTo>
                  <a:lnTo>
                    <a:pt x="80009" y="2286"/>
                  </a:lnTo>
                  <a:lnTo>
                    <a:pt x="79247" y="3810"/>
                  </a:lnTo>
                  <a:lnTo>
                    <a:pt x="78485" y="6096"/>
                  </a:lnTo>
                  <a:lnTo>
                    <a:pt x="78485" y="6858"/>
                  </a:lnTo>
                  <a:lnTo>
                    <a:pt x="75437" y="6858"/>
                  </a:lnTo>
                  <a:lnTo>
                    <a:pt x="74675" y="6096"/>
                  </a:lnTo>
                  <a:lnTo>
                    <a:pt x="74675" y="4572"/>
                  </a:lnTo>
                  <a:lnTo>
                    <a:pt x="73913" y="2286"/>
                  </a:lnTo>
                  <a:lnTo>
                    <a:pt x="73913" y="762"/>
                  </a:lnTo>
                  <a:lnTo>
                    <a:pt x="70103" y="762"/>
                  </a:lnTo>
                  <a:lnTo>
                    <a:pt x="67817" y="1524"/>
                  </a:lnTo>
                  <a:lnTo>
                    <a:pt x="65531" y="1524"/>
                  </a:lnTo>
                  <a:lnTo>
                    <a:pt x="63245" y="762"/>
                  </a:lnTo>
                  <a:lnTo>
                    <a:pt x="55625" y="762"/>
                  </a:lnTo>
                  <a:lnTo>
                    <a:pt x="55625" y="2286"/>
                  </a:lnTo>
                  <a:lnTo>
                    <a:pt x="54863" y="4572"/>
                  </a:lnTo>
                  <a:lnTo>
                    <a:pt x="54101" y="6096"/>
                  </a:lnTo>
                  <a:lnTo>
                    <a:pt x="54101" y="6858"/>
                  </a:lnTo>
                  <a:lnTo>
                    <a:pt x="51053" y="6858"/>
                  </a:lnTo>
                  <a:lnTo>
                    <a:pt x="51053" y="6096"/>
                  </a:lnTo>
                  <a:lnTo>
                    <a:pt x="50291" y="3810"/>
                  </a:lnTo>
                  <a:lnTo>
                    <a:pt x="50291" y="2286"/>
                  </a:lnTo>
                  <a:lnTo>
                    <a:pt x="49529" y="1524"/>
                  </a:lnTo>
                  <a:lnTo>
                    <a:pt x="49529" y="762"/>
                  </a:lnTo>
                  <a:lnTo>
                    <a:pt x="48767" y="0"/>
                  </a:lnTo>
                  <a:lnTo>
                    <a:pt x="48005" y="0"/>
                  </a:lnTo>
                  <a:lnTo>
                    <a:pt x="47243" y="762"/>
                  </a:lnTo>
                  <a:lnTo>
                    <a:pt x="32765" y="762"/>
                  </a:lnTo>
                  <a:lnTo>
                    <a:pt x="32765" y="0"/>
                  </a:lnTo>
                  <a:lnTo>
                    <a:pt x="32003" y="762"/>
                  </a:lnTo>
                  <a:lnTo>
                    <a:pt x="31241" y="762"/>
                  </a:lnTo>
                  <a:lnTo>
                    <a:pt x="31241" y="2286"/>
                  </a:lnTo>
                  <a:lnTo>
                    <a:pt x="30479" y="3810"/>
                  </a:lnTo>
                  <a:lnTo>
                    <a:pt x="29717" y="6096"/>
                  </a:lnTo>
                  <a:lnTo>
                    <a:pt x="29717" y="6858"/>
                  </a:lnTo>
                  <a:lnTo>
                    <a:pt x="26669" y="6858"/>
                  </a:lnTo>
                  <a:lnTo>
                    <a:pt x="26669" y="6096"/>
                  </a:lnTo>
                  <a:lnTo>
                    <a:pt x="25907" y="4572"/>
                  </a:lnTo>
                  <a:lnTo>
                    <a:pt x="25145" y="2286"/>
                  </a:lnTo>
                  <a:lnTo>
                    <a:pt x="25145" y="762"/>
                  </a:lnTo>
                  <a:lnTo>
                    <a:pt x="21335" y="762"/>
                  </a:lnTo>
                  <a:lnTo>
                    <a:pt x="19811" y="1524"/>
                  </a:lnTo>
                  <a:lnTo>
                    <a:pt x="17525" y="1524"/>
                  </a:lnTo>
                  <a:lnTo>
                    <a:pt x="15239" y="762"/>
                  </a:lnTo>
                  <a:lnTo>
                    <a:pt x="7619" y="762"/>
                  </a:lnTo>
                  <a:lnTo>
                    <a:pt x="7619" y="1524"/>
                  </a:lnTo>
                  <a:lnTo>
                    <a:pt x="6857" y="2286"/>
                  </a:lnTo>
                  <a:lnTo>
                    <a:pt x="6857" y="4572"/>
                  </a:lnTo>
                  <a:lnTo>
                    <a:pt x="6095" y="6096"/>
                  </a:lnTo>
                  <a:lnTo>
                    <a:pt x="6095" y="6858"/>
                  </a:lnTo>
                  <a:lnTo>
                    <a:pt x="2285" y="6858"/>
                  </a:lnTo>
                  <a:lnTo>
                    <a:pt x="761" y="8382"/>
                  </a:lnTo>
                  <a:lnTo>
                    <a:pt x="0" y="11430"/>
                  </a:lnTo>
                  <a:lnTo>
                    <a:pt x="761" y="14478"/>
                  </a:lnTo>
                  <a:lnTo>
                    <a:pt x="761" y="16764"/>
                  </a:lnTo>
                  <a:lnTo>
                    <a:pt x="1523" y="18288"/>
                  </a:lnTo>
                  <a:lnTo>
                    <a:pt x="2285" y="19050"/>
                  </a:lnTo>
                  <a:lnTo>
                    <a:pt x="103631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852051" y="461086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5334"/>
                  </a:moveTo>
                  <a:lnTo>
                    <a:pt x="19049" y="3810"/>
                  </a:lnTo>
                  <a:lnTo>
                    <a:pt x="18287" y="2286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5334"/>
                  </a:lnTo>
                  <a:lnTo>
                    <a:pt x="19049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852051" y="461086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5334"/>
                  </a:lnTo>
                  <a:lnTo>
                    <a:pt x="19049" y="5334"/>
                  </a:lnTo>
                  <a:lnTo>
                    <a:pt x="19049" y="3810"/>
                  </a:lnTo>
                  <a:lnTo>
                    <a:pt x="18287" y="228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827667" y="461086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516" y="6578"/>
                  </a:moveTo>
                  <a:lnTo>
                    <a:pt x="18287" y="4572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8008" y="7086"/>
                  </a:lnTo>
                  <a:lnTo>
                    <a:pt x="18516" y="657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827667" y="4610862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762"/>
                  </a:moveTo>
                  <a:lnTo>
                    <a:pt x="17525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8458" y="6464"/>
                  </a:lnTo>
                  <a:lnTo>
                    <a:pt x="7061" y="8089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802026" y="4610354"/>
              <a:ext cx="20320" cy="8255"/>
            </a:xfrm>
            <a:custGeom>
              <a:avLst/>
              <a:gdLst/>
              <a:ahLst/>
              <a:cxnLst/>
              <a:rect l="l" t="t" r="r" b="b"/>
              <a:pathLst>
                <a:path w="20319" h="8254">
                  <a:moveTo>
                    <a:pt x="20307" y="6604"/>
                  </a:moveTo>
                  <a:lnTo>
                    <a:pt x="20307" y="3556"/>
                  </a:lnTo>
                  <a:lnTo>
                    <a:pt x="19545" y="2032"/>
                  </a:lnTo>
                  <a:lnTo>
                    <a:pt x="19545" y="1270"/>
                  </a:ln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8115" y="7366"/>
                  </a:lnTo>
                  <a:lnTo>
                    <a:pt x="10401" y="8128"/>
                  </a:lnTo>
                  <a:lnTo>
                    <a:pt x="14973" y="8128"/>
                  </a:lnTo>
                  <a:lnTo>
                    <a:pt x="17259" y="7366"/>
                  </a:lnTo>
                  <a:lnTo>
                    <a:pt x="18783" y="7366"/>
                  </a:lnTo>
                  <a:lnTo>
                    <a:pt x="19545" y="6604"/>
                  </a:lnTo>
                  <a:lnTo>
                    <a:pt x="20307" y="660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802026" y="4610354"/>
              <a:ext cx="20320" cy="8255"/>
            </a:xfrm>
            <a:custGeom>
              <a:avLst/>
              <a:gdLst/>
              <a:ahLst/>
              <a:cxnLst/>
              <a:rect l="l" t="t" r="r" b="b"/>
              <a:pathLst>
                <a:path w="20319" h="8254">
                  <a:moveTo>
                    <a:pt x="19545" y="1270"/>
                  </a:moveTo>
                  <a:lnTo>
                    <a:pt x="19545" y="508"/>
                  </a:lnTo>
                  <a:lnTo>
                    <a:pt x="15735" y="508"/>
                  </a:lnTo>
                  <a:lnTo>
                    <a:pt x="13449" y="1270"/>
                  </a:lnTo>
                  <a:lnTo>
                    <a:pt x="11163" y="1270"/>
                  </a:lnTo>
                  <a:lnTo>
                    <a:pt x="8877" y="508"/>
                  </a:lnTo>
                  <a:lnTo>
                    <a:pt x="3543" y="508"/>
                  </a:lnTo>
                  <a:lnTo>
                    <a:pt x="0" y="0"/>
                  </a:lnTo>
                  <a:lnTo>
                    <a:pt x="1612" y="2565"/>
                  </a:lnTo>
                  <a:lnTo>
                    <a:pt x="1257" y="5842"/>
                  </a:lnTo>
                  <a:lnTo>
                    <a:pt x="2019" y="6604"/>
                  </a:lnTo>
                  <a:lnTo>
                    <a:pt x="2019" y="7366"/>
                  </a:lnTo>
                  <a:lnTo>
                    <a:pt x="8115" y="7366"/>
                  </a:lnTo>
                  <a:lnTo>
                    <a:pt x="10401" y="8128"/>
                  </a:lnTo>
                  <a:lnTo>
                    <a:pt x="14973" y="8128"/>
                  </a:lnTo>
                  <a:lnTo>
                    <a:pt x="17259" y="7366"/>
                  </a:lnTo>
                  <a:lnTo>
                    <a:pt x="18783" y="7366"/>
                  </a:lnTo>
                  <a:lnTo>
                    <a:pt x="19545" y="6604"/>
                  </a:lnTo>
                  <a:lnTo>
                    <a:pt x="20307" y="6604"/>
                  </a:lnTo>
                  <a:lnTo>
                    <a:pt x="20307" y="3556"/>
                  </a:lnTo>
                  <a:lnTo>
                    <a:pt x="19545" y="2032"/>
                  </a:lnTo>
                  <a:lnTo>
                    <a:pt x="19545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779661" y="461086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5334"/>
                  </a:moveTo>
                  <a:lnTo>
                    <a:pt x="18287" y="4572"/>
                  </a:lnTo>
                  <a:lnTo>
                    <a:pt x="17525" y="3048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8381" y="7620"/>
                  </a:lnTo>
                  <a:lnTo>
                    <a:pt x="12953" y="7620"/>
                  </a:lnTo>
                  <a:lnTo>
                    <a:pt x="15239" y="6858"/>
                  </a:lnTo>
                  <a:lnTo>
                    <a:pt x="16763" y="6858"/>
                  </a:lnTo>
                  <a:lnTo>
                    <a:pt x="18287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779661" y="461086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762"/>
                  </a:moveTo>
                  <a:lnTo>
                    <a:pt x="17525" y="0"/>
                  </a:lnTo>
                  <a:lnTo>
                    <a:pt x="13715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8381" y="7620"/>
                  </a:lnTo>
                  <a:lnTo>
                    <a:pt x="12953" y="7620"/>
                  </a:lnTo>
                  <a:lnTo>
                    <a:pt x="15239" y="6858"/>
                  </a:lnTo>
                  <a:lnTo>
                    <a:pt x="16763" y="6858"/>
                  </a:lnTo>
                  <a:lnTo>
                    <a:pt x="18287" y="5334"/>
                  </a:lnTo>
                  <a:lnTo>
                    <a:pt x="18287" y="4572"/>
                  </a:lnTo>
                  <a:lnTo>
                    <a:pt x="17525" y="3048"/>
                  </a:lnTo>
                  <a:lnTo>
                    <a:pt x="17525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002165" y="4636554"/>
              <a:ext cx="19685" cy="8255"/>
            </a:xfrm>
            <a:custGeom>
              <a:avLst/>
              <a:gdLst/>
              <a:ahLst/>
              <a:cxnLst/>
              <a:rect l="l" t="t" r="r" b="b"/>
              <a:pathLst>
                <a:path w="19685" h="8254">
                  <a:moveTo>
                    <a:pt x="19278" y="6794"/>
                  </a:moveTo>
                  <a:lnTo>
                    <a:pt x="19049" y="4787"/>
                  </a:lnTo>
                  <a:lnTo>
                    <a:pt x="19049" y="3263"/>
                  </a:lnTo>
                  <a:lnTo>
                    <a:pt x="18287" y="1739"/>
                  </a:lnTo>
                  <a:lnTo>
                    <a:pt x="18287" y="977"/>
                  </a:lnTo>
                  <a:lnTo>
                    <a:pt x="18287" y="215"/>
                  </a:lnTo>
                  <a:lnTo>
                    <a:pt x="17525" y="215"/>
                  </a:lnTo>
                  <a:lnTo>
                    <a:pt x="12141" y="863"/>
                  </a:lnTo>
                  <a:lnTo>
                    <a:pt x="7124" y="0"/>
                  </a:lnTo>
                  <a:lnTo>
                    <a:pt x="1523" y="215"/>
                  </a:lnTo>
                  <a:lnTo>
                    <a:pt x="761" y="215"/>
                  </a:lnTo>
                  <a:lnTo>
                    <a:pt x="0" y="1739"/>
                  </a:lnTo>
                  <a:lnTo>
                    <a:pt x="0" y="5549"/>
                  </a:lnTo>
                  <a:lnTo>
                    <a:pt x="761" y="6311"/>
                  </a:lnTo>
                  <a:lnTo>
                    <a:pt x="761" y="7073"/>
                  </a:lnTo>
                  <a:lnTo>
                    <a:pt x="3047" y="7073"/>
                  </a:lnTo>
                  <a:lnTo>
                    <a:pt x="9626" y="6591"/>
                  </a:lnTo>
                  <a:lnTo>
                    <a:pt x="9093" y="7797"/>
                  </a:lnTo>
                  <a:lnTo>
                    <a:pt x="13715" y="7835"/>
                  </a:lnTo>
                  <a:lnTo>
                    <a:pt x="16001" y="7073"/>
                  </a:lnTo>
                  <a:lnTo>
                    <a:pt x="16763" y="7073"/>
                  </a:lnTo>
                  <a:lnTo>
                    <a:pt x="18783" y="7302"/>
                  </a:lnTo>
                  <a:lnTo>
                    <a:pt x="19278" y="679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002165" y="4636554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977"/>
                  </a:moveTo>
                  <a:lnTo>
                    <a:pt x="18287" y="215"/>
                  </a:lnTo>
                  <a:lnTo>
                    <a:pt x="17525" y="215"/>
                  </a:lnTo>
                  <a:lnTo>
                    <a:pt x="12141" y="863"/>
                  </a:lnTo>
                  <a:lnTo>
                    <a:pt x="7124" y="0"/>
                  </a:lnTo>
                  <a:lnTo>
                    <a:pt x="1523" y="215"/>
                  </a:lnTo>
                  <a:lnTo>
                    <a:pt x="761" y="215"/>
                  </a:lnTo>
                  <a:lnTo>
                    <a:pt x="0" y="1739"/>
                  </a:lnTo>
                  <a:lnTo>
                    <a:pt x="0" y="5549"/>
                  </a:lnTo>
                  <a:lnTo>
                    <a:pt x="761" y="6311"/>
                  </a:lnTo>
                  <a:lnTo>
                    <a:pt x="761" y="7073"/>
                  </a:lnTo>
                  <a:lnTo>
                    <a:pt x="3047" y="7073"/>
                  </a:lnTo>
                  <a:lnTo>
                    <a:pt x="9626" y="6591"/>
                  </a:lnTo>
                  <a:lnTo>
                    <a:pt x="9093" y="7797"/>
                  </a:lnTo>
                  <a:lnTo>
                    <a:pt x="13715" y="7835"/>
                  </a:lnTo>
                  <a:lnTo>
                    <a:pt x="16001" y="7073"/>
                  </a:lnTo>
                  <a:lnTo>
                    <a:pt x="18287" y="7073"/>
                  </a:lnTo>
                  <a:lnTo>
                    <a:pt x="19049" y="6311"/>
                  </a:lnTo>
                  <a:lnTo>
                    <a:pt x="19049" y="3263"/>
                  </a:lnTo>
                  <a:lnTo>
                    <a:pt x="18287" y="1739"/>
                  </a:lnTo>
                  <a:lnTo>
                    <a:pt x="18287" y="9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028073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028073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052457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052457" y="46367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3809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4571" y="7620"/>
                  </a:lnTo>
                  <a:lnTo>
                    <a:pt x="8127" y="7620"/>
                  </a:lnTo>
                  <a:lnTo>
                    <a:pt x="11683" y="7620"/>
                  </a:lnTo>
                  <a:lnTo>
                    <a:pt x="1523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977781" y="4636008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609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977781" y="4636008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609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980067" y="464820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757" y="8153"/>
                  </a:moveTo>
                  <a:lnTo>
                    <a:pt x="18287" y="4572"/>
                  </a:ln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5239" y="0"/>
                  </a:lnTo>
                  <a:lnTo>
                    <a:pt x="13715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2953" y="7620"/>
                  </a:lnTo>
                  <a:lnTo>
                    <a:pt x="15227" y="7747"/>
                  </a:lnTo>
                  <a:lnTo>
                    <a:pt x="18757" y="8153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980067" y="464820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5239" y="0"/>
                  </a:lnTo>
                  <a:lnTo>
                    <a:pt x="13715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1523" y="6858"/>
                  </a:lnTo>
                  <a:lnTo>
                    <a:pt x="6324" y="6604"/>
                  </a:lnTo>
                  <a:lnTo>
                    <a:pt x="3708" y="8102"/>
                  </a:lnTo>
                  <a:lnTo>
                    <a:pt x="10667" y="7620"/>
                  </a:lnTo>
                  <a:lnTo>
                    <a:pt x="15239" y="7620"/>
                  </a:lnTo>
                  <a:lnTo>
                    <a:pt x="18224" y="8115"/>
                  </a:lnTo>
                  <a:lnTo>
                    <a:pt x="18605" y="5346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004451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004451" y="4648200"/>
              <a:ext cx="19685" cy="10160"/>
            </a:xfrm>
            <a:custGeom>
              <a:avLst/>
              <a:gdLst/>
              <a:ahLst/>
              <a:cxnLst/>
              <a:rect l="l" t="t" r="r" b="b"/>
              <a:pathLst>
                <a:path w="19685" h="1016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9143" y="7620"/>
                  </a:lnTo>
                  <a:lnTo>
                    <a:pt x="14287" y="7023"/>
                  </a:lnTo>
                  <a:lnTo>
                    <a:pt x="19138" y="9829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053981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053981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028835" y="46482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028835" y="46482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982353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982353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1524"/>
                  </a:moveTo>
                  <a:lnTo>
                    <a:pt x="17525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3048"/>
                  </a:lnTo>
                  <a:lnTo>
                    <a:pt x="17525" y="2286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006737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006737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055505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2357" y="1435"/>
                  </a:lnTo>
                  <a:lnTo>
                    <a:pt x="7619" y="584"/>
                  </a:lnTo>
                  <a:lnTo>
                    <a:pt x="2285" y="762"/>
                  </a:lnTo>
                  <a:lnTo>
                    <a:pt x="1523" y="762"/>
                  </a:lnTo>
                  <a:lnTo>
                    <a:pt x="1523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055505" y="46596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12357" y="1435"/>
                  </a:lnTo>
                  <a:lnTo>
                    <a:pt x="7619" y="584"/>
                  </a:lnTo>
                  <a:lnTo>
                    <a:pt x="2285" y="762"/>
                  </a:lnTo>
                  <a:lnTo>
                    <a:pt x="1523" y="762"/>
                  </a:lnTo>
                  <a:lnTo>
                    <a:pt x="1523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030359" y="465963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858"/>
                  </a:moveTo>
                  <a:lnTo>
                    <a:pt x="19049" y="3048"/>
                  </a:lnTo>
                  <a:lnTo>
                    <a:pt x="18287" y="2286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9049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030359" y="465963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1524"/>
                  </a:moveTo>
                  <a:lnTo>
                    <a:pt x="18287" y="762"/>
                  </a:lnTo>
                  <a:lnTo>
                    <a:pt x="4571" y="762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9049" y="6858"/>
                  </a:lnTo>
                  <a:lnTo>
                    <a:pt x="19049" y="3048"/>
                  </a:lnTo>
                  <a:lnTo>
                    <a:pt x="18287" y="2286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983877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0" y="1524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4571" y="6858"/>
                  </a:lnTo>
                  <a:lnTo>
                    <a:pt x="6857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983877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0" y="1524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4571" y="6858"/>
                  </a:lnTo>
                  <a:lnTo>
                    <a:pt x="6857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032645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609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032645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609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057791" y="467106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001" y="762"/>
                  </a:lnTo>
                  <a:lnTo>
                    <a:pt x="13715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057791" y="467106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1524"/>
                  </a:lnTo>
                  <a:lnTo>
                    <a:pt x="17525" y="762"/>
                  </a:lnTo>
                  <a:lnTo>
                    <a:pt x="16001" y="762"/>
                  </a:lnTo>
                  <a:lnTo>
                    <a:pt x="13715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008261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008261" y="4671822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3715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5239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009188" y="468401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884" y="6858"/>
                  </a:moveTo>
                  <a:lnTo>
                    <a:pt x="18884" y="1524"/>
                  </a:lnTo>
                  <a:lnTo>
                    <a:pt x="18884" y="762"/>
                  </a:lnTo>
                  <a:lnTo>
                    <a:pt x="2120" y="762"/>
                  </a:lnTo>
                  <a:lnTo>
                    <a:pt x="1358" y="0"/>
                  </a:lnTo>
                  <a:lnTo>
                    <a:pt x="1358" y="762"/>
                  </a:lnTo>
                  <a:lnTo>
                    <a:pt x="596" y="762"/>
                  </a:lnTo>
                  <a:lnTo>
                    <a:pt x="596" y="3810"/>
                  </a:lnTo>
                  <a:lnTo>
                    <a:pt x="0" y="8432"/>
                  </a:lnTo>
                  <a:lnTo>
                    <a:pt x="3314" y="7696"/>
                  </a:lnTo>
                  <a:lnTo>
                    <a:pt x="6692" y="7620"/>
                  </a:lnTo>
                  <a:lnTo>
                    <a:pt x="18122" y="7620"/>
                  </a:lnTo>
                  <a:lnTo>
                    <a:pt x="18884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009188" y="468401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884" y="1524"/>
                  </a:moveTo>
                  <a:lnTo>
                    <a:pt x="18884" y="762"/>
                  </a:lnTo>
                  <a:lnTo>
                    <a:pt x="18122" y="762"/>
                  </a:lnTo>
                  <a:lnTo>
                    <a:pt x="12788" y="762"/>
                  </a:lnTo>
                  <a:lnTo>
                    <a:pt x="7454" y="762"/>
                  </a:lnTo>
                  <a:lnTo>
                    <a:pt x="2120" y="762"/>
                  </a:lnTo>
                  <a:lnTo>
                    <a:pt x="1358" y="0"/>
                  </a:lnTo>
                  <a:lnTo>
                    <a:pt x="1358" y="762"/>
                  </a:lnTo>
                  <a:lnTo>
                    <a:pt x="596" y="762"/>
                  </a:lnTo>
                  <a:lnTo>
                    <a:pt x="596" y="3810"/>
                  </a:lnTo>
                  <a:lnTo>
                    <a:pt x="0" y="8432"/>
                  </a:lnTo>
                  <a:lnTo>
                    <a:pt x="3314" y="7696"/>
                  </a:lnTo>
                  <a:lnTo>
                    <a:pt x="6692" y="7620"/>
                  </a:lnTo>
                  <a:lnTo>
                    <a:pt x="18122" y="7620"/>
                  </a:lnTo>
                  <a:lnTo>
                    <a:pt x="18884" y="6858"/>
                  </a:lnTo>
                  <a:lnTo>
                    <a:pt x="18884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034347" y="468401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872" y="6858"/>
                  </a:moveTo>
                  <a:lnTo>
                    <a:pt x="18872" y="1524"/>
                  </a:lnTo>
                  <a:lnTo>
                    <a:pt x="18872" y="762"/>
                  </a:lnTo>
                  <a:lnTo>
                    <a:pt x="2108" y="762"/>
                  </a:lnTo>
                  <a:lnTo>
                    <a:pt x="1346" y="0"/>
                  </a:lnTo>
                  <a:lnTo>
                    <a:pt x="1346" y="762"/>
                  </a:lnTo>
                  <a:lnTo>
                    <a:pt x="584" y="762"/>
                  </a:lnTo>
                  <a:lnTo>
                    <a:pt x="584" y="3810"/>
                  </a:lnTo>
                  <a:lnTo>
                    <a:pt x="0" y="8521"/>
                  </a:lnTo>
                  <a:lnTo>
                    <a:pt x="3327" y="7607"/>
                  </a:lnTo>
                  <a:lnTo>
                    <a:pt x="18110" y="7620"/>
                  </a:lnTo>
                  <a:lnTo>
                    <a:pt x="18872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034347" y="4684014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872" y="1524"/>
                  </a:moveTo>
                  <a:lnTo>
                    <a:pt x="18872" y="762"/>
                  </a:lnTo>
                  <a:lnTo>
                    <a:pt x="18110" y="762"/>
                  </a:lnTo>
                  <a:lnTo>
                    <a:pt x="12776" y="762"/>
                  </a:lnTo>
                  <a:lnTo>
                    <a:pt x="7442" y="762"/>
                  </a:lnTo>
                  <a:lnTo>
                    <a:pt x="2108" y="762"/>
                  </a:lnTo>
                  <a:lnTo>
                    <a:pt x="1346" y="0"/>
                  </a:lnTo>
                  <a:lnTo>
                    <a:pt x="1346" y="762"/>
                  </a:lnTo>
                  <a:lnTo>
                    <a:pt x="584" y="762"/>
                  </a:lnTo>
                  <a:lnTo>
                    <a:pt x="584" y="3810"/>
                  </a:lnTo>
                  <a:lnTo>
                    <a:pt x="0" y="8521"/>
                  </a:lnTo>
                  <a:lnTo>
                    <a:pt x="3327" y="7607"/>
                  </a:lnTo>
                  <a:lnTo>
                    <a:pt x="6680" y="7620"/>
                  </a:lnTo>
                  <a:lnTo>
                    <a:pt x="18110" y="7620"/>
                  </a:lnTo>
                  <a:lnTo>
                    <a:pt x="18872" y="6858"/>
                  </a:lnTo>
                  <a:lnTo>
                    <a:pt x="18872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060077" y="468445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6413"/>
                  </a:moveTo>
                  <a:lnTo>
                    <a:pt x="18287" y="3365"/>
                  </a:lnTo>
                  <a:lnTo>
                    <a:pt x="17525" y="1841"/>
                  </a:lnTo>
                  <a:lnTo>
                    <a:pt x="17525" y="1079"/>
                  </a:lnTo>
                  <a:lnTo>
                    <a:pt x="17525" y="317"/>
                  </a:lnTo>
                  <a:lnTo>
                    <a:pt x="16763" y="317"/>
                  </a:lnTo>
                  <a:lnTo>
                    <a:pt x="11480" y="1066"/>
                  </a:lnTo>
                  <a:lnTo>
                    <a:pt x="6324" y="0"/>
                  </a:lnTo>
                  <a:lnTo>
                    <a:pt x="761" y="317"/>
                  </a:lnTo>
                  <a:lnTo>
                    <a:pt x="0" y="317"/>
                  </a:lnTo>
                  <a:lnTo>
                    <a:pt x="0" y="6413"/>
                  </a:lnTo>
                  <a:lnTo>
                    <a:pt x="761" y="7175"/>
                  </a:lnTo>
                  <a:lnTo>
                    <a:pt x="8381" y="7175"/>
                  </a:lnTo>
                  <a:lnTo>
                    <a:pt x="10667" y="7937"/>
                  </a:lnTo>
                  <a:lnTo>
                    <a:pt x="12953" y="7937"/>
                  </a:lnTo>
                  <a:lnTo>
                    <a:pt x="15239" y="7175"/>
                  </a:lnTo>
                  <a:lnTo>
                    <a:pt x="17525" y="7175"/>
                  </a:lnTo>
                  <a:lnTo>
                    <a:pt x="18287" y="6413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060077" y="468445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7525" y="1079"/>
                  </a:moveTo>
                  <a:lnTo>
                    <a:pt x="17525" y="317"/>
                  </a:lnTo>
                  <a:lnTo>
                    <a:pt x="16763" y="317"/>
                  </a:lnTo>
                  <a:lnTo>
                    <a:pt x="11480" y="1066"/>
                  </a:lnTo>
                  <a:lnTo>
                    <a:pt x="6324" y="0"/>
                  </a:lnTo>
                  <a:lnTo>
                    <a:pt x="761" y="317"/>
                  </a:lnTo>
                  <a:lnTo>
                    <a:pt x="0" y="317"/>
                  </a:lnTo>
                  <a:lnTo>
                    <a:pt x="0" y="6413"/>
                  </a:lnTo>
                  <a:lnTo>
                    <a:pt x="761" y="7175"/>
                  </a:lnTo>
                  <a:lnTo>
                    <a:pt x="8381" y="7175"/>
                  </a:lnTo>
                  <a:lnTo>
                    <a:pt x="10667" y="7937"/>
                  </a:lnTo>
                  <a:lnTo>
                    <a:pt x="12953" y="7937"/>
                  </a:lnTo>
                  <a:lnTo>
                    <a:pt x="15239" y="7175"/>
                  </a:lnTo>
                  <a:lnTo>
                    <a:pt x="17525" y="7175"/>
                  </a:lnTo>
                  <a:lnTo>
                    <a:pt x="18287" y="6413"/>
                  </a:lnTo>
                  <a:lnTo>
                    <a:pt x="18287" y="3365"/>
                  </a:lnTo>
                  <a:lnTo>
                    <a:pt x="17525" y="1841"/>
                  </a:lnTo>
                  <a:lnTo>
                    <a:pt x="17525" y="10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2986925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828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2986925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2191" y="762"/>
                  </a:lnTo>
                  <a:lnTo>
                    <a:pt x="685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2285" y="7620"/>
                  </a:lnTo>
                  <a:lnTo>
                    <a:pt x="6603" y="7620"/>
                  </a:lnTo>
                  <a:lnTo>
                    <a:pt x="10921" y="7620"/>
                  </a:lnTo>
                  <a:lnTo>
                    <a:pt x="15239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2884055" y="4610112"/>
              <a:ext cx="88900" cy="93980"/>
            </a:xfrm>
            <a:custGeom>
              <a:avLst/>
              <a:gdLst/>
              <a:ahLst/>
              <a:cxnLst/>
              <a:rect l="l" t="t" r="r" b="b"/>
              <a:pathLst>
                <a:path w="88900" h="93979">
                  <a:moveTo>
                    <a:pt x="77724" y="18288"/>
                  </a:moveTo>
                  <a:lnTo>
                    <a:pt x="76962" y="16764"/>
                  </a:lnTo>
                  <a:lnTo>
                    <a:pt x="76962" y="13716"/>
                  </a:lnTo>
                  <a:lnTo>
                    <a:pt x="76200" y="11430"/>
                  </a:lnTo>
                  <a:lnTo>
                    <a:pt x="76200" y="8382"/>
                  </a:lnTo>
                  <a:lnTo>
                    <a:pt x="75438" y="8382"/>
                  </a:lnTo>
                  <a:lnTo>
                    <a:pt x="75438" y="7620"/>
                  </a:lnTo>
                  <a:lnTo>
                    <a:pt x="74676" y="7620"/>
                  </a:lnTo>
                  <a:lnTo>
                    <a:pt x="73152" y="6858"/>
                  </a:lnTo>
                  <a:lnTo>
                    <a:pt x="73152" y="4572"/>
                  </a:lnTo>
                  <a:lnTo>
                    <a:pt x="72390" y="2286"/>
                  </a:lnTo>
                  <a:lnTo>
                    <a:pt x="72390" y="762"/>
                  </a:lnTo>
                  <a:lnTo>
                    <a:pt x="71628" y="0"/>
                  </a:lnTo>
                  <a:lnTo>
                    <a:pt x="70104" y="0"/>
                  </a:lnTo>
                  <a:lnTo>
                    <a:pt x="68580" y="762"/>
                  </a:lnTo>
                  <a:lnTo>
                    <a:pt x="57912" y="762"/>
                  </a:lnTo>
                  <a:lnTo>
                    <a:pt x="57150" y="0"/>
                  </a:lnTo>
                  <a:lnTo>
                    <a:pt x="54864" y="0"/>
                  </a:lnTo>
                  <a:lnTo>
                    <a:pt x="53340" y="1524"/>
                  </a:lnTo>
                  <a:lnTo>
                    <a:pt x="53340" y="3810"/>
                  </a:lnTo>
                  <a:lnTo>
                    <a:pt x="52578" y="6096"/>
                  </a:lnTo>
                  <a:lnTo>
                    <a:pt x="52578" y="6858"/>
                  </a:lnTo>
                  <a:lnTo>
                    <a:pt x="49530" y="6858"/>
                  </a:lnTo>
                  <a:lnTo>
                    <a:pt x="48768" y="6096"/>
                  </a:lnTo>
                  <a:lnTo>
                    <a:pt x="48768" y="4572"/>
                  </a:lnTo>
                  <a:lnTo>
                    <a:pt x="48006" y="2286"/>
                  </a:lnTo>
                  <a:lnTo>
                    <a:pt x="48006" y="762"/>
                  </a:lnTo>
                  <a:lnTo>
                    <a:pt x="47244" y="762"/>
                  </a:lnTo>
                  <a:lnTo>
                    <a:pt x="47244" y="0"/>
                  </a:lnTo>
                  <a:lnTo>
                    <a:pt x="46482" y="0"/>
                  </a:lnTo>
                  <a:lnTo>
                    <a:pt x="45720" y="762"/>
                  </a:lnTo>
                  <a:lnTo>
                    <a:pt x="31242" y="762"/>
                  </a:lnTo>
                  <a:lnTo>
                    <a:pt x="30480" y="0"/>
                  </a:lnTo>
                  <a:lnTo>
                    <a:pt x="30480" y="762"/>
                  </a:lnTo>
                  <a:lnTo>
                    <a:pt x="29718" y="762"/>
                  </a:lnTo>
                  <a:lnTo>
                    <a:pt x="29718" y="2286"/>
                  </a:lnTo>
                  <a:lnTo>
                    <a:pt x="28956" y="3810"/>
                  </a:lnTo>
                  <a:lnTo>
                    <a:pt x="28956" y="6096"/>
                  </a:lnTo>
                  <a:lnTo>
                    <a:pt x="28194" y="6858"/>
                  </a:lnTo>
                  <a:lnTo>
                    <a:pt x="26670" y="6858"/>
                  </a:lnTo>
                  <a:lnTo>
                    <a:pt x="25908" y="7620"/>
                  </a:lnTo>
                  <a:lnTo>
                    <a:pt x="24384" y="6096"/>
                  </a:lnTo>
                  <a:lnTo>
                    <a:pt x="24384" y="4572"/>
                  </a:lnTo>
                  <a:lnTo>
                    <a:pt x="23622" y="2286"/>
                  </a:lnTo>
                  <a:lnTo>
                    <a:pt x="23622" y="762"/>
                  </a:lnTo>
                  <a:lnTo>
                    <a:pt x="22860" y="0"/>
                  </a:lnTo>
                  <a:lnTo>
                    <a:pt x="22098" y="0"/>
                  </a:lnTo>
                  <a:lnTo>
                    <a:pt x="21336" y="762"/>
                  </a:lnTo>
                  <a:lnTo>
                    <a:pt x="6858" y="762"/>
                  </a:lnTo>
                  <a:lnTo>
                    <a:pt x="6858" y="0"/>
                  </a:lnTo>
                  <a:lnTo>
                    <a:pt x="6096" y="762"/>
                  </a:lnTo>
                  <a:lnTo>
                    <a:pt x="5334" y="762"/>
                  </a:lnTo>
                  <a:lnTo>
                    <a:pt x="5334" y="2286"/>
                  </a:lnTo>
                  <a:lnTo>
                    <a:pt x="4572" y="3810"/>
                  </a:lnTo>
                  <a:lnTo>
                    <a:pt x="3810" y="6096"/>
                  </a:lnTo>
                  <a:lnTo>
                    <a:pt x="3810" y="6858"/>
                  </a:lnTo>
                  <a:lnTo>
                    <a:pt x="762" y="6858"/>
                  </a:lnTo>
                  <a:lnTo>
                    <a:pt x="762" y="7620"/>
                  </a:lnTo>
                  <a:lnTo>
                    <a:pt x="0" y="8382"/>
                  </a:lnTo>
                  <a:lnTo>
                    <a:pt x="0" y="13716"/>
                  </a:lnTo>
                  <a:lnTo>
                    <a:pt x="762" y="15240"/>
                  </a:lnTo>
                  <a:lnTo>
                    <a:pt x="762" y="18288"/>
                  </a:lnTo>
                  <a:lnTo>
                    <a:pt x="1524" y="19050"/>
                  </a:lnTo>
                  <a:lnTo>
                    <a:pt x="76962" y="19050"/>
                  </a:lnTo>
                  <a:lnTo>
                    <a:pt x="77724" y="18288"/>
                  </a:lnTo>
                  <a:close/>
                </a:path>
                <a:path w="88900" h="93979">
                  <a:moveTo>
                    <a:pt x="80772" y="51816"/>
                  </a:moveTo>
                  <a:lnTo>
                    <a:pt x="80010" y="48768"/>
                  </a:lnTo>
                  <a:lnTo>
                    <a:pt x="78486" y="35814"/>
                  </a:lnTo>
                  <a:lnTo>
                    <a:pt x="77724" y="33528"/>
                  </a:lnTo>
                  <a:lnTo>
                    <a:pt x="76200" y="32004"/>
                  </a:lnTo>
                  <a:lnTo>
                    <a:pt x="4572" y="32004"/>
                  </a:lnTo>
                  <a:lnTo>
                    <a:pt x="3048" y="33528"/>
                  </a:lnTo>
                  <a:lnTo>
                    <a:pt x="3810" y="37338"/>
                  </a:lnTo>
                  <a:lnTo>
                    <a:pt x="5334" y="50292"/>
                  </a:lnTo>
                  <a:lnTo>
                    <a:pt x="6096" y="53340"/>
                  </a:lnTo>
                  <a:lnTo>
                    <a:pt x="7620" y="54864"/>
                  </a:lnTo>
                  <a:lnTo>
                    <a:pt x="9144" y="54864"/>
                  </a:lnTo>
                  <a:lnTo>
                    <a:pt x="16002" y="54864"/>
                  </a:lnTo>
                  <a:lnTo>
                    <a:pt x="38785" y="55549"/>
                  </a:lnTo>
                  <a:lnTo>
                    <a:pt x="50076" y="55702"/>
                  </a:lnTo>
                  <a:lnTo>
                    <a:pt x="75438" y="55626"/>
                  </a:lnTo>
                  <a:lnTo>
                    <a:pt x="77724" y="54864"/>
                  </a:lnTo>
                  <a:lnTo>
                    <a:pt x="80010" y="54864"/>
                  </a:lnTo>
                  <a:lnTo>
                    <a:pt x="80772" y="54102"/>
                  </a:lnTo>
                  <a:lnTo>
                    <a:pt x="80772" y="51816"/>
                  </a:lnTo>
                  <a:close/>
                </a:path>
                <a:path w="88900" h="93979">
                  <a:moveTo>
                    <a:pt x="88392" y="89154"/>
                  </a:moveTo>
                  <a:lnTo>
                    <a:pt x="86868" y="83058"/>
                  </a:lnTo>
                  <a:lnTo>
                    <a:pt x="86868" y="81534"/>
                  </a:lnTo>
                  <a:lnTo>
                    <a:pt x="86106" y="80772"/>
                  </a:lnTo>
                  <a:lnTo>
                    <a:pt x="62484" y="80772"/>
                  </a:lnTo>
                  <a:lnTo>
                    <a:pt x="62484" y="80010"/>
                  </a:lnTo>
                  <a:lnTo>
                    <a:pt x="61722" y="79248"/>
                  </a:lnTo>
                  <a:lnTo>
                    <a:pt x="60960" y="77724"/>
                  </a:lnTo>
                  <a:lnTo>
                    <a:pt x="60960" y="75438"/>
                  </a:lnTo>
                  <a:lnTo>
                    <a:pt x="60198" y="72390"/>
                  </a:lnTo>
                  <a:lnTo>
                    <a:pt x="60198" y="70104"/>
                  </a:lnTo>
                  <a:lnTo>
                    <a:pt x="59436" y="69342"/>
                  </a:lnTo>
                  <a:lnTo>
                    <a:pt x="59436" y="68580"/>
                  </a:lnTo>
                  <a:lnTo>
                    <a:pt x="58674" y="68580"/>
                  </a:lnTo>
                  <a:lnTo>
                    <a:pt x="55626" y="67818"/>
                  </a:lnTo>
                  <a:lnTo>
                    <a:pt x="33528" y="67818"/>
                  </a:lnTo>
                  <a:lnTo>
                    <a:pt x="32766" y="68580"/>
                  </a:lnTo>
                  <a:lnTo>
                    <a:pt x="32004" y="70104"/>
                  </a:lnTo>
                  <a:lnTo>
                    <a:pt x="32004" y="75438"/>
                  </a:lnTo>
                  <a:lnTo>
                    <a:pt x="31242" y="78486"/>
                  </a:lnTo>
                  <a:lnTo>
                    <a:pt x="31242" y="80010"/>
                  </a:lnTo>
                  <a:lnTo>
                    <a:pt x="9144" y="80010"/>
                  </a:lnTo>
                  <a:lnTo>
                    <a:pt x="7620" y="81534"/>
                  </a:lnTo>
                  <a:lnTo>
                    <a:pt x="7620" y="92202"/>
                  </a:lnTo>
                  <a:lnTo>
                    <a:pt x="8382" y="92202"/>
                  </a:lnTo>
                  <a:lnTo>
                    <a:pt x="8382" y="92964"/>
                  </a:lnTo>
                  <a:lnTo>
                    <a:pt x="9906" y="93726"/>
                  </a:lnTo>
                  <a:lnTo>
                    <a:pt x="11430" y="93726"/>
                  </a:lnTo>
                  <a:lnTo>
                    <a:pt x="86868" y="93726"/>
                  </a:lnTo>
                  <a:lnTo>
                    <a:pt x="88392" y="92202"/>
                  </a:lnTo>
                  <a:lnTo>
                    <a:pt x="88392" y="891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2938157" y="461086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5334"/>
                  </a:moveTo>
                  <a:lnTo>
                    <a:pt x="19049" y="3810"/>
                  </a:lnTo>
                  <a:lnTo>
                    <a:pt x="18287" y="2286"/>
                  </a:lnTo>
                  <a:lnTo>
                    <a:pt x="18287" y="762"/>
                  </a:ln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5334"/>
                  </a:lnTo>
                  <a:lnTo>
                    <a:pt x="19049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938157" y="4610862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8287" y="0"/>
                  </a:lnTo>
                  <a:lnTo>
                    <a:pt x="14477" y="0"/>
                  </a:lnTo>
                  <a:lnTo>
                    <a:pt x="12191" y="762"/>
                  </a:lnTo>
                  <a:lnTo>
                    <a:pt x="9905" y="762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6095" y="6858"/>
                  </a:lnTo>
                  <a:lnTo>
                    <a:pt x="9143" y="7620"/>
                  </a:lnTo>
                  <a:lnTo>
                    <a:pt x="13715" y="7620"/>
                  </a:lnTo>
                  <a:lnTo>
                    <a:pt x="16001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5334"/>
                  </a:lnTo>
                  <a:lnTo>
                    <a:pt x="19049" y="5334"/>
                  </a:lnTo>
                  <a:lnTo>
                    <a:pt x="19049" y="3810"/>
                  </a:lnTo>
                  <a:lnTo>
                    <a:pt x="18287" y="2286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913773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096"/>
                  </a:move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8381" y="7620"/>
                  </a:lnTo>
                  <a:lnTo>
                    <a:pt x="10667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913773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7525" y="1524"/>
                  </a:moveTo>
                  <a:lnTo>
                    <a:pt x="17525" y="762"/>
                  </a:lnTo>
                  <a:lnTo>
                    <a:pt x="16763" y="762"/>
                  </a:lnTo>
                  <a:lnTo>
                    <a:pt x="11683" y="762"/>
                  </a:lnTo>
                  <a:lnTo>
                    <a:pt x="6603" y="762"/>
                  </a:lnTo>
                  <a:lnTo>
                    <a:pt x="1523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8381" y="7620"/>
                  </a:lnTo>
                  <a:lnTo>
                    <a:pt x="10667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lnTo>
                    <a:pt x="18287" y="3048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889389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828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889389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2191" y="762"/>
                  </a:lnTo>
                  <a:lnTo>
                    <a:pt x="6857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9143" y="7620"/>
                  </a:lnTo>
                  <a:lnTo>
                    <a:pt x="11429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921393" y="467106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3810"/>
                  </a:lnTo>
                  <a:lnTo>
                    <a:pt x="17525" y="2286"/>
                  </a:lnTo>
                  <a:lnTo>
                    <a:pt x="17525" y="1524"/>
                  </a:lnTo>
                  <a:lnTo>
                    <a:pt x="16763" y="762"/>
                  </a:lnTo>
                  <a:lnTo>
                    <a:pt x="15239" y="762"/>
                  </a:lnTo>
                  <a:lnTo>
                    <a:pt x="13715" y="1524"/>
                  </a:lnTo>
                  <a:lnTo>
                    <a:pt x="9143" y="1524"/>
                  </a:lnTo>
                  <a:lnTo>
                    <a:pt x="761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001" y="7620"/>
                  </a:lnTo>
                  <a:lnTo>
                    <a:pt x="17525" y="7620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921393" y="467106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7525" y="1524"/>
                  </a:moveTo>
                  <a:lnTo>
                    <a:pt x="16763" y="762"/>
                  </a:lnTo>
                  <a:lnTo>
                    <a:pt x="15239" y="762"/>
                  </a:lnTo>
                  <a:lnTo>
                    <a:pt x="13715" y="1524"/>
                  </a:lnTo>
                  <a:lnTo>
                    <a:pt x="9143" y="1524"/>
                  </a:lnTo>
                  <a:lnTo>
                    <a:pt x="761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001" y="7620"/>
                  </a:lnTo>
                  <a:lnTo>
                    <a:pt x="17525" y="7620"/>
                  </a:lnTo>
                  <a:lnTo>
                    <a:pt x="18287" y="6858"/>
                  </a:lnTo>
                  <a:lnTo>
                    <a:pt x="18287" y="3810"/>
                  </a:lnTo>
                  <a:lnTo>
                    <a:pt x="17525" y="2286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922917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922917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948063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948063" y="4684014"/>
              <a:ext cx="19685" cy="10160"/>
            </a:xfrm>
            <a:custGeom>
              <a:avLst/>
              <a:gdLst/>
              <a:ahLst/>
              <a:cxnLst/>
              <a:rect l="l" t="t" r="r" b="b"/>
              <a:pathLst>
                <a:path w="19685" h="10160">
                  <a:moveTo>
                    <a:pt x="18287" y="762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3809" y="762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2285" y="6858"/>
                  </a:lnTo>
                  <a:lnTo>
                    <a:pt x="3809" y="7620"/>
                  </a:lnTo>
                  <a:lnTo>
                    <a:pt x="8381" y="7620"/>
                  </a:lnTo>
                  <a:lnTo>
                    <a:pt x="14008" y="6959"/>
                  </a:lnTo>
                  <a:lnTo>
                    <a:pt x="19202" y="9944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895485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895485" y="4684014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1524"/>
                  </a:moveTo>
                  <a:lnTo>
                    <a:pt x="17525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001403" y="4615446"/>
              <a:ext cx="62230" cy="12700"/>
            </a:xfrm>
            <a:custGeom>
              <a:avLst/>
              <a:gdLst/>
              <a:ahLst/>
              <a:cxnLst/>
              <a:rect l="l" t="t" r="r" b="b"/>
              <a:pathLst>
                <a:path w="62230" h="12700">
                  <a:moveTo>
                    <a:pt x="31242" y="12192"/>
                  </a:moveTo>
                  <a:lnTo>
                    <a:pt x="28956" y="0"/>
                  </a:lnTo>
                  <a:lnTo>
                    <a:pt x="0" y="0"/>
                  </a:lnTo>
                  <a:lnTo>
                    <a:pt x="2286" y="12192"/>
                  </a:lnTo>
                  <a:lnTo>
                    <a:pt x="31242" y="12192"/>
                  </a:lnTo>
                  <a:close/>
                </a:path>
                <a:path w="62230" h="12700">
                  <a:moveTo>
                    <a:pt x="61722" y="12192"/>
                  </a:moveTo>
                  <a:lnTo>
                    <a:pt x="59436" y="0"/>
                  </a:lnTo>
                  <a:lnTo>
                    <a:pt x="34290" y="0"/>
                  </a:lnTo>
                  <a:lnTo>
                    <a:pt x="35814" y="12192"/>
                  </a:lnTo>
                  <a:lnTo>
                    <a:pt x="61722" y="12192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661551" y="4608791"/>
              <a:ext cx="104775" cy="20955"/>
            </a:xfrm>
            <a:custGeom>
              <a:avLst/>
              <a:gdLst/>
              <a:ahLst/>
              <a:cxnLst/>
              <a:rect l="l" t="t" r="r" b="b"/>
              <a:pathLst>
                <a:path w="104775" h="20954">
                  <a:moveTo>
                    <a:pt x="104224" y="17461"/>
                  </a:moveTo>
                  <a:lnTo>
                    <a:pt x="103631" y="8166"/>
                  </a:lnTo>
                  <a:lnTo>
                    <a:pt x="99821" y="8166"/>
                  </a:lnTo>
                  <a:lnTo>
                    <a:pt x="99821" y="7404"/>
                  </a:lnTo>
                  <a:lnTo>
                    <a:pt x="99059" y="5118"/>
                  </a:lnTo>
                  <a:lnTo>
                    <a:pt x="99415" y="2057"/>
                  </a:lnTo>
                  <a:lnTo>
                    <a:pt x="97332" y="0"/>
                  </a:lnTo>
                  <a:lnTo>
                    <a:pt x="94487" y="2070"/>
                  </a:lnTo>
                  <a:lnTo>
                    <a:pt x="84581" y="2070"/>
                  </a:lnTo>
                  <a:lnTo>
                    <a:pt x="83057" y="1308"/>
                  </a:lnTo>
                  <a:lnTo>
                    <a:pt x="80771" y="1308"/>
                  </a:lnTo>
                  <a:lnTo>
                    <a:pt x="80771" y="2070"/>
                  </a:lnTo>
                  <a:lnTo>
                    <a:pt x="79247" y="5118"/>
                  </a:lnTo>
                  <a:lnTo>
                    <a:pt x="79247" y="7404"/>
                  </a:lnTo>
                  <a:lnTo>
                    <a:pt x="78485" y="8166"/>
                  </a:lnTo>
                  <a:lnTo>
                    <a:pt x="76199" y="8166"/>
                  </a:lnTo>
                  <a:lnTo>
                    <a:pt x="75437" y="7404"/>
                  </a:lnTo>
                  <a:lnTo>
                    <a:pt x="74675" y="5118"/>
                  </a:lnTo>
                  <a:lnTo>
                    <a:pt x="74675" y="3594"/>
                  </a:lnTo>
                  <a:lnTo>
                    <a:pt x="73913" y="2832"/>
                  </a:lnTo>
                  <a:lnTo>
                    <a:pt x="73913" y="1308"/>
                  </a:lnTo>
                  <a:lnTo>
                    <a:pt x="73151" y="1308"/>
                  </a:lnTo>
                  <a:lnTo>
                    <a:pt x="71627" y="2070"/>
                  </a:lnTo>
                  <a:lnTo>
                    <a:pt x="57149" y="2070"/>
                  </a:lnTo>
                  <a:lnTo>
                    <a:pt x="57149" y="1308"/>
                  </a:lnTo>
                  <a:lnTo>
                    <a:pt x="56387" y="2070"/>
                  </a:lnTo>
                  <a:lnTo>
                    <a:pt x="54863" y="5118"/>
                  </a:lnTo>
                  <a:lnTo>
                    <a:pt x="54863" y="8166"/>
                  </a:lnTo>
                  <a:lnTo>
                    <a:pt x="51053" y="8166"/>
                  </a:lnTo>
                  <a:lnTo>
                    <a:pt x="51053" y="7404"/>
                  </a:lnTo>
                  <a:lnTo>
                    <a:pt x="50291" y="5118"/>
                  </a:lnTo>
                  <a:lnTo>
                    <a:pt x="50291" y="3594"/>
                  </a:lnTo>
                  <a:lnTo>
                    <a:pt x="49529" y="2070"/>
                  </a:lnTo>
                  <a:lnTo>
                    <a:pt x="49529" y="1308"/>
                  </a:lnTo>
                  <a:lnTo>
                    <a:pt x="47243" y="1308"/>
                  </a:lnTo>
                  <a:lnTo>
                    <a:pt x="45719" y="2070"/>
                  </a:lnTo>
                  <a:lnTo>
                    <a:pt x="35813" y="2070"/>
                  </a:lnTo>
                  <a:lnTo>
                    <a:pt x="34289" y="1308"/>
                  </a:lnTo>
                  <a:lnTo>
                    <a:pt x="32765" y="1308"/>
                  </a:lnTo>
                  <a:lnTo>
                    <a:pt x="32003" y="2070"/>
                  </a:lnTo>
                  <a:lnTo>
                    <a:pt x="31241" y="3594"/>
                  </a:lnTo>
                  <a:lnTo>
                    <a:pt x="31241" y="5118"/>
                  </a:lnTo>
                  <a:lnTo>
                    <a:pt x="30479" y="7404"/>
                  </a:lnTo>
                  <a:lnTo>
                    <a:pt x="30479" y="8166"/>
                  </a:lnTo>
                  <a:lnTo>
                    <a:pt x="26669" y="8166"/>
                  </a:lnTo>
                  <a:lnTo>
                    <a:pt x="26669" y="7404"/>
                  </a:lnTo>
                  <a:lnTo>
                    <a:pt x="25907" y="5118"/>
                  </a:lnTo>
                  <a:lnTo>
                    <a:pt x="25907" y="2832"/>
                  </a:lnTo>
                  <a:lnTo>
                    <a:pt x="24383" y="1308"/>
                  </a:lnTo>
                  <a:lnTo>
                    <a:pt x="22859" y="2070"/>
                  </a:lnTo>
                  <a:lnTo>
                    <a:pt x="9143" y="2070"/>
                  </a:lnTo>
                  <a:lnTo>
                    <a:pt x="8381" y="1308"/>
                  </a:lnTo>
                  <a:lnTo>
                    <a:pt x="7619" y="2070"/>
                  </a:lnTo>
                  <a:lnTo>
                    <a:pt x="6095" y="5118"/>
                  </a:lnTo>
                  <a:lnTo>
                    <a:pt x="6095" y="7404"/>
                  </a:lnTo>
                  <a:lnTo>
                    <a:pt x="5333" y="8166"/>
                  </a:lnTo>
                  <a:lnTo>
                    <a:pt x="2285" y="8166"/>
                  </a:lnTo>
                  <a:lnTo>
                    <a:pt x="761" y="9690"/>
                  </a:lnTo>
                  <a:lnTo>
                    <a:pt x="0" y="11976"/>
                  </a:lnTo>
                  <a:lnTo>
                    <a:pt x="761" y="15786"/>
                  </a:lnTo>
                  <a:lnTo>
                    <a:pt x="1523" y="18072"/>
                  </a:lnTo>
                  <a:lnTo>
                    <a:pt x="1523" y="19596"/>
                  </a:lnTo>
                  <a:lnTo>
                    <a:pt x="3047" y="20358"/>
                  </a:lnTo>
                  <a:lnTo>
                    <a:pt x="98951" y="20373"/>
                  </a:lnTo>
                  <a:lnTo>
                    <a:pt x="103827" y="20215"/>
                  </a:lnTo>
                  <a:lnTo>
                    <a:pt x="104224" y="17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742323" y="46101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6001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742323" y="46101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25" y="1524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6001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4571" y="7620"/>
                  </a:lnTo>
                  <a:lnTo>
                    <a:pt x="7619" y="7620"/>
                  </a:lnTo>
                  <a:lnTo>
                    <a:pt x="10667" y="7620"/>
                  </a:lnTo>
                  <a:lnTo>
                    <a:pt x="16001" y="7620"/>
                  </a:lnTo>
                  <a:lnTo>
                    <a:pt x="16763" y="6858"/>
                  </a:lnTo>
                  <a:lnTo>
                    <a:pt x="17525" y="6858"/>
                  </a:lnTo>
                  <a:lnTo>
                    <a:pt x="18287" y="6096"/>
                  </a:lnTo>
                  <a:lnTo>
                    <a:pt x="18287" y="3048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717177" y="46101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717177" y="46101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1524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762"/>
                  </a:lnTo>
                  <a:lnTo>
                    <a:pt x="11175" y="762"/>
                  </a:lnTo>
                  <a:lnTo>
                    <a:pt x="634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4825" y="7620"/>
                  </a:lnTo>
                  <a:lnTo>
                    <a:pt x="8127" y="7620"/>
                  </a:lnTo>
                  <a:lnTo>
                    <a:pt x="1142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9049" y="6096"/>
                  </a:lnTo>
                  <a:lnTo>
                    <a:pt x="19049" y="304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693161" y="4610100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681" y="6096"/>
                  </a:moveTo>
                  <a:lnTo>
                    <a:pt x="18681" y="3048"/>
                  </a:lnTo>
                  <a:lnTo>
                    <a:pt x="17919" y="1524"/>
                  </a:lnTo>
                  <a:lnTo>
                    <a:pt x="17919" y="0"/>
                  </a:lnTo>
                  <a:lnTo>
                    <a:pt x="17157" y="0"/>
                  </a:lnTo>
                  <a:lnTo>
                    <a:pt x="15633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762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40"/>
                  </a:lnTo>
                  <a:lnTo>
                    <a:pt x="4203" y="7620"/>
                  </a:lnTo>
                  <a:lnTo>
                    <a:pt x="8775" y="7620"/>
                  </a:lnTo>
                  <a:lnTo>
                    <a:pt x="11061" y="8382"/>
                  </a:lnTo>
                  <a:lnTo>
                    <a:pt x="14109" y="7620"/>
                  </a:lnTo>
                  <a:lnTo>
                    <a:pt x="17157" y="7620"/>
                  </a:lnTo>
                  <a:lnTo>
                    <a:pt x="18681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693161" y="4610100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7919" y="1524"/>
                  </a:moveTo>
                  <a:lnTo>
                    <a:pt x="17919" y="0"/>
                  </a:lnTo>
                  <a:lnTo>
                    <a:pt x="17157" y="0"/>
                  </a:lnTo>
                  <a:lnTo>
                    <a:pt x="15633" y="762"/>
                  </a:lnTo>
                  <a:lnTo>
                    <a:pt x="1917" y="762"/>
                  </a:lnTo>
                  <a:lnTo>
                    <a:pt x="1155" y="0"/>
                  </a:lnTo>
                  <a:lnTo>
                    <a:pt x="393" y="762"/>
                  </a:lnTo>
                  <a:lnTo>
                    <a:pt x="393" y="2286"/>
                  </a:lnTo>
                  <a:lnTo>
                    <a:pt x="215" y="5537"/>
                  </a:lnTo>
                  <a:lnTo>
                    <a:pt x="0" y="8140"/>
                  </a:lnTo>
                  <a:lnTo>
                    <a:pt x="4203" y="7620"/>
                  </a:lnTo>
                  <a:lnTo>
                    <a:pt x="8775" y="7620"/>
                  </a:lnTo>
                  <a:lnTo>
                    <a:pt x="11061" y="8382"/>
                  </a:lnTo>
                  <a:lnTo>
                    <a:pt x="14109" y="7620"/>
                  </a:lnTo>
                  <a:lnTo>
                    <a:pt x="17157" y="7620"/>
                  </a:lnTo>
                  <a:lnTo>
                    <a:pt x="18681" y="6096"/>
                  </a:lnTo>
                  <a:lnTo>
                    <a:pt x="18681" y="3048"/>
                  </a:lnTo>
                  <a:lnTo>
                    <a:pt x="17919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669171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12280" y="7442"/>
                  </a:lnTo>
                  <a:lnTo>
                    <a:pt x="7404" y="8712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669171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1175" y="762"/>
                  </a:lnTo>
                  <a:lnTo>
                    <a:pt x="634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12280" y="7442"/>
                  </a:lnTo>
                  <a:lnTo>
                    <a:pt x="7404" y="8712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550299" y="4610100"/>
              <a:ext cx="104775" cy="19050"/>
            </a:xfrm>
            <a:custGeom>
              <a:avLst/>
              <a:gdLst/>
              <a:ahLst/>
              <a:cxnLst/>
              <a:rect l="l" t="t" r="r" b="b"/>
              <a:pathLst>
                <a:path w="104775" h="19050">
                  <a:moveTo>
                    <a:pt x="104393" y="18288"/>
                  </a:moveTo>
                  <a:lnTo>
                    <a:pt x="104241" y="13423"/>
                  </a:lnTo>
                  <a:lnTo>
                    <a:pt x="103225" y="13881"/>
                  </a:lnTo>
                  <a:lnTo>
                    <a:pt x="103631" y="7620"/>
                  </a:lnTo>
                  <a:lnTo>
                    <a:pt x="102869" y="6858"/>
                  </a:lnTo>
                  <a:lnTo>
                    <a:pt x="99821" y="6858"/>
                  </a:lnTo>
                  <a:lnTo>
                    <a:pt x="99821" y="6096"/>
                  </a:lnTo>
                  <a:lnTo>
                    <a:pt x="99059" y="3810"/>
                  </a:lnTo>
                  <a:lnTo>
                    <a:pt x="99059" y="2286"/>
                  </a:lnTo>
                  <a:lnTo>
                    <a:pt x="98297" y="762"/>
                  </a:lnTo>
                  <a:lnTo>
                    <a:pt x="97535" y="0"/>
                  </a:lnTo>
                  <a:lnTo>
                    <a:pt x="96011" y="0"/>
                  </a:lnTo>
                  <a:lnTo>
                    <a:pt x="94487" y="762"/>
                  </a:lnTo>
                  <a:lnTo>
                    <a:pt x="84581" y="762"/>
                  </a:lnTo>
                  <a:lnTo>
                    <a:pt x="83057" y="0"/>
                  </a:lnTo>
                  <a:lnTo>
                    <a:pt x="80771" y="0"/>
                  </a:lnTo>
                  <a:lnTo>
                    <a:pt x="80771" y="762"/>
                  </a:lnTo>
                  <a:lnTo>
                    <a:pt x="80009" y="2286"/>
                  </a:lnTo>
                  <a:lnTo>
                    <a:pt x="80009" y="3810"/>
                  </a:lnTo>
                  <a:lnTo>
                    <a:pt x="79247" y="6096"/>
                  </a:lnTo>
                  <a:lnTo>
                    <a:pt x="79247" y="6858"/>
                  </a:lnTo>
                  <a:lnTo>
                    <a:pt x="76961" y="6858"/>
                  </a:lnTo>
                  <a:lnTo>
                    <a:pt x="75437" y="6096"/>
                  </a:lnTo>
                  <a:lnTo>
                    <a:pt x="74675" y="3810"/>
                  </a:lnTo>
                  <a:lnTo>
                    <a:pt x="74675" y="2286"/>
                  </a:lnTo>
                  <a:lnTo>
                    <a:pt x="73913" y="1524"/>
                  </a:lnTo>
                  <a:lnTo>
                    <a:pt x="73913" y="762"/>
                  </a:lnTo>
                  <a:lnTo>
                    <a:pt x="73151" y="0"/>
                  </a:lnTo>
                  <a:lnTo>
                    <a:pt x="71627" y="762"/>
                  </a:lnTo>
                  <a:lnTo>
                    <a:pt x="57911" y="762"/>
                  </a:lnTo>
                  <a:lnTo>
                    <a:pt x="57149" y="0"/>
                  </a:lnTo>
                  <a:lnTo>
                    <a:pt x="56387" y="762"/>
                  </a:lnTo>
                  <a:lnTo>
                    <a:pt x="54863" y="3810"/>
                  </a:lnTo>
                  <a:lnTo>
                    <a:pt x="54863" y="6096"/>
                  </a:lnTo>
                  <a:lnTo>
                    <a:pt x="54101" y="6858"/>
                  </a:lnTo>
                  <a:lnTo>
                    <a:pt x="51815" y="6858"/>
                  </a:lnTo>
                  <a:lnTo>
                    <a:pt x="51053" y="6096"/>
                  </a:lnTo>
                  <a:lnTo>
                    <a:pt x="51053" y="3810"/>
                  </a:lnTo>
                  <a:lnTo>
                    <a:pt x="50291" y="2286"/>
                  </a:lnTo>
                  <a:lnTo>
                    <a:pt x="50291" y="762"/>
                  </a:lnTo>
                  <a:lnTo>
                    <a:pt x="49529" y="762"/>
                  </a:lnTo>
                  <a:lnTo>
                    <a:pt x="49529" y="0"/>
                  </a:lnTo>
                  <a:lnTo>
                    <a:pt x="47243" y="0"/>
                  </a:lnTo>
                  <a:lnTo>
                    <a:pt x="45719" y="762"/>
                  </a:lnTo>
                  <a:lnTo>
                    <a:pt x="35813" y="762"/>
                  </a:lnTo>
                  <a:lnTo>
                    <a:pt x="34289" y="0"/>
                  </a:lnTo>
                  <a:lnTo>
                    <a:pt x="32003" y="0"/>
                  </a:lnTo>
                  <a:lnTo>
                    <a:pt x="32003" y="762"/>
                  </a:lnTo>
                  <a:lnTo>
                    <a:pt x="31241" y="2286"/>
                  </a:lnTo>
                  <a:lnTo>
                    <a:pt x="31241" y="3810"/>
                  </a:lnTo>
                  <a:lnTo>
                    <a:pt x="30479" y="6096"/>
                  </a:lnTo>
                  <a:lnTo>
                    <a:pt x="30479" y="6858"/>
                  </a:lnTo>
                  <a:lnTo>
                    <a:pt x="26669" y="6858"/>
                  </a:lnTo>
                  <a:lnTo>
                    <a:pt x="26669" y="6096"/>
                  </a:lnTo>
                  <a:lnTo>
                    <a:pt x="25907" y="3810"/>
                  </a:lnTo>
                  <a:lnTo>
                    <a:pt x="25907" y="2286"/>
                  </a:lnTo>
                  <a:lnTo>
                    <a:pt x="25145" y="1524"/>
                  </a:lnTo>
                  <a:lnTo>
                    <a:pt x="25145" y="762"/>
                  </a:lnTo>
                  <a:lnTo>
                    <a:pt x="24383" y="762"/>
                  </a:lnTo>
                  <a:lnTo>
                    <a:pt x="24383" y="0"/>
                  </a:lnTo>
                  <a:lnTo>
                    <a:pt x="23621" y="762"/>
                  </a:lnTo>
                  <a:lnTo>
                    <a:pt x="9143" y="762"/>
                  </a:lnTo>
                  <a:lnTo>
                    <a:pt x="8381" y="0"/>
                  </a:lnTo>
                  <a:lnTo>
                    <a:pt x="8381" y="762"/>
                  </a:lnTo>
                  <a:lnTo>
                    <a:pt x="7619" y="762"/>
                  </a:lnTo>
                  <a:lnTo>
                    <a:pt x="6857" y="2286"/>
                  </a:lnTo>
                  <a:lnTo>
                    <a:pt x="6857" y="3810"/>
                  </a:lnTo>
                  <a:lnTo>
                    <a:pt x="6095" y="6096"/>
                  </a:lnTo>
                  <a:lnTo>
                    <a:pt x="6095" y="6858"/>
                  </a:lnTo>
                  <a:lnTo>
                    <a:pt x="2285" y="6858"/>
                  </a:lnTo>
                  <a:lnTo>
                    <a:pt x="761" y="8382"/>
                  </a:lnTo>
                  <a:lnTo>
                    <a:pt x="0" y="10668"/>
                  </a:lnTo>
                  <a:lnTo>
                    <a:pt x="761" y="14478"/>
                  </a:lnTo>
                  <a:lnTo>
                    <a:pt x="1523" y="16764"/>
                  </a:lnTo>
                  <a:lnTo>
                    <a:pt x="1523" y="18288"/>
                  </a:lnTo>
                  <a:lnTo>
                    <a:pt x="2285" y="19050"/>
                  </a:lnTo>
                  <a:lnTo>
                    <a:pt x="103631" y="19050"/>
                  </a:lnTo>
                  <a:lnTo>
                    <a:pt x="104393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631071" y="461010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8783" y="7556"/>
                  </a:moveTo>
                  <a:lnTo>
                    <a:pt x="18287" y="4572"/>
                  </a:ln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3715" y="7620"/>
                  </a:lnTo>
                  <a:lnTo>
                    <a:pt x="16014" y="7937"/>
                  </a:lnTo>
                  <a:lnTo>
                    <a:pt x="18783" y="755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631071" y="4610100"/>
              <a:ext cx="19050" cy="8255"/>
            </a:xfrm>
            <a:custGeom>
              <a:avLst/>
              <a:gdLst/>
              <a:ahLst/>
              <a:cxnLst/>
              <a:rect l="l" t="t" r="r" b="b"/>
              <a:pathLst>
                <a:path w="19050" h="8254">
                  <a:moveTo>
                    <a:pt x="17525" y="1524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10413" y="762"/>
                  </a:lnTo>
                  <a:lnTo>
                    <a:pt x="5587" y="762"/>
                  </a:lnTo>
                  <a:lnTo>
                    <a:pt x="761" y="762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13715" y="7620"/>
                  </a:lnTo>
                  <a:lnTo>
                    <a:pt x="16014" y="7937"/>
                  </a:lnTo>
                  <a:lnTo>
                    <a:pt x="18783" y="7556"/>
                  </a:lnTo>
                  <a:lnTo>
                    <a:pt x="18287" y="4572"/>
                  </a:lnTo>
                  <a:lnTo>
                    <a:pt x="18287" y="3048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605925" y="46101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6096"/>
                  </a:moveTo>
                  <a:lnTo>
                    <a:pt x="19049" y="4572"/>
                  </a:lnTo>
                  <a:lnTo>
                    <a:pt x="18287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2285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605925" y="4610100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1524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762"/>
                  </a:lnTo>
                  <a:lnTo>
                    <a:pt x="11175" y="762"/>
                  </a:lnTo>
                  <a:lnTo>
                    <a:pt x="634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1523" y="6858"/>
                  </a:lnTo>
                  <a:lnTo>
                    <a:pt x="2285" y="7620"/>
                  </a:lnTo>
                  <a:lnTo>
                    <a:pt x="17525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6096"/>
                  </a:lnTo>
                  <a:lnTo>
                    <a:pt x="19049" y="4572"/>
                  </a:lnTo>
                  <a:lnTo>
                    <a:pt x="18287" y="304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582303" y="4610100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757" y="8153"/>
                  </a:moveTo>
                  <a:lnTo>
                    <a:pt x="18287" y="4572"/>
                  </a:lnTo>
                  <a:lnTo>
                    <a:pt x="18287" y="1524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8381" y="7620"/>
                  </a:lnTo>
                  <a:lnTo>
                    <a:pt x="11429" y="8382"/>
                  </a:lnTo>
                  <a:lnTo>
                    <a:pt x="12953" y="7620"/>
                  </a:lnTo>
                  <a:lnTo>
                    <a:pt x="15227" y="7747"/>
                  </a:lnTo>
                  <a:lnTo>
                    <a:pt x="18757" y="8153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582303" y="4610100"/>
              <a:ext cx="19050" cy="8890"/>
            </a:xfrm>
            <a:custGeom>
              <a:avLst/>
              <a:gdLst/>
              <a:ahLst/>
              <a:cxnLst/>
              <a:rect l="l" t="t" r="r" b="b"/>
              <a:pathLst>
                <a:path w="19050" h="8889">
                  <a:moveTo>
                    <a:pt x="18287" y="1524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5239" y="762"/>
                  </a:lnTo>
                  <a:lnTo>
                    <a:pt x="761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6858"/>
                  </a:lnTo>
                  <a:lnTo>
                    <a:pt x="1523" y="7620"/>
                  </a:lnTo>
                  <a:lnTo>
                    <a:pt x="8381" y="7620"/>
                  </a:lnTo>
                  <a:lnTo>
                    <a:pt x="11429" y="8382"/>
                  </a:lnTo>
                  <a:lnTo>
                    <a:pt x="12953" y="7620"/>
                  </a:lnTo>
                  <a:lnTo>
                    <a:pt x="15227" y="7747"/>
                  </a:lnTo>
                  <a:lnTo>
                    <a:pt x="18757" y="8153"/>
                  </a:lnTo>
                  <a:lnTo>
                    <a:pt x="18287" y="4572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2557919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096"/>
                  </a:moveTo>
                  <a:lnTo>
                    <a:pt x="18287" y="3048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8381" y="7620"/>
                  </a:lnTo>
                  <a:lnTo>
                    <a:pt x="10667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557919" y="4610100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7525" y="1524"/>
                  </a:moveTo>
                  <a:lnTo>
                    <a:pt x="17525" y="762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11175" y="762"/>
                  </a:lnTo>
                  <a:lnTo>
                    <a:pt x="634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761" y="7620"/>
                  </a:lnTo>
                  <a:lnTo>
                    <a:pt x="8381" y="7620"/>
                  </a:lnTo>
                  <a:lnTo>
                    <a:pt x="10667" y="8382"/>
                  </a:lnTo>
                  <a:lnTo>
                    <a:pt x="13715" y="7620"/>
                  </a:lnTo>
                  <a:lnTo>
                    <a:pt x="16763" y="7620"/>
                  </a:lnTo>
                  <a:lnTo>
                    <a:pt x="18287" y="6096"/>
                  </a:lnTo>
                  <a:lnTo>
                    <a:pt x="18287" y="3048"/>
                  </a:lnTo>
                  <a:lnTo>
                    <a:pt x="17525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916821" y="4635246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7525" y="1524"/>
                  </a:lnTo>
                  <a:lnTo>
                    <a:pt x="17525" y="762"/>
                  </a:lnTo>
                  <a:lnTo>
                    <a:pt x="15239" y="762"/>
                  </a:lnTo>
                  <a:lnTo>
                    <a:pt x="13715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916821" y="4635246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1524"/>
                  </a:lnTo>
                  <a:lnTo>
                    <a:pt x="17525" y="762"/>
                  </a:lnTo>
                  <a:lnTo>
                    <a:pt x="15239" y="762"/>
                  </a:lnTo>
                  <a:lnTo>
                    <a:pt x="13715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6858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5239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939681" y="4635246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6858"/>
                  </a:moveTo>
                  <a:lnTo>
                    <a:pt x="18287" y="1524"/>
                  </a:lnTo>
                  <a:lnTo>
                    <a:pt x="17525" y="762"/>
                  </a:lnTo>
                  <a:lnTo>
                    <a:pt x="16001" y="762"/>
                  </a:lnTo>
                  <a:lnTo>
                    <a:pt x="14477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6001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939681" y="4635246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287" y="1524"/>
                  </a:moveTo>
                  <a:lnTo>
                    <a:pt x="17525" y="762"/>
                  </a:lnTo>
                  <a:lnTo>
                    <a:pt x="16001" y="762"/>
                  </a:lnTo>
                  <a:lnTo>
                    <a:pt x="14477" y="1524"/>
                  </a:lnTo>
                  <a:lnTo>
                    <a:pt x="9905" y="1524"/>
                  </a:lnTo>
                  <a:lnTo>
                    <a:pt x="7619" y="762"/>
                  </a:lnTo>
                  <a:lnTo>
                    <a:pt x="1523" y="762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762"/>
                  </a:lnTo>
                  <a:lnTo>
                    <a:pt x="0" y="6096"/>
                  </a:lnTo>
                  <a:lnTo>
                    <a:pt x="761" y="6096"/>
                  </a:lnTo>
                  <a:lnTo>
                    <a:pt x="761" y="7620"/>
                  </a:lnTo>
                  <a:lnTo>
                    <a:pt x="3809" y="7620"/>
                  </a:lnTo>
                  <a:lnTo>
                    <a:pt x="6095" y="8382"/>
                  </a:lnTo>
                  <a:lnTo>
                    <a:pt x="16001" y="8382"/>
                  </a:lnTo>
                  <a:lnTo>
                    <a:pt x="16763" y="7620"/>
                  </a:lnTo>
                  <a:lnTo>
                    <a:pt x="17525" y="7620"/>
                  </a:lnTo>
                  <a:lnTo>
                    <a:pt x="18287" y="6858"/>
                  </a:lnTo>
                  <a:lnTo>
                    <a:pt x="18287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891675" y="4636008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9049" y="5334"/>
                  </a:move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096"/>
                  </a:lnTo>
                  <a:lnTo>
                    <a:pt x="1523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5334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891675" y="4636008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287" y="762"/>
                  </a:moveTo>
                  <a:lnTo>
                    <a:pt x="17525" y="0"/>
                  </a:lnTo>
                  <a:lnTo>
                    <a:pt x="16763" y="0"/>
                  </a:lnTo>
                  <a:lnTo>
                    <a:pt x="16001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761" y="762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761" y="5334"/>
                  </a:lnTo>
                  <a:lnTo>
                    <a:pt x="761" y="6096"/>
                  </a:lnTo>
                  <a:lnTo>
                    <a:pt x="1523" y="6858"/>
                  </a:lnTo>
                  <a:lnTo>
                    <a:pt x="3047" y="6858"/>
                  </a:lnTo>
                  <a:lnTo>
                    <a:pt x="4571" y="7620"/>
                  </a:lnTo>
                  <a:lnTo>
                    <a:pt x="8635" y="7620"/>
                  </a:lnTo>
                  <a:lnTo>
                    <a:pt x="12699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6096"/>
                  </a:lnTo>
                  <a:lnTo>
                    <a:pt x="19049" y="5334"/>
                  </a:lnTo>
                  <a:lnTo>
                    <a:pt x="19049" y="3048"/>
                  </a:lnTo>
                  <a:lnTo>
                    <a:pt x="18287" y="1524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918345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096"/>
                  </a:moveTo>
                  <a:lnTo>
                    <a:pt x="18287" y="762"/>
                  </a:ln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16763" y="7620"/>
                  </a:lnTo>
                  <a:lnTo>
                    <a:pt x="18287" y="609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918345" y="4648200"/>
              <a:ext cx="19685" cy="10160"/>
            </a:xfrm>
            <a:custGeom>
              <a:avLst/>
              <a:gdLst/>
              <a:ahLst/>
              <a:cxnLst/>
              <a:rect l="l" t="t" r="r" b="b"/>
              <a:pathLst>
                <a:path w="19685" h="10160">
                  <a:moveTo>
                    <a:pt x="18287" y="762"/>
                  </a:moveTo>
                  <a:lnTo>
                    <a:pt x="17525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7619" y="762"/>
                  </a:lnTo>
                  <a:lnTo>
                    <a:pt x="5333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761" y="6858"/>
                  </a:lnTo>
                  <a:lnTo>
                    <a:pt x="3809" y="6858"/>
                  </a:lnTo>
                  <a:lnTo>
                    <a:pt x="6095" y="7620"/>
                  </a:lnTo>
                  <a:lnTo>
                    <a:pt x="9143" y="7620"/>
                  </a:lnTo>
                  <a:lnTo>
                    <a:pt x="14287" y="7023"/>
                  </a:lnTo>
                  <a:lnTo>
                    <a:pt x="19138" y="9829"/>
                  </a:lnTo>
                  <a:lnTo>
                    <a:pt x="18287" y="304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941967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6858"/>
                  </a:moveTo>
                  <a:lnTo>
                    <a:pt x="18287" y="762"/>
                  </a:ln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4571" y="6858"/>
                  </a:lnTo>
                  <a:lnTo>
                    <a:pt x="6857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941967" y="464820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8287" y="762"/>
                  </a:moveTo>
                  <a:lnTo>
                    <a:pt x="17525" y="0"/>
                  </a:lnTo>
                  <a:lnTo>
                    <a:pt x="16001" y="0"/>
                  </a:lnTo>
                  <a:lnTo>
                    <a:pt x="14477" y="762"/>
                  </a:lnTo>
                  <a:lnTo>
                    <a:pt x="8381" y="762"/>
                  </a:lnTo>
                  <a:lnTo>
                    <a:pt x="6095" y="0"/>
                  </a:lnTo>
                  <a:lnTo>
                    <a:pt x="761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761" y="6096"/>
                  </a:lnTo>
                  <a:lnTo>
                    <a:pt x="761" y="6858"/>
                  </a:lnTo>
                  <a:lnTo>
                    <a:pt x="4571" y="6858"/>
                  </a:lnTo>
                  <a:lnTo>
                    <a:pt x="6857" y="7620"/>
                  </a:lnTo>
                  <a:lnTo>
                    <a:pt x="16763" y="7620"/>
                  </a:lnTo>
                  <a:lnTo>
                    <a:pt x="17525" y="6858"/>
                  </a:lnTo>
                  <a:lnTo>
                    <a:pt x="18287" y="6858"/>
                  </a:lnTo>
                  <a:lnTo>
                    <a:pt x="18287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893199" y="4647971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7086"/>
                  </a:moveTo>
                  <a:lnTo>
                    <a:pt x="18287" y="990"/>
                  </a:lnTo>
                  <a:lnTo>
                    <a:pt x="18287" y="228"/>
                  </a:lnTo>
                  <a:lnTo>
                    <a:pt x="17525" y="228"/>
                  </a:lnTo>
                  <a:lnTo>
                    <a:pt x="11925" y="889"/>
                  </a:lnTo>
                  <a:lnTo>
                    <a:pt x="6553" y="0"/>
                  </a:lnTo>
                  <a:lnTo>
                    <a:pt x="761" y="228"/>
                  </a:lnTo>
                  <a:lnTo>
                    <a:pt x="0" y="228"/>
                  </a:lnTo>
                  <a:lnTo>
                    <a:pt x="0" y="6324"/>
                  </a:lnTo>
                  <a:lnTo>
                    <a:pt x="761" y="6324"/>
                  </a:lnTo>
                  <a:lnTo>
                    <a:pt x="761" y="7086"/>
                  </a:lnTo>
                  <a:lnTo>
                    <a:pt x="6857" y="7086"/>
                  </a:lnTo>
                  <a:lnTo>
                    <a:pt x="9143" y="7848"/>
                  </a:lnTo>
                  <a:lnTo>
                    <a:pt x="15239" y="7848"/>
                  </a:lnTo>
                  <a:lnTo>
                    <a:pt x="16763" y="7086"/>
                  </a:lnTo>
                  <a:lnTo>
                    <a:pt x="18287" y="7086"/>
                  </a:lnTo>
                  <a:close/>
                </a:path>
              </a:pathLst>
            </a:custGeom>
            <a:solidFill>
              <a:srgbClr val="E5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2893199" y="4647971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287" y="990"/>
                  </a:moveTo>
                  <a:lnTo>
                    <a:pt x="18287" y="228"/>
                  </a:lnTo>
                  <a:lnTo>
                    <a:pt x="17525" y="228"/>
                  </a:lnTo>
                  <a:lnTo>
                    <a:pt x="11925" y="889"/>
                  </a:lnTo>
                  <a:lnTo>
                    <a:pt x="6553" y="0"/>
                  </a:lnTo>
                  <a:lnTo>
                    <a:pt x="761" y="228"/>
                  </a:lnTo>
                  <a:lnTo>
                    <a:pt x="0" y="228"/>
                  </a:lnTo>
                  <a:lnTo>
                    <a:pt x="0" y="6324"/>
                  </a:lnTo>
                  <a:lnTo>
                    <a:pt x="761" y="6324"/>
                  </a:lnTo>
                  <a:lnTo>
                    <a:pt x="761" y="7086"/>
                  </a:lnTo>
                  <a:lnTo>
                    <a:pt x="6857" y="7086"/>
                  </a:lnTo>
                  <a:lnTo>
                    <a:pt x="9143" y="7848"/>
                  </a:lnTo>
                  <a:lnTo>
                    <a:pt x="15239" y="7848"/>
                  </a:lnTo>
                  <a:lnTo>
                    <a:pt x="16763" y="7086"/>
                  </a:lnTo>
                  <a:lnTo>
                    <a:pt x="18287" y="7086"/>
                  </a:lnTo>
                  <a:lnTo>
                    <a:pt x="18287" y="9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455049" y="4726686"/>
              <a:ext cx="665480" cy="2540"/>
            </a:xfrm>
            <a:custGeom>
              <a:avLst/>
              <a:gdLst/>
              <a:ahLst/>
              <a:cxnLst/>
              <a:rect l="l" t="t" r="r" b="b"/>
              <a:pathLst>
                <a:path w="665480" h="2539">
                  <a:moveTo>
                    <a:pt x="665226" y="2285"/>
                  </a:moveTo>
                  <a:lnTo>
                    <a:pt x="66522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665226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577731" y="4082796"/>
              <a:ext cx="413384" cy="314325"/>
            </a:xfrm>
            <a:custGeom>
              <a:avLst/>
              <a:gdLst/>
              <a:ahLst/>
              <a:cxnLst/>
              <a:rect l="l" t="t" r="r" b="b"/>
              <a:pathLst>
                <a:path w="413385" h="314325">
                  <a:moveTo>
                    <a:pt x="413004" y="300227"/>
                  </a:moveTo>
                  <a:lnTo>
                    <a:pt x="413004" y="11429"/>
                  </a:lnTo>
                  <a:lnTo>
                    <a:pt x="412242" y="8381"/>
                  </a:lnTo>
                  <a:lnTo>
                    <a:pt x="409956" y="5333"/>
                  </a:lnTo>
                  <a:lnTo>
                    <a:pt x="407670" y="3047"/>
                  </a:lnTo>
                  <a:lnTo>
                    <a:pt x="405384" y="1523"/>
                  </a:lnTo>
                  <a:lnTo>
                    <a:pt x="398526" y="0"/>
                  </a:lnTo>
                  <a:lnTo>
                    <a:pt x="19049" y="0"/>
                  </a:lnTo>
                  <a:lnTo>
                    <a:pt x="9550" y="1320"/>
                  </a:lnTo>
                  <a:lnTo>
                    <a:pt x="9461" y="2489"/>
                  </a:lnTo>
                  <a:lnTo>
                    <a:pt x="2285" y="9143"/>
                  </a:lnTo>
                  <a:lnTo>
                    <a:pt x="761" y="12953"/>
                  </a:lnTo>
                  <a:lnTo>
                    <a:pt x="0" y="17525"/>
                  </a:lnTo>
                  <a:lnTo>
                    <a:pt x="0" y="301751"/>
                  </a:lnTo>
                  <a:lnTo>
                    <a:pt x="762" y="304799"/>
                  </a:lnTo>
                  <a:lnTo>
                    <a:pt x="762" y="307085"/>
                  </a:lnTo>
                  <a:lnTo>
                    <a:pt x="2286" y="309371"/>
                  </a:lnTo>
                  <a:lnTo>
                    <a:pt x="3810" y="310895"/>
                  </a:lnTo>
                  <a:lnTo>
                    <a:pt x="5334" y="311657"/>
                  </a:lnTo>
                  <a:lnTo>
                    <a:pt x="7620" y="313181"/>
                  </a:lnTo>
                  <a:lnTo>
                    <a:pt x="10668" y="313943"/>
                  </a:lnTo>
                  <a:lnTo>
                    <a:pt x="397764" y="313943"/>
                  </a:lnTo>
                  <a:lnTo>
                    <a:pt x="403098" y="312419"/>
                  </a:lnTo>
                  <a:lnTo>
                    <a:pt x="405384" y="310895"/>
                  </a:lnTo>
                  <a:lnTo>
                    <a:pt x="407670" y="308609"/>
                  </a:lnTo>
                  <a:lnTo>
                    <a:pt x="411480" y="303275"/>
                  </a:lnTo>
                  <a:lnTo>
                    <a:pt x="413004" y="300227"/>
                  </a:lnTo>
                  <a:close/>
                </a:path>
              </a:pathLst>
            </a:custGeom>
            <a:solidFill>
              <a:srgbClr val="F2EF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576969" y="4081284"/>
              <a:ext cx="415290" cy="316230"/>
            </a:xfrm>
            <a:custGeom>
              <a:avLst/>
              <a:gdLst/>
              <a:ahLst/>
              <a:cxnLst/>
              <a:rect l="l" t="t" r="r" b="b"/>
              <a:pathLst>
                <a:path w="415289" h="316229">
                  <a:moveTo>
                    <a:pt x="415290" y="12954"/>
                  </a:moveTo>
                  <a:lnTo>
                    <a:pt x="413308" y="4673"/>
                  </a:lnTo>
                  <a:lnTo>
                    <a:pt x="413004" y="4508"/>
                  </a:lnTo>
                  <a:lnTo>
                    <a:pt x="413004" y="16764"/>
                  </a:lnTo>
                  <a:lnTo>
                    <a:pt x="413004" y="297942"/>
                  </a:lnTo>
                  <a:lnTo>
                    <a:pt x="411480" y="304038"/>
                  </a:lnTo>
                  <a:lnTo>
                    <a:pt x="409956" y="307086"/>
                  </a:lnTo>
                  <a:lnTo>
                    <a:pt x="407670" y="309372"/>
                  </a:lnTo>
                  <a:lnTo>
                    <a:pt x="405384" y="310896"/>
                  </a:lnTo>
                  <a:lnTo>
                    <a:pt x="403098" y="313182"/>
                  </a:lnTo>
                  <a:lnTo>
                    <a:pt x="400812" y="313944"/>
                  </a:lnTo>
                  <a:lnTo>
                    <a:pt x="398526" y="313944"/>
                  </a:lnTo>
                  <a:lnTo>
                    <a:pt x="15240" y="313944"/>
                  </a:lnTo>
                  <a:lnTo>
                    <a:pt x="11430" y="313944"/>
                  </a:lnTo>
                  <a:lnTo>
                    <a:pt x="4165" y="311467"/>
                  </a:lnTo>
                  <a:lnTo>
                    <a:pt x="2286" y="306324"/>
                  </a:lnTo>
                  <a:lnTo>
                    <a:pt x="2286" y="303276"/>
                  </a:lnTo>
                  <a:lnTo>
                    <a:pt x="2273" y="19050"/>
                  </a:lnTo>
                  <a:lnTo>
                    <a:pt x="3048" y="14478"/>
                  </a:lnTo>
                  <a:lnTo>
                    <a:pt x="5829" y="6858"/>
                  </a:lnTo>
                  <a:lnTo>
                    <a:pt x="12496" y="4089"/>
                  </a:lnTo>
                  <a:lnTo>
                    <a:pt x="19812" y="2286"/>
                  </a:lnTo>
                  <a:lnTo>
                    <a:pt x="23622" y="2286"/>
                  </a:lnTo>
                  <a:lnTo>
                    <a:pt x="395478" y="2286"/>
                  </a:lnTo>
                  <a:lnTo>
                    <a:pt x="399288" y="2286"/>
                  </a:lnTo>
                  <a:lnTo>
                    <a:pt x="402336" y="3048"/>
                  </a:lnTo>
                  <a:lnTo>
                    <a:pt x="413004" y="16764"/>
                  </a:lnTo>
                  <a:lnTo>
                    <a:pt x="413004" y="4508"/>
                  </a:lnTo>
                  <a:lnTo>
                    <a:pt x="407225" y="1295"/>
                  </a:lnTo>
                  <a:lnTo>
                    <a:pt x="399288" y="0"/>
                  </a:lnTo>
                  <a:lnTo>
                    <a:pt x="395478" y="0"/>
                  </a:lnTo>
                  <a:lnTo>
                    <a:pt x="23622" y="0"/>
                  </a:lnTo>
                  <a:lnTo>
                    <a:pt x="19812" y="0"/>
                  </a:lnTo>
                  <a:lnTo>
                    <a:pt x="16002" y="762"/>
                  </a:lnTo>
                  <a:lnTo>
                    <a:pt x="0" y="19050"/>
                  </a:lnTo>
                  <a:lnTo>
                    <a:pt x="0" y="303276"/>
                  </a:lnTo>
                  <a:lnTo>
                    <a:pt x="0" y="306324"/>
                  </a:lnTo>
                  <a:lnTo>
                    <a:pt x="1739" y="313410"/>
                  </a:lnTo>
                  <a:lnTo>
                    <a:pt x="3721" y="314502"/>
                  </a:lnTo>
                  <a:lnTo>
                    <a:pt x="4699" y="315048"/>
                  </a:lnTo>
                  <a:lnTo>
                    <a:pt x="4953" y="315087"/>
                  </a:lnTo>
                  <a:lnTo>
                    <a:pt x="11430" y="316230"/>
                  </a:lnTo>
                  <a:lnTo>
                    <a:pt x="15240" y="316230"/>
                  </a:lnTo>
                  <a:lnTo>
                    <a:pt x="398526" y="316230"/>
                  </a:lnTo>
                  <a:lnTo>
                    <a:pt x="401574" y="316230"/>
                  </a:lnTo>
                  <a:lnTo>
                    <a:pt x="408292" y="312991"/>
                  </a:lnTo>
                  <a:lnTo>
                    <a:pt x="413105" y="309600"/>
                  </a:lnTo>
                  <a:lnTo>
                    <a:pt x="414528" y="301752"/>
                  </a:lnTo>
                  <a:lnTo>
                    <a:pt x="415290" y="297942"/>
                  </a:lnTo>
                  <a:lnTo>
                    <a:pt x="415290" y="16764"/>
                  </a:lnTo>
                  <a:lnTo>
                    <a:pt x="415290" y="12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588399" y="4089654"/>
              <a:ext cx="393700" cy="299720"/>
            </a:xfrm>
            <a:custGeom>
              <a:avLst/>
              <a:gdLst/>
              <a:ahLst/>
              <a:cxnLst/>
              <a:rect l="l" t="t" r="r" b="b"/>
              <a:pathLst>
                <a:path w="393700" h="299720">
                  <a:moveTo>
                    <a:pt x="393192" y="282702"/>
                  </a:moveTo>
                  <a:lnTo>
                    <a:pt x="393192" y="14478"/>
                  </a:lnTo>
                  <a:lnTo>
                    <a:pt x="391668" y="7620"/>
                  </a:lnTo>
                  <a:lnTo>
                    <a:pt x="390144" y="5334"/>
                  </a:lnTo>
                  <a:lnTo>
                    <a:pt x="387858" y="3048"/>
                  </a:lnTo>
                  <a:lnTo>
                    <a:pt x="385572" y="1524"/>
                  </a:lnTo>
                  <a:lnTo>
                    <a:pt x="378714" y="0"/>
                  </a:lnTo>
                  <a:lnTo>
                    <a:pt x="17525" y="0"/>
                  </a:lnTo>
                  <a:lnTo>
                    <a:pt x="7429" y="2755"/>
                  </a:lnTo>
                  <a:lnTo>
                    <a:pt x="8420" y="76"/>
                  </a:lnTo>
                  <a:lnTo>
                    <a:pt x="1523" y="9144"/>
                  </a:lnTo>
                  <a:lnTo>
                    <a:pt x="0" y="12192"/>
                  </a:lnTo>
                  <a:lnTo>
                    <a:pt x="0" y="287274"/>
                  </a:lnTo>
                  <a:lnTo>
                    <a:pt x="0" y="292608"/>
                  </a:lnTo>
                  <a:lnTo>
                    <a:pt x="1524" y="294894"/>
                  </a:lnTo>
                  <a:lnTo>
                    <a:pt x="2286" y="296418"/>
                  </a:lnTo>
                  <a:lnTo>
                    <a:pt x="4572" y="297942"/>
                  </a:lnTo>
                  <a:lnTo>
                    <a:pt x="6858" y="298704"/>
                  </a:lnTo>
                  <a:lnTo>
                    <a:pt x="9144" y="298704"/>
                  </a:lnTo>
                  <a:lnTo>
                    <a:pt x="12954" y="299466"/>
                  </a:lnTo>
                  <a:lnTo>
                    <a:pt x="377952" y="299466"/>
                  </a:lnTo>
                  <a:lnTo>
                    <a:pt x="391782" y="289737"/>
                  </a:lnTo>
                  <a:lnTo>
                    <a:pt x="393192" y="282702"/>
                  </a:lnTo>
                  <a:close/>
                </a:path>
              </a:pathLst>
            </a:custGeom>
            <a:solidFill>
              <a:srgbClr val="C1B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586875" y="4088142"/>
              <a:ext cx="395605" cy="302260"/>
            </a:xfrm>
            <a:custGeom>
              <a:avLst/>
              <a:gdLst/>
              <a:ahLst/>
              <a:cxnLst/>
              <a:rect l="l" t="t" r="r" b="b"/>
              <a:pathLst>
                <a:path w="395605" h="302260">
                  <a:moveTo>
                    <a:pt x="395478" y="12192"/>
                  </a:moveTo>
                  <a:lnTo>
                    <a:pt x="393192" y="7264"/>
                  </a:lnTo>
                  <a:lnTo>
                    <a:pt x="393192" y="12192"/>
                  </a:lnTo>
                  <a:lnTo>
                    <a:pt x="393192" y="16002"/>
                  </a:lnTo>
                  <a:lnTo>
                    <a:pt x="393179" y="284226"/>
                  </a:lnTo>
                  <a:lnTo>
                    <a:pt x="393192" y="287274"/>
                  </a:lnTo>
                  <a:lnTo>
                    <a:pt x="392430" y="289560"/>
                  </a:lnTo>
                  <a:lnTo>
                    <a:pt x="390906" y="292608"/>
                  </a:lnTo>
                  <a:lnTo>
                    <a:pt x="384810" y="298704"/>
                  </a:lnTo>
                  <a:lnTo>
                    <a:pt x="381762" y="299466"/>
                  </a:lnTo>
                  <a:lnTo>
                    <a:pt x="379476" y="299466"/>
                  </a:lnTo>
                  <a:lnTo>
                    <a:pt x="14478" y="299466"/>
                  </a:lnTo>
                  <a:lnTo>
                    <a:pt x="8382" y="299466"/>
                  </a:lnTo>
                  <a:lnTo>
                    <a:pt x="6858" y="297942"/>
                  </a:lnTo>
                  <a:lnTo>
                    <a:pt x="4572" y="297180"/>
                  </a:lnTo>
                  <a:lnTo>
                    <a:pt x="3048" y="294132"/>
                  </a:lnTo>
                  <a:lnTo>
                    <a:pt x="2286" y="291846"/>
                  </a:lnTo>
                  <a:lnTo>
                    <a:pt x="2286" y="288798"/>
                  </a:lnTo>
                  <a:lnTo>
                    <a:pt x="2273" y="18288"/>
                  </a:lnTo>
                  <a:lnTo>
                    <a:pt x="2286" y="14478"/>
                  </a:lnTo>
                  <a:lnTo>
                    <a:pt x="6426" y="6146"/>
                  </a:lnTo>
                  <a:lnTo>
                    <a:pt x="10185" y="4762"/>
                  </a:lnTo>
                  <a:lnTo>
                    <a:pt x="19050" y="2286"/>
                  </a:lnTo>
                  <a:lnTo>
                    <a:pt x="22860" y="2286"/>
                  </a:lnTo>
                  <a:lnTo>
                    <a:pt x="377190" y="2286"/>
                  </a:lnTo>
                  <a:lnTo>
                    <a:pt x="380238" y="2286"/>
                  </a:lnTo>
                  <a:lnTo>
                    <a:pt x="384048" y="3048"/>
                  </a:lnTo>
                  <a:lnTo>
                    <a:pt x="386334" y="3810"/>
                  </a:lnTo>
                  <a:lnTo>
                    <a:pt x="390906" y="6858"/>
                  </a:lnTo>
                  <a:lnTo>
                    <a:pt x="392430" y="9144"/>
                  </a:lnTo>
                  <a:lnTo>
                    <a:pt x="393192" y="12192"/>
                  </a:lnTo>
                  <a:lnTo>
                    <a:pt x="393192" y="7264"/>
                  </a:lnTo>
                  <a:lnTo>
                    <a:pt x="391045" y="2616"/>
                  </a:lnTo>
                  <a:lnTo>
                    <a:pt x="380238" y="762"/>
                  </a:lnTo>
                  <a:lnTo>
                    <a:pt x="377190" y="0"/>
                  </a:lnTo>
                  <a:lnTo>
                    <a:pt x="22860" y="0"/>
                  </a:lnTo>
                  <a:lnTo>
                    <a:pt x="19050" y="762"/>
                  </a:lnTo>
                  <a:lnTo>
                    <a:pt x="11176" y="1409"/>
                  </a:lnTo>
                  <a:lnTo>
                    <a:pt x="3098" y="5753"/>
                  </a:lnTo>
                  <a:lnTo>
                    <a:pt x="762" y="13716"/>
                  </a:lnTo>
                  <a:lnTo>
                    <a:pt x="0" y="18288"/>
                  </a:lnTo>
                  <a:lnTo>
                    <a:pt x="0" y="288798"/>
                  </a:lnTo>
                  <a:lnTo>
                    <a:pt x="762" y="291846"/>
                  </a:lnTo>
                  <a:lnTo>
                    <a:pt x="635" y="299732"/>
                  </a:lnTo>
                  <a:lnTo>
                    <a:pt x="5054" y="300101"/>
                  </a:lnTo>
                  <a:lnTo>
                    <a:pt x="10668" y="301752"/>
                  </a:lnTo>
                  <a:lnTo>
                    <a:pt x="14478" y="301752"/>
                  </a:lnTo>
                  <a:lnTo>
                    <a:pt x="379476" y="301752"/>
                  </a:lnTo>
                  <a:lnTo>
                    <a:pt x="382524" y="300990"/>
                  </a:lnTo>
                  <a:lnTo>
                    <a:pt x="389483" y="300202"/>
                  </a:lnTo>
                  <a:lnTo>
                    <a:pt x="392823" y="292823"/>
                  </a:lnTo>
                  <a:lnTo>
                    <a:pt x="395478" y="287274"/>
                  </a:lnTo>
                  <a:lnTo>
                    <a:pt x="395478" y="284226"/>
                  </a:lnTo>
                  <a:lnTo>
                    <a:pt x="395478" y="16002"/>
                  </a:lnTo>
                  <a:lnTo>
                    <a:pt x="395478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2637929" y="4125468"/>
              <a:ext cx="295910" cy="224154"/>
            </a:xfrm>
            <a:custGeom>
              <a:avLst/>
              <a:gdLst/>
              <a:ahLst/>
              <a:cxnLst/>
              <a:rect l="l" t="t" r="r" b="b"/>
              <a:pathLst>
                <a:path w="295910" h="224154">
                  <a:moveTo>
                    <a:pt x="295490" y="216484"/>
                  </a:moveTo>
                  <a:lnTo>
                    <a:pt x="294894" y="211836"/>
                  </a:lnTo>
                  <a:lnTo>
                    <a:pt x="294894" y="8382"/>
                  </a:lnTo>
                  <a:lnTo>
                    <a:pt x="294132" y="6096"/>
                  </a:lnTo>
                  <a:lnTo>
                    <a:pt x="292608" y="3810"/>
                  </a:lnTo>
                  <a:lnTo>
                    <a:pt x="291084" y="2286"/>
                  </a:lnTo>
                  <a:lnTo>
                    <a:pt x="289560" y="1524"/>
                  </a:lnTo>
                  <a:lnTo>
                    <a:pt x="284988" y="0"/>
                  </a:lnTo>
                  <a:lnTo>
                    <a:pt x="13715" y="0"/>
                  </a:lnTo>
                  <a:lnTo>
                    <a:pt x="0" y="12954"/>
                  </a:lnTo>
                  <a:lnTo>
                    <a:pt x="0" y="215646"/>
                  </a:lnTo>
                  <a:lnTo>
                    <a:pt x="0" y="217932"/>
                  </a:lnTo>
                  <a:lnTo>
                    <a:pt x="1524" y="220980"/>
                  </a:lnTo>
                  <a:lnTo>
                    <a:pt x="3810" y="223266"/>
                  </a:lnTo>
                  <a:lnTo>
                    <a:pt x="5334" y="224028"/>
                  </a:lnTo>
                  <a:lnTo>
                    <a:pt x="285750" y="224028"/>
                  </a:lnTo>
                  <a:lnTo>
                    <a:pt x="288036" y="223266"/>
                  </a:lnTo>
                  <a:lnTo>
                    <a:pt x="292442" y="218871"/>
                  </a:lnTo>
                  <a:lnTo>
                    <a:pt x="295490" y="2164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653169" y="4132046"/>
              <a:ext cx="265430" cy="207010"/>
            </a:xfrm>
            <a:custGeom>
              <a:avLst/>
              <a:gdLst/>
              <a:ahLst/>
              <a:cxnLst/>
              <a:rect l="l" t="t" r="r" b="b"/>
              <a:pathLst>
                <a:path w="265430" h="207010">
                  <a:moveTo>
                    <a:pt x="265176" y="197637"/>
                  </a:moveTo>
                  <a:lnTo>
                    <a:pt x="265176" y="7137"/>
                  </a:lnTo>
                  <a:lnTo>
                    <a:pt x="264414" y="5613"/>
                  </a:lnTo>
                  <a:lnTo>
                    <a:pt x="263652" y="3327"/>
                  </a:lnTo>
                  <a:lnTo>
                    <a:pt x="258537" y="218"/>
                  </a:lnTo>
                  <a:lnTo>
                    <a:pt x="9905" y="279"/>
                  </a:lnTo>
                  <a:lnTo>
                    <a:pt x="7619" y="1041"/>
                  </a:lnTo>
                  <a:lnTo>
                    <a:pt x="3047" y="4089"/>
                  </a:lnTo>
                  <a:lnTo>
                    <a:pt x="0" y="8661"/>
                  </a:lnTo>
                  <a:lnTo>
                    <a:pt x="0" y="202971"/>
                  </a:lnTo>
                  <a:lnTo>
                    <a:pt x="762" y="203733"/>
                  </a:lnTo>
                  <a:lnTo>
                    <a:pt x="1524" y="205257"/>
                  </a:lnTo>
                  <a:lnTo>
                    <a:pt x="4572" y="206781"/>
                  </a:lnTo>
                  <a:lnTo>
                    <a:pt x="256794" y="206781"/>
                  </a:lnTo>
                  <a:lnTo>
                    <a:pt x="259079" y="206019"/>
                  </a:lnTo>
                  <a:lnTo>
                    <a:pt x="260604" y="205257"/>
                  </a:lnTo>
                  <a:lnTo>
                    <a:pt x="262128" y="203733"/>
                  </a:lnTo>
                  <a:lnTo>
                    <a:pt x="263652" y="201447"/>
                  </a:lnTo>
                  <a:lnTo>
                    <a:pt x="264414" y="199923"/>
                  </a:lnTo>
                  <a:lnTo>
                    <a:pt x="265176" y="197637"/>
                  </a:lnTo>
                  <a:close/>
                </a:path>
                <a:path w="265430" h="207010">
                  <a:moveTo>
                    <a:pt x="261708" y="177"/>
                  </a:moveTo>
                  <a:lnTo>
                    <a:pt x="258178" y="0"/>
                  </a:lnTo>
                  <a:lnTo>
                    <a:pt x="258537" y="218"/>
                  </a:lnTo>
                  <a:lnTo>
                    <a:pt x="2617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637929" y="4125468"/>
              <a:ext cx="281940" cy="215900"/>
            </a:xfrm>
            <a:custGeom>
              <a:avLst/>
              <a:gdLst/>
              <a:ahLst/>
              <a:cxnLst/>
              <a:rect l="l" t="t" r="r" b="b"/>
              <a:pathLst>
                <a:path w="281939" h="215900">
                  <a:moveTo>
                    <a:pt x="281939" y="0"/>
                  </a:moveTo>
                  <a:lnTo>
                    <a:pt x="16001" y="0"/>
                  </a:lnTo>
                  <a:lnTo>
                    <a:pt x="7886" y="368"/>
                  </a:lnTo>
                  <a:lnTo>
                    <a:pt x="495" y="3771"/>
                  </a:lnTo>
                  <a:lnTo>
                    <a:pt x="0" y="12953"/>
                  </a:lnTo>
                  <a:lnTo>
                    <a:pt x="0" y="215645"/>
                  </a:lnTo>
                  <a:lnTo>
                    <a:pt x="15239" y="205739"/>
                  </a:lnTo>
                  <a:lnTo>
                    <a:pt x="15239" y="15239"/>
                  </a:lnTo>
                  <a:lnTo>
                    <a:pt x="18287" y="10667"/>
                  </a:lnTo>
                  <a:lnTo>
                    <a:pt x="22859" y="7619"/>
                  </a:lnTo>
                  <a:lnTo>
                    <a:pt x="25145" y="6857"/>
                  </a:lnTo>
                  <a:lnTo>
                    <a:pt x="268985" y="6857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846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928251" y="4367022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80" h="7620">
                  <a:moveTo>
                    <a:pt x="17525" y="7620"/>
                  </a:moveTo>
                  <a:lnTo>
                    <a:pt x="1752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17525" y="7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674505" y="4396740"/>
              <a:ext cx="227329" cy="8890"/>
            </a:xfrm>
            <a:custGeom>
              <a:avLst/>
              <a:gdLst/>
              <a:ahLst/>
              <a:cxnLst/>
              <a:rect l="l" t="t" r="r" b="b"/>
              <a:pathLst>
                <a:path w="227330" h="8889">
                  <a:moveTo>
                    <a:pt x="227076" y="0"/>
                  </a:moveTo>
                  <a:lnTo>
                    <a:pt x="0" y="0"/>
                  </a:lnTo>
                  <a:lnTo>
                    <a:pt x="3048" y="8381"/>
                  </a:lnTo>
                  <a:lnTo>
                    <a:pt x="224028" y="8381"/>
                  </a:lnTo>
                  <a:lnTo>
                    <a:pt x="227076" y="0"/>
                  </a:lnTo>
                  <a:close/>
                </a:path>
              </a:pathLst>
            </a:custGeom>
            <a:solidFill>
              <a:srgbClr val="9B87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673489" y="4395228"/>
              <a:ext cx="229870" cy="10795"/>
            </a:xfrm>
            <a:custGeom>
              <a:avLst/>
              <a:gdLst/>
              <a:ahLst/>
              <a:cxnLst/>
              <a:rect l="l" t="t" r="r" b="b"/>
              <a:pathLst>
                <a:path w="229869" h="10795">
                  <a:moveTo>
                    <a:pt x="229616" y="0"/>
                  </a:moveTo>
                  <a:lnTo>
                    <a:pt x="228600" y="0"/>
                  </a:lnTo>
                  <a:lnTo>
                    <a:pt x="228092" y="0"/>
                  </a:lnTo>
                  <a:lnTo>
                    <a:pt x="227025" y="0"/>
                  </a:lnTo>
                  <a:lnTo>
                    <a:pt x="227025" y="2286"/>
                  </a:lnTo>
                  <a:lnTo>
                    <a:pt x="224586" y="8382"/>
                  </a:lnTo>
                  <a:lnTo>
                    <a:pt x="224536" y="8509"/>
                  </a:lnTo>
                  <a:lnTo>
                    <a:pt x="224282" y="9144"/>
                  </a:lnTo>
                  <a:lnTo>
                    <a:pt x="224282" y="8509"/>
                  </a:lnTo>
                  <a:lnTo>
                    <a:pt x="224536" y="8509"/>
                  </a:lnTo>
                  <a:lnTo>
                    <a:pt x="224536" y="8382"/>
                  </a:lnTo>
                  <a:lnTo>
                    <a:pt x="224282" y="8382"/>
                  </a:lnTo>
                  <a:lnTo>
                    <a:pt x="4597" y="8382"/>
                  </a:lnTo>
                  <a:lnTo>
                    <a:pt x="2768" y="2286"/>
                  </a:lnTo>
                  <a:lnTo>
                    <a:pt x="227025" y="2286"/>
                  </a:lnTo>
                  <a:lnTo>
                    <a:pt x="227025" y="0"/>
                  </a:lnTo>
                  <a:lnTo>
                    <a:pt x="2540" y="0"/>
                  </a:lnTo>
                  <a:lnTo>
                    <a:pt x="1270" y="0"/>
                  </a:lnTo>
                  <a:lnTo>
                    <a:pt x="1270" y="762"/>
                  </a:lnTo>
                  <a:lnTo>
                    <a:pt x="635" y="762"/>
                  </a:lnTo>
                  <a:lnTo>
                    <a:pt x="1016" y="0"/>
                  </a:lnTo>
                  <a:lnTo>
                    <a:pt x="254" y="0"/>
                  </a:lnTo>
                  <a:lnTo>
                    <a:pt x="254" y="762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254" y="1524"/>
                  </a:lnTo>
                  <a:lnTo>
                    <a:pt x="3302" y="9906"/>
                  </a:lnTo>
                  <a:lnTo>
                    <a:pt x="3302" y="10668"/>
                  </a:lnTo>
                  <a:lnTo>
                    <a:pt x="4064" y="10668"/>
                  </a:lnTo>
                  <a:lnTo>
                    <a:pt x="4064" y="8382"/>
                  </a:lnTo>
                  <a:lnTo>
                    <a:pt x="4572" y="8890"/>
                  </a:lnTo>
                  <a:lnTo>
                    <a:pt x="4572" y="10668"/>
                  </a:lnTo>
                  <a:lnTo>
                    <a:pt x="224282" y="10668"/>
                  </a:lnTo>
                  <a:lnTo>
                    <a:pt x="225044" y="10668"/>
                  </a:lnTo>
                  <a:lnTo>
                    <a:pt x="225806" y="10668"/>
                  </a:lnTo>
                  <a:lnTo>
                    <a:pt x="226568" y="9906"/>
                  </a:lnTo>
                  <a:lnTo>
                    <a:pt x="228854" y="1524"/>
                  </a:lnTo>
                  <a:lnTo>
                    <a:pt x="229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2665361" y="4434078"/>
              <a:ext cx="243204" cy="20320"/>
            </a:xfrm>
            <a:custGeom>
              <a:avLst/>
              <a:gdLst/>
              <a:ahLst/>
              <a:cxnLst/>
              <a:rect l="l" t="t" r="r" b="b"/>
              <a:pathLst>
                <a:path w="243205" h="20320">
                  <a:moveTo>
                    <a:pt x="243078" y="19812"/>
                  </a:moveTo>
                  <a:lnTo>
                    <a:pt x="243078" y="0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243078" y="19812"/>
                  </a:lnTo>
                  <a:close/>
                </a:path>
              </a:pathLst>
            </a:custGeom>
            <a:solidFill>
              <a:srgbClr val="8E7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663583" y="4432566"/>
              <a:ext cx="246379" cy="22225"/>
            </a:xfrm>
            <a:custGeom>
              <a:avLst/>
              <a:gdLst/>
              <a:ahLst/>
              <a:cxnLst/>
              <a:rect l="l" t="t" r="r" b="b"/>
              <a:pathLst>
                <a:path w="246380" h="22225">
                  <a:moveTo>
                    <a:pt x="246380" y="0"/>
                  </a:moveTo>
                  <a:lnTo>
                    <a:pt x="245110" y="0"/>
                  </a:lnTo>
                  <a:lnTo>
                    <a:pt x="244856" y="0"/>
                  </a:lnTo>
                  <a:lnTo>
                    <a:pt x="244094" y="0"/>
                  </a:lnTo>
                  <a:lnTo>
                    <a:pt x="244094" y="2286"/>
                  </a:lnTo>
                  <a:lnTo>
                    <a:pt x="244094" y="19812"/>
                  </a:lnTo>
                  <a:lnTo>
                    <a:pt x="2540" y="19812"/>
                  </a:lnTo>
                  <a:lnTo>
                    <a:pt x="2540" y="2286"/>
                  </a:lnTo>
                  <a:lnTo>
                    <a:pt x="244094" y="2286"/>
                  </a:lnTo>
                  <a:lnTo>
                    <a:pt x="244094" y="0"/>
                  </a:lnTo>
                  <a:lnTo>
                    <a:pt x="2540" y="0"/>
                  </a:lnTo>
                  <a:lnTo>
                    <a:pt x="1778" y="0"/>
                  </a:lnTo>
                  <a:lnTo>
                    <a:pt x="1270" y="0"/>
                  </a:lnTo>
                  <a:lnTo>
                    <a:pt x="1270" y="508"/>
                  </a:lnTo>
                  <a:lnTo>
                    <a:pt x="1270" y="1143"/>
                  </a:lnTo>
                  <a:lnTo>
                    <a:pt x="635" y="1143"/>
                  </a:lnTo>
                  <a:lnTo>
                    <a:pt x="1270" y="508"/>
                  </a:lnTo>
                  <a:lnTo>
                    <a:pt x="1270" y="0"/>
                  </a:lnTo>
                  <a:lnTo>
                    <a:pt x="254" y="0"/>
                  </a:lnTo>
                  <a:lnTo>
                    <a:pt x="254" y="1143"/>
                  </a:lnTo>
                  <a:lnTo>
                    <a:pt x="0" y="1143"/>
                  </a:lnTo>
                  <a:lnTo>
                    <a:pt x="0" y="1524"/>
                  </a:lnTo>
                  <a:lnTo>
                    <a:pt x="254" y="1524"/>
                  </a:lnTo>
                  <a:lnTo>
                    <a:pt x="254" y="21336"/>
                  </a:lnTo>
                  <a:lnTo>
                    <a:pt x="254" y="22098"/>
                  </a:lnTo>
                  <a:lnTo>
                    <a:pt x="1524" y="22098"/>
                  </a:lnTo>
                  <a:lnTo>
                    <a:pt x="1778" y="22098"/>
                  </a:lnTo>
                  <a:lnTo>
                    <a:pt x="244094" y="22098"/>
                  </a:lnTo>
                  <a:lnTo>
                    <a:pt x="244856" y="22098"/>
                  </a:lnTo>
                  <a:lnTo>
                    <a:pt x="246380" y="22098"/>
                  </a:lnTo>
                  <a:lnTo>
                    <a:pt x="246380" y="21336"/>
                  </a:lnTo>
                  <a:lnTo>
                    <a:pt x="246380" y="1524"/>
                  </a:lnTo>
                  <a:lnTo>
                    <a:pt x="246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2665361" y="4413504"/>
              <a:ext cx="243204" cy="20955"/>
            </a:xfrm>
            <a:custGeom>
              <a:avLst/>
              <a:gdLst/>
              <a:ahLst/>
              <a:cxnLst/>
              <a:rect l="l" t="t" r="r" b="b"/>
              <a:pathLst>
                <a:path w="243205" h="20954">
                  <a:moveTo>
                    <a:pt x="243078" y="20573"/>
                  </a:moveTo>
                  <a:lnTo>
                    <a:pt x="233172" y="0"/>
                  </a:lnTo>
                  <a:lnTo>
                    <a:pt x="9143" y="0"/>
                  </a:lnTo>
                  <a:lnTo>
                    <a:pt x="0" y="20574"/>
                  </a:lnTo>
                  <a:lnTo>
                    <a:pt x="243078" y="20573"/>
                  </a:lnTo>
                  <a:close/>
                </a:path>
              </a:pathLst>
            </a:custGeom>
            <a:solidFill>
              <a:srgbClr val="441E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2663075" y="4411992"/>
              <a:ext cx="247015" cy="22860"/>
            </a:xfrm>
            <a:custGeom>
              <a:avLst/>
              <a:gdLst/>
              <a:ahLst/>
              <a:cxnLst/>
              <a:rect l="l" t="t" r="r" b="b"/>
              <a:pathLst>
                <a:path w="247014" h="22860">
                  <a:moveTo>
                    <a:pt x="246888" y="22860"/>
                  </a:moveTo>
                  <a:lnTo>
                    <a:pt x="246126" y="21336"/>
                  </a:lnTo>
                  <a:lnTo>
                    <a:pt x="245872" y="20764"/>
                  </a:lnTo>
                  <a:lnTo>
                    <a:pt x="245872" y="20574"/>
                  </a:lnTo>
                  <a:lnTo>
                    <a:pt x="243865" y="16268"/>
                  </a:lnTo>
                  <a:lnTo>
                    <a:pt x="243865" y="20574"/>
                  </a:lnTo>
                  <a:lnTo>
                    <a:pt x="3771" y="20574"/>
                  </a:lnTo>
                  <a:lnTo>
                    <a:pt x="12585" y="2286"/>
                  </a:lnTo>
                  <a:lnTo>
                    <a:pt x="234442" y="2286"/>
                  </a:lnTo>
                  <a:lnTo>
                    <a:pt x="234442" y="1397"/>
                  </a:lnTo>
                  <a:lnTo>
                    <a:pt x="235077" y="1397"/>
                  </a:lnTo>
                  <a:lnTo>
                    <a:pt x="234696" y="1524"/>
                  </a:lnTo>
                  <a:lnTo>
                    <a:pt x="234696" y="2286"/>
                  </a:lnTo>
                  <a:lnTo>
                    <a:pt x="235051" y="2286"/>
                  </a:lnTo>
                  <a:lnTo>
                    <a:pt x="243865" y="20574"/>
                  </a:lnTo>
                  <a:lnTo>
                    <a:pt x="243865" y="16268"/>
                  </a:lnTo>
                  <a:lnTo>
                    <a:pt x="236982" y="762"/>
                  </a:lnTo>
                  <a:lnTo>
                    <a:pt x="236982" y="444"/>
                  </a:lnTo>
                  <a:lnTo>
                    <a:pt x="236664" y="444"/>
                  </a:lnTo>
                  <a:lnTo>
                    <a:pt x="236372" y="152"/>
                  </a:lnTo>
                  <a:lnTo>
                    <a:pt x="236372" y="965"/>
                  </a:lnTo>
                  <a:lnTo>
                    <a:pt x="235712" y="1193"/>
                  </a:lnTo>
                  <a:lnTo>
                    <a:pt x="235712" y="965"/>
                  </a:lnTo>
                  <a:lnTo>
                    <a:pt x="236372" y="965"/>
                  </a:lnTo>
                  <a:lnTo>
                    <a:pt x="236372" y="152"/>
                  </a:lnTo>
                  <a:lnTo>
                    <a:pt x="236347" y="444"/>
                  </a:lnTo>
                  <a:lnTo>
                    <a:pt x="235712" y="444"/>
                  </a:lnTo>
                  <a:lnTo>
                    <a:pt x="235712" y="127"/>
                  </a:lnTo>
                  <a:lnTo>
                    <a:pt x="236347" y="444"/>
                  </a:lnTo>
                  <a:lnTo>
                    <a:pt x="236347" y="127"/>
                  </a:lnTo>
                  <a:lnTo>
                    <a:pt x="236220" y="0"/>
                  </a:lnTo>
                  <a:lnTo>
                    <a:pt x="235712" y="0"/>
                  </a:lnTo>
                  <a:lnTo>
                    <a:pt x="235458" y="0"/>
                  </a:lnTo>
                  <a:lnTo>
                    <a:pt x="234442" y="0"/>
                  </a:lnTo>
                  <a:lnTo>
                    <a:pt x="11430" y="0"/>
                  </a:lnTo>
                  <a:lnTo>
                    <a:pt x="10922" y="0"/>
                  </a:lnTo>
                  <a:lnTo>
                    <a:pt x="10668" y="0"/>
                  </a:lnTo>
                  <a:lnTo>
                    <a:pt x="10668" y="762"/>
                  </a:lnTo>
                  <a:lnTo>
                    <a:pt x="762" y="21336"/>
                  </a:lnTo>
                  <a:lnTo>
                    <a:pt x="0" y="22860"/>
                  </a:lnTo>
                  <a:lnTo>
                    <a:pt x="2286" y="22860"/>
                  </a:lnTo>
                  <a:lnTo>
                    <a:pt x="3048" y="22860"/>
                  </a:lnTo>
                  <a:lnTo>
                    <a:pt x="3048" y="22098"/>
                  </a:lnTo>
                  <a:lnTo>
                    <a:pt x="3302" y="21577"/>
                  </a:lnTo>
                  <a:lnTo>
                    <a:pt x="3302" y="22860"/>
                  </a:lnTo>
                  <a:lnTo>
                    <a:pt x="245364" y="22860"/>
                  </a:lnTo>
                  <a:lnTo>
                    <a:pt x="245872" y="22860"/>
                  </a:lnTo>
                  <a:lnTo>
                    <a:pt x="246888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2707271" y="4405122"/>
              <a:ext cx="167005" cy="24130"/>
            </a:xfrm>
            <a:custGeom>
              <a:avLst/>
              <a:gdLst/>
              <a:ahLst/>
              <a:cxnLst/>
              <a:rect l="l" t="t" r="r" b="b"/>
              <a:pathLst>
                <a:path w="167005" h="24129">
                  <a:moveTo>
                    <a:pt x="166877" y="0"/>
                  </a:moveTo>
                  <a:lnTo>
                    <a:pt x="0" y="0"/>
                  </a:lnTo>
                  <a:lnTo>
                    <a:pt x="1523" y="1524"/>
                  </a:lnTo>
                  <a:lnTo>
                    <a:pt x="31372" y="18179"/>
                  </a:lnTo>
                  <a:lnTo>
                    <a:pt x="83715" y="23717"/>
                  </a:lnTo>
                  <a:lnTo>
                    <a:pt x="135919" y="18158"/>
                  </a:lnTo>
                  <a:lnTo>
                    <a:pt x="165353" y="1524"/>
                  </a:lnTo>
                  <a:lnTo>
                    <a:pt x="166877" y="0"/>
                  </a:lnTo>
                  <a:close/>
                </a:path>
              </a:pathLst>
            </a:custGeom>
            <a:solidFill>
              <a:srgbClr val="441E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2705747" y="4403610"/>
              <a:ext cx="170180" cy="26034"/>
            </a:xfrm>
            <a:custGeom>
              <a:avLst/>
              <a:gdLst/>
              <a:ahLst/>
              <a:cxnLst/>
              <a:rect l="l" t="t" r="r" b="b"/>
              <a:pathLst>
                <a:path w="170180" h="26035">
                  <a:moveTo>
                    <a:pt x="169926" y="0"/>
                  </a:moveTo>
                  <a:lnTo>
                    <a:pt x="168402" y="0"/>
                  </a:lnTo>
                  <a:lnTo>
                    <a:pt x="168529" y="254"/>
                  </a:lnTo>
                  <a:lnTo>
                    <a:pt x="167894" y="254"/>
                  </a:lnTo>
                  <a:lnTo>
                    <a:pt x="167894" y="889"/>
                  </a:lnTo>
                  <a:lnTo>
                    <a:pt x="167894" y="1104"/>
                  </a:lnTo>
                  <a:lnTo>
                    <a:pt x="167259" y="889"/>
                  </a:lnTo>
                  <a:lnTo>
                    <a:pt x="167894" y="889"/>
                  </a:lnTo>
                  <a:lnTo>
                    <a:pt x="167894" y="254"/>
                  </a:lnTo>
                  <a:lnTo>
                    <a:pt x="167894" y="0"/>
                  </a:lnTo>
                  <a:lnTo>
                    <a:pt x="166814" y="0"/>
                  </a:lnTo>
                  <a:lnTo>
                    <a:pt x="166814" y="889"/>
                  </a:lnTo>
                  <a:lnTo>
                    <a:pt x="166624" y="1270"/>
                  </a:lnTo>
                  <a:lnTo>
                    <a:pt x="166624" y="889"/>
                  </a:lnTo>
                  <a:lnTo>
                    <a:pt x="166814" y="889"/>
                  </a:lnTo>
                  <a:lnTo>
                    <a:pt x="166814" y="0"/>
                  </a:lnTo>
                  <a:lnTo>
                    <a:pt x="166624" y="0"/>
                  </a:lnTo>
                  <a:lnTo>
                    <a:pt x="166116" y="0"/>
                  </a:lnTo>
                  <a:lnTo>
                    <a:pt x="166116" y="2286"/>
                  </a:lnTo>
                  <a:lnTo>
                    <a:pt x="154508" y="12573"/>
                  </a:lnTo>
                  <a:lnTo>
                    <a:pt x="133604" y="19507"/>
                  </a:lnTo>
                  <a:lnTo>
                    <a:pt x="111226" y="23164"/>
                  </a:lnTo>
                  <a:lnTo>
                    <a:pt x="95250" y="23622"/>
                  </a:lnTo>
                  <a:lnTo>
                    <a:pt x="85344" y="23622"/>
                  </a:lnTo>
                  <a:lnTo>
                    <a:pt x="74676" y="23622"/>
                  </a:lnTo>
                  <a:lnTo>
                    <a:pt x="58686" y="23164"/>
                  </a:lnTo>
                  <a:lnTo>
                    <a:pt x="36309" y="19507"/>
                  </a:lnTo>
                  <a:lnTo>
                    <a:pt x="15405" y="12573"/>
                  </a:lnTo>
                  <a:lnTo>
                    <a:pt x="3810" y="2286"/>
                  </a:lnTo>
                  <a:lnTo>
                    <a:pt x="166116" y="2286"/>
                  </a:lnTo>
                  <a:lnTo>
                    <a:pt x="16611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1524" y="2247"/>
                  </a:lnTo>
                  <a:lnTo>
                    <a:pt x="13754" y="13919"/>
                  </a:lnTo>
                  <a:lnTo>
                    <a:pt x="34290" y="21082"/>
                  </a:lnTo>
                  <a:lnTo>
                    <a:pt x="56527" y="24549"/>
                  </a:lnTo>
                  <a:lnTo>
                    <a:pt x="74676" y="25908"/>
                  </a:lnTo>
                  <a:lnTo>
                    <a:pt x="85344" y="25908"/>
                  </a:lnTo>
                  <a:lnTo>
                    <a:pt x="95250" y="25908"/>
                  </a:lnTo>
                  <a:lnTo>
                    <a:pt x="134416" y="21602"/>
                  </a:lnTo>
                  <a:lnTo>
                    <a:pt x="168402" y="3810"/>
                  </a:lnTo>
                  <a:lnTo>
                    <a:pt x="169164" y="1524"/>
                  </a:lnTo>
                  <a:lnTo>
                    <a:pt x="168516" y="1308"/>
                  </a:lnTo>
                  <a:lnTo>
                    <a:pt x="169049" y="1308"/>
                  </a:lnTo>
                  <a:lnTo>
                    <a:pt x="169164" y="1524"/>
                  </a:lnTo>
                  <a:lnTo>
                    <a:pt x="169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7" name="object 2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991" y="4002024"/>
              <a:ext cx="1152144" cy="1043939"/>
            </a:xfrm>
            <a:prstGeom prst="rect">
              <a:avLst/>
            </a:prstGeom>
          </p:spPr>
        </p:pic>
      </p:grpSp>
      <p:sp>
        <p:nvSpPr>
          <p:cNvPr id="258" name="object 258"/>
          <p:cNvSpPr/>
          <p:nvPr/>
        </p:nvSpPr>
        <p:spPr>
          <a:xfrm>
            <a:off x="3670439" y="5209032"/>
            <a:ext cx="2209800" cy="76200"/>
          </a:xfrm>
          <a:custGeom>
            <a:avLst/>
            <a:gdLst/>
            <a:ahLst/>
            <a:cxnLst/>
            <a:rect l="l" t="t" r="r" b="b"/>
            <a:pathLst>
              <a:path w="2209800" h="76200">
                <a:moveTo>
                  <a:pt x="2146554" y="44195"/>
                </a:moveTo>
                <a:lnTo>
                  <a:pt x="2146554" y="31241"/>
                </a:lnTo>
                <a:lnTo>
                  <a:pt x="0" y="31241"/>
                </a:lnTo>
                <a:lnTo>
                  <a:pt x="0" y="44195"/>
                </a:lnTo>
                <a:lnTo>
                  <a:pt x="2146554" y="44195"/>
                </a:lnTo>
                <a:close/>
              </a:path>
              <a:path w="2209800" h="76200">
                <a:moveTo>
                  <a:pt x="2209800" y="38100"/>
                </a:moveTo>
                <a:lnTo>
                  <a:pt x="2133600" y="0"/>
                </a:lnTo>
                <a:lnTo>
                  <a:pt x="2133600" y="31241"/>
                </a:lnTo>
                <a:lnTo>
                  <a:pt x="2146554" y="31241"/>
                </a:lnTo>
                <a:lnTo>
                  <a:pt x="2146554" y="69722"/>
                </a:lnTo>
                <a:lnTo>
                  <a:pt x="2209800" y="38100"/>
                </a:lnTo>
                <a:close/>
              </a:path>
              <a:path w="2209800" h="76200">
                <a:moveTo>
                  <a:pt x="2146554" y="69722"/>
                </a:moveTo>
                <a:lnTo>
                  <a:pt x="2146554" y="44195"/>
                </a:lnTo>
                <a:lnTo>
                  <a:pt x="2133600" y="44195"/>
                </a:lnTo>
                <a:lnTo>
                  <a:pt x="2133600" y="76200"/>
                </a:lnTo>
                <a:lnTo>
                  <a:pt x="2146554" y="69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3670439" y="5894832"/>
            <a:ext cx="2209800" cy="76200"/>
          </a:xfrm>
          <a:custGeom>
            <a:avLst/>
            <a:gdLst/>
            <a:ahLst/>
            <a:cxnLst/>
            <a:rect l="l" t="t" r="r" b="b"/>
            <a:pathLst>
              <a:path w="2209800" h="76200">
                <a:moveTo>
                  <a:pt x="76200" y="31241"/>
                </a:moveTo>
                <a:lnTo>
                  <a:pt x="76199" y="0"/>
                </a:lnTo>
                <a:lnTo>
                  <a:pt x="0" y="38100"/>
                </a:lnTo>
                <a:lnTo>
                  <a:pt x="64007" y="70103"/>
                </a:lnTo>
                <a:lnTo>
                  <a:pt x="64007" y="31241"/>
                </a:lnTo>
                <a:lnTo>
                  <a:pt x="76200" y="31241"/>
                </a:lnTo>
                <a:close/>
              </a:path>
              <a:path w="2209800" h="76200">
                <a:moveTo>
                  <a:pt x="2209799" y="44195"/>
                </a:moveTo>
                <a:lnTo>
                  <a:pt x="2209799" y="31241"/>
                </a:lnTo>
                <a:lnTo>
                  <a:pt x="64007" y="31241"/>
                </a:lnTo>
                <a:lnTo>
                  <a:pt x="64007" y="44195"/>
                </a:lnTo>
                <a:lnTo>
                  <a:pt x="2209799" y="44195"/>
                </a:lnTo>
                <a:close/>
              </a:path>
              <a:path w="2209800" h="76200">
                <a:moveTo>
                  <a:pt x="76200" y="76200"/>
                </a:moveTo>
                <a:lnTo>
                  <a:pt x="76200" y="44195"/>
                </a:lnTo>
                <a:lnTo>
                  <a:pt x="64007" y="44195"/>
                </a:lnTo>
                <a:lnTo>
                  <a:pt x="64007" y="7010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 txBox="1"/>
          <p:nvPr/>
        </p:nvSpPr>
        <p:spPr>
          <a:xfrm>
            <a:off x="2301373" y="3582408"/>
            <a:ext cx="6041390" cy="278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265">
              <a:lnSpc>
                <a:spcPct val="100000"/>
              </a:lnSpc>
              <a:spcBef>
                <a:spcPts val="95"/>
              </a:spcBef>
            </a:pPr>
            <a:r>
              <a:rPr sz="2000" spc="-60" dirty="0">
                <a:latin typeface="Times New Roman"/>
                <a:cs typeface="Times New Roman"/>
              </a:rPr>
              <a:t>Web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server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R="1203960" algn="ctr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Internet</a:t>
            </a:r>
            <a:endParaRPr sz="2000">
              <a:latin typeface="Times New Roman"/>
              <a:cs typeface="Times New Roman"/>
            </a:endParaRPr>
          </a:p>
          <a:p>
            <a:pPr marL="12700" marR="4991100">
              <a:lnSpc>
                <a:spcPct val="100000"/>
              </a:lnSpc>
              <a:spcBef>
                <a:spcPts val="1720"/>
              </a:spcBef>
            </a:pPr>
            <a:r>
              <a:rPr sz="2000" spc="-5" dirty="0">
                <a:latin typeface="Times New Roman"/>
                <a:cs typeface="Times New Roman"/>
              </a:rPr>
              <a:t>Client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(Browser)</a:t>
            </a:r>
            <a:endParaRPr sz="2000">
              <a:latin typeface="Times New Roman"/>
              <a:cs typeface="Times New Roman"/>
            </a:endParaRPr>
          </a:p>
          <a:p>
            <a:pPr marL="1384300">
              <a:lnSpc>
                <a:spcPts val="2039"/>
              </a:lnSpc>
            </a:pPr>
            <a:r>
              <a:rPr sz="2000" spc="-5" dirty="0">
                <a:latin typeface="Times New Roman"/>
                <a:cs typeface="Times New Roman"/>
              </a:rPr>
              <a:t>GET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  <a:hlinkClick r:id="rId7"/>
              </a:rPr>
              <a:t>http://www.upc.es/index.html</a:t>
            </a:r>
            <a:r>
              <a:rPr sz="2000" spc="-30" dirty="0">
                <a:latin typeface="Times New Roman"/>
                <a:cs typeface="Times New Roman"/>
                <a:hlinkClick r:id="rId7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HTTP/1.1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4598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HTTP/1.1 200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2389" y="1163066"/>
            <a:ext cx="354837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Protocol</a:t>
            </a:r>
            <a:r>
              <a:rPr spc="-45" dirty="0"/>
              <a:t> </a:t>
            </a:r>
            <a:r>
              <a:rPr spc="-5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8973" y="1899615"/>
            <a:ext cx="4534535" cy="4122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TCP/IP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connection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up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Client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Server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reply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/>
                <a:cs typeface="Times New Roman"/>
              </a:rPr>
              <a:t>...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Client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Server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reply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Connection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tear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down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6011" y="1163066"/>
            <a:ext cx="350075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HTTP</a:t>
            </a:r>
            <a:r>
              <a:rPr spc="-30" dirty="0"/>
              <a:t> </a:t>
            </a:r>
            <a:r>
              <a:rPr spc="-5" dirty="0"/>
              <a:t>-</a:t>
            </a:r>
            <a:r>
              <a:rPr spc="-35" dirty="0"/>
              <a:t> </a:t>
            </a:r>
            <a:r>
              <a:rPr spc="-5" dirty="0"/>
              <a:t>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0373" y="2232456"/>
            <a:ext cx="6809740" cy="260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93720">
              <a:lnSpc>
                <a:spcPct val="12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GET </a:t>
            </a:r>
            <a:r>
              <a:rPr sz="1600" spc="-5" dirty="0">
                <a:latin typeface="Arial MT"/>
                <a:cs typeface="Arial MT"/>
                <a:hlinkClick r:id="rId2"/>
              </a:rPr>
              <a:t>http://localhost/index.html </a:t>
            </a:r>
            <a:r>
              <a:rPr sz="1600" spc="-5" dirty="0">
                <a:latin typeface="Arial MT"/>
                <a:cs typeface="Arial MT"/>
              </a:rPr>
              <a:t>HTTP/1.1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Accept: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*/*</a:t>
            </a:r>
            <a:endParaRPr sz="1600">
              <a:latin typeface="Arial MT"/>
              <a:cs typeface="Arial MT"/>
            </a:endParaRPr>
          </a:p>
          <a:p>
            <a:pPr marL="12700" marR="4046854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Accept-Language: en-us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Accept-Encoding: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gzip,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deflate</a:t>
            </a:r>
            <a:endParaRPr sz="1600">
              <a:latin typeface="Arial MT"/>
              <a:cs typeface="Arial MT"/>
            </a:endParaRPr>
          </a:p>
          <a:p>
            <a:pPr marL="12700" marR="117221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User-Agent: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Mozilla/4.0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(compatible;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MSIE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4.01;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Windows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NT)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Host: juanluis.upc.es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Arial MT"/>
                <a:cs typeface="Arial MT"/>
              </a:rPr>
              <a:t>Proxy-Connection: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Keep-Alive</a:t>
            </a:r>
            <a:endParaRPr sz="16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Cookie: ScriptLanguagePreference=VBScript; ComponentPreference=VB5;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SITESERVER=ID=a9398bbd1fcb86bbbe193585d6ef5478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40A8CEE-D2A8-AD49-0DE8-F9BAD7D76FA2}"/>
              </a:ext>
            </a:extLst>
          </p:cNvPr>
          <p:cNvGrpSpPr/>
          <p:nvPr/>
        </p:nvGrpSpPr>
        <p:grpSpPr>
          <a:xfrm>
            <a:off x="5609983" y="2298651"/>
            <a:ext cx="1176840" cy="363240"/>
            <a:chOff x="5609983" y="2298651"/>
            <a:chExt cx="117684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788328F6-B8C2-4F65-CC39-9B56F100D457}"/>
                    </a:ext>
                  </a:extLst>
                </p14:cNvPr>
                <p14:cNvContentPartPr/>
                <p14:nvPr/>
              </p14:nvContentPartPr>
              <p14:xfrm>
                <a:off x="5657143" y="2410611"/>
                <a:ext cx="278640" cy="525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788328F6-B8C2-4F65-CC39-9B56F100D45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48503" y="2401611"/>
                  <a:ext cx="296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3A65ED6-C027-CE20-3939-15F9E1A8A29B}"/>
                    </a:ext>
                  </a:extLst>
                </p14:cNvPr>
                <p14:cNvContentPartPr/>
                <p14:nvPr/>
              </p14:nvContentPartPr>
              <p14:xfrm>
                <a:off x="5609983" y="2390811"/>
                <a:ext cx="181440" cy="907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3A65ED6-C027-CE20-3939-15F9E1A8A2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00983" y="2382171"/>
                  <a:ext cx="199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5FEF7E3-1F5D-60E2-18CE-081886B19BFA}"/>
                    </a:ext>
                  </a:extLst>
                </p14:cNvPr>
                <p14:cNvContentPartPr/>
                <p14:nvPr/>
              </p14:nvContentPartPr>
              <p14:xfrm>
                <a:off x="6019663" y="2298651"/>
                <a:ext cx="767160" cy="3632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5FEF7E3-1F5D-60E2-18CE-081886B19B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10663" y="2290011"/>
                  <a:ext cx="7848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6961ED6-C696-967D-1596-22E3791BB33C}"/>
                    </a:ext>
                  </a:extLst>
                </p14:cNvPr>
                <p14:cNvContentPartPr/>
                <p14:nvPr/>
              </p14:nvContentPartPr>
              <p14:xfrm>
                <a:off x="6708703" y="2346171"/>
                <a:ext cx="12240" cy="18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6961ED6-C696-967D-1596-22E3791BB3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00063" y="2337531"/>
                  <a:ext cx="2988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7688C3C-E751-B459-B9D0-F207E830995E}"/>
              </a:ext>
            </a:extLst>
          </p:cNvPr>
          <p:cNvGrpSpPr/>
          <p:nvPr/>
        </p:nvGrpSpPr>
        <p:grpSpPr>
          <a:xfrm>
            <a:off x="419143" y="2592411"/>
            <a:ext cx="1551240" cy="2125440"/>
            <a:chOff x="419143" y="2592411"/>
            <a:chExt cx="1551240" cy="21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9E9E54D8-26A8-76B1-FD34-7E80FDCCAF62}"/>
                    </a:ext>
                  </a:extLst>
                </p14:cNvPr>
                <p14:cNvContentPartPr/>
                <p14:nvPr/>
              </p14:nvContentPartPr>
              <p14:xfrm>
                <a:off x="1467103" y="2592411"/>
                <a:ext cx="503280" cy="21254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9E9E54D8-26A8-76B1-FD34-7E80FDCCAF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58103" y="2583411"/>
                  <a:ext cx="520920" cy="21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AD1B329-5A2C-70DD-0570-5E32DE91C5A5}"/>
                    </a:ext>
                  </a:extLst>
                </p14:cNvPr>
                <p14:cNvContentPartPr/>
                <p14:nvPr/>
              </p14:nvContentPartPr>
              <p14:xfrm>
                <a:off x="588703" y="3133131"/>
                <a:ext cx="41040" cy="2772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AD1B329-5A2C-70DD-0570-5E32DE91C5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063" y="3124131"/>
                  <a:ext cx="58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6CA414C-640B-8A36-0FDC-A46BF13F3C03}"/>
                    </a:ext>
                  </a:extLst>
                </p14:cNvPr>
                <p14:cNvContentPartPr/>
                <p14:nvPr/>
              </p14:nvContentPartPr>
              <p14:xfrm>
                <a:off x="625783" y="3247611"/>
                <a:ext cx="75600" cy="673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6CA414C-640B-8A36-0FDC-A46BF13F3C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6783" y="3238971"/>
                  <a:ext cx="93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D80465F-F286-0389-F02F-CBCD6A3F6A88}"/>
                    </a:ext>
                  </a:extLst>
                </p14:cNvPr>
                <p14:cNvContentPartPr/>
                <p14:nvPr/>
              </p14:nvContentPartPr>
              <p14:xfrm>
                <a:off x="614263" y="3232851"/>
                <a:ext cx="345600" cy="4032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D80465F-F286-0389-F02F-CBCD6A3F6A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5263" y="3224211"/>
                  <a:ext cx="3632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8A059C3-75B7-5CEC-CE69-841239C97142}"/>
                    </a:ext>
                  </a:extLst>
                </p14:cNvPr>
                <p14:cNvContentPartPr/>
                <p14:nvPr/>
              </p14:nvContentPartPr>
              <p14:xfrm>
                <a:off x="419143" y="3729651"/>
                <a:ext cx="237600" cy="2718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8A059C3-75B7-5CEC-CE69-841239C971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0143" y="3721011"/>
                  <a:ext cx="255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AC81EE3-AF51-ACD5-D5D4-12F81250D951}"/>
                    </a:ext>
                  </a:extLst>
                </p14:cNvPr>
                <p14:cNvContentPartPr/>
                <p14:nvPr/>
              </p14:nvContentPartPr>
              <p14:xfrm>
                <a:off x="542983" y="3693291"/>
                <a:ext cx="777240" cy="3538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AC81EE3-AF51-ACD5-D5D4-12F81250D9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4343" y="3684651"/>
                  <a:ext cx="79488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57D836EF-E7AC-57A4-2659-23BB0D32D68D}"/>
              </a:ext>
            </a:extLst>
          </p:cNvPr>
          <p:cNvGrpSpPr/>
          <p:nvPr/>
        </p:nvGrpSpPr>
        <p:grpSpPr>
          <a:xfrm>
            <a:off x="713263" y="4884531"/>
            <a:ext cx="1466640" cy="1941480"/>
            <a:chOff x="713263" y="4884531"/>
            <a:chExt cx="1466640" cy="19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F5298E5-E5C4-8788-0B49-311AE68F434F}"/>
                    </a:ext>
                  </a:extLst>
                </p14:cNvPr>
                <p14:cNvContentPartPr/>
                <p14:nvPr/>
              </p14:nvContentPartPr>
              <p14:xfrm>
                <a:off x="1562143" y="4884531"/>
                <a:ext cx="617760" cy="19414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F5298E5-E5C4-8788-0B49-311AE68F434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53503" y="4875891"/>
                  <a:ext cx="635400" cy="19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802AC0B0-7054-A76A-B78E-B5547A8A826C}"/>
                    </a:ext>
                  </a:extLst>
                </p14:cNvPr>
                <p14:cNvContentPartPr/>
                <p14:nvPr/>
              </p14:nvContentPartPr>
              <p14:xfrm>
                <a:off x="713263" y="5544771"/>
                <a:ext cx="202680" cy="4204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802AC0B0-7054-A76A-B78E-B5547A8A82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4623" y="5535771"/>
                  <a:ext cx="2203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3CDAC0A-BEA8-31FA-7C9A-712FB6406AC7}"/>
                    </a:ext>
                  </a:extLst>
                </p14:cNvPr>
                <p14:cNvContentPartPr/>
                <p14:nvPr/>
              </p14:nvContentPartPr>
              <p14:xfrm>
                <a:off x="865183" y="5573931"/>
                <a:ext cx="570240" cy="6224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3CDAC0A-BEA8-31FA-7C9A-712FB6406A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6183" y="5565291"/>
                  <a:ext cx="587880" cy="640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421" y="1163066"/>
            <a:ext cx="30365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HTTP</a:t>
            </a:r>
            <a:r>
              <a:rPr spc="-30" dirty="0"/>
              <a:t> </a:t>
            </a:r>
            <a:r>
              <a:rPr spc="-5" dirty="0"/>
              <a:t>-</a:t>
            </a:r>
            <a:r>
              <a:rPr spc="-35" dirty="0"/>
              <a:t> </a:t>
            </a:r>
            <a:r>
              <a:rPr spc="-5" dirty="0"/>
              <a:t>reply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5173" y="2080056"/>
            <a:ext cx="5903595" cy="35363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Arial MT"/>
                <a:cs typeface="Arial MT"/>
              </a:rPr>
              <a:t>HTTP/1.1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200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OK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Server: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Apache/1.3.9 (Win32)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tomcat/1.0</a:t>
            </a:r>
            <a:endParaRPr sz="1600">
              <a:latin typeface="Arial MT"/>
              <a:cs typeface="Arial MT"/>
            </a:endParaRPr>
          </a:p>
          <a:p>
            <a:pPr marL="12700" marR="148590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Last-Modified: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Wed,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May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2010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06:59:42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GMT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ETag: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"0-689-35627f5e"</a:t>
            </a:r>
            <a:endParaRPr sz="1600">
              <a:latin typeface="Arial MT"/>
              <a:cs typeface="Arial MT"/>
            </a:endParaRPr>
          </a:p>
          <a:p>
            <a:pPr marL="12700" marR="3770629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Content-Length: 1673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Content-Type: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text/html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&lt;!DOCTYPE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HTML PUBLIC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"-//W3C//DTD HTML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3.2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Final//EN"&gt;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5" dirty="0">
                <a:latin typeface="Arial MT"/>
                <a:cs typeface="Arial MT"/>
              </a:rPr>
              <a:t>&lt;HTML&gt;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Arial MT"/>
                <a:cs typeface="Arial MT"/>
              </a:rPr>
              <a:t>&lt;HEAD&gt;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&lt;TITLE&gt;Test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Page for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Apache Installation on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Web Site&lt;/TITLE&gt;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Arial MT"/>
                <a:cs typeface="Arial MT"/>
              </a:rPr>
              <a:t>&lt;/HEAD&gt;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A3289C0-3E08-C3C4-FB71-7365B0D7FC0C}"/>
              </a:ext>
            </a:extLst>
          </p:cNvPr>
          <p:cNvGrpSpPr/>
          <p:nvPr/>
        </p:nvGrpSpPr>
        <p:grpSpPr>
          <a:xfrm>
            <a:off x="3913663" y="2114691"/>
            <a:ext cx="906120" cy="281880"/>
            <a:chOff x="3913663" y="2114691"/>
            <a:chExt cx="90612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261785D-B267-1631-EA70-5DFDD39F07CB}"/>
                    </a:ext>
                  </a:extLst>
                </p14:cNvPr>
                <p14:cNvContentPartPr/>
                <p14:nvPr/>
              </p14:nvContentPartPr>
              <p14:xfrm>
                <a:off x="3913663" y="2232411"/>
                <a:ext cx="251640" cy="129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261785D-B267-1631-EA70-5DFDD39F07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04663" y="2223771"/>
                  <a:ext cx="269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0D0F225-2B79-EE1F-A46D-1B20605268DE}"/>
                    </a:ext>
                  </a:extLst>
                </p14:cNvPr>
                <p14:cNvContentPartPr/>
                <p14:nvPr/>
              </p14:nvContentPartPr>
              <p14:xfrm>
                <a:off x="3913663" y="2162931"/>
                <a:ext cx="99720" cy="2181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0D0F225-2B79-EE1F-A46D-1B20605268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05023" y="2153931"/>
                  <a:ext cx="117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486AC30-DF41-22CD-8364-601873102B66}"/>
                    </a:ext>
                  </a:extLst>
                </p14:cNvPr>
                <p14:cNvContentPartPr/>
                <p14:nvPr/>
              </p14:nvContentPartPr>
              <p14:xfrm>
                <a:off x="4274383" y="2114691"/>
                <a:ext cx="545400" cy="2818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486AC30-DF41-22CD-8364-601873102B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65743" y="2106051"/>
                  <a:ext cx="563040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B585E09D-39A5-75D5-3D7E-DEB63D7E701F}"/>
                  </a:ext>
                </a:extLst>
              </p14:cNvPr>
              <p14:cNvContentPartPr/>
              <p14:nvPr/>
            </p14:nvContentPartPr>
            <p14:xfrm>
              <a:off x="316183" y="3871131"/>
              <a:ext cx="231120" cy="24660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B585E09D-39A5-75D5-3D7E-DEB63D7E70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7183" y="3862491"/>
                <a:ext cx="24876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AD34B7D2-1299-6AC4-D410-42FA2CF7E560}"/>
              </a:ext>
            </a:extLst>
          </p:cNvPr>
          <p:cNvGrpSpPr/>
          <p:nvPr/>
        </p:nvGrpSpPr>
        <p:grpSpPr>
          <a:xfrm>
            <a:off x="676903" y="2478291"/>
            <a:ext cx="1535040" cy="3325680"/>
            <a:chOff x="676903" y="2478291"/>
            <a:chExt cx="1535040" cy="332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637DB09-333E-FBB5-ECED-6B9344420D3B}"/>
                    </a:ext>
                  </a:extLst>
                </p14:cNvPr>
                <p14:cNvContentPartPr/>
                <p14:nvPr/>
              </p14:nvContentPartPr>
              <p14:xfrm>
                <a:off x="1969303" y="2478291"/>
                <a:ext cx="218880" cy="13215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637DB09-333E-FBB5-ECED-6B9344420D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0663" y="2469651"/>
                  <a:ext cx="236520" cy="13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CCBBD65-A1AA-B3CE-E0A2-5C5A3D3DB515}"/>
                    </a:ext>
                  </a:extLst>
                </p14:cNvPr>
                <p14:cNvContentPartPr/>
                <p14:nvPr/>
              </p14:nvContentPartPr>
              <p14:xfrm>
                <a:off x="1161103" y="2851251"/>
                <a:ext cx="18360" cy="2516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CCBBD65-A1AA-B3CE-E0A2-5C5A3D3DB5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103" y="2842251"/>
                  <a:ext cx="360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1AC2F00-A711-C2D9-2CD2-297BCCB3E2BF}"/>
                    </a:ext>
                  </a:extLst>
                </p14:cNvPr>
                <p14:cNvContentPartPr/>
                <p14:nvPr/>
              </p14:nvContentPartPr>
              <p14:xfrm>
                <a:off x="1203943" y="2869611"/>
                <a:ext cx="115200" cy="132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1AC2F00-A711-C2D9-2CD2-297BCCB3E2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95303" y="2860971"/>
                  <a:ext cx="132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3AA129FE-83DD-97EF-2254-A4E60754CC48}"/>
                    </a:ext>
                  </a:extLst>
                </p14:cNvPr>
                <p14:cNvContentPartPr/>
                <p14:nvPr/>
              </p14:nvContentPartPr>
              <p14:xfrm>
                <a:off x="1247863" y="2924331"/>
                <a:ext cx="258120" cy="3214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3AA129FE-83DD-97EF-2254-A4E60754CC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38863" y="2915691"/>
                  <a:ext cx="2757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633BBAC-CEB7-52AF-A0E4-750B26092E46}"/>
                    </a:ext>
                  </a:extLst>
                </p14:cNvPr>
                <p14:cNvContentPartPr/>
                <p14:nvPr/>
              </p14:nvContentPartPr>
              <p14:xfrm>
                <a:off x="992623" y="3419331"/>
                <a:ext cx="129240" cy="2552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633BBAC-CEB7-52AF-A0E4-750B26092E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3983" y="3410331"/>
                  <a:ext cx="1468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5162CA7-3CBA-CF1E-CE27-5773CF723302}"/>
                    </a:ext>
                  </a:extLst>
                </p14:cNvPr>
                <p14:cNvContentPartPr/>
                <p14:nvPr/>
              </p14:nvContentPartPr>
              <p14:xfrm>
                <a:off x="1063543" y="3369291"/>
                <a:ext cx="507960" cy="3222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5162CA7-3CBA-CF1E-CE27-5773CF7233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4543" y="3360291"/>
                  <a:ext cx="525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2DA68BA8-879D-7FB8-FE0F-EE55F6318384}"/>
                    </a:ext>
                  </a:extLst>
                </p14:cNvPr>
                <p14:cNvContentPartPr/>
                <p14:nvPr/>
              </p14:nvContentPartPr>
              <p14:xfrm>
                <a:off x="1802623" y="4241211"/>
                <a:ext cx="409320" cy="15627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2DA68BA8-879D-7FB8-FE0F-EE55F63183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93983" y="4232571"/>
                  <a:ext cx="426960" cy="15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38EB74A3-DD35-EBBF-7742-8109AC45B1E1}"/>
                    </a:ext>
                  </a:extLst>
                </p14:cNvPr>
                <p14:cNvContentPartPr/>
                <p14:nvPr/>
              </p14:nvContentPartPr>
              <p14:xfrm>
                <a:off x="891463" y="4777251"/>
                <a:ext cx="184320" cy="360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38EB74A3-DD35-EBBF-7742-8109AC45B1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2823" y="4768611"/>
                  <a:ext cx="201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EE75FE2-D47A-0F07-B5BE-063FF24B4599}"/>
                    </a:ext>
                  </a:extLst>
                </p14:cNvPr>
                <p14:cNvContentPartPr/>
                <p14:nvPr/>
              </p14:nvContentPartPr>
              <p14:xfrm>
                <a:off x="1084783" y="4801731"/>
                <a:ext cx="466200" cy="5580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EE75FE2-D47A-0F07-B5BE-063FF24B45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5783" y="4792731"/>
                  <a:ext cx="4838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79BA75C-F7A2-4710-C217-0723A9C81791}"/>
                    </a:ext>
                  </a:extLst>
                </p14:cNvPr>
                <p14:cNvContentPartPr/>
                <p14:nvPr/>
              </p14:nvContentPartPr>
              <p14:xfrm>
                <a:off x="676903" y="3915411"/>
                <a:ext cx="46080" cy="198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79BA75C-F7A2-4710-C217-0723A9C817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8263" y="3906411"/>
                  <a:ext cx="63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3A59477E-F988-7F9D-9DC4-439DC8020D88}"/>
                    </a:ext>
                  </a:extLst>
                </p14:cNvPr>
                <p14:cNvContentPartPr/>
                <p14:nvPr/>
              </p14:nvContentPartPr>
              <p14:xfrm>
                <a:off x="696703" y="3984891"/>
                <a:ext cx="160200" cy="6012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3A59477E-F988-7F9D-9DC4-439DC8020D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8063" y="3975891"/>
                  <a:ext cx="177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4438110-F61E-3FC2-9CB1-D6AC6022D147}"/>
                    </a:ext>
                  </a:extLst>
                </p14:cNvPr>
                <p14:cNvContentPartPr/>
                <p14:nvPr/>
              </p14:nvContentPartPr>
              <p14:xfrm>
                <a:off x="824503" y="3870051"/>
                <a:ext cx="770760" cy="2592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4438110-F61E-3FC2-9CB1-D6AC6022D1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5863" y="3861051"/>
                  <a:ext cx="788400" cy="276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941" y="1163066"/>
            <a:ext cx="38608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Request</a:t>
            </a:r>
            <a:r>
              <a:rPr spc="-35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90368"/>
            <a:ext cx="7461250" cy="28054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Courier New"/>
              <a:buChar char="•"/>
              <a:tabLst>
                <a:tab pos="354965" algn="l"/>
                <a:tab pos="355600" algn="l"/>
              </a:tabLst>
            </a:pPr>
            <a:r>
              <a:rPr sz="1600" b="1" dirty="0">
                <a:latin typeface="Courier New"/>
                <a:cs typeface="Courier New"/>
              </a:rPr>
              <a:t>OPTIONS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asks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communication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options.</a:t>
            </a:r>
            <a:endParaRPr sz="1600">
              <a:latin typeface="Courier New"/>
              <a:cs typeface="Courier New"/>
            </a:endParaRPr>
          </a:p>
          <a:p>
            <a:pPr marL="355600" marR="127635" indent="-342900">
              <a:lnSpc>
                <a:spcPct val="100000"/>
              </a:lnSpc>
              <a:spcBef>
                <a:spcPts val="385"/>
              </a:spcBef>
              <a:buFont typeface="Courier New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Courier New"/>
                <a:cs typeface="Courier New"/>
              </a:rPr>
              <a:t>GET</a:t>
            </a:r>
            <a:r>
              <a:rPr sz="1600" spc="-5" dirty="0">
                <a:latin typeface="Courier New"/>
                <a:cs typeface="Courier New"/>
              </a:rPr>
              <a:t>:</a:t>
            </a:r>
            <a:r>
              <a:rPr sz="1600" dirty="0">
                <a:latin typeface="Courier New"/>
                <a:cs typeface="Courier New"/>
              </a:rPr>
              <a:t> obtains the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requested information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 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requested-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URI.</a:t>
            </a:r>
            <a:endParaRPr sz="16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Courier New"/>
              <a:buChar char="•"/>
              <a:tabLst>
                <a:tab pos="354965" algn="l"/>
                <a:tab pos="355600" algn="l"/>
              </a:tabLst>
            </a:pPr>
            <a:r>
              <a:rPr sz="1600" b="1" dirty="0">
                <a:latin typeface="Courier New"/>
                <a:cs typeface="Courier New"/>
              </a:rPr>
              <a:t>HEAD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same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GET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but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without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contents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reply.</a:t>
            </a:r>
            <a:endParaRPr sz="1600">
              <a:latin typeface="Courier New"/>
              <a:cs typeface="Courier New"/>
            </a:endParaRPr>
          </a:p>
          <a:p>
            <a:pPr marL="355600" marR="248920" indent="-343535">
              <a:lnSpc>
                <a:spcPct val="100000"/>
              </a:lnSpc>
              <a:spcBef>
                <a:spcPts val="385"/>
              </a:spcBef>
              <a:buFont typeface="Courier New"/>
              <a:buChar char="•"/>
              <a:tabLst>
                <a:tab pos="354965" algn="l"/>
                <a:tab pos="356235" algn="l"/>
              </a:tabLst>
            </a:pPr>
            <a:r>
              <a:rPr sz="1600" b="1" dirty="0">
                <a:latin typeface="Courier New"/>
                <a:cs typeface="Courier New"/>
              </a:rPr>
              <a:t>POST</a:t>
            </a:r>
            <a:r>
              <a:rPr sz="1600" dirty="0">
                <a:latin typeface="Courier New"/>
                <a:cs typeface="Courier New"/>
              </a:rPr>
              <a:t>: the same as on GET but request data is attached on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message’s body.</a:t>
            </a:r>
            <a:endParaRPr sz="1600">
              <a:latin typeface="Courier New"/>
              <a:cs typeface="Courier New"/>
            </a:endParaRPr>
          </a:p>
          <a:p>
            <a:pPr marL="355600" marR="1106170" indent="-342900">
              <a:lnSpc>
                <a:spcPct val="100000"/>
              </a:lnSpc>
              <a:spcBef>
                <a:spcPts val="384"/>
              </a:spcBef>
              <a:buFont typeface="Courier New"/>
              <a:buChar char="•"/>
              <a:tabLst>
                <a:tab pos="354965" algn="l"/>
                <a:tab pos="356235" algn="l"/>
              </a:tabLst>
            </a:pPr>
            <a:r>
              <a:rPr sz="1600" b="1" spc="-5" dirty="0">
                <a:latin typeface="Courier New"/>
                <a:cs typeface="Courier New"/>
              </a:rPr>
              <a:t>PUT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latin typeface="Courier New"/>
                <a:cs typeface="Courier New"/>
              </a:rPr>
              <a:t>save on the server the message’s body to the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requested-URI.</a:t>
            </a:r>
            <a:endParaRPr sz="1600">
              <a:latin typeface="Courier New"/>
              <a:cs typeface="Courier New"/>
            </a:endParaRPr>
          </a:p>
          <a:p>
            <a:pPr marL="355600" indent="-343535">
              <a:lnSpc>
                <a:spcPct val="100000"/>
              </a:lnSpc>
              <a:spcBef>
                <a:spcPts val="380"/>
              </a:spcBef>
              <a:buFont typeface="Courier New"/>
              <a:buChar char="•"/>
              <a:tabLst>
                <a:tab pos="354965" algn="l"/>
                <a:tab pos="356235" algn="l"/>
              </a:tabLst>
            </a:pPr>
            <a:r>
              <a:rPr sz="1600" b="1" dirty="0">
                <a:latin typeface="Courier New"/>
                <a:cs typeface="Courier New"/>
              </a:rPr>
              <a:t>DELETE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delete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file of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requested-URI on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 server</a:t>
            </a:r>
            <a:endParaRPr sz="1600">
              <a:latin typeface="Courier New"/>
              <a:cs typeface="Courier New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Courier New"/>
              <a:buChar char="•"/>
              <a:tabLst>
                <a:tab pos="354965" algn="l"/>
                <a:tab pos="356235" algn="l"/>
              </a:tabLst>
            </a:pPr>
            <a:r>
              <a:rPr sz="1600" b="1" spc="-5" dirty="0">
                <a:latin typeface="Courier New"/>
                <a:cs typeface="Courier New"/>
              </a:rPr>
              <a:t>TRACE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content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reply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client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E6F524E-0430-8802-FC1A-CC928E4CEF2F}"/>
              </a:ext>
            </a:extLst>
          </p:cNvPr>
          <p:cNvGrpSpPr/>
          <p:nvPr/>
        </p:nvGrpSpPr>
        <p:grpSpPr>
          <a:xfrm>
            <a:off x="1832863" y="1917411"/>
            <a:ext cx="542520" cy="272520"/>
            <a:chOff x="1832863" y="1917411"/>
            <a:chExt cx="54252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E5801778-1F55-9255-11F5-D362B4306FC1}"/>
                    </a:ext>
                  </a:extLst>
                </p14:cNvPr>
                <p14:cNvContentPartPr/>
                <p14:nvPr/>
              </p14:nvContentPartPr>
              <p14:xfrm>
                <a:off x="1832863" y="1922811"/>
                <a:ext cx="40680" cy="2455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E5801778-1F55-9255-11F5-D362B4306F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4223" y="1913811"/>
                  <a:ext cx="58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3056FBD6-1B35-A982-136C-B4B800B06685}"/>
                    </a:ext>
                  </a:extLst>
                </p14:cNvPr>
                <p14:cNvContentPartPr/>
                <p14:nvPr/>
              </p14:nvContentPartPr>
              <p14:xfrm>
                <a:off x="1866703" y="1999131"/>
                <a:ext cx="109440" cy="378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3056FBD6-1B35-A982-136C-B4B800B066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57703" y="1990131"/>
                  <a:ext cx="127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3AC51C3-EAF8-5165-8B75-5C7262404FC5}"/>
                    </a:ext>
                  </a:extLst>
                </p14:cNvPr>
                <p14:cNvContentPartPr/>
                <p14:nvPr/>
              </p14:nvContentPartPr>
              <p14:xfrm>
                <a:off x="1930063" y="1948731"/>
                <a:ext cx="41040" cy="1771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3AC51C3-EAF8-5165-8B75-5C7262404F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1063" y="1939731"/>
                  <a:ext cx="58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2B5DDF4-0A1D-0E7C-A45E-B7176D1F554B}"/>
                    </a:ext>
                  </a:extLst>
                </p14:cNvPr>
                <p14:cNvContentPartPr/>
                <p14:nvPr/>
              </p14:nvContentPartPr>
              <p14:xfrm>
                <a:off x="2049943" y="1952331"/>
                <a:ext cx="23400" cy="2278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2B5DDF4-0A1D-0E7C-A45E-B7176D1F55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40943" y="1943331"/>
                  <a:ext cx="41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203F50E-FF89-59E0-7754-9DAC3BDE2F7F}"/>
                    </a:ext>
                  </a:extLst>
                </p14:cNvPr>
                <p14:cNvContentPartPr/>
                <p14:nvPr/>
              </p14:nvContentPartPr>
              <p14:xfrm>
                <a:off x="1933663" y="1937931"/>
                <a:ext cx="161280" cy="21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203F50E-FF89-59E0-7754-9DAC3BDE2F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4663" y="1928931"/>
                  <a:ext cx="178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B6F97D2-1CC0-A251-D097-F22730BC4F42}"/>
                    </a:ext>
                  </a:extLst>
                </p14:cNvPr>
                <p14:cNvContentPartPr/>
                <p14:nvPr/>
              </p14:nvContentPartPr>
              <p14:xfrm>
                <a:off x="2074783" y="1949811"/>
                <a:ext cx="143280" cy="2217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B6F97D2-1CC0-A251-D097-F22730BC4F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66143" y="1940811"/>
                  <a:ext cx="160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C44E3B9-6DD5-8A22-A7DF-64598684F45E}"/>
                    </a:ext>
                  </a:extLst>
                </p14:cNvPr>
                <p14:cNvContentPartPr/>
                <p14:nvPr/>
              </p14:nvContentPartPr>
              <p14:xfrm>
                <a:off x="2190703" y="1917411"/>
                <a:ext cx="184680" cy="2725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C44E3B9-6DD5-8A22-A7DF-64598684F4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1703" y="1908411"/>
                  <a:ext cx="20232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2EF2C31-D26D-06B2-DC32-CBF41EF410D5}"/>
                  </a:ext>
                </a:extLst>
              </p14:cNvPr>
              <p14:cNvContentPartPr/>
              <p14:nvPr/>
            </p14:nvContentPartPr>
            <p14:xfrm>
              <a:off x="2623063" y="1944411"/>
              <a:ext cx="920880" cy="2937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2EF2C31-D26D-06B2-DC32-CBF41EF410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14063" y="1935411"/>
                <a:ext cx="938520" cy="31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1749" y="1163066"/>
            <a:ext cx="61709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HTTP</a:t>
            </a:r>
            <a:r>
              <a:rPr spc="-10" dirty="0"/>
              <a:t> </a:t>
            </a:r>
            <a:r>
              <a:rPr spc="-5" dirty="0"/>
              <a:t>session</a:t>
            </a:r>
            <a:r>
              <a:rPr spc="-10" dirty="0"/>
              <a:t> </a:t>
            </a:r>
            <a:r>
              <a:rPr spc="-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32630"/>
            <a:ext cx="7265034" cy="39973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Times New Roman"/>
                <a:cs typeface="Times New Roman"/>
              </a:rPr>
              <a:t>HTTP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stateless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protocol:</a:t>
            </a:r>
            <a:endParaRPr sz="3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conversational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behavior</a:t>
            </a:r>
            <a:endParaRPr sz="2800">
              <a:latin typeface="Times New Roman"/>
              <a:cs typeface="Times New Roman"/>
            </a:endParaRPr>
          </a:p>
          <a:p>
            <a:pPr marL="755650" marR="632460" lvl="1" indent="-285750">
              <a:lnSpc>
                <a:spcPts val="3020"/>
              </a:lnSpc>
              <a:spcBef>
                <a:spcPts val="72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persistent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HTTP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packets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890"/>
              </a:lnSpc>
              <a:spcBef>
                <a:spcPts val="85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statefull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protocol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must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use:</a:t>
            </a:r>
            <a:endParaRPr sz="3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09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Cookies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Query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8209" y="1163066"/>
            <a:ext cx="18573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49942"/>
            <a:ext cx="7555865" cy="40652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What’s a cookie?</a:t>
            </a:r>
            <a:endParaRPr sz="3200">
              <a:latin typeface="Times New Roman"/>
              <a:cs typeface="Times New Roman"/>
            </a:endParaRPr>
          </a:p>
          <a:p>
            <a:pPr marL="755650" marR="284480" lvl="1" indent="-285750">
              <a:lnSpc>
                <a:spcPts val="3020"/>
              </a:lnSpc>
              <a:spcBef>
                <a:spcPts val="73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Message-header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HTTP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response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-5" dirty="0">
                <a:latin typeface="Times New Roman"/>
                <a:cs typeface="Times New Roman"/>
              </a:rPr>
              <a:t>contains specific key-values from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particular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web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0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rejected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browser</a:t>
            </a:r>
            <a:endParaRPr sz="2800">
              <a:latin typeface="Times New Roman"/>
              <a:cs typeface="Times New Roman"/>
            </a:endParaRPr>
          </a:p>
          <a:p>
            <a:pPr marL="755650" marR="349250" lvl="1" indent="-285750">
              <a:lnSpc>
                <a:spcPts val="3020"/>
              </a:lnSpc>
              <a:spcBef>
                <a:spcPts val="72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risk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identifying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associated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cookies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contain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several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cookies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4319" y="1163066"/>
            <a:ext cx="31457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Query</a:t>
            </a:r>
            <a:r>
              <a:rPr spc="-55" dirty="0"/>
              <a:t> </a:t>
            </a:r>
            <a:r>
              <a:rPr spc="-5" dirty="0"/>
              <a:t>Strings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http://HostName:PortNumber/theServlet/path?p1=val1</a:t>
            </a:r>
          </a:p>
          <a:p>
            <a:pPr marL="24130">
              <a:lnSpc>
                <a:spcPct val="100000"/>
              </a:lnSpc>
              <a:spcBef>
                <a:spcPts val="5"/>
              </a:spcBef>
            </a:pPr>
            <a:endParaRPr sz="3000"/>
          </a:p>
          <a:p>
            <a:pPr marL="264795" indent="-228600">
              <a:lnSpc>
                <a:spcPct val="100000"/>
              </a:lnSpc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The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query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string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starts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with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“?”</a:t>
            </a:r>
          </a:p>
          <a:p>
            <a:pPr marL="265430" marR="756285" indent="-228600">
              <a:lnSpc>
                <a:spcPts val="2590"/>
              </a:lnSpc>
              <a:spcBef>
                <a:spcPts val="615"/>
              </a:spcBef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It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uses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pairs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of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form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name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=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value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for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different </a:t>
            </a:r>
            <a:r>
              <a:rPr u="none" spc="-58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parameters</a:t>
            </a:r>
          </a:p>
          <a:p>
            <a:pPr marL="264795" indent="-228600">
              <a:lnSpc>
                <a:spcPct val="100000"/>
              </a:lnSpc>
              <a:spcBef>
                <a:spcPts val="254"/>
              </a:spcBef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Each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pair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name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=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value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is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delimited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by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an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“&amp;”</a:t>
            </a:r>
          </a:p>
          <a:p>
            <a:pPr marL="264795" indent="-228600">
              <a:lnSpc>
                <a:spcPct val="100000"/>
              </a:lnSpc>
              <a:spcBef>
                <a:spcPts val="285"/>
              </a:spcBef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It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uses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“%20”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to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include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white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spaces</a:t>
            </a:r>
          </a:p>
          <a:p>
            <a:pPr marL="265430" marR="99695" indent="-228600">
              <a:lnSpc>
                <a:spcPts val="2590"/>
              </a:lnSpc>
              <a:spcBef>
                <a:spcPts val="615"/>
              </a:spcBef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HTML forms automatically generate URL query </a:t>
            </a:r>
            <a:r>
              <a:rPr u="none" spc="-10" dirty="0">
                <a:solidFill>
                  <a:srgbClr val="000000"/>
                </a:solidFill>
              </a:rPr>
              <a:t>strings </a:t>
            </a:r>
            <a:r>
              <a:rPr u="none" spc="-58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including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all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data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on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clicking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the SUBMIT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button</a:t>
            </a:r>
          </a:p>
          <a:p>
            <a:pPr marL="264795" indent="-228600">
              <a:lnSpc>
                <a:spcPct val="100000"/>
              </a:lnSpc>
              <a:spcBef>
                <a:spcPts val="254"/>
              </a:spcBef>
              <a:buChar char="•"/>
              <a:tabLst>
                <a:tab pos="265430" algn="l"/>
              </a:tabLst>
            </a:pPr>
            <a:r>
              <a:rPr u="none" spc="-5" dirty="0">
                <a:solidFill>
                  <a:srgbClr val="000000"/>
                </a:solidFill>
              </a:rPr>
              <a:t>Any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pair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name=value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may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be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used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as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session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identifier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7EB8540B-ED21-DD9F-AA1B-9F5E13C70783}"/>
                  </a:ext>
                </a:extLst>
              </p14:cNvPr>
              <p14:cNvContentPartPr/>
              <p14:nvPr/>
            </p14:nvContentPartPr>
            <p14:xfrm>
              <a:off x="7426183" y="2172651"/>
              <a:ext cx="1137240" cy="280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7EB8540B-ED21-DD9F-AA1B-9F5E13C707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8543" y="2154651"/>
                <a:ext cx="11728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07181D1-FDAD-41E7-7955-61786EBCF7B5}"/>
                  </a:ext>
                </a:extLst>
              </p14:cNvPr>
              <p14:cNvContentPartPr/>
              <p14:nvPr/>
            </p14:nvContentPartPr>
            <p14:xfrm>
              <a:off x="7000663" y="1624731"/>
              <a:ext cx="1116360" cy="5533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07181D1-FDAD-41E7-7955-61786EBCF7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82663" y="1606731"/>
                <a:ext cx="1152000" cy="58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285" y="1163066"/>
            <a:ext cx="21653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65969"/>
            <a:ext cx="7399655" cy="38233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Open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http_exercise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NetBeans.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Try </a:t>
            </a:r>
            <a:r>
              <a:rPr sz="2800" dirty="0">
                <a:latin typeface="Times New Roman"/>
                <a:cs typeface="Times New Roman"/>
              </a:rPr>
              <a:t>to understand the HTTP_Client emulating 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Internet browser, sending HTTP requests to web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sites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text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reply.</a:t>
            </a:r>
            <a:endParaRPr sz="2800">
              <a:latin typeface="Times New Roman"/>
              <a:cs typeface="Times New Roman"/>
            </a:endParaRPr>
          </a:p>
          <a:p>
            <a:pPr marL="355600" marR="146685" indent="-342900">
              <a:lnSpc>
                <a:spcPts val="302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HTTP_Server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emulating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 server, printing the text with the HTTP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request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HTML reply.</a:t>
            </a:r>
            <a:endParaRPr sz="2800">
              <a:latin typeface="Times New Roman"/>
              <a:cs typeface="Times New Roman"/>
            </a:endParaRPr>
          </a:p>
          <a:p>
            <a:pPr marL="355600" marR="462915" indent="-342900">
              <a:lnSpc>
                <a:spcPts val="302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Try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modify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HTTP_Client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HTTP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requests.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3843" y="1086866"/>
            <a:ext cx="46666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Content</a:t>
            </a:r>
            <a:r>
              <a:rPr spc="-25" dirty="0"/>
              <a:t> </a:t>
            </a:r>
            <a:r>
              <a:rPr spc="-5" dirty="0"/>
              <a:t>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4811" y="1943682"/>
            <a:ext cx="8108950" cy="39433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HTML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(Hypertext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Markup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Language)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Hypertext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documents</a:t>
            </a:r>
            <a:endParaRPr sz="2800">
              <a:latin typeface="Times New Roman"/>
              <a:cs typeface="Times New Roman"/>
            </a:endParaRPr>
          </a:p>
          <a:p>
            <a:pPr marL="755650" marR="781685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formatting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other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documents.</a:t>
            </a:r>
            <a:endParaRPr sz="2800">
              <a:latin typeface="Times New Roman"/>
              <a:cs typeface="Times New Roman"/>
            </a:endParaRPr>
          </a:p>
          <a:p>
            <a:pPr marL="755650" marR="66421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external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servers</a:t>
            </a:r>
            <a:endParaRPr sz="2800">
              <a:latin typeface="Times New Roman"/>
              <a:cs typeface="Times New Roman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derived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SGML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(Standard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Generalized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Markup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Language)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2519" y="877316"/>
            <a:ext cx="16078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733" y="2067560"/>
            <a:ext cx="7537450" cy="429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An HTML page is a text document made up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5" dirty="0">
                <a:latin typeface="Times New Roman"/>
                <a:cs typeface="Times New Roman"/>
              </a:rPr>
              <a:t>Text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visualized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Formatting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commands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Commands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insert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objects:</a:t>
            </a:r>
            <a:endParaRPr sz="28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Images</a:t>
            </a:r>
            <a:endParaRPr sz="24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Audio</a:t>
            </a:r>
            <a:endParaRPr sz="24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35" dirty="0">
                <a:latin typeface="Times New Roman"/>
                <a:cs typeface="Times New Roman"/>
              </a:rPr>
              <a:t>Video</a:t>
            </a:r>
            <a:endParaRPr sz="24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Scripts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703" y="1086866"/>
            <a:ext cx="46221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</a:t>
            </a:r>
            <a:r>
              <a:rPr spc="-10" dirty="0"/>
              <a:t> </a:t>
            </a:r>
            <a:r>
              <a:rPr spc="-5" dirty="0"/>
              <a:t>Commands</a:t>
            </a:r>
            <a:r>
              <a:rPr spc="-10" dirty="0"/>
              <a:t> </a:t>
            </a:r>
            <a:r>
              <a:rPr spc="-5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5811" y="1813813"/>
            <a:ext cx="6793865" cy="44564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67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Headers with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letter sizes: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&lt;hx&gt;,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x:1..6</a:t>
            </a:r>
            <a:endParaRPr sz="24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ol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&lt;b&gt;,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Italic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&lt;i&gt;,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underscore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&lt;u&gt;</a:t>
            </a:r>
            <a:endParaRPr sz="2000">
              <a:latin typeface="Courier New"/>
              <a:cs typeface="Courier New"/>
            </a:endParaRPr>
          </a:p>
          <a:p>
            <a:pPr marL="240665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&lt;br&gt;</a:t>
            </a:r>
            <a:endParaRPr sz="2000">
              <a:latin typeface="Courier New"/>
              <a:cs typeface="Courier New"/>
            </a:endParaRPr>
          </a:p>
          <a:p>
            <a:pPr marL="240665" indent="-228600">
              <a:lnSpc>
                <a:spcPct val="100000"/>
              </a:lnSpc>
              <a:spcBef>
                <a:spcPts val="58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Paragraph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&lt;p&gt;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…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&lt;/p&gt;</a:t>
            </a:r>
            <a:endParaRPr sz="2000">
              <a:latin typeface="Courier New"/>
              <a:cs typeface="Courier New"/>
            </a:endParaRPr>
          </a:p>
          <a:p>
            <a:pPr marL="240665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Image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insertion:</a:t>
            </a:r>
            <a:endParaRPr sz="2400">
              <a:latin typeface="Times New Roman"/>
              <a:cs typeface="Times New Roman"/>
            </a:endParaRPr>
          </a:p>
          <a:p>
            <a:pPr marL="1155700" marR="5080" indent="-165735">
              <a:lnSpc>
                <a:spcPts val="236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&lt;img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src=“image.gif”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alt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=“alternative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text“&gt;</a:t>
            </a:r>
            <a:endParaRPr sz="2000">
              <a:latin typeface="Courier New"/>
              <a:cs typeface="Courier New"/>
            </a:endParaRPr>
          </a:p>
          <a:p>
            <a:pPr marL="240665" indent="-228600">
              <a:lnSpc>
                <a:spcPct val="100000"/>
              </a:lnSpc>
              <a:spcBef>
                <a:spcPts val="65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Other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document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linking: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1800" spc="-5" dirty="0">
                <a:latin typeface="Courier New"/>
                <a:cs typeface="Courier New"/>
              </a:rPr>
              <a:t>&lt;a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href="viewcart.do"&gt;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View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cart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&lt;/a&gt;</a:t>
            </a:r>
            <a:endParaRPr sz="1800">
              <a:latin typeface="Courier New"/>
              <a:cs typeface="Courier New"/>
            </a:endParaRPr>
          </a:p>
          <a:p>
            <a:pPr marL="240665" indent="-228600">
              <a:lnSpc>
                <a:spcPct val="100000"/>
              </a:lnSpc>
              <a:spcBef>
                <a:spcPts val="66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Modify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font:</a:t>
            </a:r>
            <a:endParaRPr sz="2400">
              <a:latin typeface="Times New Roman"/>
              <a:cs typeface="Times New Roman"/>
            </a:endParaRPr>
          </a:p>
          <a:p>
            <a:pPr marL="989965">
              <a:lnSpc>
                <a:spcPct val="100000"/>
              </a:lnSpc>
              <a:spcBef>
                <a:spcPts val="370"/>
              </a:spcBef>
            </a:pPr>
            <a:r>
              <a:rPr sz="2000" spc="-5" dirty="0">
                <a:latin typeface="Courier New"/>
                <a:cs typeface="Courier New"/>
              </a:rPr>
              <a:t>&lt;font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size="2"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face="Verdana"&gt;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</a:t>
            </a:r>
            <a:r>
              <a:rPr spc="-15" dirty="0"/>
              <a:t> </a:t>
            </a:r>
            <a:r>
              <a:rPr spc="-5" dirty="0"/>
              <a:t>commands</a:t>
            </a:r>
            <a:r>
              <a:rPr spc="-10" dirty="0"/>
              <a:t> </a:t>
            </a:r>
            <a:r>
              <a:rPr spc="-5" dirty="0"/>
              <a:t>(ii)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352547"/>
            <a:ext cx="2236470" cy="264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Tables:</a:t>
            </a:r>
            <a:endParaRPr sz="2400">
              <a:latin typeface="Times New Roman"/>
              <a:cs typeface="Times New Roman"/>
            </a:endParaRPr>
          </a:p>
          <a:p>
            <a:pPr marL="491490">
              <a:lnSpc>
                <a:spcPct val="100000"/>
              </a:lnSpc>
              <a:spcBef>
                <a:spcPts val="1455"/>
              </a:spcBef>
            </a:pPr>
            <a:r>
              <a:rPr sz="1800" spc="-10" dirty="0">
                <a:latin typeface="Courier New"/>
                <a:cs typeface="Courier New"/>
              </a:rPr>
              <a:t>&lt;table&gt;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Courier New"/>
                <a:cs typeface="Courier New"/>
              </a:rPr>
              <a:t>&lt;tr&gt;</a:t>
            </a:r>
            <a:endParaRPr sz="1600">
              <a:latin typeface="Courier New"/>
              <a:cs typeface="Courier New"/>
            </a:endParaRPr>
          </a:p>
          <a:p>
            <a:pPr marL="75565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urier New"/>
                <a:cs typeface="Courier New"/>
              </a:rPr>
              <a:t>&lt;td&gt;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…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&lt;/td&gt;</a:t>
            </a:r>
            <a:endParaRPr sz="1600">
              <a:latin typeface="Courier New"/>
              <a:cs typeface="Courier New"/>
            </a:endParaRPr>
          </a:p>
          <a:p>
            <a:pPr marL="755650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latin typeface="Courier New"/>
                <a:cs typeface="Courier New"/>
              </a:rPr>
              <a:t>&lt;td&gt;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…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&lt;/td&gt;</a:t>
            </a:r>
            <a:endParaRPr sz="1600">
              <a:latin typeface="Courier New"/>
              <a:cs typeface="Courier New"/>
            </a:endParaRPr>
          </a:p>
          <a:p>
            <a:pPr marL="75565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Courier New"/>
                <a:cs typeface="Courier New"/>
              </a:rPr>
              <a:t>&lt;td&gt;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…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&lt;/td&gt;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Courier New"/>
                <a:cs typeface="Courier New"/>
              </a:rPr>
              <a:t>&lt;/tr&gt;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15"/>
              </a:spcBef>
            </a:pPr>
            <a:r>
              <a:rPr sz="1800" spc="-10" dirty="0">
                <a:latin typeface="Courier New"/>
                <a:cs typeface="Courier New"/>
              </a:rPr>
              <a:t>&lt;/table&gt;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9075" y="2352547"/>
            <a:ext cx="5038090" cy="374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Forms: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600" dirty="0">
                <a:latin typeface="Courier New"/>
                <a:cs typeface="Courier New"/>
              </a:rPr>
              <a:t>&lt;form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action="neworder.do"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method="post"&gt;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Courier New"/>
                <a:cs typeface="Courier New"/>
              </a:rPr>
              <a:t>&lt;input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type="hidden“</a:t>
            </a:r>
            <a:endParaRPr sz="1600">
              <a:latin typeface="Courier New"/>
              <a:cs typeface="Courier New"/>
            </a:endParaRPr>
          </a:p>
          <a:p>
            <a:pPr marL="1234440" marR="1837689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name="productid“  value=“1"&gt;</a:t>
            </a:r>
            <a:endParaRPr sz="16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urier New"/>
                <a:cs typeface="Courier New"/>
              </a:rPr>
              <a:t>&lt;input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type="hidden"</a:t>
            </a:r>
            <a:endParaRPr sz="1600">
              <a:latin typeface="Courier New"/>
              <a:cs typeface="Courier New"/>
            </a:endParaRPr>
          </a:p>
          <a:p>
            <a:pPr marL="1234440" marR="1716405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name="categoryid"  value=“12"&gt;</a:t>
            </a:r>
            <a:endParaRPr sz="16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urier New"/>
                <a:cs typeface="Courier New"/>
              </a:rPr>
              <a:t>&lt;input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type="submit"</a:t>
            </a:r>
            <a:endParaRPr sz="1600">
              <a:latin typeface="Courier New"/>
              <a:cs typeface="Courier New"/>
            </a:endParaRPr>
          </a:p>
          <a:p>
            <a:pPr marL="1234440" marR="1349375">
              <a:lnSpc>
                <a:spcPct val="120000"/>
              </a:lnSpc>
            </a:pPr>
            <a:r>
              <a:rPr sz="1600" dirty="0">
                <a:latin typeface="Courier New"/>
                <a:cs typeface="Courier New"/>
              </a:rPr>
              <a:t>name="submit"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value="add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cart"&gt;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urier New"/>
                <a:cs typeface="Courier New"/>
              </a:rPr>
              <a:t>&lt;/form&gt;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848</Words>
  <Application>Microsoft Office PowerPoint</Application>
  <PresentationFormat>Personalizado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Courier New</vt:lpstr>
      <vt:lpstr>Times New Roman</vt:lpstr>
      <vt:lpstr>Office Theme</vt:lpstr>
      <vt:lpstr>Presentación de PowerPoint</vt:lpstr>
      <vt:lpstr>Communication Protocols</vt:lpstr>
      <vt:lpstr>The HTTP service protocol</vt:lpstr>
      <vt:lpstr>Protocol phases</vt:lpstr>
      <vt:lpstr>HTTP - request</vt:lpstr>
      <vt:lpstr>HTTP - reply</vt:lpstr>
      <vt:lpstr>Request methods</vt:lpstr>
      <vt:lpstr>HTTP session management</vt:lpstr>
      <vt:lpstr>Cookies</vt:lpstr>
      <vt:lpstr>Query Strings</vt:lpstr>
      <vt:lpstr>Exercises</vt:lpstr>
      <vt:lpstr>Content presentation</vt:lpstr>
      <vt:lpstr>HTML</vt:lpstr>
      <vt:lpstr>Basic Commands (i)</vt:lpstr>
      <vt:lpstr>Basic commands (ii)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- 1 HTTP review.ppt [Modo de compatibilidad]</dc:title>
  <dc:creator>upcnet</dc:creator>
  <cp:lastModifiedBy>Sergi Salvà</cp:lastModifiedBy>
  <cp:revision>1</cp:revision>
  <dcterms:created xsi:type="dcterms:W3CDTF">2023-09-18T18:43:59Z</dcterms:created>
  <dcterms:modified xsi:type="dcterms:W3CDTF">2023-09-19T14:38:23Z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2017-09-12T00:00:00Z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2023-09-18T00:00:00Z</vt:filetime>
  </property>
</Properties>
</file>